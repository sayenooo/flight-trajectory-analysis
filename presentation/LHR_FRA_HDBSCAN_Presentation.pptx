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e66638181c44483" /><Relationship Type="http://schemas.openxmlformats.org/officeDocument/2006/relationships/extended-properties" Target="/docProps/app.xml" Id="R4542f069eb4d4055" /><Relationship Type="http://schemas.openxmlformats.org/officeDocument/2006/relationships/officeDocument" Target="/ppt/presentation.xml" Id="Rfae71c86fe9645f2" /></Relationships>
</file>

<file path=ppt/presentation.xml><?xml version="1.0" encoding="utf-8"?>
<p:presentation xmlns:p="http://schemas.openxmlformats.org/presentationml/2006/main">
  <p:sldMasterIdLst>
    <p:sldMasterId xmlns:r="http://schemas.openxmlformats.org/officeDocument/2006/relationships" id="2147483648" r:id="Rb8ba674ba04140b8"/>
  </p:sldMasterIdLst>
  <p:notesMasterIdLst>
    <p:notesMasterId xmlns:r="http://schemas.openxmlformats.org/officeDocument/2006/relationships" r:id="R7c4a8df681974c78"/>
  </p:notesMasterIdLst>
  <p:sldIdLst>
    <p:sldId xmlns:r="http://schemas.openxmlformats.org/officeDocument/2006/relationships" id="256" r:id="R4bd1746d38e94b82"/>
    <p:sldId xmlns:r="http://schemas.openxmlformats.org/officeDocument/2006/relationships" id="257" r:id="Re3e5138807ec428e"/>
    <p:sldId xmlns:r="http://schemas.openxmlformats.org/officeDocument/2006/relationships" id="258" r:id="R105f23a1f0f342f6"/>
    <p:sldId xmlns:r="http://schemas.openxmlformats.org/officeDocument/2006/relationships" id="259" r:id="Re768d35ed8e240ec"/>
    <p:sldId xmlns:r="http://schemas.openxmlformats.org/officeDocument/2006/relationships" id="260" r:id="R7737176d52764cb9"/>
    <p:sldId xmlns:r="http://schemas.openxmlformats.org/officeDocument/2006/relationships" id="261" r:id="R6a4ca00d6c104bb5"/>
    <p:sldId xmlns:r="http://schemas.openxmlformats.org/officeDocument/2006/relationships" id="262" r:id="Rb2c0871bf45c46ef"/>
    <p:sldId xmlns:r="http://schemas.openxmlformats.org/officeDocument/2006/relationships" id="263" r:id="Rce345c78d5f64b1f"/>
    <p:sldId xmlns:r="http://schemas.openxmlformats.org/officeDocument/2006/relationships" id="264" r:id="R3899ca3e9ce541ba"/>
    <p:sldId xmlns:r="http://schemas.openxmlformats.org/officeDocument/2006/relationships" id="265" r:id="R03129930245849bc"/>
    <p:sldId xmlns:r="http://schemas.openxmlformats.org/officeDocument/2006/relationships" id="266" r:id="R9b8f4ce6f2b349a1"/>
    <p:sldId xmlns:r="http://schemas.openxmlformats.org/officeDocument/2006/relationships" id="267" r:id="R0f06fda630744443"/>
    <p:sldId xmlns:r="http://schemas.openxmlformats.org/officeDocument/2006/relationships" id="268" r:id="Rc952b6e2443e4e45"/>
    <p:sldId xmlns:r="http://schemas.openxmlformats.org/officeDocument/2006/relationships" id="269" r:id="Rd074f4c9057346eb"/>
    <p:sldId xmlns:r="http://schemas.openxmlformats.org/officeDocument/2006/relationships" id="270" r:id="R7c6fa258033f4c83"/>
    <p:sldId xmlns:r="http://schemas.openxmlformats.org/officeDocument/2006/relationships" id="271" r:id="Reaaa25f531654ad2"/>
    <p:sldId xmlns:r="http://schemas.openxmlformats.org/officeDocument/2006/relationships" id="272" r:id="R4e346e2b3e8342c7"/>
    <p:sldId xmlns:r="http://schemas.openxmlformats.org/officeDocument/2006/relationships" id="273" r:id="R63cbdfe1169f4d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0623aa13ac49d6" /><Relationship Type="http://schemas.openxmlformats.org/officeDocument/2006/relationships/slideMaster" Target="/ppt/slideMasters/slideMaster1.xml" Id="Rb8ba674ba04140b8" /><Relationship Type="http://schemas.openxmlformats.org/officeDocument/2006/relationships/notesMaster" Target="/ppt/notesMasters/notesMaster1.xml" Id="R7c4a8df681974c78" /><Relationship Type="http://schemas.openxmlformats.org/officeDocument/2006/relationships/presProps" Target="/ppt/presProps.xml" Id="Rbdb4e5e9d0b14114" /><Relationship Type="http://schemas.openxmlformats.org/officeDocument/2006/relationships/tableStyles" Target="/ppt/tableStyles.xml" Id="Ra1e4ac7cc7124f0b" /><Relationship Type="http://schemas.openxmlformats.org/officeDocument/2006/relationships/slide" Target="/ppt/slides/slide1.xml" Id="R4bd1746d38e94b82" /><Relationship Type="http://schemas.openxmlformats.org/officeDocument/2006/relationships/slide" Target="/ppt/slides/slide2.xml" Id="Re3e5138807ec428e" /><Relationship Type="http://schemas.openxmlformats.org/officeDocument/2006/relationships/slide" Target="/ppt/slides/slide3.xml" Id="R105f23a1f0f342f6" /><Relationship Type="http://schemas.openxmlformats.org/officeDocument/2006/relationships/slide" Target="/ppt/slides/slide4.xml" Id="Re768d35ed8e240ec" /><Relationship Type="http://schemas.openxmlformats.org/officeDocument/2006/relationships/slide" Target="/ppt/slides/slide5.xml" Id="R7737176d52764cb9" /><Relationship Type="http://schemas.openxmlformats.org/officeDocument/2006/relationships/slide" Target="/ppt/slides/slide6.xml" Id="R6a4ca00d6c104bb5" /><Relationship Type="http://schemas.openxmlformats.org/officeDocument/2006/relationships/slide" Target="/ppt/slides/slide7.xml" Id="Rb2c0871bf45c46ef" /><Relationship Type="http://schemas.openxmlformats.org/officeDocument/2006/relationships/slide" Target="/ppt/slides/slide8.xml" Id="Rce345c78d5f64b1f" /><Relationship Type="http://schemas.openxmlformats.org/officeDocument/2006/relationships/slide" Target="/ppt/slides/slide9.xml" Id="R3899ca3e9ce541ba" /><Relationship Type="http://schemas.openxmlformats.org/officeDocument/2006/relationships/slide" Target="/ppt/slides/slide10.xml" Id="R03129930245849bc" /><Relationship Type="http://schemas.openxmlformats.org/officeDocument/2006/relationships/slide" Target="/ppt/slides/slide11.xml" Id="R9b8f4ce6f2b349a1" /><Relationship Type="http://schemas.openxmlformats.org/officeDocument/2006/relationships/slide" Target="/ppt/slides/slide12.xml" Id="R0f06fda630744443" /><Relationship Type="http://schemas.openxmlformats.org/officeDocument/2006/relationships/slide" Target="/ppt/slides/slide13.xml" Id="Rc952b6e2443e4e45" /><Relationship Type="http://schemas.openxmlformats.org/officeDocument/2006/relationships/slide" Target="/ppt/slides/slide14.xml" Id="Rd074f4c9057346eb" /><Relationship Type="http://schemas.openxmlformats.org/officeDocument/2006/relationships/slide" Target="/ppt/slides/slide15.xml" Id="R7c6fa258033f4c83" /><Relationship Type="http://schemas.openxmlformats.org/officeDocument/2006/relationships/slide" Target="/ppt/slides/slide16.xml" Id="Reaaa25f531654ad2" /><Relationship Type="http://schemas.openxmlformats.org/officeDocument/2006/relationships/slide" Target="/ppt/slides/slide17.xml" Id="R4e346e2b3e8342c7" /><Relationship Type="http://schemas.openxmlformats.org/officeDocument/2006/relationships/slide" Target="/ppt/slides/slide18.xml" Id="R63cbdfe1169f4d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98cc54390a48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bafc0304624a76" /><Relationship Type="http://schemas.openxmlformats.org/officeDocument/2006/relationships/notesMaster" Target="/ppt/notesMasters/notesMaster1.xml" Id="R8ad0640af17b41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6775be363f4652" /><Relationship Type="http://schemas.openxmlformats.org/officeDocument/2006/relationships/notesMaster" Target="/ppt/notesMasters/notesMaster1.xml" Id="R3050c731723048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58d32a47c14a6b" /><Relationship Type="http://schemas.openxmlformats.org/officeDocument/2006/relationships/notesMaster" Target="/ppt/notesMasters/notesMaster1.xml" Id="Rca211cd7f14b43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1622114f3b49aa" /><Relationship Type="http://schemas.openxmlformats.org/officeDocument/2006/relationships/notesMaster" Target="/ppt/notesMasters/notesMaster1.xml" Id="R4fdb126456b44c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be80673f3a404c" /><Relationship Type="http://schemas.openxmlformats.org/officeDocument/2006/relationships/notesMaster" Target="/ppt/notesMasters/notesMaster1.xml" Id="R2c4fd268349b4f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05f70dc41146ec" /><Relationship Type="http://schemas.openxmlformats.org/officeDocument/2006/relationships/notesMaster" Target="/ppt/notesMasters/notesMaster1.xml" Id="R8563a3fdfb514d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2c6a5be2b4dce" /><Relationship Type="http://schemas.openxmlformats.org/officeDocument/2006/relationships/notesMaster" Target="/ppt/notesMasters/notesMaster1.xml" Id="Rbcf5e1b7fc6848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686629016d40b4" /><Relationship Type="http://schemas.openxmlformats.org/officeDocument/2006/relationships/notesMaster" Target="/ppt/notesMasters/notesMaster1.xml" Id="Rf7bd1348b52b45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d56f8d3f7ad4da7" /><Relationship Type="http://schemas.openxmlformats.org/officeDocument/2006/relationships/notesMaster" Target="/ppt/notesMasters/notesMaster1.xml" Id="Rfd81a36f1fd947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571bee4ac24186" /><Relationship Type="http://schemas.openxmlformats.org/officeDocument/2006/relationships/notesMaster" Target="/ppt/notesMasters/notesMaster1.xml" Id="Re76fc37547bf4ad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80b612ec9b4ab7" /><Relationship Type="http://schemas.openxmlformats.org/officeDocument/2006/relationships/notesMaster" Target="/ppt/notesMasters/notesMaster1.xml" Id="R9e570ee978a443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ce5e6e1ee84adc" /><Relationship Type="http://schemas.openxmlformats.org/officeDocument/2006/relationships/notesMaster" Target="/ppt/notesMasters/notesMaster1.xml" Id="R8fd54261d6b645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9ee456542a42fa" /><Relationship Type="http://schemas.openxmlformats.org/officeDocument/2006/relationships/notesMaster" Target="/ppt/notesMasters/notesMaster1.xml" Id="Rcaccb679457540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e66168d4a64dda" /><Relationship Type="http://schemas.openxmlformats.org/officeDocument/2006/relationships/notesMaster" Target="/ppt/notesMasters/notesMaster1.xml" Id="R9b45391679b34c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8bf997a055b4b88" /><Relationship Type="http://schemas.openxmlformats.org/officeDocument/2006/relationships/notesMaster" Target="/ppt/notesMasters/notesMaster1.xml" Id="Rb52ce00ce07d4f0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00f47763d0401b" /><Relationship Type="http://schemas.openxmlformats.org/officeDocument/2006/relationships/notesMaster" Target="/ppt/notesMasters/notesMaster1.xml" Id="R515da78cc81347e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7618d1657b4c46" /><Relationship Type="http://schemas.openxmlformats.org/officeDocument/2006/relationships/notesMaster" Target="/ppt/notesMasters/notesMaster1.xml" Id="Re4820ee45ee34c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d340fe148341d8" /><Relationship Type="http://schemas.openxmlformats.org/officeDocument/2006/relationships/notesMaster" Target="/ppt/notesMasters/notesMaster1.xml" Id="R2d8cf4a2545345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studies how actual flight paths vary between London Heathrow and Frankfurt. We use real observations from 2025 and treat each flight as one object. We compare the shapes of the routes, group similar flights with HDBSCAN, and inspect flights that do not fit those groups. Today we will explain our data checks, the distance measure, the parameter experiment and the unusual cases. Our focus is horizontal route geometry.</a:t>
            </a:r>
          </a:p>
          <a:p xmlns:a="http://schemas.openxmlformats.org/drawingml/2006/main">
            <a:r>
              <a:t/>
            </a:r>
          </a:p>
          <a:p xmlns:a="http://schemas.openxmlformats.org/drawingml/2006/main">
            <a:r>
              <a:t>Sources: Project output files in the accompanying reproducibility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question is: which route patterns repeat, and which flights have unusual horizontal shapes? We chose one direction, London Heathrow to Frankfurt, and one flight callsign and aircraft type. This limits some variation, although it does not make every flight operationally identical. The uploaded OpenSky dataset contains 348 flights in 2025 and over 1.24 million position rows. We do not claim it covers every flight on this route. Earlier ICN to FRA samples had multi-hour observation gaps, so we moved to a route with better continuity in the available data. This is a data-quality rationale, not a claim about airline performance.</a:t>
            </a:r>
          </a:p>
          <a:p xmlns:a="http://schemas.openxmlformats.org/drawingml/2006/main">
            <a:r>
              <a:t/>
            </a:r>
          </a:p>
          <a:p xmlns:a="http://schemas.openxmlformats.org/drawingml/2006/main">
            <a:r>
              <a:t>Sources: Project output files in the accompanying reproducibility package. Source dataset commit 3ed740bcaaad81d22a5de6626eac7fa2d5a54b1f. https://openskynetwork.github.io/opensky-api/trino.html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preserved the source data and recorded the rows removed during cleaning. We checked the aircraft and flight identifiers, coordinates and timestamps. We used the time of the actual position update rather than treating every state-vector row as a new position. We removed 102 stale or invalid-time rows and 122 short, physically inconsistent position spikes. We then applied flight-level rules. Accepted flights need at least 100 points, no observation gap longer than 60 seconds, endpoints within 15 kilometres of the airport centres, and no remaining jumps under our screening rule. These thresholds are project choices. The 39 review flights remain in the cleaned file but are excluded from clustering.</a:t>
            </a:r>
          </a:p>
          <a:p xmlns:a="http://schemas.openxmlformats.org/drawingml/2006/main">
            <a:r>
              <a:t/>
            </a:r>
          </a:p>
          <a:p xmlns:a="http://schemas.openxmlformats.org/drawingml/2006/main">
            <a:r>
              <a:t>Sources: Project output files in the accompanying reproducibility package. preparation_report.json, flight_qc.csv, removed_points.csv.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trajectory is a set of observed latitude and longitude points. To compare two flights, we find the nearest point on the second flight for every point on the first flight. We keep the largest of those distances, repeat the calculation in the opposite direction, and take the larger result. That is the symmetric point-set Hausdorff distance. Distances use great-circle kilometres. An exact KD-tree search on unit-sphere coordinates makes the computation efficient without reducing the points. We calculated 47,586 unique pairs. The matrix is symmetric with a zero diagonal, and three complete flight pairs matched an independent dense calculation to numerical precision. This distance measures shape, but ignores time ordering.</a:t>
            </a:r>
          </a:p>
          <a:p xmlns:a="http://schemas.openxmlformats.org/drawingml/2006/main">
            <a:r>
              <a:t/>
            </a:r>
          </a:p>
          <a:p xmlns:a="http://schemas.openxmlformats.org/drawingml/2006/main">
            <a:r>
              <a:t>Sources: Project output files in the accompanying reproducibility package. build_lhr_fra_matrix.py, matrix_report.json. https://docs.scipy.org/doc/scipy/reference/generated/scipy.spatial.cKDTree.query.html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the scikit-learn implementation with our distance matrix as input. HDBSCAN looks for groups supported by the density structure of the data, while allowing some flights to remain unassigned. We vary two parameters. The minimum cluster size controls how small a reported group may be. The minimum samples parameter affects the density estimate. Our implementation counts the point itself in minimum samples. We use excess-of-mass cluster selection and do not allow one cluster containing everything. We started at 15 and 5, then compared 15 parameter combinations. This project uses the library implementation, so we do not claim the optional from-scratch bonus.</a:t>
            </a:r>
          </a:p>
          <a:p xmlns:a="http://schemas.openxmlformats.org/drawingml/2006/main">
            <a:r>
              <a:t/>
            </a:r>
          </a:p>
          <a:p xmlns:a="http://schemas.openxmlformats.org/drawingml/2006/main">
            <a:r>
              <a:t>Sources: https://scikit-learn.org/1.6/modules/generated/sklearn.cluster.HDBSCAN.html Project output files in the accompanying reproducibility package. cluster_lhr_fra.py.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shows all tested combinations. Each cell gives the number of clusters and the number of noise flights. At minimum samples five, the smaller minimum cluster sizes identify four groups. Raising the minimum cluster size to fifteen removes the fourteen-flight group from the selected clusters. At minimum samples fifteen, every tested cluster-size threshold gives two broader groups. Across this grid, the same set of 180 flights stays together as a selected cluster. That supports one repeatable pattern, but the remaining partition depends on the settings. Noise percentages range from 4.53 to 11.65 percent. We therefore report sensitivity rather than presenting one configuration as uniquely correct.</a:t>
            </a:r>
          </a:p>
          <a:p xmlns:a="http://schemas.openxmlformats.org/drawingml/2006/main">
            <a:r>
              <a:t/>
            </a:r>
          </a:p>
          <a:p xmlns:a="http://schemas.openxmlformats.org/drawingml/2006/main">
            <a:r>
              <a:t>Sources: Project output files in the accompanying reproducibility package. parameter_comparison.csv and parameter_labels.csv.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main visual analysis, we use minimum cluster size ten and minimum samples five. It preserves a coherent northern route group with fourteen flights. The original threshold of fifteen could not represent a group that small. The other groups of 180, 68 and 33 flights keep the same members when we make this change from the original baseline. Fourteen flights remain noise. We chose this configuration because it preserves an interpretable rare pattern in this dataset, not simply because it produces less noise. It remains an exploratory working choice. We have no external labels establishing the true number of route patterns.</a:t>
            </a:r>
          </a:p>
          <a:p xmlns:a="http://schemas.openxmlformats.org/drawingml/2006/main">
            <a:r>
              <a:t/>
            </a:r>
          </a:p>
          <a:p xmlns:a="http://schemas.openxmlformats.org/drawingml/2006/main">
            <a:r>
              <a:t>Sources: Project output files in the accompanying reproducibility package. Comparison of mcs15/ms5 and mcs10/ms5 label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all accepted flights under the chosen configuration. The colours show cluster membership, and grey shows the fourteen noise flights. Thicker lines identify the representative flights. The northern arc contains fourteen flights and forms cluster zero. The other groups share much of the main corridor, with visible differences near the departure and arrival ends. These plots show longitude and latitude, not an operational airspace map. Cluster numbers are just identifiers. We have not linked the groups to particular runway assignments, weather conditions or air traffic control instructions. Those explanations would require additional records.</a:t>
            </a:r>
          </a:p>
          <a:p xmlns:a="http://schemas.openxmlformats.org/drawingml/2006/main">
            <a:r>
              <a:t/>
            </a:r>
          </a:p>
          <a:p xmlns:a="http://schemas.openxmlformats.org/drawingml/2006/main">
            <a:r>
              <a:t>Sources: Project output files in the accompanying reproducibility package. data/lhr_fra_hdbscan_mcs10_ms5/clusters_overview.png.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represent each cluster with a medoid. For every flight in the cluster, we sum its Hausdorff distances to the other members, and choose the flight with the smallest sum. The representative is therefore an actual observed flight. It is not a synthetic average path, and it does not have to be the shortest route. The four lines here show the chosen medoids using all their retained points. Their dates and full identifiers are available in cluster_representatives.csv. The median distance to the medoid is about 16.22 kilometres in cluster zero, 10.95 in cluster one, 8.45 in cluster two and 7.82 in cluster three.</a:t>
            </a:r>
          </a:p>
          <a:p xmlns:a="http://schemas.openxmlformats.org/drawingml/2006/main">
            <a:r>
              <a:t/>
            </a:r>
          </a:p>
          <a:p xmlns:a="http://schemas.openxmlformats.org/drawingml/2006/main">
            <a:r>
              <a:t>Sources: Project output files in the accompanying reproducibility package. cluster_representatives.csv and cleaned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persistent candidate is the flight on June first. Its path moves north of the closest cluster representative later in the route, before returning toward Frankfurt. The symmetric Hausdorff distance to that representative is 73.80 kilometres. This number describes the largest nearest-point separation between the two point sets. It is not the extra distance flown. The flight has 3,784 retained points, and its largest position gap is 6.60 seconds. It passed the quality screening and remained noise in every tested setting. We can describe the geometry confidently, while the operational reason for the deviation remains unknown.</a:t>
            </a:r>
          </a:p>
          <a:p xmlns:a="http://schemas.openxmlformats.org/drawingml/2006/main">
            <a:r>
              <a:t/>
            </a:r>
          </a:p>
          <a:p xmlns:a="http://schemas.openxmlformats.org/drawingml/2006/main">
            <a:r>
              <a:t>Sources: Project output files in the accompanying reproducibility package. persistent_noise_summary.csv and cleaned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candidate is July twenty-seventh. Early in the flight, it follows a similar corridor to the nearest representative, but the later part lies farther north. Its symmetric Hausdorff distance to that medoid is 43.94 kilometres. For this case, the medoid-to-candidate direction controls the symmetric maximum, which is why checking both directions matters. The flight has 3,714 points and a largest position gap of 5.15 seconds. It is noise in all fifteen settings. These small gaps make the earlier multi-hour missing-data problem an unlikely explanation for this particular route difference, although screening cannot eliminate every possible coordinate error.</a:t>
            </a:r>
          </a:p>
          <a:p xmlns:a="http://schemas.openxmlformats.org/drawingml/2006/main">
            <a:r>
              <a:t/>
            </a:r>
          </a:p>
          <a:p xmlns:a="http://schemas.openxmlformats.org/drawingml/2006/main">
            <a:r>
              <a:t>Sources: Project output files in the accompanying reproducibility package. persistent_noise_summary.csv and cleaned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candidate is September fourth. Its visible deviation occurs earlier, with a southerly excursion before it joins the main corridor. Its closest-medoid Hausdorff distance is 36.87 kilometres. It has 3,858 retained points, with a maximum gap of 6.43 seconds. Like the previous two flights, it remains noise in all tested settings. The comparison identifies an unusual shape, but the representative is not a planned route or an operational requirement. To investigate the cause, we would need independent information such as weather, flight-plan or air traffic control records. We do not infer a safety issue from the cluster label.</a:t>
            </a:r>
          </a:p>
          <a:p xmlns:a="http://schemas.openxmlformats.org/drawingml/2006/main">
            <a:r>
              <a:t/>
            </a:r>
          </a:p>
          <a:p xmlns:a="http://schemas.openxmlformats.org/drawingml/2006/main">
            <a:r>
              <a:t>Sources: Project output files in the accompanying reproducibility package. persistent_noise_summary.csv and cleaned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counts how often each flight received a noise label across the fifteen settings. Most flights, 273, were never noise. Eight were noise in three settings, eleven in eight settings, fourteen in eleven settings, and three in all fifteen. We examined the last three as persistent candidates. This frequency is a descriptive sensitivity measure. The settings reuse the same data and are not independent validation experiments, so fifteen out of fifteen is not a probability of danger or proof of a real operational anomaly. We also avoid treating every noise flight as the same kind of case. Some are boundary cases, and some become a coherent rare group under another setting.</a:t>
            </a:r>
          </a:p>
          <a:p xmlns:a="http://schemas.openxmlformats.org/drawingml/2006/main">
            <a:r>
              <a:t/>
            </a:r>
          </a:p>
          <a:p xmlns:a="http://schemas.openxmlformats.org/drawingml/2006/main">
            <a:r>
              <a:t>Sources: Project output files in the accompanying reproducibility package. parameter_labels.csv.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several limits to these findings. First, Hausdorff distance ignores the order and timing of points, altitude and speed. Flights that visit similar locations can therefore look similar even if their timing differs. Second, the maximum-distance definition can be sensitive to residual position errors. Third, quality filtering changes the sample. Thirty-three of the thirty-nine held flights are from April and May, so seasonal comparisons would need particular care. Fourth, the parameter grid demonstrates sensitivity within the tested range only. Finally, we have no operational ground truth for the candidates. The analysis can prioritise cases for review, but does not estimate fuel savings or establish why an aircraft followed a particular path.</a:t>
            </a:r>
          </a:p>
          <a:p xmlns:a="http://schemas.openxmlformats.org/drawingml/2006/main">
            <a:r>
              <a:t/>
            </a:r>
          </a:p>
          <a:p xmlns:a="http://schemas.openxmlformats.org/drawingml/2006/main">
            <a:r>
              <a:t>Sources: Project output files in the accompanying reproducibility package. flight_qc.csv, matrix definition and experiment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accompanying code package includes the preparation script, the distance-matrix calculation, clustering, and candidate review. The prepared data distinguishes all cleaned flights from the accepted list used by clustering. Run the matrix script first if recomputing, then the clustering script with minimum cluster size ten and minimum samples five, and finally the candidate review. The parameter grid is produced by the clustering script. The package records its file hashes and runtime versions. Our numerical checks cover impossible position spikes, preservation of plausible turns, and agreement between KD-tree and dense spherical distances. The student Windows run used scikit-learn 1.6.1, while the packaged analysis outputs use 1.8.0. The compared cluster memberships agree.</a:t>
            </a:r>
          </a:p>
          <a:p xmlns:a="http://schemas.openxmlformats.org/drawingml/2006/main">
            <a:r>
              <a:t/>
            </a:r>
          </a:p>
          <a:p xmlns:a="http://schemas.openxmlformats.org/drawingml/2006/main">
            <a:r>
              <a:t>Sources: Project output files in the accompanying reproducibility package. tests/test_lhr_fra.py and runtime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main result is that the accepted LHR to FRA observations contain several repeatable horizontal route patterns. Under the working configuration, 309 flights form four clusters with fourteen noise flights. A fourteen-flight northern route becomes visible as its own group when the minimum cluster size permits it. We selected actual flights as representatives and investigated three persistent geometric candidates. The practical value is a compact description of observed variation and a focused list for further operational review. Additional context and independent validation would be needed before using these findings for decisions about efficiency or safety.</a:t>
            </a:r>
          </a:p>
          <a:p xmlns:a="http://schemas.openxmlformats.org/drawingml/2006/main">
            <a:r>
              <a:t/>
            </a:r>
          </a:p>
          <a:p xmlns:a="http://schemas.openxmlformats.org/drawingml/2006/main">
            <a:r>
              <a:t>Sources: Project output files in the accompanying reproducibility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data source is the OpenSky dataset uploaded to the team repository. The cited commit identifies the original 2025 LHR to FRA data. The preparation and result tables in our package support the reported counts. We used the official scikit-learn, SciPy and OpenSky documentation for implementation details. The following disclosure explains the use of AI assistance.</a:t>
            </a:r>
          </a:p>
          <a:p xmlns:a="http://schemas.openxmlformats.org/drawingml/2006/main">
            <a:r>
              <a:t/>
            </a:r>
          </a:p>
          <a:p xmlns:a="http://schemas.openxmlformats.org/drawingml/2006/main">
            <a:r>
              <a:t>Sources: Project output files in the accompanying reproducibility package. https://scikit-learn.org/1.6/modules/generated/sklearn.cluster.HDBSCAN.html https://docs.scipy.org/doc/scipy/reference/generated/scipy.spatial.cKDTree.query.html https://openskynetwork.github.io/opensky-api/trino.html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used ChatGPT and Codex to help generate and debug preprocessing, distance, clustering and diagnostic code, to inspect outputs, and to draft explanations and slides. The recorded student activities include choosing the route with the team, obtaining data through the project workflow, running the pipeline locally and uploading the prepared dataset to GitHub. AI assistance does not replace our responsibility to understand the method and verify our claims. Before submission, each team member should confirm their own contribution and the team should review this disclosure against its actual work.</a:t>
            </a:r>
          </a:p>
          <a:p xmlns:a="http://schemas.openxmlformats.org/drawingml/2006/main">
            <a:r>
              <a:t/>
            </a:r>
          </a:p>
          <a:p xmlns:a="http://schemas.openxmlformats.org/drawingml/2006/main">
            <a:r>
              <a:t>Sources: Project conversation, user execution logs and generated code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df5ff3ca214c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1a3b42611d949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79dc8251c54a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7fd11cac1540b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8aae4992994f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aa5ef2078340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04BEC4F-1431-4CC8-9A07-6F5024E4A2A4}"/>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7E23ABD-25F6-493A-A586-3248D2BD87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9A0A1670-D122-4C71-A917-4BE304F8A00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8F889BE-5E43-461E-8378-0DC0366D7BD0}"/>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7559FCB-DF27-48FA-9D36-3833E9035A7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B2A448D-DCC2-4116-9429-86DD560D8EA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B45E0D5-024A-4190-A1FE-6FEF7ECC2F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5E93F68F-83D6-4BBC-B00C-6177537482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DECD7137-B35E-4C3E-9445-AFF8CCD27D3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FDEE7A0-551E-4218-8805-860B3228E1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5CAA688-9FDD-4D0F-BB95-3A7F1C9CD4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4DCAC21-30F9-4E76-8676-071FA1E83D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D40C95D-E5D4-499D-ADFD-C514CC13052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2105ABD-1753-4138-9A8C-CFD9EEAB04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81E19E1-EA11-4B2F-8A89-3931623AC6B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8b989be7d54d7d" /><Relationship Type="http://schemas.openxmlformats.org/officeDocument/2006/relationships/slideLayout" Target="/ppt/slideLayouts/slideLayout1.xml" Id="R57e491565efc429b" /><Relationship Type="http://schemas.openxmlformats.org/officeDocument/2006/relationships/slideLayout" Target="/ppt/slideLayouts/slideLayout2.xml" Id="R7f4af98e09a04d59" /><Relationship Type="http://schemas.openxmlformats.org/officeDocument/2006/relationships/slideLayout" Target="/ppt/slideLayouts/slideLayout3.xml" Id="R9370711439aa43df" /><Relationship Type="http://schemas.openxmlformats.org/officeDocument/2006/relationships/slideLayout" Target="/ppt/slideLayouts/slideLayout4.xml" Id="Rdf34d69cf08c4fab" /><Relationship Type="http://schemas.openxmlformats.org/officeDocument/2006/relationships/slideLayout" Target="/ppt/slideLayouts/slideLayout5.xml" Id="Rd54d55a7384d4165" /><Relationship Type="http://schemas.openxmlformats.org/officeDocument/2006/relationships/slideLayout" Target="/ppt/slideLayouts/slideLayout6.xml" Id="R18ef21da466645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e491565efc429b"/>
    <p:sldLayoutId xmlns:r="http://schemas.openxmlformats.org/officeDocument/2006/relationships" id="2147483650" r:id="R7f4af98e09a04d59"/>
    <p:sldLayoutId xmlns:r="http://schemas.openxmlformats.org/officeDocument/2006/relationships" id="2147483651" r:id="R9370711439aa43df"/>
    <p:sldLayoutId xmlns:r="http://schemas.openxmlformats.org/officeDocument/2006/relationships" id="2147483652" r:id="Rdf34d69cf08c4fab"/>
    <p:sldLayoutId xmlns:r="http://schemas.openxmlformats.org/officeDocument/2006/relationships" id="2147483653" r:id="Rd54d55a7384d4165"/>
    <p:sldLayoutId xmlns:r="http://schemas.openxmlformats.org/officeDocument/2006/relationships" id="2147483654" r:id="R18ef21da466645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2c344a8bb404097" /><Relationship Type="http://schemas.openxmlformats.org/officeDocument/2006/relationships/notesSlide" Target="/ppt/notesSlides/notesSlide1.xml" Id="R9ddb08136b754a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c80ce101b24596" /><Relationship Type="http://schemas.openxmlformats.org/officeDocument/2006/relationships/notesSlide" Target="/ppt/notesSlides/notesSlide2.xml" Id="R9a51e15e92ef43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9fa6ff3f4e4daf" /><Relationship Type="http://schemas.openxmlformats.org/officeDocument/2006/relationships/notesSlide" Target="/ppt/notesSlides/notesSlide3.xml" Id="R29aac0f72b624f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73063e929384688" /><Relationship Type="http://schemas.openxmlformats.org/officeDocument/2006/relationships/notesSlide" Target="/ppt/notesSlides/notesSlide4.xml" Id="Rda34a986750a40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a72a0f57a04821" /><Relationship Type="http://schemas.openxmlformats.org/officeDocument/2006/relationships/notesSlide" Target="/ppt/notesSlides/notesSlide5.xml" Id="R2eddf7735d2c47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7b749485aa443c7" /><Relationship Type="http://schemas.openxmlformats.org/officeDocument/2006/relationships/notesSlide" Target="/ppt/notesSlides/notesSlide6.xml" Id="Rebb1b7b16db84f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2d61633a3b469b" /><Relationship Type="http://schemas.openxmlformats.org/officeDocument/2006/relationships/notesSlide" Target="/ppt/notesSlides/notesSlide7.xml" Id="R00ee04473e9a40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905dfddeba4c9c" /><Relationship Type="http://schemas.openxmlformats.org/officeDocument/2006/relationships/image" Target="/ppt/media/image.png" Id="R98e069b5f80641f6" /><Relationship Type="http://schemas.openxmlformats.org/officeDocument/2006/relationships/notesSlide" Target="/ppt/notesSlides/notesSlide8.xml" Id="Re6bcac73649347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a22659616094c5e" /><Relationship Type="http://schemas.openxmlformats.org/officeDocument/2006/relationships/chart" Target="/ppt/slides/charts/chart1.xml" Id="Rb3bc44ba8d154561" /><Relationship Type="http://schemas.openxmlformats.org/officeDocument/2006/relationships/notesSlide" Target="/ppt/notesSlides/notesSlide9.xml" Id="Re9f52cc548c846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c47f2b1c1074ed9" /><Relationship Type="http://schemas.openxmlformats.org/officeDocument/2006/relationships/chart" Target="/ppt/slides/charts/chart2.xml" Id="Rf23977c8a851422d" /><Relationship Type="http://schemas.openxmlformats.org/officeDocument/2006/relationships/notesSlide" Target="/ppt/notesSlides/notesSlide10.xml" Id="R7324f93c09d948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850427037064a67" /><Relationship Type="http://schemas.openxmlformats.org/officeDocument/2006/relationships/chart" Target="/ppt/slides/charts/chart3.xml" Id="Re32167f9d935418d" /><Relationship Type="http://schemas.openxmlformats.org/officeDocument/2006/relationships/notesSlide" Target="/ppt/notesSlides/notesSlide11.xml" Id="Ra0d010563d4144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8c9e7b56f64f3d" /><Relationship Type="http://schemas.openxmlformats.org/officeDocument/2006/relationships/chart" Target="/ppt/slides/charts/chart4.xml" Id="Rfb65fa8570dd4db8" /><Relationship Type="http://schemas.openxmlformats.org/officeDocument/2006/relationships/notesSlide" Target="/ppt/notesSlides/notesSlide12.xml" Id="R377416cbe6924f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73f7f608c8c44e0" /><Relationship Type="http://schemas.openxmlformats.org/officeDocument/2006/relationships/chart" Target="/ppt/slides/charts/chart5.xml" Id="Rcd4250dcf6864708" /><Relationship Type="http://schemas.openxmlformats.org/officeDocument/2006/relationships/notesSlide" Target="/ppt/notesSlides/notesSlide13.xml" Id="R9d991a22be1048b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2d75d41f5444bac" /><Relationship Type="http://schemas.openxmlformats.org/officeDocument/2006/relationships/notesSlide" Target="/ppt/notesSlides/notesSlide14.xml" Id="Ra6eb033929fe4a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62d003e42a42ad" /><Relationship Type="http://schemas.openxmlformats.org/officeDocument/2006/relationships/notesSlide" Target="/ppt/notesSlides/notesSlide15.xml" Id="R6b4a506c9ddd4f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609674622584453" /><Relationship Type="http://schemas.openxmlformats.org/officeDocument/2006/relationships/notesSlide" Target="/ppt/notesSlides/notesSlide16.xml" Id="Rb4fcc73e96da42d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5c0d398cfb14a7d" /><Relationship Type="http://schemas.openxmlformats.org/officeDocument/2006/relationships/notesSlide" Target="/ppt/notesSlides/notesSlide17.xml" Id="R939a0f10ef1b41b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580e8a2476442ac" /><Relationship Type="http://schemas.openxmlformats.org/officeDocument/2006/relationships/notesSlide" Target="/ppt/notesSlides/notesSlide18.xml" Id="R387a0b6d0ee04ce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Cluster 0 (14 flights)</c:v>
          </c:tx>
          <c:spPr>
            <a:ln xmlns:a="http://schemas.openxmlformats.org/drawingml/2006/main" w="23813">
              <a:solidFill>
                <a:srgbClr val="1F77B4"/>
              </a:solidFill>
            </a:ln>
          </c:spPr>
          <c:marker>
            <c:symbol val="none"/>
          </c:marker>
          <c:xVal>
            <c:numRef>
              <c:f>'Chart Data'!$A$2:$A$3742</c:f>
              <c:numCache>
                <c:formatCode>General</c:formatCode>
                <c:ptCount val="3741"/>
                <c:pt idx="0">
                  <c:v>-0.45974731</c:v>
                </c:pt>
                <c:pt idx="1">
                  <c:v>-0.46127319</c:v>
                </c:pt>
                <c:pt idx="2">
                  <c:v>-0.46211243</c:v>
                </c:pt>
                <c:pt idx="3">
                  <c:v>-0.46335581</c:v>
                </c:pt>
                <c:pt idx="4">
                  <c:v>-0.46531677</c:v>
                </c:pt>
                <c:pt idx="5">
                  <c:v>-0.46632509</c:v>
                </c:pt>
                <c:pt idx="6">
                  <c:v>-0.46677048</c:v>
                </c:pt>
                <c:pt idx="7">
                  <c:v>-0.46836853</c:v>
                </c:pt>
                <c:pt idx="8">
                  <c:v>-0.46920776</c:v>
                </c:pt>
                <c:pt idx="9">
                  <c:v>-0.4699707</c:v>
                </c:pt>
                <c:pt idx="10">
                  <c:v>-0.4712244</c:v>
                </c:pt>
                <c:pt idx="11">
                  <c:v>-0.47233582</c:v>
                </c:pt>
                <c:pt idx="12">
                  <c:v>-0.47322866</c:v>
                </c:pt>
                <c:pt idx="13">
                  <c:v>-0.47426791</c:v>
                </c:pt>
                <c:pt idx="14">
                  <c:v>-0.47515869</c:v>
                </c:pt>
                <c:pt idx="15">
                  <c:v>-0.47604947</c:v>
                </c:pt>
                <c:pt idx="16">
                  <c:v>-0.47706604</c:v>
                </c:pt>
                <c:pt idx="17">
                  <c:v>-0.47790527</c:v>
                </c:pt>
                <c:pt idx="18">
                  <c:v>-0.47897339</c:v>
                </c:pt>
                <c:pt idx="19">
                  <c:v>-0.47998377</c:v>
                </c:pt>
                <c:pt idx="20">
                  <c:v>-0.48118591</c:v>
                </c:pt>
                <c:pt idx="21">
                  <c:v>-0.48187256</c:v>
                </c:pt>
                <c:pt idx="22">
                  <c:v>-0.48416138</c:v>
                </c:pt>
                <c:pt idx="23">
                  <c:v>-0.48510577</c:v>
                </c:pt>
                <c:pt idx="24">
                  <c:v>-0.48584809</c:v>
                </c:pt>
                <c:pt idx="25">
                  <c:v>-0.48681311</c:v>
                </c:pt>
                <c:pt idx="26">
                  <c:v>-0.48774719</c:v>
                </c:pt>
                <c:pt idx="27">
                  <c:v>-0.48881737</c:v>
                </c:pt>
                <c:pt idx="28">
                  <c:v>-0.48965454</c:v>
                </c:pt>
                <c:pt idx="29">
                  <c:v>-0.49067317</c:v>
                </c:pt>
                <c:pt idx="30">
                  <c:v>-0.49163818</c:v>
                </c:pt>
                <c:pt idx="31">
                  <c:v>-0.4927063</c:v>
                </c:pt>
                <c:pt idx="32">
                  <c:v>-0.49316406</c:v>
                </c:pt>
                <c:pt idx="33">
                  <c:v>-0.49460746</c:v>
                </c:pt>
                <c:pt idx="34">
                  <c:v>-0.49505285</c:v>
                </c:pt>
                <c:pt idx="35">
                  <c:v>-0.49659729</c:v>
                </c:pt>
                <c:pt idx="36">
                  <c:v>-0.4977252</c:v>
                </c:pt>
                <c:pt idx="37">
                  <c:v>-0.49858093</c:v>
                </c:pt>
                <c:pt idx="38">
                  <c:v>-0.49964905</c:v>
                </c:pt>
                <c:pt idx="39">
                  <c:v>-0.5002594</c:v>
                </c:pt>
                <c:pt idx="40">
                  <c:v>-0.5012141</c:v>
                </c:pt>
                <c:pt idx="41">
                  <c:v>-0.50239563</c:v>
                </c:pt>
                <c:pt idx="42">
                  <c:v>-0.50338745</c:v>
                </c:pt>
                <c:pt idx="43">
                  <c:v>-0.50445557</c:v>
                </c:pt>
                <c:pt idx="44">
                  <c:v>-0.50544533</c:v>
                </c:pt>
                <c:pt idx="45">
                  <c:v>-0.50648457</c:v>
                </c:pt>
                <c:pt idx="46">
                  <c:v>-0.5078125</c:v>
                </c:pt>
                <c:pt idx="47">
                  <c:v>-0.50819397</c:v>
                </c:pt>
                <c:pt idx="48">
                  <c:v>-0.50989924</c:v>
                </c:pt>
                <c:pt idx="49">
                  <c:v>-0.51086426</c:v>
                </c:pt>
                <c:pt idx="50">
                  <c:v>-0.51193237</c:v>
                </c:pt>
                <c:pt idx="51">
                  <c:v>-0.51300049</c:v>
                </c:pt>
                <c:pt idx="52">
                  <c:v>-0.5141449</c:v>
                </c:pt>
                <c:pt idx="53">
                  <c:v>-0.51509548</c:v>
                </c:pt>
                <c:pt idx="54">
                  <c:v>-0.51598626</c:v>
                </c:pt>
                <c:pt idx="55">
                  <c:v>-0.51717397</c:v>
                </c:pt>
                <c:pt idx="56">
                  <c:v>-0.51828745</c:v>
                </c:pt>
                <c:pt idx="57">
                  <c:v>-0.51940093</c:v>
                </c:pt>
                <c:pt idx="58">
                  <c:v>-0.52078247</c:v>
                </c:pt>
                <c:pt idx="59">
                  <c:v>-0.521698</c:v>
                </c:pt>
                <c:pt idx="60">
                  <c:v>-0.52288983</c:v>
                </c:pt>
                <c:pt idx="61">
                  <c:v>-0.52406311</c:v>
                </c:pt>
                <c:pt idx="62">
                  <c:v>-0.52520752</c:v>
                </c:pt>
                <c:pt idx="63">
                  <c:v>-0.5265272</c:v>
                </c:pt>
                <c:pt idx="64">
                  <c:v>-0.52757263</c:v>
                </c:pt>
                <c:pt idx="65">
                  <c:v>-0.52886963</c:v>
                </c:pt>
                <c:pt idx="66">
                  <c:v>-0.52994187</c:v>
                </c:pt>
                <c:pt idx="67">
                  <c:v>-0.53100586</c:v>
                </c:pt>
                <c:pt idx="68">
                  <c:v>-0.53237915</c:v>
                </c:pt>
                <c:pt idx="69">
                  <c:v>-0.53343077</c:v>
                </c:pt>
                <c:pt idx="70">
                  <c:v>-0.53469271</c:v>
                </c:pt>
                <c:pt idx="71">
                  <c:v>-0.53581238</c:v>
                </c:pt>
                <c:pt idx="72">
                  <c:v>-0.53706814</c:v>
                </c:pt>
                <c:pt idx="73">
                  <c:v>-0.53840637</c:v>
                </c:pt>
                <c:pt idx="74">
                  <c:v>-0.53981472</c:v>
                </c:pt>
                <c:pt idx="75">
                  <c:v>-0.5405426</c:v>
                </c:pt>
                <c:pt idx="76">
                  <c:v>-0.54196744</c:v>
                </c:pt>
                <c:pt idx="77">
                  <c:v>-0.54330362</c:v>
                </c:pt>
                <c:pt idx="78">
                  <c:v>-0.54458618</c:v>
                </c:pt>
                <c:pt idx="79">
                  <c:v>-0.54588318</c:v>
                </c:pt>
                <c:pt idx="80">
                  <c:v>-0.54708945</c:v>
                </c:pt>
                <c:pt idx="81">
                  <c:v>-0.54842562</c:v>
                </c:pt>
                <c:pt idx="82">
                  <c:v>-0.54983603</c:v>
                </c:pt>
                <c:pt idx="83">
                  <c:v>-0.55130005</c:v>
                </c:pt>
                <c:pt idx="84">
                  <c:v>-0.55243415</c:v>
                </c:pt>
                <c:pt idx="85">
                  <c:v>-0.55384456</c:v>
                </c:pt>
                <c:pt idx="86">
                  <c:v>-0.55526733</c:v>
                </c:pt>
                <c:pt idx="87">
                  <c:v>-0.55644267</c:v>
                </c:pt>
                <c:pt idx="88">
                  <c:v>-0.55777885</c:v>
                </c:pt>
                <c:pt idx="89">
                  <c:v>-0.55904079</c:v>
                </c:pt>
                <c:pt idx="90">
                  <c:v>-0.56008004</c:v>
                </c:pt>
                <c:pt idx="91">
                  <c:v>-0.56134198</c:v>
                </c:pt>
                <c:pt idx="92">
                  <c:v>-0.56275239</c:v>
                </c:pt>
                <c:pt idx="93">
                  <c:v>-0.56411743</c:v>
                </c:pt>
                <c:pt idx="94">
                  <c:v>-0.56556702</c:v>
                </c:pt>
                <c:pt idx="95">
                  <c:v>-0.56676091</c:v>
                </c:pt>
                <c:pt idx="96">
                  <c:v>-0.56793213</c:v>
                </c:pt>
                <c:pt idx="97">
                  <c:v>-0.56930542</c:v>
                </c:pt>
                <c:pt idx="98">
                  <c:v>-0.57054674</c:v>
                </c:pt>
                <c:pt idx="99">
                  <c:v>-0.57180869</c:v>
                </c:pt>
                <c:pt idx="100">
                  <c:v>-0.57329333</c:v>
                </c:pt>
                <c:pt idx="101">
                  <c:v>-0.57479858</c:v>
                </c:pt>
                <c:pt idx="102">
                  <c:v>-0.5762626</c:v>
                </c:pt>
                <c:pt idx="103">
                  <c:v>-0.57746887</c:v>
                </c:pt>
                <c:pt idx="104">
                  <c:v>-0.57899475</c:v>
                </c:pt>
                <c:pt idx="105">
                  <c:v>-0.58036804</c:v>
                </c:pt>
                <c:pt idx="106">
                  <c:v>-0.58175577</c:v>
                </c:pt>
                <c:pt idx="107">
                  <c:v>-0.58279501</c:v>
                </c:pt>
                <c:pt idx="108">
                  <c:v>-0.58420542</c:v>
                </c:pt>
                <c:pt idx="109">
                  <c:v>-0.58555603</c:v>
                </c:pt>
                <c:pt idx="110">
                  <c:v>-0.58670044</c:v>
                </c:pt>
                <c:pt idx="111">
                  <c:v>-0.58807373</c:v>
                </c:pt>
                <c:pt idx="112">
                  <c:v>-0.58947589</c:v>
                </c:pt>
                <c:pt idx="113">
                  <c:v>-0.5908863</c:v>
                </c:pt>
                <c:pt idx="114">
                  <c:v>-0.59249878</c:v>
                </c:pt>
                <c:pt idx="115">
                  <c:v>-0.59364319</c:v>
                </c:pt>
                <c:pt idx="116">
                  <c:v>-0.5943752</c:v>
                </c:pt>
                <c:pt idx="117">
                  <c:v>-0.59661865</c:v>
                </c:pt>
                <c:pt idx="118">
                  <c:v>-0.59799194</c:v>
                </c:pt>
                <c:pt idx="119">
                  <c:v>-0.59927451</c:v>
                </c:pt>
                <c:pt idx="120">
                  <c:v>-0.60066223</c:v>
                </c:pt>
                <c:pt idx="121">
                  <c:v>-0.60264587</c:v>
                </c:pt>
                <c:pt idx="122">
                  <c:v>-0.60409958</c:v>
                </c:pt>
                <c:pt idx="123">
                  <c:v>-0.60569763</c:v>
                </c:pt>
                <c:pt idx="124">
                  <c:v>-0.60640077</c:v>
                </c:pt>
                <c:pt idx="125">
                  <c:v>-0.60783386</c:v>
                </c:pt>
                <c:pt idx="126">
                  <c:v>-0.60937005</c:v>
                </c:pt>
                <c:pt idx="127">
                  <c:v>-0.6111145</c:v>
                </c:pt>
                <c:pt idx="128">
                  <c:v>-0.61241356</c:v>
                </c:pt>
                <c:pt idx="129">
                  <c:v>-0.61382397</c:v>
                </c:pt>
                <c:pt idx="130">
                  <c:v>-0.61545707</c:v>
                </c:pt>
                <c:pt idx="131">
                  <c:v>-0.61686748</c:v>
                </c:pt>
                <c:pt idx="132">
                  <c:v>-0.61827788</c:v>
                </c:pt>
                <c:pt idx="133">
                  <c:v>-0.61991099</c:v>
                </c:pt>
                <c:pt idx="134">
                  <c:v>-0.62132139</c:v>
                </c:pt>
                <c:pt idx="135">
                  <c:v>-0.62221218</c:v>
                </c:pt>
                <c:pt idx="136">
                  <c:v>-0.62377105</c:v>
                </c:pt>
                <c:pt idx="137">
                  <c:v>-0.62518146</c:v>
                </c:pt>
                <c:pt idx="138">
                  <c:v>-0.62644958</c:v>
                </c:pt>
                <c:pt idx="139">
                  <c:v>-0.62777957</c:v>
                </c:pt>
                <c:pt idx="140">
                  <c:v>-0.62927246</c:v>
                </c:pt>
                <c:pt idx="141">
                  <c:v>-0.63102722</c:v>
                </c:pt>
                <c:pt idx="142">
                  <c:v>-0.63232422</c:v>
                </c:pt>
                <c:pt idx="143">
                  <c:v>-0.63308716</c:v>
                </c:pt>
                <c:pt idx="144">
                  <c:v>-0.63499451</c:v>
                </c:pt>
                <c:pt idx="145">
                  <c:v>-0.63621521</c:v>
                </c:pt>
                <c:pt idx="146">
                  <c:v>-0.63667297</c:v>
                </c:pt>
                <c:pt idx="147">
                  <c:v>-0.63854321</c:v>
                </c:pt>
                <c:pt idx="148">
                  <c:v>-0.63911438</c:v>
                </c:pt>
                <c:pt idx="149">
                  <c:v>-0.64025879</c:v>
                </c:pt>
                <c:pt idx="150">
                  <c:v>-0.64143825</c:v>
                </c:pt>
                <c:pt idx="151">
                  <c:v>-0.6426239</c:v>
                </c:pt>
                <c:pt idx="152">
                  <c:v>-0.64369202</c:v>
                </c:pt>
                <c:pt idx="153">
                  <c:v>-0.64492715</c:v>
                </c:pt>
                <c:pt idx="154">
                  <c:v>-0.64589217</c:v>
                </c:pt>
                <c:pt idx="155">
                  <c:v>-0.64685718</c:v>
                </c:pt>
                <c:pt idx="156">
                  <c:v>-0.64789643</c:v>
                </c:pt>
                <c:pt idx="157">
                  <c:v>-0.64856452</c:v>
                </c:pt>
                <c:pt idx="158">
                  <c:v>-0.6494553</c:v>
                </c:pt>
                <c:pt idx="159">
                  <c:v>-0.65040588</c:v>
                </c:pt>
                <c:pt idx="160">
                  <c:v>-0.65101624</c:v>
                </c:pt>
                <c:pt idx="161">
                  <c:v>-0.65177917</c:v>
                </c:pt>
                <c:pt idx="162">
                  <c:v>-0.65242458</c:v>
                </c:pt>
                <c:pt idx="163">
                  <c:v>-0.65301844</c:v>
                </c:pt>
                <c:pt idx="164">
                  <c:v>-0.65361229</c:v>
                </c:pt>
                <c:pt idx="165">
                  <c:v>-0.65406799</c:v>
                </c:pt>
                <c:pt idx="166">
                  <c:v>-0.65452576</c:v>
                </c:pt>
                <c:pt idx="167">
                  <c:v>-0.65490723</c:v>
                </c:pt>
                <c:pt idx="168">
                  <c:v>-0.65517116</c:v>
                </c:pt>
                <c:pt idx="169">
                  <c:v>-0.65536499</c:v>
                </c:pt>
                <c:pt idx="170">
                  <c:v>-0.65554232</c:v>
                </c:pt>
                <c:pt idx="171">
                  <c:v>-0.65567017</c:v>
                </c:pt>
                <c:pt idx="172">
                  <c:v>-0.65539386</c:v>
                </c:pt>
                <c:pt idx="173">
                  <c:v>-0.65517116</c:v>
                </c:pt>
                <c:pt idx="174">
                  <c:v>-0.65490723</c:v>
                </c:pt>
                <c:pt idx="175">
                  <c:v>-0.65442884</c:v>
                </c:pt>
                <c:pt idx="176">
                  <c:v>-0.65414429</c:v>
                </c:pt>
                <c:pt idx="177">
                  <c:v>-0.65361229</c:v>
                </c:pt>
                <c:pt idx="178">
                  <c:v>-0.65286997</c:v>
                </c:pt>
                <c:pt idx="179">
                  <c:v>-0.65212765</c:v>
                </c:pt>
                <c:pt idx="180">
                  <c:v>-0.65168226</c:v>
                </c:pt>
                <c:pt idx="181">
                  <c:v>-0.65086571</c:v>
                </c:pt>
                <c:pt idx="182">
                  <c:v>-0.65002441</c:v>
                </c:pt>
                <c:pt idx="183">
                  <c:v>-0.64900991</c:v>
                </c:pt>
                <c:pt idx="184">
                  <c:v>-0.64797066</c:v>
                </c:pt>
                <c:pt idx="185">
                  <c:v>-0.64666748</c:v>
                </c:pt>
                <c:pt idx="186">
                  <c:v>-0.64559937</c:v>
                </c:pt>
                <c:pt idx="187">
                  <c:v>-0.64448176</c:v>
                </c:pt>
                <c:pt idx="188">
                  <c:v>-0.64292289</c:v>
                </c:pt>
                <c:pt idx="189">
                  <c:v>-0.64224243</c:v>
                </c:pt>
                <c:pt idx="190">
                  <c:v>-0.64086914</c:v>
                </c:pt>
                <c:pt idx="191">
                  <c:v>-0.63911438</c:v>
                </c:pt>
                <c:pt idx="192">
                  <c:v>-0.63846897</c:v>
                </c:pt>
                <c:pt idx="193">
                  <c:v>-0.63659668</c:v>
                </c:pt>
                <c:pt idx="194">
                  <c:v>-0.63542546</c:v>
                </c:pt>
                <c:pt idx="195">
                  <c:v>-0.63408929</c:v>
                </c:pt>
                <c:pt idx="196">
                  <c:v>-0.63247681</c:v>
                </c:pt>
                <c:pt idx="197">
                  <c:v>-0.63126848</c:v>
                </c:pt>
                <c:pt idx="198">
                  <c:v>-0.63045192</c:v>
                </c:pt>
                <c:pt idx="199">
                  <c:v>-0.62911987</c:v>
                </c:pt>
                <c:pt idx="200">
                  <c:v>-0.62721252</c:v>
                </c:pt>
                <c:pt idx="201">
                  <c:v>-0.62583923</c:v>
                </c:pt>
                <c:pt idx="202">
                  <c:v>-0.62469482</c:v>
                </c:pt>
                <c:pt idx="203">
                  <c:v>-0.62316895</c:v>
                </c:pt>
                <c:pt idx="204">
                  <c:v>-0.62191525</c:v>
                </c:pt>
                <c:pt idx="205">
                  <c:v>-0.62050484</c:v>
                </c:pt>
                <c:pt idx="206">
                  <c:v>-0.61887174</c:v>
                </c:pt>
                <c:pt idx="207">
                  <c:v>-0.61752319</c:v>
                </c:pt>
                <c:pt idx="208">
                  <c:v>-0.61612516</c:v>
                </c:pt>
                <c:pt idx="209">
                  <c:v>-0.61454773</c:v>
                </c:pt>
                <c:pt idx="210">
                  <c:v>-0.61294556</c:v>
                </c:pt>
                <c:pt idx="211">
                  <c:v>-0.61078046</c:v>
                </c:pt>
                <c:pt idx="212">
                  <c:v>-0.60988967</c:v>
                </c:pt>
                <c:pt idx="213">
                  <c:v>-0.60751425</c:v>
                </c:pt>
                <c:pt idx="214">
                  <c:v>-0.60588115</c:v>
                </c:pt>
                <c:pt idx="215">
                  <c:v>-0.6035614</c:v>
                </c:pt>
                <c:pt idx="216">
                  <c:v>-0.60211182</c:v>
                </c:pt>
                <c:pt idx="217">
                  <c:v>-0.60012817</c:v>
                </c:pt>
                <c:pt idx="218">
                  <c:v>-0.59837341</c:v>
                </c:pt>
                <c:pt idx="219">
                  <c:v>-0.59675062</c:v>
                </c:pt>
                <c:pt idx="220">
                  <c:v>-0.59494019</c:v>
                </c:pt>
                <c:pt idx="221">
                  <c:v>-0.59310913</c:v>
                </c:pt>
                <c:pt idx="222">
                  <c:v>-0.59148015</c:v>
                </c:pt>
                <c:pt idx="223">
                  <c:v>-0.58984705</c:v>
                </c:pt>
                <c:pt idx="224">
                  <c:v>-0.58806548</c:v>
                </c:pt>
                <c:pt idx="225">
                  <c:v>-0.58570862</c:v>
                </c:pt>
                <c:pt idx="226">
                  <c:v>-0.58448792</c:v>
                </c:pt>
                <c:pt idx="227">
                  <c:v>-0.58265686</c:v>
                </c:pt>
                <c:pt idx="228">
                  <c:v>-0.58101345</c:v>
                </c:pt>
                <c:pt idx="229">
                  <c:v>-0.57848956</c:v>
                </c:pt>
                <c:pt idx="230">
                  <c:v>-0.57670593</c:v>
                </c:pt>
                <c:pt idx="231">
                  <c:v>-0.57495117</c:v>
                </c:pt>
                <c:pt idx="232">
                  <c:v>-0.57403564</c:v>
                </c:pt>
                <c:pt idx="233">
                  <c:v>-0.57128906</c:v>
                </c:pt>
                <c:pt idx="234">
                  <c:v>-0.5695075</c:v>
                </c:pt>
                <c:pt idx="235">
                  <c:v>-0.56757747</c:v>
                </c:pt>
                <c:pt idx="236">
                  <c:v>-0.5657959</c:v>
                </c:pt>
                <c:pt idx="237">
                  <c:v>-0.56411743</c:v>
                </c:pt>
                <c:pt idx="238">
                  <c:v>-0.56238123</c:v>
                </c:pt>
                <c:pt idx="239">
                  <c:v>-0.56126775</c:v>
                </c:pt>
                <c:pt idx="240">
                  <c:v>-0.55892944</c:v>
                </c:pt>
                <c:pt idx="241">
                  <c:v>-0.55718499</c:v>
                </c:pt>
                <c:pt idx="242">
                  <c:v>-0.55577459</c:v>
                </c:pt>
                <c:pt idx="243">
                  <c:v>-0.55397034</c:v>
                </c:pt>
                <c:pt idx="244">
                  <c:v>-0.55213928</c:v>
                </c:pt>
                <c:pt idx="245">
                  <c:v>-0.55038452</c:v>
                </c:pt>
                <c:pt idx="246">
                  <c:v>-0.54820293</c:v>
                </c:pt>
                <c:pt idx="247">
                  <c:v>-0.54642136</c:v>
                </c:pt>
                <c:pt idx="248">
                  <c:v>-0.54463979</c:v>
                </c:pt>
                <c:pt idx="249">
                  <c:v>-0.54283142</c:v>
                </c:pt>
                <c:pt idx="250">
                  <c:v>-0.5409282</c:v>
                </c:pt>
                <c:pt idx="251">
                  <c:v>-0.5390724</c:v>
                </c:pt>
                <c:pt idx="252">
                  <c:v>-0.5380249</c:v>
                </c:pt>
                <c:pt idx="253">
                  <c:v>-0.53573196</c:v>
                </c:pt>
                <c:pt idx="254">
                  <c:v>-0.53387616</c:v>
                </c:pt>
                <c:pt idx="255">
                  <c:v>-0.5318719</c:v>
                </c:pt>
                <c:pt idx="256">
                  <c:v>-0.53024292</c:v>
                </c:pt>
                <c:pt idx="257">
                  <c:v>-0.52841187</c:v>
                </c:pt>
                <c:pt idx="258">
                  <c:v>-0.52635193</c:v>
                </c:pt>
                <c:pt idx="259">
                  <c:v>-0.52452087</c:v>
                </c:pt>
                <c:pt idx="260">
                  <c:v>-0.52261353</c:v>
                </c:pt>
                <c:pt idx="261">
                  <c:v>-0.52093506</c:v>
                </c:pt>
                <c:pt idx="262">
                  <c:v>-0.51880708</c:v>
                </c:pt>
                <c:pt idx="263">
                  <c:v>-0.51704407</c:v>
                </c:pt>
                <c:pt idx="264">
                  <c:v>-0.51509548</c:v>
                </c:pt>
                <c:pt idx="265">
                  <c:v>-0.51316545</c:v>
                </c:pt>
                <c:pt idx="266">
                  <c:v>-0.51139832</c:v>
                </c:pt>
                <c:pt idx="267">
                  <c:v>-0.50937962</c:v>
                </c:pt>
                <c:pt idx="268">
                  <c:v>-0.50737536</c:v>
                </c:pt>
                <c:pt idx="269">
                  <c:v>-0.50537109</c:v>
                </c:pt>
                <c:pt idx="270">
                  <c:v>-0.5032926</c:v>
                </c:pt>
                <c:pt idx="271">
                  <c:v>-0.5014368</c:v>
                </c:pt>
                <c:pt idx="272">
                  <c:v>-0.49943254</c:v>
                </c:pt>
                <c:pt idx="273">
                  <c:v>-0.49735404</c:v>
                </c:pt>
                <c:pt idx="274">
                  <c:v>-0.49512709</c:v>
                </c:pt>
                <c:pt idx="275">
                  <c:v>-0.49304859</c:v>
                </c:pt>
                <c:pt idx="276">
                  <c:v>-0.4909701</c:v>
                </c:pt>
                <c:pt idx="277">
                  <c:v>-0.4891143</c:v>
                </c:pt>
                <c:pt idx="278">
                  <c:v>-0.48683167</c:v>
                </c:pt>
                <c:pt idx="279">
                  <c:v>-0.48495731</c:v>
                </c:pt>
                <c:pt idx="280">
                  <c:v>-0.48265612</c:v>
                </c:pt>
                <c:pt idx="281">
                  <c:v>-0.48057762</c:v>
                </c:pt>
                <c:pt idx="282">
                  <c:v>-0.47849913</c:v>
                </c:pt>
                <c:pt idx="283">
                  <c:v>-0.47637939</c:v>
                </c:pt>
                <c:pt idx="284">
                  <c:v>-0.47411944</c:v>
                </c:pt>
                <c:pt idx="285">
                  <c:v>-0.47204095</c:v>
                </c:pt>
                <c:pt idx="286">
                  <c:v>-0.46989441</c:v>
                </c:pt>
                <c:pt idx="287">
                  <c:v>-0.46758703</c:v>
                </c:pt>
                <c:pt idx="288">
                  <c:v>-0.46639932</c:v>
                </c:pt>
                <c:pt idx="289">
                  <c:v>-0.46409813</c:v>
                </c:pt>
                <c:pt idx="290">
                  <c:v>-0.4619454</c:v>
                </c:pt>
                <c:pt idx="291">
                  <c:v>-0.45928955</c:v>
                </c:pt>
                <c:pt idx="292">
                  <c:v>-0.45801111</c:v>
                </c:pt>
                <c:pt idx="293">
                  <c:v>-0.45548723</c:v>
                </c:pt>
                <c:pt idx="294">
                  <c:v>-0.4535675</c:v>
                </c:pt>
                <c:pt idx="295">
                  <c:v>-0.45127869</c:v>
                </c:pt>
                <c:pt idx="296">
                  <c:v>-0.44960022</c:v>
                </c:pt>
                <c:pt idx="297">
                  <c:v>-0.44754028</c:v>
                </c:pt>
                <c:pt idx="298">
                  <c:v>-0.44525146</c:v>
                </c:pt>
                <c:pt idx="299">
                  <c:v>-0.44311523</c:v>
                </c:pt>
                <c:pt idx="300">
                  <c:v>-0.44123469</c:v>
                </c:pt>
                <c:pt idx="301">
                  <c:v>-0.4389335</c:v>
                </c:pt>
                <c:pt idx="302">
                  <c:v>-0.43663025</c:v>
                </c:pt>
                <c:pt idx="303">
                  <c:v>-0.43477651</c:v>
                </c:pt>
                <c:pt idx="304">
                  <c:v>-0.43228149</c:v>
                </c:pt>
                <c:pt idx="305">
                  <c:v>-0.42995144</c:v>
                </c:pt>
                <c:pt idx="306">
                  <c:v>-0.42808533</c:v>
                </c:pt>
                <c:pt idx="307">
                  <c:v>-0.42579651</c:v>
                </c:pt>
                <c:pt idx="308">
                  <c:v>-0.42457581</c:v>
                </c:pt>
                <c:pt idx="309">
                  <c:v>-0.42259216</c:v>
                </c:pt>
                <c:pt idx="310">
                  <c:v>-0.42015282</c:v>
                </c:pt>
                <c:pt idx="311">
                  <c:v>-0.41814856</c:v>
                </c:pt>
                <c:pt idx="312">
                  <c:v>-0.41651545</c:v>
                </c:pt>
                <c:pt idx="313">
                  <c:v>-0.41435242</c:v>
                </c:pt>
                <c:pt idx="314">
                  <c:v>-0.41235846</c:v>
                </c:pt>
                <c:pt idx="315">
                  <c:v>-0.41061401</c:v>
                </c:pt>
                <c:pt idx="316">
                  <c:v>-0.4084984</c:v>
                </c:pt>
                <c:pt idx="317">
                  <c:v>-0.40657043</c:v>
                </c:pt>
                <c:pt idx="318">
                  <c:v>-0.40448988</c:v>
                </c:pt>
                <c:pt idx="319">
                  <c:v>-0.40255985</c:v>
                </c:pt>
                <c:pt idx="320">
                  <c:v>-0.40055558</c:v>
                </c:pt>
                <c:pt idx="321">
                  <c:v>-0.39886475</c:v>
                </c:pt>
                <c:pt idx="322">
                  <c:v>-0.39714092</c:v>
                </c:pt>
                <c:pt idx="323">
                  <c:v>-0.39513665</c:v>
                </c:pt>
                <c:pt idx="324">
                  <c:v>-0.39328085</c:v>
                </c:pt>
                <c:pt idx="325">
                  <c:v>-0.39161682</c:v>
                </c:pt>
                <c:pt idx="326">
                  <c:v>-0.38979195</c:v>
                </c:pt>
                <c:pt idx="327">
                  <c:v>-0.38780212</c:v>
                </c:pt>
                <c:pt idx="328">
                  <c:v>-0.38556073</c:v>
                </c:pt>
                <c:pt idx="329">
                  <c:v>-0.38391113</c:v>
                </c:pt>
                <c:pt idx="330">
                  <c:v>-0.38192337</c:v>
                </c:pt>
                <c:pt idx="331">
                  <c:v>-0.38009644</c:v>
                </c:pt>
                <c:pt idx="332">
                  <c:v>-0.37843446</c:v>
                </c:pt>
                <c:pt idx="333">
                  <c:v>-0.3764302</c:v>
                </c:pt>
                <c:pt idx="334">
                  <c:v>-0.37464864</c:v>
                </c:pt>
                <c:pt idx="335">
                  <c:v>-0.3730011</c:v>
                </c:pt>
                <c:pt idx="336">
                  <c:v>-0.37094116</c:v>
                </c:pt>
                <c:pt idx="337">
                  <c:v>-0.36987305</c:v>
                </c:pt>
                <c:pt idx="338">
                  <c:v>-0.36735535</c:v>
                </c:pt>
                <c:pt idx="339">
                  <c:v>-0.3653717</c:v>
                </c:pt>
                <c:pt idx="340">
                  <c:v>-0.36373654</c:v>
                </c:pt>
                <c:pt idx="341">
                  <c:v>-0.3622519</c:v>
                </c:pt>
                <c:pt idx="342">
                  <c:v>-0.36024764</c:v>
                </c:pt>
                <c:pt idx="343">
                  <c:v>-0.35934448</c:v>
                </c:pt>
                <c:pt idx="344">
                  <c:v>-0.3550514</c:v>
                </c:pt>
                <c:pt idx="345">
                  <c:v>-0.35308838</c:v>
                </c:pt>
                <c:pt idx="346">
                  <c:v>-0.35141404</c:v>
                </c:pt>
                <c:pt idx="347">
                  <c:v>-0.34927368</c:v>
                </c:pt>
                <c:pt idx="348">
                  <c:v>-0.34751892</c:v>
                </c:pt>
                <c:pt idx="349">
                  <c:v>-0.34645081</c:v>
                </c:pt>
                <c:pt idx="350">
                  <c:v>-0.34465893</c:v>
                </c:pt>
                <c:pt idx="351">
                  <c:v>-0.34263611</c:v>
                </c:pt>
                <c:pt idx="352">
                  <c:v>-0.3410958</c:v>
                </c:pt>
                <c:pt idx="353">
                  <c:v>-0.33909153</c:v>
                </c:pt>
                <c:pt idx="354">
                  <c:v>-0.33683777</c:v>
                </c:pt>
                <c:pt idx="355">
                  <c:v>-0.33500878</c:v>
                </c:pt>
                <c:pt idx="356">
                  <c:v>-0.33330144</c:v>
                </c:pt>
                <c:pt idx="357">
                  <c:v>-0.33189103</c:v>
                </c:pt>
                <c:pt idx="358">
                  <c:v>-0.32974243</c:v>
                </c:pt>
                <c:pt idx="359">
                  <c:v>-0.32817944</c:v>
                </c:pt>
                <c:pt idx="360">
                  <c:v>-0.32623291</c:v>
                </c:pt>
                <c:pt idx="361">
                  <c:v>-0.32432556</c:v>
                </c:pt>
                <c:pt idx="362">
                  <c:v>-0.32342859</c:v>
                </c:pt>
                <c:pt idx="363">
                  <c:v>-0.32172126</c:v>
                </c:pt>
                <c:pt idx="364">
                  <c:v>-0.31974792</c:v>
                </c:pt>
                <c:pt idx="365">
                  <c:v>-0.31800966</c:v>
                </c:pt>
                <c:pt idx="366">
                  <c:v>-0.31630233</c:v>
                </c:pt>
                <c:pt idx="367">
                  <c:v>-0.31440735</c:v>
                </c:pt>
                <c:pt idx="368">
                  <c:v>-0.31211853</c:v>
                </c:pt>
                <c:pt idx="369">
                  <c:v>-0.31058647</c:v>
                </c:pt>
                <c:pt idx="370">
                  <c:v>-0.30899048</c:v>
                </c:pt>
                <c:pt idx="371">
                  <c:v>-0.30708313</c:v>
                </c:pt>
                <c:pt idx="372">
                  <c:v>-0.30609131</c:v>
                </c:pt>
                <c:pt idx="373">
                  <c:v>-0.30412829</c:v>
                </c:pt>
                <c:pt idx="374">
                  <c:v>-0.3024292</c:v>
                </c:pt>
                <c:pt idx="375">
                  <c:v>-0.30067444</c:v>
                </c:pt>
                <c:pt idx="376">
                  <c:v>-0.29899597</c:v>
                </c:pt>
                <c:pt idx="377">
                  <c:v>-0.29708862</c:v>
                </c:pt>
                <c:pt idx="378">
                  <c:v>-0.29533386</c:v>
                </c:pt>
                <c:pt idx="379">
                  <c:v>-0.29396057</c:v>
                </c:pt>
                <c:pt idx="380">
                  <c:v>-0.29205322</c:v>
                </c:pt>
                <c:pt idx="381">
                  <c:v>-0.29046961</c:v>
                </c:pt>
                <c:pt idx="382">
                  <c:v>-0.28809419</c:v>
                </c:pt>
                <c:pt idx="383">
                  <c:v>-0.28683224</c:v>
                </c:pt>
                <c:pt idx="384">
                  <c:v>-0.28512491</c:v>
                </c:pt>
                <c:pt idx="385">
                  <c:v>-0.2837145</c:v>
                </c:pt>
                <c:pt idx="386">
                  <c:v>-0.2818587</c:v>
                </c:pt>
                <c:pt idx="387">
                  <c:v>-0.27992249</c:v>
                </c:pt>
                <c:pt idx="388">
                  <c:v>-0.27893066</c:v>
                </c:pt>
                <c:pt idx="389">
                  <c:v>-0.27584591</c:v>
                </c:pt>
                <c:pt idx="390">
                  <c:v>-0.27427673</c:v>
                </c:pt>
                <c:pt idx="391">
                  <c:v>-0.27320862</c:v>
                </c:pt>
                <c:pt idx="392">
                  <c:v>-0.27109507</c:v>
                </c:pt>
                <c:pt idx="393">
                  <c:v>-0.26954651</c:v>
                </c:pt>
                <c:pt idx="394">
                  <c:v>-0.26782886</c:v>
                </c:pt>
                <c:pt idx="395">
                  <c:v>-0.26695251</c:v>
                </c:pt>
                <c:pt idx="396">
                  <c:v>-0.262146</c:v>
                </c:pt>
                <c:pt idx="397">
                  <c:v>-0.26039124</c:v>
                </c:pt>
                <c:pt idx="398">
                  <c:v>-0.25863647</c:v>
                </c:pt>
                <c:pt idx="399">
                  <c:v>-0.25684254</c:v>
                </c:pt>
                <c:pt idx="400">
                  <c:v>-0.25482178</c:v>
                </c:pt>
                <c:pt idx="401">
                  <c:v>-0.25306702</c:v>
                </c:pt>
                <c:pt idx="402">
                  <c:v>-0.25194323</c:v>
                </c:pt>
                <c:pt idx="403">
                  <c:v>-0.25016166</c:v>
                </c:pt>
                <c:pt idx="404">
                  <c:v>-0.24833679</c:v>
                </c:pt>
                <c:pt idx="405">
                  <c:v>-0.24650574</c:v>
                </c:pt>
                <c:pt idx="406">
                  <c:v>-0.2446685</c:v>
                </c:pt>
                <c:pt idx="407">
                  <c:v>-0.24021458</c:v>
                </c:pt>
                <c:pt idx="408">
                  <c:v>-0.2388784</c:v>
                </c:pt>
                <c:pt idx="409">
                  <c:v>-0.23479565</c:v>
                </c:pt>
                <c:pt idx="410">
                  <c:v>-0.23254395</c:v>
                </c:pt>
                <c:pt idx="411">
                  <c:v>-0.23160367</c:v>
                </c:pt>
                <c:pt idx="412">
                  <c:v>-0.22956848</c:v>
                </c:pt>
                <c:pt idx="413">
                  <c:v>-0.22729822</c:v>
                </c:pt>
                <c:pt idx="414">
                  <c:v>-0.2256012</c:v>
                </c:pt>
                <c:pt idx="415">
                  <c:v>-0.22407532</c:v>
                </c:pt>
                <c:pt idx="416">
                  <c:v>-0.22180506</c:v>
                </c:pt>
                <c:pt idx="417">
                  <c:v>-0.21994926</c:v>
                </c:pt>
                <c:pt idx="418">
                  <c:v>-0.21801923</c:v>
                </c:pt>
                <c:pt idx="419">
                  <c:v>-0.21614075</c:v>
                </c:pt>
                <c:pt idx="420">
                  <c:v>-0.21438186</c:v>
                </c:pt>
                <c:pt idx="421">
                  <c:v>-0.21245183</c:v>
                </c:pt>
                <c:pt idx="422">
                  <c:v>-0.21057129</c:v>
                </c:pt>
                <c:pt idx="423">
                  <c:v>-0.20881447</c:v>
                </c:pt>
                <c:pt idx="424">
                  <c:v>-0.20606788</c:v>
                </c:pt>
                <c:pt idx="425">
                  <c:v>-0.20473171</c:v>
                </c:pt>
                <c:pt idx="426">
                  <c:v>-0.20294189</c:v>
                </c:pt>
                <c:pt idx="427">
                  <c:v>-0.20116858</c:v>
                </c:pt>
                <c:pt idx="428">
                  <c:v>-0.19805908</c:v>
                </c:pt>
                <c:pt idx="429">
                  <c:v>-0.19708582</c:v>
                </c:pt>
                <c:pt idx="430">
                  <c:v>-0.19433924</c:v>
                </c:pt>
                <c:pt idx="431">
                  <c:v>-0.19292883</c:v>
                </c:pt>
                <c:pt idx="432">
                  <c:v>-0.19111633</c:v>
                </c:pt>
                <c:pt idx="433">
                  <c:v>-0.18854914</c:v>
                </c:pt>
                <c:pt idx="434">
                  <c:v>-0.18615723</c:v>
                </c:pt>
                <c:pt idx="435">
                  <c:v>-0.18439216</c:v>
                </c:pt>
                <c:pt idx="436">
                  <c:v>-0.1835756</c:v>
                </c:pt>
                <c:pt idx="437">
                  <c:v>-0.17875671</c:v>
                </c:pt>
                <c:pt idx="438">
                  <c:v>-0.17696896</c:v>
                </c:pt>
                <c:pt idx="439">
                  <c:v>-0.174742</c:v>
                </c:pt>
                <c:pt idx="440">
                  <c:v>-0.17219543</c:v>
                </c:pt>
                <c:pt idx="441">
                  <c:v>-0.17059326</c:v>
                </c:pt>
                <c:pt idx="442">
                  <c:v>-0.16838074</c:v>
                </c:pt>
                <c:pt idx="443">
                  <c:v>-0.16639709</c:v>
                </c:pt>
                <c:pt idx="444">
                  <c:v>-0.16433716</c:v>
                </c:pt>
                <c:pt idx="445">
                  <c:v>-0.16234527</c:v>
                </c:pt>
                <c:pt idx="446">
                  <c:v>-0.16115756</c:v>
                </c:pt>
                <c:pt idx="447">
                  <c:v>-0.15915329</c:v>
                </c:pt>
                <c:pt idx="448">
                  <c:v>-0.15700057</c:v>
                </c:pt>
                <c:pt idx="449">
                  <c:v>-0.15434265</c:v>
                </c:pt>
                <c:pt idx="450">
                  <c:v>-0.15254665</c:v>
                </c:pt>
                <c:pt idx="451">
                  <c:v>-0.15052795</c:v>
                </c:pt>
                <c:pt idx="452">
                  <c:v>-0.14854431</c:v>
                </c:pt>
                <c:pt idx="453">
                  <c:v>-0.14675656</c:v>
                </c:pt>
                <c:pt idx="454">
                  <c:v>-0.14415844</c:v>
                </c:pt>
                <c:pt idx="455">
                  <c:v>-0.14252534</c:v>
                </c:pt>
                <c:pt idx="456">
                  <c:v>-0.14052108</c:v>
                </c:pt>
                <c:pt idx="457">
                  <c:v>-0.13809204</c:v>
                </c:pt>
                <c:pt idx="458">
                  <c:v>-0.13710641</c:v>
                </c:pt>
                <c:pt idx="459">
                  <c:v>-0.13428559</c:v>
                </c:pt>
                <c:pt idx="460">
                  <c:v>-0.13205863</c:v>
                </c:pt>
                <c:pt idx="461">
                  <c:v>-0.1309967</c:v>
                </c:pt>
                <c:pt idx="462">
                  <c:v>-0.12879243</c:v>
                </c:pt>
                <c:pt idx="463">
                  <c:v>-0.12672424</c:v>
                </c:pt>
                <c:pt idx="464">
                  <c:v>-0.12493237</c:v>
                </c:pt>
                <c:pt idx="465">
                  <c:v>-0.12270541</c:v>
                </c:pt>
                <c:pt idx="466">
                  <c:v>-0.12062691</c:v>
                </c:pt>
                <c:pt idx="467">
                  <c:v>-0.11856079</c:v>
                </c:pt>
                <c:pt idx="468">
                  <c:v>-0.11650085</c:v>
                </c:pt>
                <c:pt idx="469">
                  <c:v>-0.11444092</c:v>
                </c:pt>
                <c:pt idx="470">
                  <c:v>-0.11260986</c:v>
                </c:pt>
                <c:pt idx="471">
                  <c:v>-0.10978699</c:v>
                </c:pt>
                <c:pt idx="472">
                  <c:v>-0.10785902</c:v>
                </c:pt>
                <c:pt idx="473">
                  <c:v>-0.1058197</c:v>
                </c:pt>
                <c:pt idx="474">
                  <c:v>-0.10392473</c:v>
                </c:pt>
                <c:pt idx="475">
                  <c:v>-0.10169983</c:v>
                </c:pt>
                <c:pt idx="476">
                  <c:v>-0.09961927</c:v>
                </c:pt>
                <c:pt idx="477">
                  <c:v>-0.09773254</c:v>
                </c:pt>
                <c:pt idx="478">
                  <c:v>-0.09559631</c:v>
                </c:pt>
                <c:pt idx="479">
                  <c:v>-0.09353225</c:v>
                </c:pt>
                <c:pt idx="480">
                  <c:v>-0.09137953</c:v>
                </c:pt>
                <c:pt idx="481">
                  <c:v>-0.08930103</c:v>
                </c:pt>
                <c:pt idx="482">
                  <c:v>-0.087371</c:v>
                </c:pt>
                <c:pt idx="483">
                  <c:v>-0.08440172</c:v>
                </c:pt>
                <c:pt idx="484">
                  <c:v>-0.08247375</c:v>
                </c:pt>
                <c:pt idx="485">
                  <c:v>-0.0803932</c:v>
                </c:pt>
                <c:pt idx="486">
                  <c:v>-0.07926941</c:v>
                </c:pt>
                <c:pt idx="487">
                  <c:v>-0.07629395</c:v>
                </c:pt>
                <c:pt idx="488">
                  <c:v>-0.07476807</c:v>
                </c:pt>
                <c:pt idx="489">
                  <c:v>-0.07263184</c:v>
                </c:pt>
                <c:pt idx="490">
                  <c:v>-0.07066881</c:v>
                </c:pt>
                <c:pt idx="491">
                  <c:v>-0.06744385</c:v>
                </c:pt>
                <c:pt idx="492">
                  <c:v>-0.06507874</c:v>
                </c:pt>
                <c:pt idx="493">
                  <c:v>-0.06332397</c:v>
                </c:pt>
                <c:pt idx="494">
                  <c:v>-0.06095886</c:v>
                </c:pt>
                <c:pt idx="495">
                  <c:v>-0.05874634</c:v>
                </c:pt>
                <c:pt idx="496">
                  <c:v>-0.05767822</c:v>
                </c:pt>
                <c:pt idx="497">
                  <c:v>-0.0553028</c:v>
                </c:pt>
                <c:pt idx="498">
                  <c:v>-0.0528717</c:v>
                </c:pt>
                <c:pt idx="499">
                  <c:v>-0.05070042</c:v>
                </c:pt>
                <c:pt idx="500">
                  <c:v>-0.0478363</c:v>
                </c:pt>
                <c:pt idx="501">
                  <c:v>-0.04608154</c:v>
                </c:pt>
                <c:pt idx="502">
                  <c:v>-0.04364014</c:v>
                </c:pt>
                <c:pt idx="503">
                  <c:v>-0.04188538</c:v>
                </c:pt>
                <c:pt idx="504">
                  <c:v>-0.03897177</c:v>
                </c:pt>
                <c:pt idx="505">
                  <c:v>-0.03677368</c:v>
                </c:pt>
                <c:pt idx="506">
                  <c:v>-0.03540039</c:v>
                </c:pt>
                <c:pt idx="507">
                  <c:v>-0.03318787</c:v>
                </c:pt>
                <c:pt idx="508">
                  <c:v>-0.03074646</c:v>
                </c:pt>
                <c:pt idx="509">
                  <c:v>-0.02845764</c:v>
                </c:pt>
                <c:pt idx="510">
                  <c:v>-0.02624512</c:v>
                </c:pt>
                <c:pt idx="511">
                  <c:v>-0.02397692</c:v>
                </c:pt>
                <c:pt idx="512">
                  <c:v>-0.02167573</c:v>
                </c:pt>
                <c:pt idx="513">
                  <c:v>-0.01944877</c:v>
                </c:pt>
                <c:pt idx="514">
                  <c:v>-0.01692488</c:v>
                </c:pt>
                <c:pt idx="515">
                  <c:v>-0.01469793</c:v>
                </c:pt>
                <c:pt idx="516">
                  <c:v>-0.0125885</c:v>
                </c:pt>
                <c:pt idx="517">
                  <c:v>-0.01052856</c:v>
                </c:pt>
                <c:pt idx="518">
                  <c:v>-0.00823975</c:v>
                </c:pt>
                <c:pt idx="519">
                  <c:v>-0.00572205</c:v>
                </c:pt>
                <c:pt idx="520">
                  <c:v>-0.00363737</c:v>
                </c:pt>
                <c:pt idx="521">
                  <c:v>-0.00044539</c:v>
                </c:pt>
                <c:pt idx="522">
                  <c:v>0.00183105</c:v>
                </c:pt>
                <c:pt idx="523">
                  <c:v>0.00393429</c:v>
                </c:pt>
                <c:pt idx="524">
                  <c:v>0.00602722</c:v>
                </c:pt>
                <c:pt idx="525">
                  <c:v>0.00854492</c:v>
                </c:pt>
                <c:pt idx="526">
                  <c:v>0.01083374</c:v>
                </c:pt>
                <c:pt idx="527">
                  <c:v>0.01343598</c:v>
                </c:pt>
                <c:pt idx="528">
                  <c:v>0.01573717</c:v>
                </c:pt>
                <c:pt idx="529">
                  <c:v>0.01808167</c:v>
                </c:pt>
                <c:pt idx="530">
                  <c:v>0.01945496</c:v>
                </c:pt>
                <c:pt idx="531">
                  <c:v>0.02174377</c:v>
                </c:pt>
                <c:pt idx="532">
                  <c:v>0.0252533</c:v>
                </c:pt>
                <c:pt idx="533">
                  <c:v>0.02662659</c:v>
                </c:pt>
                <c:pt idx="534">
                  <c:v>0.0289917</c:v>
                </c:pt>
                <c:pt idx="535">
                  <c:v>0.03132588</c:v>
                </c:pt>
                <c:pt idx="536">
                  <c:v>0.0337013</c:v>
                </c:pt>
                <c:pt idx="537">
                  <c:v>0.03600249</c:v>
                </c:pt>
                <c:pt idx="538">
                  <c:v>0.03860061</c:v>
                </c:pt>
                <c:pt idx="539">
                  <c:v>0.04097603</c:v>
                </c:pt>
                <c:pt idx="540">
                  <c:v>0.04364838</c:v>
                </c:pt>
                <c:pt idx="541">
                  <c:v>0.04602381</c:v>
                </c:pt>
                <c:pt idx="542">
                  <c:v>0.04839923</c:v>
                </c:pt>
                <c:pt idx="543">
                  <c:v>0.05003233</c:v>
                </c:pt>
                <c:pt idx="544">
                  <c:v>0.05337277</c:v>
                </c:pt>
                <c:pt idx="545">
                  <c:v>0.05462646</c:v>
                </c:pt>
                <c:pt idx="546">
                  <c:v>0.05842054</c:v>
                </c:pt>
                <c:pt idx="547">
                  <c:v>0.06065369</c:v>
                </c:pt>
                <c:pt idx="548">
                  <c:v>0.06256104</c:v>
                </c:pt>
                <c:pt idx="549">
                  <c:v>0.06473026</c:v>
                </c:pt>
                <c:pt idx="550">
                  <c:v>0.06759644</c:v>
                </c:pt>
                <c:pt idx="551">
                  <c:v>0.07003784</c:v>
                </c:pt>
                <c:pt idx="552">
                  <c:v>0.07222768</c:v>
                </c:pt>
                <c:pt idx="553">
                  <c:v>0.0743866</c:v>
                </c:pt>
                <c:pt idx="554">
                  <c:v>0.07705688</c:v>
                </c:pt>
                <c:pt idx="555">
                  <c:v>0.07927972</c:v>
                </c:pt>
                <c:pt idx="556">
                  <c:v>0.08172937</c:v>
                </c:pt>
                <c:pt idx="557">
                  <c:v>0.08415222</c:v>
                </c:pt>
                <c:pt idx="558">
                  <c:v>0.08659363</c:v>
                </c:pt>
                <c:pt idx="559">
                  <c:v>0.0892268</c:v>
                </c:pt>
                <c:pt idx="560">
                  <c:v>0.09189915</c:v>
                </c:pt>
                <c:pt idx="561">
                  <c:v>0.09414673</c:v>
                </c:pt>
                <c:pt idx="562">
                  <c:v>0.09679846</c:v>
                </c:pt>
                <c:pt idx="563">
                  <c:v>0.09895119</c:v>
                </c:pt>
                <c:pt idx="564">
                  <c:v>0.10116577</c:v>
                </c:pt>
                <c:pt idx="565">
                  <c:v>0.10385049</c:v>
                </c:pt>
                <c:pt idx="566">
                  <c:v>0.10578052</c:v>
                </c:pt>
                <c:pt idx="567">
                  <c:v>0.10871887</c:v>
                </c:pt>
                <c:pt idx="568">
                  <c:v>0.11142215</c:v>
                </c:pt>
                <c:pt idx="569">
                  <c:v>0.11436462</c:v>
                </c:pt>
                <c:pt idx="570">
                  <c:v>0.11535645</c:v>
                </c:pt>
                <c:pt idx="571">
                  <c:v>0.11778913</c:v>
                </c:pt>
                <c:pt idx="572">
                  <c:v>0.12069702</c:v>
                </c:pt>
                <c:pt idx="573">
                  <c:v>0.12313843</c:v>
                </c:pt>
                <c:pt idx="574">
                  <c:v>0.12540109</c:v>
                </c:pt>
                <c:pt idx="575">
                  <c:v>0.12832642</c:v>
                </c:pt>
                <c:pt idx="576">
                  <c:v>0.13097273</c:v>
                </c:pt>
                <c:pt idx="577">
                  <c:v>0.13348389</c:v>
                </c:pt>
                <c:pt idx="578">
                  <c:v>0.13568115</c:v>
                </c:pt>
                <c:pt idx="579">
                  <c:v>0.13811384</c:v>
                </c:pt>
                <c:pt idx="580">
                  <c:v>0.14083862</c:v>
                </c:pt>
                <c:pt idx="581">
                  <c:v>0.14328003</c:v>
                </c:pt>
                <c:pt idx="582">
                  <c:v>0.14627511</c:v>
                </c:pt>
                <c:pt idx="583">
                  <c:v>0.1487078</c:v>
                </c:pt>
                <c:pt idx="584">
                  <c:v>0.15066964</c:v>
                </c:pt>
                <c:pt idx="585">
                  <c:v>0.15341622</c:v>
                </c:pt>
                <c:pt idx="586">
                  <c:v>0.15584891</c:v>
                </c:pt>
                <c:pt idx="587">
                  <c:v>0.15731812</c:v>
                </c:pt>
                <c:pt idx="588">
                  <c:v>0.15983582</c:v>
                </c:pt>
                <c:pt idx="589">
                  <c:v>0.16227722</c:v>
                </c:pt>
                <c:pt idx="590">
                  <c:v>0.16526576</c:v>
                </c:pt>
                <c:pt idx="591">
                  <c:v>0.16799927</c:v>
                </c:pt>
                <c:pt idx="592">
                  <c:v>0.16998291</c:v>
                </c:pt>
                <c:pt idx="593">
                  <c:v>0.17272949</c:v>
                </c:pt>
                <c:pt idx="594">
                  <c:v>0.17499651</c:v>
                </c:pt>
                <c:pt idx="595">
                  <c:v>0.1776886</c:v>
                </c:pt>
                <c:pt idx="596">
                  <c:v>0.18025426</c:v>
                </c:pt>
                <c:pt idx="597">
                  <c:v>0.18276542</c:v>
                </c:pt>
                <c:pt idx="598">
                  <c:v>0.18501282</c:v>
                </c:pt>
                <c:pt idx="599">
                  <c:v>0.18770926</c:v>
                </c:pt>
                <c:pt idx="600">
                  <c:v>0.189985</c:v>
                </c:pt>
                <c:pt idx="601">
                  <c:v>0.19271851</c:v>
                </c:pt>
                <c:pt idx="602">
                  <c:v>0.19523621</c:v>
                </c:pt>
                <c:pt idx="603">
                  <c:v>0.19752502</c:v>
                </c:pt>
                <c:pt idx="604">
                  <c:v>0.19979422</c:v>
                </c:pt>
                <c:pt idx="605">
                  <c:v>0.20230539</c:v>
                </c:pt>
                <c:pt idx="606">
                  <c:v>0.20530701</c:v>
                </c:pt>
                <c:pt idx="607">
                  <c:v>0.20736694</c:v>
                </c:pt>
                <c:pt idx="608">
                  <c:v>0.21015276</c:v>
                </c:pt>
                <c:pt idx="609">
                  <c:v>0.21266392</c:v>
                </c:pt>
                <c:pt idx="610">
                  <c:v>0.21595982</c:v>
                </c:pt>
                <c:pt idx="611">
                  <c:v>0.21720886</c:v>
                </c:pt>
                <c:pt idx="612">
                  <c:v>0.22129604</c:v>
                </c:pt>
                <c:pt idx="613">
                  <c:v>0.22354126</c:v>
                </c:pt>
                <c:pt idx="614">
                  <c:v>0.22584752</c:v>
                </c:pt>
                <c:pt idx="615">
                  <c:v>0.22867257</c:v>
                </c:pt>
                <c:pt idx="616">
                  <c:v>0.23094177</c:v>
                </c:pt>
                <c:pt idx="617">
                  <c:v>0.23377337</c:v>
                </c:pt>
                <c:pt idx="618">
                  <c:v>0.23635864</c:v>
                </c:pt>
                <c:pt idx="619">
                  <c:v>0.23887634</c:v>
                </c:pt>
                <c:pt idx="620">
                  <c:v>0.24147034</c:v>
                </c:pt>
                <c:pt idx="621">
                  <c:v>0.24303327</c:v>
                </c:pt>
                <c:pt idx="622">
                  <c:v>0.24562291</c:v>
                </c:pt>
                <c:pt idx="623">
                  <c:v>0.24844796</c:v>
                </c:pt>
                <c:pt idx="624">
                  <c:v>0.2510376</c:v>
                </c:pt>
                <c:pt idx="625">
                  <c:v>0.25362723</c:v>
                </c:pt>
                <c:pt idx="626">
                  <c:v>0.25672913</c:v>
                </c:pt>
                <c:pt idx="627">
                  <c:v>0.25904192</c:v>
                </c:pt>
                <c:pt idx="628">
                  <c:v>0.26191711</c:v>
                </c:pt>
                <c:pt idx="629">
                  <c:v>0.26451111</c:v>
                </c:pt>
                <c:pt idx="630">
                  <c:v>0.26741028</c:v>
                </c:pt>
                <c:pt idx="631">
                  <c:v>0.26947021</c:v>
                </c:pt>
                <c:pt idx="632">
                  <c:v>0.2721405</c:v>
                </c:pt>
                <c:pt idx="633">
                  <c:v>0.27496338</c:v>
                </c:pt>
                <c:pt idx="634">
                  <c:v>0.27732631</c:v>
                </c:pt>
                <c:pt idx="635">
                  <c:v>0.2796936</c:v>
                </c:pt>
                <c:pt idx="636">
                  <c:v>0.28259277</c:v>
                </c:pt>
                <c:pt idx="637">
                  <c:v>0.28526306</c:v>
                </c:pt>
                <c:pt idx="638">
                  <c:v>0.28815569</c:v>
                </c:pt>
                <c:pt idx="639">
                  <c:v>0.29105922</c:v>
                </c:pt>
                <c:pt idx="640">
                  <c:v>0.29372733</c:v>
                </c:pt>
                <c:pt idx="641">
                  <c:v>0.29529681</c:v>
                </c:pt>
                <c:pt idx="642">
                  <c:v>0.29827881</c:v>
                </c:pt>
                <c:pt idx="643">
                  <c:v>0.30094692</c:v>
                </c:pt>
                <c:pt idx="644">
                  <c:v>0.30395508</c:v>
                </c:pt>
                <c:pt idx="645">
                  <c:v>0.30700684</c:v>
                </c:pt>
                <c:pt idx="646">
                  <c:v>0.30950056</c:v>
                </c:pt>
                <c:pt idx="647">
                  <c:v>0.31232561</c:v>
                </c:pt>
                <c:pt idx="648">
                  <c:v>0.31546456</c:v>
                </c:pt>
                <c:pt idx="649">
                  <c:v>0.31860352</c:v>
                </c:pt>
                <c:pt idx="650">
                  <c:v>0.32150269</c:v>
                </c:pt>
                <c:pt idx="651">
                  <c:v>0.32448905</c:v>
                </c:pt>
                <c:pt idx="652">
                  <c:v>0.32714844</c:v>
                </c:pt>
                <c:pt idx="653">
                  <c:v>0.3302002</c:v>
                </c:pt>
                <c:pt idx="654">
                  <c:v>0.33355713</c:v>
                </c:pt>
                <c:pt idx="655">
                  <c:v>0.33660889</c:v>
                </c:pt>
                <c:pt idx="656">
                  <c:v>0.33973694</c:v>
                </c:pt>
                <c:pt idx="657">
                  <c:v>0.34194946</c:v>
                </c:pt>
                <c:pt idx="658">
                  <c:v>0.34473528</c:v>
                </c:pt>
                <c:pt idx="659">
                  <c:v>0.34920829</c:v>
                </c:pt>
                <c:pt idx="660">
                  <c:v>0.35273961</c:v>
                </c:pt>
                <c:pt idx="661">
                  <c:v>0.35560608</c:v>
                </c:pt>
                <c:pt idx="662">
                  <c:v>0.35854667</c:v>
                </c:pt>
                <c:pt idx="663">
                  <c:v>0.36178589</c:v>
                </c:pt>
                <c:pt idx="664">
                  <c:v>0.36506653</c:v>
                </c:pt>
                <c:pt idx="665">
                  <c:v>0.36796352</c:v>
                </c:pt>
                <c:pt idx="666">
                  <c:v>0.37193298</c:v>
                </c:pt>
                <c:pt idx="667">
                  <c:v>0.37452698</c:v>
                </c:pt>
                <c:pt idx="668">
                  <c:v>0.37780762</c:v>
                </c:pt>
                <c:pt idx="669">
                  <c:v>0.38169643</c:v>
                </c:pt>
                <c:pt idx="670">
                  <c:v>0.38436454</c:v>
                </c:pt>
                <c:pt idx="671">
                  <c:v>0.38734436</c:v>
                </c:pt>
                <c:pt idx="672">
                  <c:v>0.39064244</c:v>
                </c:pt>
                <c:pt idx="673">
                  <c:v>0.39393834</c:v>
                </c:pt>
                <c:pt idx="674">
                  <c:v>0.39723424</c:v>
                </c:pt>
                <c:pt idx="675">
                  <c:v>0.40084403</c:v>
                </c:pt>
                <c:pt idx="676">
                  <c:v>0.40382385</c:v>
                </c:pt>
                <c:pt idx="677">
                  <c:v>0.40814209</c:v>
                </c:pt>
                <c:pt idx="678">
                  <c:v>0.41145325</c:v>
                </c:pt>
                <c:pt idx="679">
                  <c:v>0.41473389</c:v>
                </c:pt>
                <c:pt idx="680">
                  <c:v>0.41740417</c:v>
                </c:pt>
                <c:pt idx="681">
                  <c:v>0.42106628</c:v>
                </c:pt>
                <c:pt idx="682">
                  <c:v>0.42470006</c:v>
                </c:pt>
                <c:pt idx="683">
                  <c:v>0.42736816</c:v>
                </c:pt>
                <c:pt idx="684">
                  <c:v>0.43067932</c:v>
                </c:pt>
                <c:pt idx="685">
                  <c:v>0.43435233</c:v>
                </c:pt>
                <c:pt idx="686">
                  <c:v>0.43769836</c:v>
                </c:pt>
                <c:pt idx="687">
                  <c:v>0.44070871</c:v>
                </c:pt>
                <c:pt idx="688">
                  <c:v>0.44408308</c:v>
                </c:pt>
                <c:pt idx="689">
                  <c:v>0.4473877</c:v>
                </c:pt>
                <c:pt idx="690">
                  <c:v>0.45106724</c:v>
                </c:pt>
                <c:pt idx="691">
                  <c:v>0.45478821</c:v>
                </c:pt>
                <c:pt idx="692">
                  <c:v>0.45845032</c:v>
                </c:pt>
                <c:pt idx="693">
                  <c:v>0.46150426</c:v>
                </c:pt>
                <c:pt idx="694">
                  <c:v>0.46447754</c:v>
                </c:pt>
                <c:pt idx="695">
                  <c:v>0.46848842</c:v>
                </c:pt>
                <c:pt idx="696">
                  <c:v>0.47149658</c:v>
                </c:pt>
                <c:pt idx="697">
                  <c:v>0.47319685</c:v>
                </c:pt>
                <c:pt idx="698">
                  <c:v>0.47657122</c:v>
                </c:pt>
                <c:pt idx="699">
                  <c:v>0.48057556</c:v>
                </c:pt>
                <c:pt idx="700">
                  <c:v>0.4839325</c:v>
                </c:pt>
                <c:pt idx="701">
                  <c:v>0.48732213</c:v>
                </c:pt>
                <c:pt idx="702">
                  <c:v>0.4906965</c:v>
                </c:pt>
                <c:pt idx="703">
                  <c:v>0.49507141</c:v>
                </c:pt>
                <c:pt idx="704">
                  <c:v>0.49705505</c:v>
                </c:pt>
                <c:pt idx="705">
                  <c:v>0.50209045</c:v>
                </c:pt>
                <c:pt idx="706">
                  <c:v>0.50415039</c:v>
                </c:pt>
                <c:pt idx="707">
                  <c:v>0.50750732</c:v>
                </c:pt>
                <c:pt idx="708">
                  <c:v>0.51086426</c:v>
                </c:pt>
                <c:pt idx="709">
                  <c:v>0.51423863</c:v>
                </c:pt>
                <c:pt idx="710">
                  <c:v>0.51727295</c:v>
                </c:pt>
                <c:pt idx="711">
                  <c:v>0.52130127</c:v>
                </c:pt>
                <c:pt idx="712">
                  <c:v>0.52467564</c:v>
                </c:pt>
                <c:pt idx="713">
                  <c:v>0.52742222</c:v>
                </c:pt>
                <c:pt idx="714">
                  <c:v>0.53111049</c:v>
                </c:pt>
                <c:pt idx="715">
                  <c:v>0.53448486</c:v>
                </c:pt>
                <c:pt idx="716">
                  <c:v>0.53785924</c:v>
                </c:pt>
                <c:pt idx="717">
                  <c:v>0.54260254</c:v>
                </c:pt>
                <c:pt idx="718">
                  <c:v>0.54429408</c:v>
                </c:pt>
                <c:pt idx="719">
                  <c:v>0.54908752</c:v>
                </c:pt>
                <c:pt idx="720">
                  <c:v>0.55214146</c:v>
                </c:pt>
                <c:pt idx="721">
                  <c:v>0.55551583</c:v>
                </c:pt>
                <c:pt idx="722">
                  <c:v>0.55892944</c:v>
                </c:pt>
                <c:pt idx="723">
                  <c:v>0.56228638</c:v>
                </c:pt>
                <c:pt idx="724">
                  <c:v>0.5657196</c:v>
                </c:pt>
                <c:pt idx="725">
                  <c:v>0.56945801</c:v>
                </c:pt>
                <c:pt idx="726">
                  <c:v>0.57281494</c:v>
                </c:pt>
                <c:pt idx="727">
                  <c:v>0.57591902</c:v>
                </c:pt>
                <c:pt idx="728">
                  <c:v>0.57929993</c:v>
                </c:pt>
                <c:pt idx="729">
                  <c:v>0.58235386</c:v>
                </c:pt>
                <c:pt idx="730">
                  <c:v>0.58578491</c:v>
                </c:pt>
                <c:pt idx="731">
                  <c:v>0.58878871</c:v>
                </c:pt>
                <c:pt idx="732">
                  <c:v>0.59224156</c:v>
                </c:pt>
                <c:pt idx="733">
                  <c:v>0.59592983</c:v>
                </c:pt>
                <c:pt idx="734">
                  <c:v>0.59898376</c:v>
                </c:pt>
                <c:pt idx="735">
                  <c:v>0.60275705</c:v>
                </c:pt>
                <c:pt idx="736">
                  <c:v>0.6061554</c:v>
                </c:pt>
                <c:pt idx="737">
                  <c:v>0.60919189</c:v>
                </c:pt>
                <c:pt idx="738">
                  <c:v>0.61264474</c:v>
                </c:pt>
                <c:pt idx="739">
                  <c:v>0.61599731</c:v>
                </c:pt>
                <c:pt idx="740">
                  <c:v>0.61907959</c:v>
                </c:pt>
                <c:pt idx="741">
                  <c:v>0.62245396</c:v>
                </c:pt>
                <c:pt idx="742">
                  <c:v>0.62652588</c:v>
                </c:pt>
                <c:pt idx="743">
                  <c:v>0.62927246</c:v>
                </c:pt>
                <c:pt idx="744">
                  <c:v>0.63234166</c:v>
                </c:pt>
                <c:pt idx="745">
                  <c:v>0.63644409</c:v>
                </c:pt>
                <c:pt idx="746">
                  <c:v>0.63980103</c:v>
                </c:pt>
                <c:pt idx="747">
                  <c:v>0.64426967</c:v>
                </c:pt>
                <c:pt idx="748">
                  <c:v>0.6476593</c:v>
                </c:pt>
                <c:pt idx="749">
                  <c:v>0.65032959</c:v>
                </c:pt>
                <c:pt idx="750">
                  <c:v>0.65376282</c:v>
                </c:pt>
                <c:pt idx="751">
                  <c:v>0.65713937</c:v>
                </c:pt>
                <c:pt idx="752">
                  <c:v>0.6602478</c:v>
                </c:pt>
                <c:pt idx="753">
                  <c:v>0.66398621</c:v>
                </c:pt>
                <c:pt idx="754">
                  <c:v>0.66702706</c:v>
                </c:pt>
                <c:pt idx="755">
                  <c:v>0.67077637</c:v>
                </c:pt>
                <c:pt idx="756">
                  <c:v>0.67416818</c:v>
                </c:pt>
                <c:pt idx="757">
                  <c:v>0.67726135</c:v>
                </c:pt>
                <c:pt idx="758">
                  <c:v>0.68028913</c:v>
                </c:pt>
                <c:pt idx="759">
                  <c:v>0.68374198</c:v>
                </c:pt>
                <c:pt idx="760">
                  <c:v>0.68750872</c:v>
                </c:pt>
                <c:pt idx="761">
                  <c:v>0.69190979</c:v>
                </c:pt>
                <c:pt idx="762">
                  <c:v>0.69362967</c:v>
                </c:pt>
                <c:pt idx="763">
                  <c:v>0.69880894</c:v>
                </c:pt>
                <c:pt idx="764">
                  <c:v>0.70155552</c:v>
                </c:pt>
                <c:pt idx="765">
                  <c:v>0.7049299</c:v>
                </c:pt>
                <c:pt idx="766">
                  <c:v>0.70838928</c:v>
                </c:pt>
                <c:pt idx="767">
                  <c:v>0.71144322</c:v>
                </c:pt>
                <c:pt idx="768">
                  <c:v>0.71489607</c:v>
                </c:pt>
                <c:pt idx="769">
                  <c:v>0.72525024</c:v>
                </c:pt>
                <c:pt idx="770">
                  <c:v>0.72898865</c:v>
                </c:pt>
                <c:pt idx="771">
                  <c:v>0.73242188</c:v>
                </c:pt>
                <c:pt idx="772">
                  <c:v>0.73553467</c:v>
                </c:pt>
                <c:pt idx="773">
                  <c:v>0.73898315</c:v>
                </c:pt>
                <c:pt idx="774">
                  <c:v>0.74241638</c:v>
                </c:pt>
                <c:pt idx="775">
                  <c:v>0.74691336</c:v>
                </c:pt>
                <c:pt idx="776">
                  <c:v>0.74897766</c:v>
                </c:pt>
                <c:pt idx="777">
                  <c:v>0.75386047</c:v>
                </c:pt>
                <c:pt idx="778">
                  <c:v>0.7572937</c:v>
                </c:pt>
                <c:pt idx="779">
                  <c:v>0.76072693</c:v>
                </c:pt>
                <c:pt idx="780">
                  <c:v>0.76417759</c:v>
                </c:pt>
                <c:pt idx="781">
                  <c:v>0.76591492</c:v>
                </c:pt>
                <c:pt idx="782">
                  <c:v>0.76974923</c:v>
                </c:pt>
                <c:pt idx="783">
                  <c:v>0.77422224</c:v>
                </c:pt>
                <c:pt idx="784">
                  <c:v>0.77767508</c:v>
                </c:pt>
                <c:pt idx="785">
                  <c:v>0.78042167</c:v>
                </c:pt>
                <c:pt idx="786">
                  <c:v>0.78395299</c:v>
                </c:pt>
                <c:pt idx="787">
                  <c:v>0.78842599</c:v>
                </c:pt>
                <c:pt idx="788">
                  <c:v>0.79017639</c:v>
                </c:pt>
                <c:pt idx="789">
                  <c:v>0.79399763</c:v>
                </c:pt>
                <c:pt idx="790">
                  <c:v>0.79811096</c:v>
                </c:pt>
                <c:pt idx="791">
                  <c:v>0.80162048</c:v>
                </c:pt>
                <c:pt idx="792">
                  <c:v>0.80474854</c:v>
                </c:pt>
                <c:pt idx="793">
                  <c:v>0.80818176</c:v>
                </c:pt>
                <c:pt idx="794">
                  <c:v>0.81169128</c:v>
                </c:pt>
                <c:pt idx="795">
                  <c:v>0.81479318</c:v>
                </c:pt>
                <c:pt idx="796">
                  <c:v>0.8190155</c:v>
                </c:pt>
                <c:pt idx="797">
                  <c:v>0.82216971</c:v>
                </c:pt>
                <c:pt idx="798">
                  <c:v>0.82562256</c:v>
                </c:pt>
                <c:pt idx="799">
                  <c:v>0.8290754</c:v>
                </c:pt>
                <c:pt idx="800">
                  <c:v>0.83259583</c:v>
                </c:pt>
                <c:pt idx="801">
                  <c:v>0.83610535</c:v>
                </c:pt>
                <c:pt idx="802">
                  <c:v>0.83959089</c:v>
                </c:pt>
                <c:pt idx="803">
                  <c:v>0.84342957</c:v>
                </c:pt>
                <c:pt idx="804">
                  <c:v>0.84625244</c:v>
                </c:pt>
                <c:pt idx="805">
                  <c:v>0.85006714</c:v>
                </c:pt>
                <c:pt idx="806">
                  <c:v>0.85357666</c:v>
                </c:pt>
                <c:pt idx="807">
                  <c:v>0.85708618</c:v>
                </c:pt>
                <c:pt idx="808">
                  <c:v>0.86090088</c:v>
                </c:pt>
                <c:pt idx="809">
                  <c:v>0.86548723</c:v>
                </c:pt>
                <c:pt idx="810">
                  <c:v>0.86860657</c:v>
                </c:pt>
                <c:pt idx="811">
                  <c:v>0.87074498</c:v>
                </c:pt>
                <c:pt idx="812">
                  <c:v>0.8745575</c:v>
                </c:pt>
                <c:pt idx="813">
                  <c:v>0.87772914</c:v>
                </c:pt>
                <c:pt idx="814">
                  <c:v>0.88126046</c:v>
                </c:pt>
                <c:pt idx="815">
                  <c:v>0.88615417</c:v>
                </c:pt>
                <c:pt idx="816">
                  <c:v>0.88934326</c:v>
                </c:pt>
                <c:pt idx="817">
                  <c:v>0.89248657</c:v>
                </c:pt>
                <c:pt idx="818">
                  <c:v>0.89601353</c:v>
                </c:pt>
                <c:pt idx="819">
                  <c:v>0.89954485</c:v>
                </c:pt>
                <c:pt idx="820">
                  <c:v>0.90309143</c:v>
                </c:pt>
                <c:pt idx="821">
                  <c:v>0.90660095</c:v>
                </c:pt>
                <c:pt idx="822">
                  <c:v>0.91011047</c:v>
                </c:pt>
                <c:pt idx="823">
                  <c:v>0.91367013</c:v>
                </c:pt>
                <c:pt idx="824">
                  <c:v>0.91720145</c:v>
                </c:pt>
                <c:pt idx="825">
                  <c:v>0.9210968</c:v>
                </c:pt>
                <c:pt idx="826">
                  <c:v>0.92457799</c:v>
                </c:pt>
                <c:pt idx="827">
                  <c:v>0.92810931</c:v>
                </c:pt>
                <c:pt idx="828">
                  <c:v>0.93132019</c:v>
                </c:pt>
                <c:pt idx="829">
                  <c:v>0.93485805</c:v>
                </c:pt>
                <c:pt idx="830">
                  <c:v>0.93948364</c:v>
                </c:pt>
                <c:pt idx="831">
                  <c:v>0.94262695</c:v>
                </c:pt>
                <c:pt idx="832">
                  <c:v>0.94619751</c:v>
                </c:pt>
                <c:pt idx="833">
                  <c:v>0.94970703</c:v>
                </c:pt>
                <c:pt idx="834">
                  <c:v>0.95252991</c:v>
                </c:pt>
                <c:pt idx="835">
                  <c:v>0.95612444</c:v>
                </c:pt>
                <c:pt idx="836">
                  <c:v>0.95932007</c:v>
                </c:pt>
                <c:pt idx="837">
                  <c:v>0.96359253</c:v>
                </c:pt>
                <c:pt idx="838">
                  <c:v>0.96748352</c:v>
                </c:pt>
                <c:pt idx="839">
                  <c:v>0.9703064</c:v>
                </c:pt>
                <c:pt idx="840">
                  <c:v>0.97354562</c:v>
                </c:pt>
                <c:pt idx="841">
                  <c:v>0.97746931</c:v>
                </c:pt>
                <c:pt idx="842">
                  <c:v>0.98029436</c:v>
                </c:pt>
                <c:pt idx="843">
                  <c:v>0.98382568</c:v>
                </c:pt>
                <c:pt idx="844">
                  <c:v>0.98743548</c:v>
                </c:pt>
                <c:pt idx="845">
                  <c:v>0.99135917</c:v>
                </c:pt>
                <c:pt idx="846">
                  <c:v>0.99525452</c:v>
                </c:pt>
                <c:pt idx="847">
                  <c:v>0.99884033</c:v>
                </c:pt>
                <c:pt idx="848">
                  <c:v>1.00280762</c:v>
                </c:pt>
                <c:pt idx="849">
                  <c:v>1.00595529</c:v>
                </c:pt>
                <c:pt idx="850">
                  <c:v>1.00956508</c:v>
                </c:pt>
                <c:pt idx="851">
                  <c:v>1.01348877</c:v>
                </c:pt>
                <c:pt idx="852">
                  <c:v>1.01669312</c:v>
                </c:pt>
                <c:pt idx="853">
                  <c:v>1.02062988</c:v>
                </c:pt>
                <c:pt idx="854">
                  <c:v>1.02424622</c:v>
                </c:pt>
                <c:pt idx="855">
                  <c:v>1.0274571</c:v>
                </c:pt>
                <c:pt idx="856">
                  <c:v>1.03065491</c:v>
                </c:pt>
                <c:pt idx="857">
                  <c:v>1.03428432</c:v>
                </c:pt>
                <c:pt idx="858">
                  <c:v>1.03789411</c:v>
                </c:pt>
                <c:pt idx="859">
                  <c:v>1.04110718</c:v>
                </c:pt>
                <c:pt idx="860">
                  <c:v>1.04499817</c:v>
                </c:pt>
                <c:pt idx="861">
                  <c:v>1.04934692</c:v>
                </c:pt>
                <c:pt idx="862">
                  <c:v>1.05256871</c:v>
                </c:pt>
                <c:pt idx="863">
                  <c:v>1.05613708</c:v>
                </c:pt>
                <c:pt idx="864">
                  <c:v>1.0597229</c:v>
                </c:pt>
                <c:pt idx="865">
                  <c:v>1.06300572</c:v>
                </c:pt>
                <c:pt idx="866">
                  <c:v>1.06692941</c:v>
                </c:pt>
                <c:pt idx="867">
                  <c:v>1.07086182</c:v>
                </c:pt>
                <c:pt idx="868">
                  <c:v>1.07444763</c:v>
                </c:pt>
                <c:pt idx="869">
                  <c:v>1.07807268</c:v>
                </c:pt>
                <c:pt idx="870">
                  <c:v>1.081604</c:v>
                </c:pt>
                <c:pt idx="871">
                  <c:v>1.0848999</c:v>
                </c:pt>
                <c:pt idx="872">
                  <c:v>1.08843122</c:v>
                </c:pt>
                <c:pt idx="873">
                  <c:v>1.09169006</c:v>
                </c:pt>
                <c:pt idx="874">
                  <c:v>1.09527588</c:v>
                </c:pt>
                <c:pt idx="875">
                  <c:v>1.09924316</c:v>
                </c:pt>
                <c:pt idx="876">
                  <c:v>1.10247803</c:v>
                </c:pt>
                <c:pt idx="877">
                  <c:v>1.10608782</c:v>
                </c:pt>
                <c:pt idx="878">
                  <c:v>1.11001151</c:v>
                </c:pt>
                <c:pt idx="879">
                  <c:v>1.1136213</c:v>
                </c:pt>
                <c:pt idx="880">
                  <c:v>1.11686707</c:v>
                </c:pt>
                <c:pt idx="881">
                  <c:v>1.12007141</c:v>
                </c:pt>
                <c:pt idx="882">
                  <c:v>1.12327358</c:v>
                </c:pt>
                <c:pt idx="883">
                  <c:v>1.12688337</c:v>
                </c:pt>
                <c:pt idx="884">
                  <c:v>1.13229806</c:v>
                </c:pt>
                <c:pt idx="885">
                  <c:v>1.13555908</c:v>
                </c:pt>
                <c:pt idx="886">
                  <c:v>1.1391449</c:v>
                </c:pt>
                <c:pt idx="887">
                  <c:v>1.14273507</c:v>
                </c:pt>
                <c:pt idx="888">
                  <c:v>1.1456386</c:v>
                </c:pt>
                <c:pt idx="889">
                  <c:v>1.14846366</c:v>
                </c:pt>
                <c:pt idx="890">
                  <c:v>1.15280151</c:v>
                </c:pt>
                <c:pt idx="891">
                  <c:v>1.15607561</c:v>
                </c:pt>
                <c:pt idx="892">
                  <c:v>1.1592865</c:v>
                </c:pt>
                <c:pt idx="893">
                  <c:v>1.1632952</c:v>
                </c:pt>
                <c:pt idx="894">
                  <c:v>1.16792515</c:v>
                </c:pt>
                <c:pt idx="895">
                  <c:v>1.17118835</c:v>
                </c:pt>
                <c:pt idx="896">
                  <c:v>1.17553711</c:v>
                </c:pt>
                <c:pt idx="897">
                  <c:v>1.17874146</c:v>
                </c:pt>
                <c:pt idx="898">
                  <c:v>1.18095398</c:v>
                </c:pt>
                <c:pt idx="899">
                  <c:v>1.18453979</c:v>
                </c:pt>
                <c:pt idx="900">
                  <c:v>1.18850708</c:v>
                </c:pt>
                <c:pt idx="901">
                  <c:v>1.19354248</c:v>
                </c:pt>
                <c:pt idx="902">
                  <c:v>1.19720459</c:v>
                </c:pt>
                <c:pt idx="903">
                  <c:v>1.20080566</c:v>
                </c:pt>
                <c:pt idx="904">
                  <c:v>1.20441546</c:v>
                </c:pt>
                <c:pt idx="905">
                  <c:v>1.20765686</c:v>
                </c:pt>
                <c:pt idx="906">
                  <c:v>1.21092878</c:v>
                </c:pt>
                <c:pt idx="907">
                  <c:v>1.21493094</c:v>
                </c:pt>
                <c:pt idx="908">
                  <c:v>1.21887207</c:v>
                </c:pt>
                <c:pt idx="909">
                  <c:v>1.22245789</c:v>
                </c:pt>
                <c:pt idx="910">
                  <c:v>1.22607422</c:v>
                </c:pt>
                <c:pt idx="911">
                  <c:v>1.22827148</c:v>
                </c:pt>
                <c:pt idx="912">
                  <c:v>1.23188128</c:v>
                </c:pt>
                <c:pt idx="913">
                  <c:v>1.23729597</c:v>
                </c:pt>
                <c:pt idx="914">
                  <c:v>1.24053955</c:v>
                </c:pt>
                <c:pt idx="915">
                  <c:v>1.24275208</c:v>
                </c:pt>
                <c:pt idx="916">
                  <c:v>1.25106812</c:v>
                </c:pt>
                <c:pt idx="917">
                  <c:v>1.25432478</c:v>
                </c:pt>
                <c:pt idx="918">
                  <c:v>1.25862122</c:v>
                </c:pt>
                <c:pt idx="919">
                  <c:v>1.26220703</c:v>
                </c:pt>
                <c:pt idx="920">
                  <c:v>1.26586914</c:v>
                </c:pt>
                <c:pt idx="921">
                  <c:v>1.26983643</c:v>
                </c:pt>
                <c:pt idx="922">
                  <c:v>1.27308001</c:v>
                </c:pt>
                <c:pt idx="923">
                  <c:v>1.2766898</c:v>
                </c:pt>
                <c:pt idx="924">
                  <c:v>1.27883911</c:v>
                </c:pt>
                <c:pt idx="925">
                  <c:v>1.28250122</c:v>
                </c:pt>
                <c:pt idx="926">
                  <c:v>1.28649902</c:v>
                </c:pt>
                <c:pt idx="927">
                  <c:v>1.29081726</c:v>
                </c:pt>
                <c:pt idx="928">
                  <c:v>1.29403251</c:v>
                </c:pt>
                <c:pt idx="929">
                  <c:v>1.29693604</c:v>
                </c:pt>
                <c:pt idx="930">
                  <c:v>1.30058289</c:v>
                </c:pt>
                <c:pt idx="931">
                  <c:v>1.30561829</c:v>
                </c:pt>
                <c:pt idx="932">
                  <c:v>1.3092804</c:v>
                </c:pt>
                <c:pt idx="933">
                  <c:v>1.31137521</c:v>
                </c:pt>
                <c:pt idx="934">
                  <c:v>1.316476</c:v>
                </c:pt>
                <c:pt idx="935">
                  <c:v>1.31973267</c:v>
                </c:pt>
                <c:pt idx="936">
                  <c:v>1.32408796</c:v>
                </c:pt>
                <c:pt idx="937">
                  <c:v>1.32728577</c:v>
                </c:pt>
                <c:pt idx="938">
                  <c:v>1.32911028</c:v>
                </c:pt>
                <c:pt idx="939">
                  <c:v>1.33452497</c:v>
                </c:pt>
                <c:pt idx="940">
                  <c:v>1.33813477</c:v>
                </c:pt>
                <c:pt idx="941">
                  <c:v>1.34140015</c:v>
                </c:pt>
                <c:pt idx="942">
                  <c:v>1.34464809</c:v>
                </c:pt>
                <c:pt idx="943">
                  <c:v>1.34865025</c:v>
                </c:pt>
                <c:pt idx="944">
                  <c:v>1.35261536</c:v>
                </c:pt>
                <c:pt idx="945">
                  <c:v>1.35551453</c:v>
                </c:pt>
                <c:pt idx="946">
                  <c:v>1.35948181</c:v>
                </c:pt>
                <c:pt idx="947">
                  <c:v>1.36277553</c:v>
                </c:pt>
                <c:pt idx="948">
                  <c:v>1.36604309</c:v>
                </c:pt>
                <c:pt idx="949">
                  <c:v>1.37109375</c:v>
                </c:pt>
                <c:pt idx="950">
                  <c:v>1.37399728</c:v>
                </c:pt>
                <c:pt idx="951">
                  <c:v>1.37690081</c:v>
                </c:pt>
                <c:pt idx="952">
                  <c:v>1.38053894</c:v>
                </c:pt>
                <c:pt idx="953">
                  <c:v>1.38451277</c:v>
                </c:pt>
                <c:pt idx="954">
                  <c:v>1.38749477</c:v>
                </c:pt>
                <c:pt idx="955">
                  <c:v>1.39149693</c:v>
                </c:pt>
                <c:pt idx="956">
                  <c:v>1.39510672</c:v>
                </c:pt>
                <c:pt idx="957">
                  <c:v>1.39907837</c:v>
                </c:pt>
                <c:pt idx="958">
                  <c:v>1.40312195</c:v>
                </c:pt>
                <c:pt idx="959">
                  <c:v>1.40640695</c:v>
                </c:pt>
                <c:pt idx="960">
                  <c:v>1.41009521</c:v>
                </c:pt>
                <c:pt idx="961">
                  <c:v>1.41409738</c:v>
                </c:pt>
                <c:pt idx="962">
                  <c:v>1.41770717</c:v>
                </c:pt>
                <c:pt idx="963">
                  <c:v>1.4206107</c:v>
                </c:pt>
                <c:pt idx="964">
                  <c:v>1.42501831</c:v>
                </c:pt>
                <c:pt idx="965">
                  <c:v>1.42868042</c:v>
                </c:pt>
                <c:pt idx="966">
                  <c:v>1.432724</c:v>
                </c:pt>
                <c:pt idx="967">
                  <c:v>1.43599156</c:v>
                </c:pt>
                <c:pt idx="968">
                  <c:v>1.43928528</c:v>
                </c:pt>
                <c:pt idx="969">
                  <c:v>1.44294739</c:v>
                </c:pt>
                <c:pt idx="970">
                  <c:v>1.44658552</c:v>
                </c:pt>
                <c:pt idx="971">
                  <c:v>1.45027379</c:v>
                </c:pt>
                <c:pt idx="972">
                  <c:v>1.45362854</c:v>
                </c:pt>
                <c:pt idx="973">
                  <c:v>1.45759583</c:v>
                </c:pt>
                <c:pt idx="974">
                  <c:v>1.46133423</c:v>
                </c:pt>
                <c:pt idx="975">
                  <c:v>1.46573312</c:v>
                </c:pt>
                <c:pt idx="976">
                  <c:v>1.46903992</c:v>
                </c:pt>
                <c:pt idx="977">
                  <c:v>1.47232492</c:v>
                </c:pt>
                <c:pt idx="978">
                  <c:v>1.47640555</c:v>
                </c:pt>
                <c:pt idx="979">
                  <c:v>1.47972107</c:v>
                </c:pt>
                <c:pt idx="980">
                  <c:v>1.48299735</c:v>
                </c:pt>
                <c:pt idx="981">
                  <c:v>1.48666382</c:v>
                </c:pt>
                <c:pt idx="982">
                  <c:v>1.49040222</c:v>
                </c:pt>
                <c:pt idx="983">
                  <c:v>1.49366978</c:v>
                </c:pt>
                <c:pt idx="984">
                  <c:v>1.49735805</c:v>
                </c:pt>
                <c:pt idx="985">
                  <c:v>1.50143869</c:v>
                </c:pt>
                <c:pt idx="986">
                  <c:v>1.50619507</c:v>
                </c:pt>
                <c:pt idx="987">
                  <c:v>1.50952148</c:v>
                </c:pt>
                <c:pt idx="988">
                  <c:v>1.51250349</c:v>
                </c:pt>
                <c:pt idx="989">
                  <c:v>1.51687622</c:v>
                </c:pt>
                <c:pt idx="990">
                  <c:v>1.52019392</c:v>
                </c:pt>
                <c:pt idx="991">
                  <c:v>1.52351379</c:v>
                </c:pt>
                <c:pt idx="992">
                  <c:v>1.52717808</c:v>
                </c:pt>
                <c:pt idx="993">
                  <c:v>1.53053284</c:v>
                </c:pt>
                <c:pt idx="994">
                  <c:v>1.53419495</c:v>
                </c:pt>
                <c:pt idx="995">
                  <c:v>1.53823853</c:v>
                </c:pt>
                <c:pt idx="996">
                  <c:v>1.54190063</c:v>
                </c:pt>
                <c:pt idx="997">
                  <c:v>1.54522705</c:v>
                </c:pt>
                <c:pt idx="998">
                  <c:v>1.54922921</c:v>
                </c:pt>
                <c:pt idx="999">
                  <c:v>1.55291748</c:v>
                </c:pt>
                <c:pt idx="1000">
                  <c:v>1.55660575</c:v>
                </c:pt>
                <c:pt idx="1001">
                  <c:v>1.56135559</c:v>
                </c:pt>
                <c:pt idx="1002">
                  <c:v>1.56500244</c:v>
                </c:pt>
                <c:pt idx="1003">
                  <c:v>1.56869071</c:v>
                </c:pt>
                <c:pt idx="1004">
                  <c:v>1.57051086</c:v>
                </c:pt>
                <c:pt idx="1005">
                  <c:v>1.5755964</c:v>
                </c:pt>
                <c:pt idx="1006">
                  <c:v>1.5789032</c:v>
                </c:pt>
                <c:pt idx="1007">
                  <c:v>1.58256531</c:v>
                </c:pt>
                <c:pt idx="1008">
                  <c:v>1.58619036</c:v>
                </c:pt>
                <c:pt idx="1009">
                  <c:v>1.58950806</c:v>
                </c:pt>
                <c:pt idx="1010">
                  <c:v>1.59317017</c:v>
                </c:pt>
                <c:pt idx="1011">
                  <c:v>1.59678432</c:v>
                </c:pt>
                <c:pt idx="1012">
                  <c:v>1.60079956</c:v>
                </c:pt>
                <c:pt idx="1013">
                  <c:v>1.60408238</c:v>
                </c:pt>
                <c:pt idx="1014">
                  <c:v>1.60774231</c:v>
                </c:pt>
                <c:pt idx="1015">
                  <c:v>1.61140442</c:v>
                </c:pt>
                <c:pt idx="1016">
                  <c:v>1.615448</c:v>
                </c:pt>
                <c:pt idx="1017">
                  <c:v>1.61903381</c:v>
                </c:pt>
                <c:pt idx="1018">
                  <c:v>1.62307303</c:v>
                </c:pt>
                <c:pt idx="1019">
                  <c:v>1.62636893</c:v>
                </c:pt>
                <c:pt idx="1020">
                  <c:v>1.62963867</c:v>
                </c:pt>
                <c:pt idx="1021">
                  <c:v>1.63437326</c:v>
                </c:pt>
                <c:pt idx="1022">
                  <c:v>1.63837542</c:v>
                </c:pt>
                <c:pt idx="1023">
                  <c:v>1.64169312</c:v>
                </c:pt>
                <c:pt idx="1024">
                  <c:v>1.64459229</c:v>
                </c:pt>
                <c:pt idx="1025">
                  <c:v>1.64826311</c:v>
                </c:pt>
                <c:pt idx="1026">
                  <c:v>1.65187291</c:v>
                </c:pt>
                <c:pt idx="1027">
                  <c:v>1.65556117</c:v>
                </c:pt>
                <c:pt idx="1028">
                  <c:v>1.65916443</c:v>
                </c:pt>
                <c:pt idx="1029">
                  <c:v>1.66317313</c:v>
                </c:pt>
                <c:pt idx="1030">
                  <c:v>1.66648865</c:v>
                </c:pt>
                <c:pt idx="1031">
                  <c:v>1.66969299</c:v>
                </c:pt>
                <c:pt idx="1032">
                  <c:v>1.6733551</c:v>
                </c:pt>
                <c:pt idx="1033">
                  <c:v>1.67737688</c:v>
                </c:pt>
                <c:pt idx="1034">
                  <c:v>1.68059431</c:v>
                </c:pt>
                <c:pt idx="1035">
                  <c:v>1.68428258</c:v>
                </c:pt>
                <c:pt idx="1036">
                  <c:v>1.68789237</c:v>
                </c:pt>
                <c:pt idx="1037">
                  <c:v>1.69189453</c:v>
                </c:pt>
                <c:pt idx="1038">
                  <c:v>1.69586182</c:v>
                </c:pt>
                <c:pt idx="1039">
                  <c:v>1.69911412</c:v>
                </c:pt>
                <c:pt idx="1040">
                  <c:v>1.70272827</c:v>
                </c:pt>
                <c:pt idx="1041">
                  <c:v>1.70631409</c:v>
                </c:pt>
                <c:pt idx="1042">
                  <c:v>1.7096296</c:v>
                </c:pt>
                <c:pt idx="1043">
                  <c:v>1.71325684</c:v>
                </c:pt>
                <c:pt idx="1044">
                  <c:v>1.71684265</c:v>
                </c:pt>
                <c:pt idx="1045">
                  <c:v>1.72042847</c:v>
                </c:pt>
                <c:pt idx="1046">
                  <c:v>1.72439575</c:v>
                </c:pt>
                <c:pt idx="1047">
                  <c:v>1.72805786</c:v>
                </c:pt>
                <c:pt idx="1048">
                  <c:v>1.73164368</c:v>
                </c:pt>
                <c:pt idx="1049">
                  <c:v>1.73529053</c:v>
                </c:pt>
                <c:pt idx="1050">
                  <c:v>1.73851013</c:v>
                </c:pt>
                <c:pt idx="1051">
                  <c:v>1.74321638</c:v>
                </c:pt>
                <c:pt idx="1052">
                  <c:v>1.7464447</c:v>
                </c:pt>
                <c:pt idx="1053">
                  <c:v>1.7500436</c:v>
                </c:pt>
                <c:pt idx="1054">
                  <c:v>1.75294713</c:v>
                </c:pt>
                <c:pt idx="1055">
                  <c:v>1.75655692</c:v>
                </c:pt>
                <c:pt idx="1056">
                  <c:v>1.76055908</c:v>
                </c:pt>
                <c:pt idx="1057">
                  <c:v>1.76383972</c:v>
                </c:pt>
                <c:pt idx="1058">
                  <c:v>1.76777867</c:v>
                </c:pt>
                <c:pt idx="1059">
                  <c:v>1.77207947</c:v>
                </c:pt>
                <c:pt idx="1060">
                  <c:v>1.77574158</c:v>
                </c:pt>
                <c:pt idx="1061">
                  <c:v>1.77787781</c:v>
                </c:pt>
                <c:pt idx="1062">
                  <c:v>1.78329468</c:v>
                </c:pt>
                <c:pt idx="1063">
                  <c:v>1.7855072</c:v>
                </c:pt>
                <c:pt idx="1064">
                  <c:v>1.78909302</c:v>
                </c:pt>
                <c:pt idx="1065">
                  <c:v>1.79199219</c:v>
                </c:pt>
                <c:pt idx="1066">
                  <c:v>1.79634312</c:v>
                </c:pt>
                <c:pt idx="1067">
                  <c:v>1.79954529</c:v>
                </c:pt>
                <c:pt idx="1068">
                  <c:v>1.80351257</c:v>
                </c:pt>
                <c:pt idx="1069">
                  <c:v>1.80786133</c:v>
                </c:pt>
                <c:pt idx="1070">
                  <c:v>1.81144714</c:v>
                </c:pt>
                <c:pt idx="1071">
                  <c:v>1.81541443</c:v>
                </c:pt>
                <c:pt idx="1072">
                  <c:v>1.81862967</c:v>
                </c:pt>
                <c:pt idx="1073">
                  <c:v>1.82258606</c:v>
                </c:pt>
                <c:pt idx="1074">
                  <c:v>1.82662964</c:v>
                </c:pt>
                <c:pt idx="1075">
                  <c:v>1.82800293</c:v>
                </c:pt>
                <c:pt idx="1076">
                  <c:v>1.83197021</c:v>
                </c:pt>
                <c:pt idx="1077">
                  <c:v>1.83563232</c:v>
                </c:pt>
                <c:pt idx="1078">
                  <c:v>1.83958217</c:v>
                </c:pt>
                <c:pt idx="1079">
                  <c:v>1.84358433</c:v>
                </c:pt>
                <c:pt idx="1080">
                  <c:v>1.84719413</c:v>
                </c:pt>
                <c:pt idx="1081">
                  <c:v>1.85088239</c:v>
                </c:pt>
                <c:pt idx="1082">
                  <c:v>1.85447693</c:v>
                </c:pt>
                <c:pt idx="1083">
                  <c:v>1.85778809</c:v>
                </c:pt>
                <c:pt idx="1084">
                  <c:v>1.86248779</c:v>
                </c:pt>
                <c:pt idx="1085">
                  <c:v>1.86469378</c:v>
                </c:pt>
                <c:pt idx="1086">
                  <c:v>1.8687439</c:v>
                </c:pt>
                <c:pt idx="1087">
                  <c:v>1.87202454</c:v>
                </c:pt>
                <c:pt idx="1088">
                  <c:v>1.87568665</c:v>
                </c:pt>
                <c:pt idx="1089">
                  <c:v>1.87934875</c:v>
                </c:pt>
                <c:pt idx="1090">
                  <c:v>1.88266427</c:v>
                </c:pt>
                <c:pt idx="1091">
                  <c:v>1.88666643</c:v>
                </c:pt>
                <c:pt idx="1092">
                  <c:v>1.8903547</c:v>
                </c:pt>
                <c:pt idx="1093">
                  <c:v>1.89552307</c:v>
                </c:pt>
                <c:pt idx="1094">
                  <c:v>1.89918518</c:v>
                </c:pt>
                <c:pt idx="1095">
                  <c:v>1.90292358</c:v>
                </c:pt>
                <c:pt idx="1096">
                  <c:v>1.90659877</c:v>
                </c:pt>
                <c:pt idx="1097">
                  <c:v>1.91028704</c:v>
                </c:pt>
                <c:pt idx="1098">
                  <c:v>1.91360474</c:v>
                </c:pt>
                <c:pt idx="1099">
                  <c:v>1.91764832</c:v>
                </c:pt>
                <c:pt idx="1100">
                  <c:v>1.92095947</c:v>
                </c:pt>
                <c:pt idx="1101">
                  <c:v>1.92428589</c:v>
                </c:pt>
                <c:pt idx="1102">
                  <c:v>1.92840576</c:v>
                </c:pt>
                <c:pt idx="1103">
                  <c:v>1.93206787</c:v>
                </c:pt>
                <c:pt idx="1104">
                  <c:v>1.93539865</c:v>
                </c:pt>
                <c:pt idx="1105">
                  <c:v>1.93908691</c:v>
                </c:pt>
                <c:pt idx="1106">
                  <c:v>1.94316755</c:v>
                </c:pt>
                <c:pt idx="1107">
                  <c:v>1.94685582</c:v>
                </c:pt>
                <c:pt idx="1108">
                  <c:v>1.9506073</c:v>
                </c:pt>
                <c:pt idx="1109">
                  <c:v>1.95426941</c:v>
                </c:pt>
                <c:pt idx="1110">
                  <c:v>1.95760672</c:v>
                </c:pt>
                <c:pt idx="1111">
                  <c:v>1.96019636</c:v>
                </c:pt>
                <c:pt idx="1112">
                  <c:v>1.96426392</c:v>
                </c:pt>
                <c:pt idx="1113">
                  <c:v>1.96792603</c:v>
                </c:pt>
                <c:pt idx="1114">
                  <c:v>1.97243827</c:v>
                </c:pt>
                <c:pt idx="1115">
                  <c:v>1.97612653</c:v>
                </c:pt>
                <c:pt idx="1116">
                  <c:v>1.97944641</c:v>
                </c:pt>
                <c:pt idx="1117">
                  <c:v>1.9831107</c:v>
                </c:pt>
                <c:pt idx="1118">
                  <c:v>1.98646545</c:v>
                </c:pt>
                <c:pt idx="1119">
                  <c:v>1.99165344</c:v>
                </c:pt>
                <c:pt idx="1120">
                  <c:v>1.99535261</c:v>
                </c:pt>
                <c:pt idx="1121">
                  <c:v>1.99867249</c:v>
                </c:pt>
                <c:pt idx="1122">
                  <c:v>2.00202288</c:v>
                </c:pt>
                <c:pt idx="1123">
                  <c:v>2.00610352</c:v>
                </c:pt>
                <c:pt idx="1124">
                  <c:v>2.00908552</c:v>
                </c:pt>
                <c:pt idx="1125">
                  <c:v>2.0124054</c:v>
                </c:pt>
                <c:pt idx="1126">
                  <c:v>2.01690674</c:v>
                </c:pt>
                <c:pt idx="1127">
                  <c:v>2.02062116</c:v>
                </c:pt>
                <c:pt idx="1128">
                  <c:v>2.02430943</c:v>
                </c:pt>
                <c:pt idx="1129">
                  <c:v>2.02766418</c:v>
                </c:pt>
                <c:pt idx="1130">
                  <c:v>2.03207833</c:v>
                </c:pt>
                <c:pt idx="1131">
                  <c:v>2.03620911</c:v>
                </c:pt>
                <c:pt idx="1132">
                  <c:v>2.03804234</c:v>
                </c:pt>
                <c:pt idx="1133">
                  <c:v>2.04212298</c:v>
                </c:pt>
                <c:pt idx="1134">
                  <c:v>2.04627991</c:v>
                </c:pt>
                <c:pt idx="1135">
                  <c:v>2.04997035</c:v>
                </c:pt>
                <c:pt idx="1136">
                  <c:v>2.05337524</c:v>
                </c:pt>
                <c:pt idx="1137">
                  <c:v>2.05856323</c:v>
                </c:pt>
                <c:pt idx="1138">
                  <c:v>2.06192017</c:v>
                </c:pt>
                <c:pt idx="1139">
                  <c:v>2.06565857</c:v>
                </c:pt>
                <c:pt idx="1140">
                  <c:v>2.06903948</c:v>
                </c:pt>
                <c:pt idx="1141">
                  <c:v>2.07275391</c:v>
                </c:pt>
                <c:pt idx="1142">
                  <c:v>2.07649231</c:v>
                </c:pt>
                <c:pt idx="1143">
                  <c:v>2.07986886</c:v>
                </c:pt>
                <c:pt idx="1144">
                  <c:v>2.08320618</c:v>
                </c:pt>
                <c:pt idx="1145">
                  <c:v>2.08771624</c:v>
                </c:pt>
                <c:pt idx="1146">
                  <c:v>2.09148298</c:v>
                </c:pt>
                <c:pt idx="1147">
                  <c:v>2.09480286</c:v>
                </c:pt>
                <c:pt idx="1148">
                  <c:v>2.09854562</c:v>
                </c:pt>
                <c:pt idx="1149">
                  <c:v>2.10231236</c:v>
                </c:pt>
                <c:pt idx="1150">
                  <c:v>2.1060791</c:v>
                </c:pt>
                <c:pt idx="1151">
                  <c:v>2.10983276</c:v>
                </c:pt>
                <c:pt idx="1152">
                  <c:v>2.11357117</c:v>
                </c:pt>
                <c:pt idx="1153">
                  <c:v>2.11800711</c:v>
                </c:pt>
                <c:pt idx="1154">
                  <c:v>2.12142944</c:v>
                </c:pt>
                <c:pt idx="1155">
                  <c:v>2.12475586</c:v>
                </c:pt>
                <c:pt idx="1156">
                  <c:v>2.12852478</c:v>
                </c:pt>
                <c:pt idx="1157">
                  <c:v>2.13189697</c:v>
                </c:pt>
                <c:pt idx="1158">
                  <c:v>2.13746861</c:v>
                </c:pt>
                <c:pt idx="1159">
                  <c:v>2.13895961</c:v>
                </c:pt>
                <c:pt idx="1160">
                  <c:v>2.1446228</c:v>
                </c:pt>
                <c:pt idx="1161">
                  <c:v>2.1479841</c:v>
                </c:pt>
                <c:pt idx="1162">
                  <c:v>2.15214321</c:v>
                </c:pt>
                <c:pt idx="1163">
                  <c:v>2.15583147</c:v>
                </c:pt>
                <c:pt idx="1164">
                  <c:v>2.15959821</c:v>
                </c:pt>
                <c:pt idx="1165">
                  <c:v>2.16186523</c:v>
                </c:pt>
                <c:pt idx="1166">
                  <c:v>2.16636658</c:v>
                </c:pt>
                <c:pt idx="1167">
                  <c:v>2.16972133</c:v>
                </c:pt>
                <c:pt idx="1168">
                  <c:v>2.17422485</c:v>
                </c:pt>
                <c:pt idx="1169">
                  <c:v>2.17827497</c:v>
                </c:pt>
                <c:pt idx="1170">
                  <c:v>2.18170166</c:v>
                </c:pt>
                <c:pt idx="1171">
                  <c:v>2.18612235</c:v>
                </c:pt>
                <c:pt idx="1172">
                  <c:v>2.18803406</c:v>
                </c:pt>
                <c:pt idx="1173">
                  <c:v>2.19322205</c:v>
                </c:pt>
                <c:pt idx="1174">
                  <c:v>2.19695173</c:v>
                </c:pt>
                <c:pt idx="1175">
                  <c:v>2.20071847</c:v>
                </c:pt>
                <c:pt idx="1176">
                  <c:v>2.20409284</c:v>
                </c:pt>
                <c:pt idx="1177">
                  <c:v>2.20778111</c:v>
                </c:pt>
                <c:pt idx="1178">
                  <c:v>2.21191406</c:v>
                </c:pt>
                <c:pt idx="1179">
                  <c:v>2.215271</c:v>
                </c:pt>
                <c:pt idx="1180">
                  <c:v>2.21861049</c:v>
                </c:pt>
                <c:pt idx="1181">
                  <c:v>2.22198486</c:v>
                </c:pt>
                <c:pt idx="1182">
                  <c:v>2.22645787</c:v>
                </c:pt>
                <c:pt idx="1183">
                  <c:v>2.22976685</c:v>
                </c:pt>
                <c:pt idx="1184">
                  <c:v>2.23312814</c:v>
                </c:pt>
                <c:pt idx="1185">
                  <c:v>2.23648071</c:v>
                </c:pt>
                <c:pt idx="1186">
                  <c:v>2.24060059</c:v>
                </c:pt>
                <c:pt idx="1187">
                  <c:v>2.24433899</c:v>
                </c:pt>
                <c:pt idx="1188">
                  <c:v>2.24845886</c:v>
                </c:pt>
                <c:pt idx="1189">
                  <c:v>2.25219727</c:v>
                </c:pt>
                <c:pt idx="1190">
                  <c:v>2.25593567</c:v>
                </c:pt>
                <c:pt idx="1191">
                  <c:v>2.25933838</c:v>
                </c:pt>
                <c:pt idx="1192">
                  <c:v>2.26387024</c:v>
                </c:pt>
                <c:pt idx="1193">
                  <c:v>2.26760864</c:v>
                </c:pt>
                <c:pt idx="1194">
                  <c:v>2.27103097</c:v>
                </c:pt>
                <c:pt idx="1195">
                  <c:v>2.27519008</c:v>
                </c:pt>
                <c:pt idx="1196">
                  <c:v>2.27859497</c:v>
                </c:pt>
                <c:pt idx="1197">
                  <c:v>2.28233119</c:v>
                </c:pt>
                <c:pt idx="1198">
                  <c:v>2.28652954</c:v>
                </c:pt>
                <c:pt idx="1199">
                  <c:v>2.29034424</c:v>
                </c:pt>
                <c:pt idx="1200">
                  <c:v>2.29415894</c:v>
                </c:pt>
                <c:pt idx="1201">
                  <c:v>2.29682922</c:v>
                </c:pt>
                <c:pt idx="1202">
                  <c:v>2.30100795</c:v>
                </c:pt>
                <c:pt idx="1203">
                  <c:v>2.30485317</c:v>
                </c:pt>
                <c:pt idx="1204">
                  <c:v>2.30979701</c:v>
                </c:pt>
                <c:pt idx="1205">
                  <c:v>2.31323242</c:v>
                </c:pt>
                <c:pt idx="1206">
                  <c:v>2.31628418</c:v>
                </c:pt>
                <c:pt idx="1207">
                  <c:v>2.32055664</c:v>
                </c:pt>
                <c:pt idx="1208">
                  <c:v>2.32470703</c:v>
                </c:pt>
                <c:pt idx="1209">
                  <c:v>2.32818604</c:v>
                </c:pt>
                <c:pt idx="1210">
                  <c:v>2.33278983</c:v>
                </c:pt>
                <c:pt idx="1211">
                  <c:v>2.33592878</c:v>
                </c:pt>
                <c:pt idx="1212">
                  <c:v>2.34016636</c:v>
                </c:pt>
                <c:pt idx="1213">
                  <c:v>2.34359741</c:v>
                </c:pt>
                <c:pt idx="1214">
                  <c:v>2.3474884</c:v>
                </c:pt>
                <c:pt idx="1215">
                  <c:v>2.35170201</c:v>
                </c:pt>
                <c:pt idx="1216">
                  <c:v>2.35515485</c:v>
                </c:pt>
                <c:pt idx="1217">
                  <c:v>2.35862732</c:v>
                </c:pt>
                <c:pt idx="1218">
                  <c:v>2.36331613</c:v>
                </c:pt>
                <c:pt idx="1219">
                  <c:v>2.36679077</c:v>
                </c:pt>
                <c:pt idx="1220">
                  <c:v>2.37060547</c:v>
                </c:pt>
                <c:pt idx="1221">
                  <c:v>2.37487793</c:v>
                </c:pt>
                <c:pt idx="1222">
                  <c:v>2.37800598</c:v>
                </c:pt>
                <c:pt idx="1223">
                  <c:v>2.38222831</c:v>
                </c:pt>
                <c:pt idx="1224">
                  <c:v>2.38609314</c:v>
                </c:pt>
                <c:pt idx="1225">
                  <c:v>2.38960484</c:v>
                </c:pt>
                <c:pt idx="1226">
                  <c:v>2.39384242</c:v>
                </c:pt>
                <c:pt idx="1227">
                  <c:v>2.39807129</c:v>
                </c:pt>
                <c:pt idx="1228">
                  <c:v>2.40119934</c:v>
                </c:pt>
                <c:pt idx="1229">
                  <c:v>2.40545654</c:v>
                </c:pt>
                <c:pt idx="1230">
                  <c:v>2.4092865</c:v>
                </c:pt>
                <c:pt idx="1231">
                  <c:v>2.41353934</c:v>
                </c:pt>
                <c:pt idx="1232">
                  <c:v>2.41706848</c:v>
                </c:pt>
                <c:pt idx="1233">
                  <c:v>2.42126465</c:v>
                </c:pt>
                <c:pt idx="1234">
                  <c:v>2.42515564</c:v>
                </c:pt>
                <c:pt idx="1235">
                  <c:v>2.42860631</c:v>
                </c:pt>
                <c:pt idx="1236">
                  <c:v>2.43284389</c:v>
                </c:pt>
                <c:pt idx="1237">
                  <c:v>2.43713379</c:v>
                </c:pt>
                <c:pt idx="1238">
                  <c:v>2.44018555</c:v>
                </c:pt>
                <c:pt idx="1239">
                  <c:v>2.4447719</c:v>
                </c:pt>
                <c:pt idx="1240">
                  <c:v>2.44667053</c:v>
                </c:pt>
                <c:pt idx="1241">
                  <c:v>2.45056152</c:v>
                </c:pt>
                <c:pt idx="1242">
                  <c:v>2.45475769</c:v>
                </c:pt>
                <c:pt idx="1243">
                  <c:v>2.46009827</c:v>
                </c:pt>
                <c:pt idx="1244">
                  <c:v>2.4639195</c:v>
                </c:pt>
                <c:pt idx="1245">
                  <c:v>2.46742249</c:v>
                </c:pt>
                <c:pt idx="1246">
                  <c:v>2.4708252</c:v>
                </c:pt>
                <c:pt idx="1247">
                  <c:v>2.47467041</c:v>
                </c:pt>
                <c:pt idx="1248">
                  <c:v>2.47848511</c:v>
                </c:pt>
                <c:pt idx="1249">
                  <c:v>2.48267473</c:v>
                </c:pt>
                <c:pt idx="1250">
                  <c:v>2.48725891</c:v>
                </c:pt>
                <c:pt idx="1251">
                  <c:v>2.48918806</c:v>
                </c:pt>
                <c:pt idx="1252">
                  <c:v>2.49412537</c:v>
                </c:pt>
                <c:pt idx="1253">
                  <c:v>2.49755859</c:v>
                </c:pt>
                <c:pt idx="1254">
                  <c:v>2.50137329</c:v>
                </c:pt>
                <c:pt idx="1255">
                  <c:v>2.50518799</c:v>
                </c:pt>
                <c:pt idx="1256">
                  <c:v>2.50938416</c:v>
                </c:pt>
                <c:pt idx="1257">
                  <c:v>2.51319885</c:v>
                </c:pt>
                <c:pt idx="1258">
                  <c:v>2.51665388</c:v>
                </c:pt>
                <c:pt idx="1259">
                  <c:v>2.52089146</c:v>
                </c:pt>
                <c:pt idx="1260">
                  <c:v>2.5246582</c:v>
                </c:pt>
                <c:pt idx="1261">
                  <c:v>2.52807617</c:v>
                </c:pt>
                <c:pt idx="1262">
                  <c:v>2.5315094</c:v>
                </c:pt>
                <c:pt idx="1263">
                  <c:v>2.5353241</c:v>
                </c:pt>
                <c:pt idx="1264">
                  <c:v>2.53913879</c:v>
                </c:pt>
                <c:pt idx="1265">
                  <c:v>2.54302107</c:v>
                </c:pt>
                <c:pt idx="1266">
                  <c:v>2.54678781</c:v>
                </c:pt>
                <c:pt idx="1267">
                  <c:v>2.55063302</c:v>
                </c:pt>
                <c:pt idx="1268">
                  <c:v>2.55409241</c:v>
                </c:pt>
                <c:pt idx="1269">
                  <c:v>2.55863735</c:v>
                </c:pt>
                <c:pt idx="1270">
                  <c:v>2.56210327</c:v>
                </c:pt>
                <c:pt idx="1271">
                  <c:v>2.56585693</c:v>
                </c:pt>
                <c:pt idx="1272">
                  <c:v>2.56970215</c:v>
                </c:pt>
                <c:pt idx="1273">
                  <c:v>2.57346889</c:v>
                </c:pt>
                <c:pt idx="1274">
                  <c:v>2.57770647</c:v>
                </c:pt>
                <c:pt idx="1275">
                  <c:v>2.58110046</c:v>
                </c:pt>
                <c:pt idx="1276">
                  <c:v>2.58491516</c:v>
                </c:pt>
                <c:pt idx="1277">
                  <c:v>2.58837891</c:v>
                </c:pt>
                <c:pt idx="1278">
                  <c:v>2.59216309</c:v>
                </c:pt>
                <c:pt idx="1279">
                  <c:v>2.59787423</c:v>
                </c:pt>
                <c:pt idx="1280">
                  <c:v>2.60093471</c:v>
                </c:pt>
                <c:pt idx="1281">
                  <c:v>2.60517229</c:v>
                </c:pt>
                <c:pt idx="1282">
                  <c:v>2.60856628</c:v>
                </c:pt>
                <c:pt idx="1283">
                  <c:v>2.61199951</c:v>
                </c:pt>
                <c:pt idx="1284">
                  <c:v>2.61543274</c:v>
                </c:pt>
                <c:pt idx="1285">
                  <c:v>2.6192191</c:v>
                </c:pt>
                <c:pt idx="1286">
                  <c:v>2.62420654</c:v>
                </c:pt>
                <c:pt idx="1287">
                  <c:v>2.6272583</c:v>
                </c:pt>
                <c:pt idx="1288">
                  <c:v>2.63145447</c:v>
                </c:pt>
                <c:pt idx="1289">
                  <c:v>2.63483538</c:v>
                </c:pt>
                <c:pt idx="1290">
                  <c:v>2.63789586</c:v>
                </c:pt>
                <c:pt idx="1291">
                  <c:v>2.64213344</c:v>
                </c:pt>
                <c:pt idx="1292">
                  <c:v>2.64590018</c:v>
                </c:pt>
                <c:pt idx="1293">
                  <c:v>2.64930725</c:v>
                </c:pt>
                <c:pt idx="1294">
                  <c:v>2.65390451</c:v>
                </c:pt>
                <c:pt idx="1295">
                  <c:v>2.65731812</c:v>
                </c:pt>
                <c:pt idx="1296">
                  <c:v>2.66073172</c:v>
                </c:pt>
                <c:pt idx="1297">
                  <c:v>2.66532898</c:v>
                </c:pt>
                <c:pt idx="1298">
                  <c:v>2.66873605</c:v>
                </c:pt>
                <c:pt idx="1299">
                  <c:v>2.67333984</c:v>
                </c:pt>
                <c:pt idx="1300">
                  <c:v>2.67715454</c:v>
                </c:pt>
                <c:pt idx="1301">
                  <c:v>2.6802063</c:v>
                </c:pt>
                <c:pt idx="1302">
                  <c:v>2.684021</c:v>
                </c:pt>
                <c:pt idx="1303">
                  <c:v>2.68821716</c:v>
                </c:pt>
                <c:pt idx="1304">
                  <c:v>2.69165039</c:v>
                </c:pt>
                <c:pt idx="1305">
                  <c:v>2.69615173</c:v>
                </c:pt>
                <c:pt idx="1306">
                  <c:v>2.69886998</c:v>
                </c:pt>
                <c:pt idx="1307">
                  <c:v>2.70225525</c:v>
                </c:pt>
                <c:pt idx="1308">
                  <c:v>2.70797729</c:v>
                </c:pt>
                <c:pt idx="1309">
                  <c:v>2.71179199</c:v>
                </c:pt>
                <c:pt idx="1310">
                  <c:v>2.71408081</c:v>
                </c:pt>
                <c:pt idx="1311">
                  <c:v>2.71786063</c:v>
                </c:pt>
                <c:pt idx="1312">
                  <c:v>2.72209167</c:v>
                </c:pt>
                <c:pt idx="1313">
                  <c:v>2.72664969</c:v>
                </c:pt>
                <c:pt idx="1314">
                  <c:v>2.73041643</c:v>
                </c:pt>
                <c:pt idx="1315">
                  <c:v>2.73384094</c:v>
                </c:pt>
                <c:pt idx="1316">
                  <c:v>2.73803711</c:v>
                </c:pt>
                <c:pt idx="1317">
                  <c:v>2.74148124</c:v>
                </c:pt>
                <c:pt idx="1318">
                  <c:v>2.74524798</c:v>
                </c:pt>
                <c:pt idx="1319">
                  <c:v>2.74986267</c:v>
                </c:pt>
                <c:pt idx="1320">
                  <c:v>2.7532523</c:v>
                </c:pt>
                <c:pt idx="1321">
                  <c:v>2.75672913</c:v>
                </c:pt>
                <c:pt idx="1322">
                  <c:v>2.76047189</c:v>
                </c:pt>
                <c:pt idx="1323">
                  <c:v>2.7643171</c:v>
                </c:pt>
                <c:pt idx="1324">
                  <c:v>2.76771545</c:v>
                </c:pt>
                <c:pt idx="1325">
                  <c:v>2.77191162</c:v>
                </c:pt>
                <c:pt idx="1326">
                  <c:v>2.77496338</c:v>
                </c:pt>
                <c:pt idx="1327">
                  <c:v>2.77870178</c:v>
                </c:pt>
                <c:pt idx="1328">
                  <c:v>2.78252302</c:v>
                </c:pt>
                <c:pt idx="1329">
                  <c:v>2.78823853</c:v>
                </c:pt>
                <c:pt idx="1330">
                  <c:v>2.7897644</c:v>
                </c:pt>
                <c:pt idx="1331">
                  <c:v>2.79586356</c:v>
                </c:pt>
                <c:pt idx="1332">
                  <c:v>2.79884556</c:v>
                </c:pt>
                <c:pt idx="1333">
                  <c:v>2.80190604</c:v>
                </c:pt>
                <c:pt idx="1334">
                  <c:v>2.80606515</c:v>
                </c:pt>
                <c:pt idx="1335">
                  <c:v>2.81028748</c:v>
                </c:pt>
                <c:pt idx="1336">
                  <c:v>2.81367711</c:v>
                </c:pt>
                <c:pt idx="1337">
                  <c:v>2.81783622</c:v>
                </c:pt>
                <c:pt idx="1338">
                  <c:v>2.82160296</c:v>
                </c:pt>
                <c:pt idx="1339">
                  <c:v>2.82544817</c:v>
                </c:pt>
                <c:pt idx="1340">
                  <c:v>2.82920837</c:v>
                </c:pt>
                <c:pt idx="1341">
                  <c:v>2.83302307</c:v>
                </c:pt>
                <c:pt idx="1342">
                  <c:v>2.8364345</c:v>
                </c:pt>
                <c:pt idx="1343">
                  <c:v>2.8401947</c:v>
                </c:pt>
                <c:pt idx="1344">
                  <c:v>2.8440094</c:v>
                </c:pt>
                <c:pt idx="1345">
                  <c:v>2.84742083</c:v>
                </c:pt>
                <c:pt idx="1346">
                  <c:v>2.85118103</c:v>
                </c:pt>
                <c:pt idx="1347">
                  <c:v>2.85499573</c:v>
                </c:pt>
                <c:pt idx="1348">
                  <c:v>2.85840716</c:v>
                </c:pt>
                <c:pt idx="1349">
                  <c:v>2.86369324</c:v>
                </c:pt>
                <c:pt idx="1350">
                  <c:v>2.86750793</c:v>
                </c:pt>
                <c:pt idx="1351">
                  <c:v>2.87132263</c:v>
                </c:pt>
                <c:pt idx="1352">
                  <c:v>2.87467957</c:v>
                </c:pt>
                <c:pt idx="1353">
                  <c:v>2.87849426</c:v>
                </c:pt>
                <c:pt idx="1354">
                  <c:v>2.88187081</c:v>
                </c:pt>
                <c:pt idx="1355">
                  <c:v>2.88566589</c:v>
                </c:pt>
                <c:pt idx="1356">
                  <c:v>2.8890904</c:v>
                </c:pt>
                <c:pt idx="1357">
                  <c:v>2.89245605</c:v>
                </c:pt>
                <c:pt idx="1358">
                  <c:v>2.8981781</c:v>
                </c:pt>
                <c:pt idx="1359">
                  <c:v>2.90156773</c:v>
                </c:pt>
                <c:pt idx="1360">
                  <c:v>2.903765</c:v>
                </c:pt>
                <c:pt idx="1361">
                  <c:v>2.9083252</c:v>
                </c:pt>
                <c:pt idx="1362">
                  <c:v>2.91169085</c:v>
                </c:pt>
                <c:pt idx="1363">
                  <c:v>2.91625977</c:v>
                </c:pt>
                <c:pt idx="1364">
                  <c:v>2.91999817</c:v>
                </c:pt>
                <c:pt idx="1365">
                  <c:v>2.92381287</c:v>
                </c:pt>
                <c:pt idx="1366">
                  <c:v>2.92715018</c:v>
                </c:pt>
                <c:pt idx="1367">
                  <c:v>2.9309082</c:v>
                </c:pt>
                <c:pt idx="1368">
                  <c:v>2.93507603</c:v>
                </c:pt>
                <c:pt idx="1369">
                  <c:v>2.93884277</c:v>
                </c:pt>
                <c:pt idx="1370">
                  <c:v>2.94258118</c:v>
                </c:pt>
                <c:pt idx="1371">
                  <c:v>2.94598389</c:v>
                </c:pt>
                <c:pt idx="1372">
                  <c:v>2.95013428</c:v>
                </c:pt>
                <c:pt idx="1373">
                  <c:v>2.95425415</c:v>
                </c:pt>
                <c:pt idx="1374">
                  <c:v>2.95767648</c:v>
                </c:pt>
                <c:pt idx="1375">
                  <c:v>2.95995222</c:v>
                </c:pt>
                <c:pt idx="1376">
                  <c:v>2.96403285</c:v>
                </c:pt>
                <c:pt idx="1377">
                  <c:v>2.96897888</c:v>
                </c:pt>
                <c:pt idx="1378">
                  <c:v>2.97309875</c:v>
                </c:pt>
                <c:pt idx="1379">
                  <c:v>2.97651018</c:v>
                </c:pt>
                <c:pt idx="1380">
                  <c:v>2.97800119</c:v>
                </c:pt>
                <c:pt idx="1381">
                  <c:v>2.99605015</c:v>
                </c:pt>
                <c:pt idx="1382">
                  <c:v>2.99789429</c:v>
                </c:pt>
                <c:pt idx="1383">
                  <c:v>3.00163269</c:v>
                </c:pt>
                <c:pt idx="1384">
                  <c:v>3.00617327</c:v>
                </c:pt>
                <c:pt idx="1385">
                  <c:v>3.00949097</c:v>
                </c:pt>
                <c:pt idx="1386">
                  <c:v>3.01322937</c:v>
                </c:pt>
                <c:pt idx="1387">
                  <c:v>3.01734924</c:v>
                </c:pt>
                <c:pt idx="1388">
                  <c:v>3.02108765</c:v>
                </c:pt>
                <c:pt idx="1389">
                  <c:v>3.0252424</c:v>
                </c:pt>
                <c:pt idx="1390">
                  <c:v>3.02932303</c:v>
                </c:pt>
                <c:pt idx="1391">
                  <c:v>3.03344727</c:v>
                </c:pt>
                <c:pt idx="1392">
                  <c:v>3.03685652</c:v>
                </c:pt>
                <c:pt idx="1393">
                  <c:v>3.0405426</c:v>
                </c:pt>
                <c:pt idx="1394">
                  <c:v>3.04391915</c:v>
                </c:pt>
                <c:pt idx="1395">
                  <c:v>3.04725647</c:v>
                </c:pt>
                <c:pt idx="1396">
                  <c:v>3.05106027</c:v>
                </c:pt>
                <c:pt idx="1397">
                  <c:v>3.05435181</c:v>
                </c:pt>
                <c:pt idx="1398">
                  <c:v>3.05812291</c:v>
                </c:pt>
                <c:pt idx="1399">
                  <c:v>3.06221008</c:v>
                </c:pt>
                <c:pt idx="1400">
                  <c:v>3.06557792</c:v>
                </c:pt>
                <c:pt idx="1401">
                  <c:v>3.06965855</c:v>
                </c:pt>
                <c:pt idx="1402">
                  <c:v>3.07342529</c:v>
                </c:pt>
                <c:pt idx="1403">
                  <c:v>3.0764073</c:v>
                </c:pt>
                <c:pt idx="1404">
                  <c:v>3.08048793</c:v>
                </c:pt>
                <c:pt idx="1405">
                  <c:v>3.08456421</c:v>
                </c:pt>
                <c:pt idx="1406">
                  <c:v>3.08872768</c:v>
                </c:pt>
                <c:pt idx="1407">
                  <c:v>3.09280831</c:v>
                </c:pt>
                <c:pt idx="1408">
                  <c:v>3.09649658</c:v>
                </c:pt>
                <c:pt idx="1409">
                  <c:v>3.10028076</c:v>
                </c:pt>
                <c:pt idx="1410">
                  <c:v>3.10394287</c:v>
                </c:pt>
                <c:pt idx="1411">
                  <c:v>3.10732596</c:v>
                </c:pt>
                <c:pt idx="1412">
                  <c:v>3.1114066</c:v>
                </c:pt>
                <c:pt idx="1413">
                  <c:v>3.11368234</c:v>
                </c:pt>
                <c:pt idx="1414">
                  <c:v>3.11737061</c:v>
                </c:pt>
                <c:pt idx="1415">
                  <c:v>3.12145124</c:v>
                </c:pt>
                <c:pt idx="1416">
                  <c:v>3.126297</c:v>
                </c:pt>
                <c:pt idx="1417">
                  <c:v>3.1300354</c:v>
                </c:pt>
                <c:pt idx="1418">
                  <c:v>3.13415527</c:v>
                </c:pt>
                <c:pt idx="1419">
                  <c:v>3.1363678</c:v>
                </c:pt>
                <c:pt idx="1420">
                  <c:v>3.13973563</c:v>
                </c:pt>
                <c:pt idx="1421">
                  <c:v>3.14422607</c:v>
                </c:pt>
                <c:pt idx="1422">
                  <c:v>3.14796448</c:v>
                </c:pt>
                <c:pt idx="1423">
                  <c:v>3.15127128</c:v>
                </c:pt>
                <c:pt idx="1424">
                  <c:v>3.15543039</c:v>
                </c:pt>
                <c:pt idx="1425">
                  <c:v>3.15990339</c:v>
                </c:pt>
                <c:pt idx="1426">
                  <c:v>3.16322327</c:v>
                </c:pt>
                <c:pt idx="1427">
                  <c:v>3.16581726</c:v>
                </c:pt>
                <c:pt idx="1428">
                  <c:v>3.17108154</c:v>
                </c:pt>
                <c:pt idx="1429">
                  <c:v>3.17481995</c:v>
                </c:pt>
                <c:pt idx="1430">
                  <c:v>3.17701067</c:v>
                </c:pt>
                <c:pt idx="1431">
                  <c:v>3.18077741</c:v>
                </c:pt>
                <c:pt idx="1432">
                  <c:v>3.18446568</c:v>
                </c:pt>
                <c:pt idx="1433">
                  <c:v>3.18862479</c:v>
                </c:pt>
                <c:pt idx="1434">
                  <c:v>3.19231306</c:v>
                </c:pt>
                <c:pt idx="1435">
                  <c:v>3.1960798</c:v>
                </c:pt>
                <c:pt idx="1436">
                  <c:v>3.20016044</c:v>
                </c:pt>
                <c:pt idx="1437">
                  <c:v>3.20350647</c:v>
                </c:pt>
                <c:pt idx="1438">
                  <c:v>3.20690918</c:v>
                </c:pt>
                <c:pt idx="1439">
                  <c:v>3.21098982</c:v>
                </c:pt>
                <c:pt idx="1440">
                  <c:v>3.21434021</c:v>
                </c:pt>
                <c:pt idx="1441">
                  <c:v>3.21960449</c:v>
                </c:pt>
                <c:pt idx="1442">
                  <c:v>3.2218192</c:v>
                </c:pt>
                <c:pt idx="1443">
                  <c:v>3.22558594</c:v>
                </c:pt>
                <c:pt idx="1444">
                  <c:v>3.23084368</c:v>
                </c:pt>
                <c:pt idx="1445">
                  <c:v>3.23455811</c:v>
                </c:pt>
                <c:pt idx="1446">
                  <c:v>3.23869106</c:v>
                </c:pt>
                <c:pt idx="1447">
                  <c:v>3.24203491</c:v>
                </c:pt>
                <c:pt idx="1448">
                  <c:v>3.24462891</c:v>
                </c:pt>
                <c:pt idx="1449">
                  <c:v>3.24952044</c:v>
                </c:pt>
                <c:pt idx="1450">
                  <c:v>3.25141907</c:v>
                </c:pt>
                <c:pt idx="1451">
                  <c:v>3.25630188</c:v>
                </c:pt>
                <c:pt idx="1452">
                  <c:v>3.26042829</c:v>
                </c:pt>
                <c:pt idx="1453">
                  <c:v>3.26411656</c:v>
                </c:pt>
                <c:pt idx="1454">
                  <c:v>3.26789856</c:v>
                </c:pt>
                <c:pt idx="1455">
                  <c:v>3.27163696</c:v>
                </c:pt>
                <c:pt idx="1456">
                  <c:v>3.27502441</c:v>
                </c:pt>
                <c:pt idx="1457">
                  <c:v>3.27949524</c:v>
                </c:pt>
                <c:pt idx="1458">
                  <c:v>3.28138079</c:v>
                </c:pt>
                <c:pt idx="1459">
                  <c:v>3.28514753</c:v>
                </c:pt>
                <c:pt idx="1460">
                  <c:v>3.28964233</c:v>
                </c:pt>
                <c:pt idx="1461">
                  <c:v>3.29299491</c:v>
                </c:pt>
                <c:pt idx="1462">
                  <c:v>3.29711914</c:v>
                </c:pt>
                <c:pt idx="1463">
                  <c:v>3.30123901</c:v>
                </c:pt>
                <c:pt idx="1464">
                  <c:v>3.30497742</c:v>
                </c:pt>
                <c:pt idx="1465">
                  <c:v>3.30916051</c:v>
                </c:pt>
                <c:pt idx="1466">
                  <c:v>3.31253488</c:v>
                </c:pt>
                <c:pt idx="1467">
                  <c:v>3.31622314</c:v>
                </c:pt>
                <c:pt idx="1468">
                  <c:v>3.32038879</c:v>
                </c:pt>
                <c:pt idx="1469">
                  <c:v>3.324149</c:v>
                </c:pt>
                <c:pt idx="1470">
                  <c:v>3.32783726</c:v>
                </c:pt>
                <c:pt idx="1471">
                  <c:v>3.33122253</c:v>
                </c:pt>
                <c:pt idx="1472">
                  <c:v>3.33497838</c:v>
                </c:pt>
                <c:pt idx="1473">
                  <c:v>3.33874512</c:v>
                </c:pt>
                <c:pt idx="1474">
                  <c:v>3.34243774</c:v>
                </c:pt>
                <c:pt idx="1475">
                  <c:v>3.34617615</c:v>
                </c:pt>
                <c:pt idx="1476">
                  <c:v>3.34915161</c:v>
                </c:pt>
                <c:pt idx="1477">
                  <c:v>3.35327148</c:v>
                </c:pt>
                <c:pt idx="1478">
                  <c:v>3.35700989</c:v>
                </c:pt>
                <c:pt idx="1479">
                  <c:v>3.36006165</c:v>
                </c:pt>
                <c:pt idx="1480">
                  <c:v>3.36380005</c:v>
                </c:pt>
                <c:pt idx="1481">
                  <c:v>3.36903599</c:v>
                </c:pt>
                <c:pt idx="1482">
                  <c:v>3.37310791</c:v>
                </c:pt>
                <c:pt idx="1483">
                  <c:v>3.37532043</c:v>
                </c:pt>
                <c:pt idx="1484">
                  <c:v>3.38096619</c:v>
                </c:pt>
                <c:pt idx="1485">
                  <c:v>3.38394165</c:v>
                </c:pt>
                <c:pt idx="1486">
                  <c:v>3.38802665</c:v>
                </c:pt>
                <c:pt idx="1487">
                  <c:v>3.39179993</c:v>
                </c:pt>
                <c:pt idx="1488">
                  <c:v>3.39516776</c:v>
                </c:pt>
                <c:pt idx="1489">
                  <c:v>3.3992484</c:v>
                </c:pt>
                <c:pt idx="1490">
                  <c:v>3.40301514</c:v>
                </c:pt>
                <c:pt idx="1491">
                  <c:v>3.40599714</c:v>
                </c:pt>
                <c:pt idx="1492">
                  <c:v>3.409729</c:v>
                </c:pt>
                <c:pt idx="1493">
                  <c:v>3.41313825</c:v>
                </c:pt>
                <c:pt idx="1494">
                  <c:v>3.41644287</c:v>
                </c:pt>
                <c:pt idx="1495">
                  <c:v>3.42056274</c:v>
                </c:pt>
                <c:pt idx="1496">
                  <c:v>3.4246739</c:v>
                </c:pt>
                <c:pt idx="1497">
                  <c:v>3.42880249</c:v>
                </c:pt>
                <c:pt idx="1498">
                  <c:v>3.43254089</c:v>
                </c:pt>
                <c:pt idx="1499">
                  <c:v>3.43513489</c:v>
                </c:pt>
                <c:pt idx="1500">
                  <c:v>3.43856376</c:v>
                </c:pt>
                <c:pt idx="1501">
                  <c:v>3.44413757</c:v>
                </c:pt>
                <c:pt idx="1502">
                  <c:v>3.44790213</c:v>
                </c:pt>
                <c:pt idx="1503">
                  <c:v>3.45123291</c:v>
                </c:pt>
                <c:pt idx="1504">
                  <c:v>3.45497131</c:v>
                </c:pt>
                <c:pt idx="1505">
                  <c:v>3.45909119</c:v>
                </c:pt>
                <c:pt idx="1506">
                  <c:v>3.46282959</c:v>
                </c:pt>
                <c:pt idx="1507">
                  <c:v>3.46618652</c:v>
                </c:pt>
                <c:pt idx="1508">
                  <c:v>3.4695609</c:v>
                </c:pt>
                <c:pt idx="1509">
                  <c:v>3.47297668</c:v>
                </c:pt>
                <c:pt idx="1510">
                  <c:v>3.47747803</c:v>
                </c:pt>
                <c:pt idx="1511">
                  <c:v>3.48078265</c:v>
                </c:pt>
                <c:pt idx="1512">
                  <c:v>3.4853363</c:v>
                </c:pt>
                <c:pt idx="1513">
                  <c:v>3.48831177</c:v>
                </c:pt>
                <c:pt idx="1514">
                  <c:v>3.49243164</c:v>
                </c:pt>
                <c:pt idx="1515">
                  <c:v>3.49617004</c:v>
                </c:pt>
                <c:pt idx="1516">
                  <c:v>3.49914551</c:v>
                </c:pt>
                <c:pt idx="1517">
                  <c:v>3.50334167</c:v>
                </c:pt>
                <c:pt idx="1518">
                  <c:v>3.50746373</c:v>
                </c:pt>
                <c:pt idx="1519">
                  <c:v>3.51081848</c:v>
                </c:pt>
                <c:pt idx="1520">
                  <c:v>3.51421247</c:v>
                </c:pt>
                <c:pt idx="1521">
                  <c:v>3.5194397</c:v>
                </c:pt>
                <c:pt idx="1522">
                  <c:v>3.52088928</c:v>
                </c:pt>
                <c:pt idx="1523">
                  <c:v>3.52653285</c:v>
                </c:pt>
                <c:pt idx="1524">
                  <c:v>3.53027344</c:v>
                </c:pt>
                <c:pt idx="1525">
                  <c:v>3.53401184</c:v>
                </c:pt>
                <c:pt idx="1526">
                  <c:v>3.53775024</c:v>
                </c:pt>
                <c:pt idx="1527">
                  <c:v>3.54194641</c:v>
                </c:pt>
                <c:pt idx="1528">
                  <c:v>3.54379708</c:v>
                </c:pt>
                <c:pt idx="1529">
                  <c:v>3.54789734</c:v>
                </c:pt>
                <c:pt idx="1530">
                  <c:v>3.55274309</c:v>
                </c:pt>
                <c:pt idx="1531">
                  <c:v>3.55499268</c:v>
                </c:pt>
                <c:pt idx="1532">
                  <c:v>3.55873108</c:v>
                </c:pt>
                <c:pt idx="1533">
                  <c:v>3.56247384</c:v>
                </c:pt>
                <c:pt idx="1534">
                  <c:v>3.56773158</c:v>
                </c:pt>
                <c:pt idx="1535">
                  <c:v>3.57147217</c:v>
                </c:pt>
                <c:pt idx="1536">
                  <c:v>3.5748727</c:v>
                </c:pt>
                <c:pt idx="1537">
                  <c:v>3.57863944</c:v>
                </c:pt>
                <c:pt idx="1538">
                  <c:v>3.5823822</c:v>
                </c:pt>
                <c:pt idx="1539">
                  <c:v>3.58612061</c:v>
                </c:pt>
                <c:pt idx="1540">
                  <c:v>3.58909607</c:v>
                </c:pt>
                <c:pt idx="1541">
                  <c:v>3.59362793</c:v>
                </c:pt>
                <c:pt idx="1542">
                  <c:v>3.59660993</c:v>
                </c:pt>
                <c:pt idx="1543">
                  <c:v>3.60107422</c:v>
                </c:pt>
                <c:pt idx="1544">
                  <c:v>3.60445731</c:v>
                </c:pt>
                <c:pt idx="1545">
                  <c:v>3.60786438</c:v>
                </c:pt>
                <c:pt idx="1546">
                  <c:v>3.61230469</c:v>
                </c:pt>
                <c:pt idx="1547">
                  <c:v>3.61607143</c:v>
                </c:pt>
                <c:pt idx="1548">
                  <c:v>3.61946106</c:v>
                </c:pt>
                <c:pt idx="1549">
                  <c:v>3.62321254</c:v>
                </c:pt>
                <c:pt idx="1550">
                  <c:v>3.62690081</c:v>
                </c:pt>
                <c:pt idx="1551">
                  <c:v>3.6302948</c:v>
                </c:pt>
                <c:pt idx="1552">
                  <c:v>3.63441467</c:v>
                </c:pt>
                <c:pt idx="1553">
                  <c:v>3.63815308</c:v>
                </c:pt>
                <c:pt idx="1554">
                  <c:v>3.64149693</c:v>
                </c:pt>
                <c:pt idx="1555">
                  <c:v>3.64565604</c:v>
                </c:pt>
                <c:pt idx="1556">
                  <c:v>3.64863804</c:v>
                </c:pt>
                <c:pt idx="1557">
                  <c:v>3.65389579</c:v>
                </c:pt>
                <c:pt idx="1558">
                  <c:v>3.65760803</c:v>
                </c:pt>
                <c:pt idx="1559">
                  <c:v>3.66134644</c:v>
                </c:pt>
                <c:pt idx="1560">
                  <c:v>3.66472517</c:v>
                </c:pt>
                <c:pt idx="1561">
                  <c:v>3.66888428</c:v>
                </c:pt>
                <c:pt idx="1562">
                  <c:v>3.67073059</c:v>
                </c:pt>
                <c:pt idx="1563">
                  <c:v>3.67637634</c:v>
                </c:pt>
                <c:pt idx="1564">
                  <c:v>3.68011475</c:v>
                </c:pt>
                <c:pt idx="1565">
                  <c:v>3.6834804</c:v>
                </c:pt>
                <c:pt idx="1566">
                  <c:v>3.68721008</c:v>
                </c:pt>
                <c:pt idx="1567">
                  <c:v>3.69018555</c:v>
                </c:pt>
                <c:pt idx="1568">
                  <c:v>3.69399588</c:v>
                </c:pt>
                <c:pt idx="1569">
                  <c:v>3.69880676</c:v>
                </c:pt>
                <c:pt idx="1570">
                  <c:v>3.70109558</c:v>
                </c:pt>
                <c:pt idx="1571">
                  <c:v>3.70674133</c:v>
                </c:pt>
                <c:pt idx="1572">
                  <c:v>3.71008301</c:v>
                </c:pt>
                <c:pt idx="1573">
                  <c:v>3.71416364</c:v>
                </c:pt>
                <c:pt idx="1574">
                  <c:v>3.71757507</c:v>
                </c:pt>
                <c:pt idx="1575">
                  <c:v>3.72131348</c:v>
                </c:pt>
                <c:pt idx="1576">
                  <c:v>3.7235805</c:v>
                </c:pt>
                <c:pt idx="1577">
                  <c:v>3.72883824</c:v>
                </c:pt>
                <c:pt idx="1578">
                  <c:v>3.73103551</c:v>
                </c:pt>
                <c:pt idx="1579">
                  <c:v>3.73558044</c:v>
                </c:pt>
                <c:pt idx="1580">
                  <c:v>3.73896136</c:v>
                </c:pt>
                <c:pt idx="1581">
                  <c:v>3.74229431</c:v>
                </c:pt>
                <c:pt idx="1582">
                  <c:v>3.74680873</c:v>
                </c:pt>
                <c:pt idx="1583">
                  <c:v>3.75015259</c:v>
                </c:pt>
                <c:pt idx="1584">
                  <c:v>3.75427246</c:v>
                </c:pt>
                <c:pt idx="1585">
                  <c:v>3.75801086</c:v>
                </c:pt>
                <c:pt idx="1586">
                  <c:v>3.76140485</c:v>
                </c:pt>
                <c:pt idx="1587">
                  <c:v>3.76625061</c:v>
                </c:pt>
                <c:pt idx="1588">
                  <c:v>3.76854597</c:v>
                </c:pt>
                <c:pt idx="1589">
                  <c:v>3.77223424</c:v>
                </c:pt>
                <c:pt idx="1590">
                  <c:v>3.77601624</c:v>
                </c:pt>
                <c:pt idx="1591">
                  <c:v>3.78128052</c:v>
                </c:pt>
                <c:pt idx="1592">
                  <c:v>3.78314209</c:v>
                </c:pt>
                <c:pt idx="1593">
                  <c:v>3.78913879</c:v>
                </c:pt>
                <c:pt idx="1594">
                  <c:v>3.79058838</c:v>
                </c:pt>
                <c:pt idx="1595">
                  <c:v>3.7966156</c:v>
                </c:pt>
                <c:pt idx="1596">
                  <c:v>3.79844448</c:v>
                </c:pt>
                <c:pt idx="1597">
                  <c:v>3.80252511</c:v>
                </c:pt>
                <c:pt idx="1598">
                  <c:v>3.80744934</c:v>
                </c:pt>
                <c:pt idx="1599">
                  <c:v>3.81156921</c:v>
                </c:pt>
                <c:pt idx="1600">
                  <c:v>3.81492397</c:v>
                </c:pt>
                <c:pt idx="1601">
                  <c:v>3.81861223</c:v>
                </c:pt>
                <c:pt idx="1602">
                  <c:v>3.82198661</c:v>
                </c:pt>
                <c:pt idx="1603">
                  <c:v>3.82575335</c:v>
                </c:pt>
                <c:pt idx="1604">
                  <c:v>3.82952009</c:v>
                </c:pt>
                <c:pt idx="1605">
                  <c:v>3.83323669</c:v>
                </c:pt>
                <c:pt idx="1606">
                  <c:v>3.8369751</c:v>
                </c:pt>
                <c:pt idx="1607">
                  <c:v>3.84034947</c:v>
                </c:pt>
                <c:pt idx="1608">
                  <c:v>3.84443011</c:v>
                </c:pt>
                <c:pt idx="1609">
                  <c:v>3.84780884</c:v>
                </c:pt>
                <c:pt idx="1610">
                  <c:v>3.85188511</c:v>
                </c:pt>
                <c:pt idx="1611">
                  <c:v>3.85604422</c:v>
                </c:pt>
                <c:pt idx="1612">
                  <c:v>3.85940552</c:v>
                </c:pt>
                <c:pt idx="1613">
                  <c:v>3.86314392</c:v>
                </c:pt>
                <c:pt idx="1614">
                  <c:v>3.8668736</c:v>
                </c:pt>
                <c:pt idx="1615">
                  <c:v>3.87064035</c:v>
                </c:pt>
                <c:pt idx="1616">
                  <c:v>3.87397766</c:v>
                </c:pt>
                <c:pt idx="1617">
                  <c:v>3.87770299</c:v>
                </c:pt>
                <c:pt idx="1618">
                  <c:v>3.881073</c:v>
                </c:pt>
                <c:pt idx="1619">
                  <c:v>3.88515799</c:v>
                </c:pt>
                <c:pt idx="1620">
                  <c:v>3.88969421</c:v>
                </c:pt>
                <c:pt idx="1621">
                  <c:v>3.89343262</c:v>
                </c:pt>
                <c:pt idx="1622">
                  <c:v>3.89717102</c:v>
                </c:pt>
                <c:pt idx="1623">
                  <c:v>3.90090942</c:v>
                </c:pt>
                <c:pt idx="1624">
                  <c:v>3.90461949</c:v>
                </c:pt>
                <c:pt idx="1625">
                  <c:v>3.90689523</c:v>
                </c:pt>
                <c:pt idx="1626">
                  <c:v>3.9120745</c:v>
                </c:pt>
                <c:pt idx="1627">
                  <c:v>3.91623361</c:v>
                </c:pt>
                <c:pt idx="1628">
                  <c:v>3.91807556</c:v>
                </c:pt>
                <c:pt idx="1629">
                  <c:v>3.92219543</c:v>
                </c:pt>
                <c:pt idx="1630">
                  <c:v>3.92557199</c:v>
                </c:pt>
                <c:pt idx="1631">
                  <c:v>3.93075126</c:v>
                </c:pt>
                <c:pt idx="1632">
                  <c:v>3.93447876</c:v>
                </c:pt>
                <c:pt idx="1633">
                  <c:v>3.9378139</c:v>
                </c:pt>
                <c:pt idx="1634">
                  <c:v>3.94119263</c:v>
                </c:pt>
                <c:pt idx="1635">
                  <c:v>3.94495501</c:v>
                </c:pt>
                <c:pt idx="1636">
                  <c:v>3.94828796</c:v>
                </c:pt>
                <c:pt idx="1637">
                  <c:v>3.95162528</c:v>
                </c:pt>
                <c:pt idx="1638">
                  <c:v>3.95719692</c:v>
                </c:pt>
                <c:pt idx="1639">
                  <c:v>3.96057129</c:v>
                </c:pt>
                <c:pt idx="1640">
                  <c:v>3.96430969</c:v>
                </c:pt>
                <c:pt idx="1641">
                  <c:v>3.9680263</c:v>
                </c:pt>
                <c:pt idx="1642">
                  <c:v>3.97171456</c:v>
                </c:pt>
                <c:pt idx="1643">
                  <c:v>3.97506714</c:v>
                </c:pt>
                <c:pt idx="1644">
                  <c:v>3.97880554</c:v>
                </c:pt>
                <c:pt idx="1645">
                  <c:v>3.98216248</c:v>
                </c:pt>
                <c:pt idx="1646">
                  <c:v>3.98590088</c:v>
                </c:pt>
                <c:pt idx="1647">
                  <c:v>3.98963928</c:v>
                </c:pt>
                <c:pt idx="1648">
                  <c:v>3.99368286</c:v>
                </c:pt>
                <c:pt idx="1649">
                  <c:v>3.99784633</c:v>
                </c:pt>
                <c:pt idx="1650">
                  <c:v>4.00115967</c:v>
                </c:pt>
                <c:pt idx="1651">
                  <c:v>4.00527954</c:v>
                </c:pt>
                <c:pt idx="1652">
                  <c:v>4.00894165</c:v>
                </c:pt>
                <c:pt idx="1653">
                  <c:v>4.01236398</c:v>
                </c:pt>
                <c:pt idx="1654">
                  <c:v>4.01644461</c:v>
                </c:pt>
                <c:pt idx="1655">
                  <c:v>4.02013288</c:v>
                </c:pt>
                <c:pt idx="1656">
                  <c:v>4.02351379</c:v>
                </c:pt>
                <c:pt idx="1657">
                  <c:v>4.02719552</c:v>
                </c:pt>
                <c:pt idx="1658">
                  <c:v>4.03129578</c:v>
                </c:pt>
                <c:pt idx="1659">
                  <c:v>4.03503418</c:v>
                </c:pt>
                <c:pt idx="1660">
                  <c:v>4.03724016</c:v>
                </c:pt>
                <c:pt idx="1661">
                  <c:v>4.04098511</c:v>
                </c:pt>
                <c:pt idx="1662">
                  <c:v>4.0461731</c:v>
                </c:pt>
                <c:pt idx="1663">
                  <c:v>4.04987232</c:v>
                </c:pt>
                <c:pt idx="1664">
                  <c:v>4.0528416</c:v>
                </c:pt>
                <c:pt idx="1665">
                  <c:v>4.05662743</c:v>
                </c:pt>
                <c:pt idx="1666">
                  <c:v>4.06028748</c:v>
                </c:pt>
                <c:pt idx="1667">
                  <c:v>4.06402588</c:v>
                </c:pt>
                <c:pt idx="1668">
                  <c:v>4.06739106</c:v>
                </c:pt>
                <c:pt idx="1669">
                  <c:v>4.07147382</c:v>
                </c:pt>
                <c:pt idx="1670">
                  <c:v>4.07478333</c:v>
                </c:pt>
                <c:pt idx="1671">
                  <c:v>4.07852173</c:v>
                </c:pt>
                <c:pt idx="1672">
                  <c:v>4.0826416</c:v>
                </c:pt>
                <c:pt idx="1673">
                  <c:v>4.08630371</c:v>
                </c:pt>
                <c:pt idx="1674">
                  <c:v>4.08966064</c:v>
                </c:pt>
                <c:pt idx="1675">
                  <c:v>4.09492493</c:v>
                </c:pt>
                <c:pt idx="1676">
                  <c:v>4.09671268</c:v>
                </c:pt>
                <c:pt idx="1677">
                  <c:v>4.10011292</c:v>
                </c:pt>
                <c:pt idx="1678">
                  <c:v>4.10458127</c:v>
                </c:pt>
                <c:pt idx="1679">
                  <c:v>4.10942078</c:v>
                </c:pt>
                <c:pt idx="1680">
                  <c:v>4.11126214</c:v>
                </c:pt>
                <c:pt idx="1681">
                  <c:v>4.11720276</c:v>
                </c:pt>
                <c:pt idx="1682">
                  <c:v>4.12054113</c:v>
                </c:pt>
                <c:pt idx="1683">
                  <c:v>4.12425273</c:v>
                </c:pt>
                <c:pt idx="1684">
                  <c:v>4.12685085</c:v>
                </c:pt>
                <c:pt idx="1685">
                  <c:v>4.13056245</c:v>
                </c:pt>
                <c:pt idx="1686">
                  <c:v>4.13471944</c:v>
                </c:pt>
                <c:pt idx="1687">
                  <c:v>4.13843103</c:v>
                </c:pt>
                <c:pt idx="1688">
                  <c:v>4.14214263</c:v>
                </c:pt>
                <c:pt idx="1689">
                  <c:v>4.14622539</c:v>
                </c:pt>
                <c:pt idx="1690">
                  <c:v>4.14955139</c:v>
                </c:pt>
                <c:pt idx="1691">
                  <c:v>4.15367126</c:v>
                </c:pt>
                <c:pt idx="1692">
                  <c:v>4.15773134</c:v>
                </c:pt>
                <c:pt idx="1693">
                  <c:v>4.1599583</c:v>
                </c:pt>
                <c:pt idx="1694">
                  <c:v>4.16366577</c:v>
                </c:pt>
                <c:pt idx="1695">
                  <c:v>4.16740417</c:v>
                </c:pt>
                <c:pt idx="1696">
                  <c:v>4.17259216</c:v>
                </c:pt>
                <c:pt idx="1697">
                  <c:v>4.17487892</c:v>
                </c:pt>
                <c:pt idx="1698">
                  <c:v>4.18045044</c:v>
                </c:pt>
                <c:pt idx="1699">
                  <c:v>4.18230211</c:v>
                </c:pt>
                <c:pt idx="1700">
                  <c:v>4.1860199</c:v>
                </c:pt>
                <c:pt idx="1701">
                  <c:v>4.18968201</c:v>
                </c:pt>
                <c:pt idx="1702">
                  <c:v>4.19380807</c:v>
                </c:pt>
                <c:pt idx="1703">
                  <c:v>4.19789082</c:v>
                </c:pt>
                <c:pt idx="1704">
                  <c:v>4.20160242</c:v>
                </c:pt>
                <c:pt idx="1705">
                  <c:v>4.20531402</c:v>
                </c:pt>
                <c:pt idx="1706">
                  <c:v>4.20939677</c:v>
                </c:pt>
                <c:pt idx="1707">
                  <c:v>4.21348572</c:v>
                </c:pt>
                <c:pt idx="1708">
                  <c:v>4.21681997</c:v>
                </c:pt>
                <c:pt idx="1709">
                  <c:v>4.2212677</c:v>
                </c:pt>
                <c:pt idx="1710">
                  <c:v>4.2250061</c:v>
                </c:pt>
                <c:pt idx="1711">
                  <c:v>4.22832592</c:v>
                </c:pt>
                <c:pt idx="1712">
                  <c:v>4.23202515</c:v>
                </c:pt>
                <c:pt idx="1713">
                  <c:v>4.23500061</c:v>
                </c:pt>
                <c:pt idx="1714">
                  <c:v>4.23834723</c:v>
                </c:pt>
                <c:pt idx="1715">
                  <c:v>4.24278259</c:v>
                </c:pt>
                <c:pt idx="1716">
                  <c:v>4.24680968</c:v>
                </c:pt>
                <c:pt idx="1717">
                  <c:v>4.25052127</c:v>
                </c:pt>
                <c:pt idx="1718">
                  <c:v>4.25423287</c:v>
                </c:pt>
                <c:pt idx="1719">
                  <c:v>4.25831563</c:v>
                </c:pt>
                <c:pt idx="1720">
                  <c:v>4.2616272</c:v>
                </c:pt>
                <c:pt idx="1721">
                  <c:v>4.26574707</c:v>
                </c:pt>
                <c:pt idx="1722">
                  <c:v>4.26759462</c:v>
                </c:pt>
                <c:pt idx="1723">
                  <c:v>4.27271663</c:v>
                </c:pt>
                <c:pt idx="1724">
                  <c:v>4.27642822</c:v>
                </c:pt>
                <c:pt idx="1725">
                  <c:v>4.27976866</c:v>
                </c:pt>
                <c:pt idx="1726">
                  <c:v>4.28348026</c:v>
                </c:pt>
                <c:pt idx="1727">
                  <c:v>4.28794861</c:v>
                </c:pt>
                <c:pt idx="1728">
                  <c:v>4.29161072</c:v>
                </c:pt>
                <c:pt idx="1729">
                  <c:v>4.29491198</c:v>
                </c:pt>
                <c:pt idx="1730">
                  <c:v>4.29718018</c:v>
                </c:pt>
                <c:pt idx="1731">
                  <c:v>4.30122169</c:v>
                </c:pt>
                <c:pt idx="1732">
                  <c:v>4.30456213</c:v>
                </c:pt>
                <c:pt idx="1733">
                  <c:v>4.30975837</c:v>
                </c:pt>
                <c:pt idx="1734">
                  <c:v>4.31376689</c:v>
                </c:pt>
                <c:pt idx="1735">
                  <c:v>4.3170929</c:v>
                </c:pt>
                <c:pt idx="1736">
                  <c:v>4.31933429</c:v>
                </c:pt>
                <c:pt idx="1737">
                  <c:v>4.32342529</c:v>
                </c:pt>
                <c:pt idx="1738">
                  <c:v>4.32785034</c:v>
                </c:pt>
                <c:pt idx="1739">
                  <c:v>4.33189392</c:v>
                </c:pt>
                <c:pt idx="1740">
                  <c:v>4.33596224</c:v>
                </c:pt>
                <c:pt idx="1741">
                  <c:v>4.33929443</c:v>
                </c:pt>
                <c:pt idx="1742">
                  <c:v>4.34333801</c:v>
                </c:pt>
                <c:pt idx="1743">
                  <c:v>4.34672588</c:v>
                </c:pt>
                <c:pt idx="1744">
                  <c:v>4.35036324</c:v>
                </c:pt>
                <c:pt idx="1745">
                  <c:v>4.35409546</c:v>
                </c:pt>
                <c:pt idx="1746">
                  <c:v>4.35775757</c:v>
                </c:pt>
                <c:pt idx="1747">
                  <c:v>4.36149597</c:v>
                </c:pt>
                <c:pt idx="1748">
                  <c:v>4.36372499</c:v>
                </c:pt>
                <c:pt idx="1749">
                  <c:v>4.36743659</c:v>
                </c:pt>
                <c:pt idx="1750">
                  <c:v>4.37107395</c:v>
                </c:pt>
                <c:pt idx="1751">
                  <c:v>4.37478555</c:v>
                </c:pt>
                <c:pt idx="1752">
                  <c:v>4.38035295</c:v>
                </c:pt>
                <c:pt idx="1753">
                  <c:v>4.38406455</c:v>
                </c:pt>
                <c:pt idx="1754">
                  <c:v>4.38554918</c:v>
                </c:pt>
                <c:pt idx="1755">
                  <c:v>4.38995361</c:v>
                </c:pt>
                <c:pt idx="1756">
                  <c:v>4.39361572</c:v>
                </c:pt>
                <c:pt idx="1757">
                  <c:v>4.39735206</c:v>
                </c:pt>
                <c:pt idx="1758">
                  <c:v>4.40106366</c:v>
                </c:pt>
                <c:pt idx="1759">
                  <c:v>4.40582275</c:v>
                </c:pt>
                <c:pt idx="1760">
                  <c:v>4.40915494</c:v>
                </c:pt>
                <c:pt idx="1761">
                  <c:v>4.4128418</c:v>
                </c:pt>
                <c:pt idx="1762">
                  <c:v>4.4169493</c:v>
                </c:pt>
                <c:pt idx="1763">
                  <c:v>4.41879272</c:v>
                </c:pt>
                <c:pt idx="1764">
                  <c:v>4.42318478</c:v>
                </c:pt>
                <c:pt idx="1765">
                  <c:v>4.42726135</c:v>
                </c:pt>
                <c:pt idx="1766">
                  <c:v>4.43060798</c:v>
                </c:pt>
                <c:pt idx="1767">
                  <c:v>4.4346165</c:v>
                </c:pt>
                <c:pt idx="1768">
                  <c:v>4.4383281</c:v>
                </c:pt>
                <c:pt idx="1769">
                  <c:v>4.44168091</c:v>
                </c:pt>
                <c:pt idx="1770">
                  <c:v>4.44538013</c:v>
                </c:pt>
                <c:pt idx="1771">
                  <c:v>4.4493866</c:v>
                </c:pt>
                <c:pt idx="1772">
                  <c:v>4.4527291</c:v>
                </c:pt>
                <c:pt idx="1773">
                  <c:v>4.45681185</c:v>
                </c:pt>
                <c:pt idx="1774">
                  <c:v>4.4597069</c:v>
                </c:pt>
                <c:pt idx="1775">
                  <c:v>4.46380615</c:v>
                </c:pt>
                <c:pt idx="1776">
                  <c:v>4.46784973</c:v>
                </c:pt>
                <c:pt idx="1777">
                  <c:v>4.47158813</c:v>
                </c:pt>
                <c:pt idx="1778">
                  <c:v>4.47525024</c:v>
                </c:pt>
                <c:pt idx="1779">
                  <c:v>4.47893297</c:v>
                </c:pt>
                <c:pt idx="1780">
                  <c:v>4.48295593</c:v>
                </c:pt>
                <c:pt idx="1781">
                  <c:v>4.48702426</c:v>
                </c:pt>
                <c:pt idx="1782">
                  <c:v>4.49073792</c:v>
                </c:pt>
                <c:pt idx="1783">
                  <c:v>4.49407629</c:v>
                </c:pt>
                <c:pt idx="1784">
                  <c:v>4.49813843</c:v>
                </c:pt>
                <c:pt idx="1785">
                  <c:v>4.50179641</c:v>
                </c:pt>
                <c:pt idx="1786">
                  <c:v>4.50550801</c:v>
                </c:pt>
                <c:pt idx="1787">
                  <c:v>4.50881958</c:v>
                </c:pt>
                <c:pt idx="1788">
                  <c:v>4.51210022</c:v>
                </c:pt>
                <c:pt idx="1789">
                  <c:v>4.51576233</c:v>
                </c:pt>
                <c:pt idx="1790">
                  <c:v>4.51950073</c:v>
                </c:pt>
                <c:pt idx="1791">
                  <c:v>4.52391753</c:v>
                </c:pt>
                <c:pt idx="1792">
                  <c:v>4.5275549</c:v>
                </c:pt>
                <c:pt idx="1793">
                  <c:v>4.5312665</c:v>
                </c:pt>
                <c:pt idx="1794">
                  <c:v>4.53346252</c:v>
                </c:pt>
                <c:pt idx="1795">
                  <c:v>4.53788757</c:v>
                </c:pt>
                <c:pt idx="1796">
                  <c:v>4.54121358</c:v>
                </c:pt>
                <c:pt idx="1797">
                  <c:v>4.54490662</c:v>
                </c:pt>
                <c:pt idx="1798">
                  <c:v>4.54819138</c:v>
                </c:pt>
                <c:pt idx="1799">
                  <c:v>4.55299377</c:v>
                </c:pt>
                <c:pt idx="1800">
                  <c:v>4.55739614</c:v>
                </c:pt>
                <c:pt idx="1801">
                  <c:v>4.56069946</c:v>
                </c:pt>
                <c:pt idx="1802">
                  <c:v>4.56400278</c:v>
                </c:pt>
                <c:pt idx="1803">
                  <c:v>4.56734322</c:v>
                </c:pt>
                <c:pt idx="1804">
                  <c:v>4.57061768</c:v>
                </c:pt>
                <c:pt idx="1805">
                  <c:v>4.57427979</c:v>
                </c:pt>
                <c:pt idx="1806">
                  <c:v>4.57832336</c:v>
                </c:pt>
                <c:pt idx="1807">
                  <c:v>4.58206177</c:v>
                </c:pt>
                <c:pt idx="1808">
                  <c:v>4.58530735</c:v>
                </c:pt>
                <c:pt idx="1809">
                  <c:v>4.58900452</c:v>
                </c:pt>
                <c:pt idx="1810">
                  <c:v>4.59266663</c:v>
                </c:pt>
                <c:pt idx="1811">
                  <c:v>4.59671021</c:v>
                </c:pt>
                <c:pt idx="1812">
                  <c:v>4.60000528</c:v>
                </c:pt>
                <c:pt idx="1813">
                  <c:v>4.60411072</c:v>
                </c:pt>
                <c:pt idx="1814">
                  <c:v>4.60809656</c:v>
                </c:pt>
                <c:pt idx="1815">
                  <c:v>4.61181641</c:v>
                </c:pt>
                <c:pt idx="1816">
                  <c:v>4.61547852</c:v>
                </c:pt>
                <c:pt idx="1817">
                  <c:v>4.61952209</c:v>
                </c:pt>
                <c:pt idx="1818">
                  <c:v>4.62286872</c:v>
                </c:pt>
                <c:pt idx="1819">
                  <c:v>4.62615967</c:v>
                </c:pt>
                <c:pt idx="1820">
                  <c:v>4.62982178</c:v>
                </c:pt>
                <c:pt idx="1821">
                  <c:v>4.63386536</c:v>
                </c:pt>
                <c:pt idx="1822">
                  <c:v>4.63752747</c:v>
                </c:pt>
                <c:pt idx="1823">
                  <c:v>4.64083285</c:v>
                </c:pt>
                <c:pt idx="1824">
                  <c:v>4.64454651</c:v>
                </c:pt>
                <c:pt idx="1825">
                  <c:v>4.64820862</c:v>
                </c:pt>
                <c:pt idx="1826">
                  <c:v>4.65226457</c:v>
                </c:pt>
                <c:pt idx="1827">
                  <c:v>4.65591431</c:v>
                </c:pt>
                <c:pt idx="1828">
                  <c:v>4.65957642</c:v>
                </c:pt>
                <c:pt idx="1829">
                  <c:v>4.66362206</c:v>
                </c:pt>
                <c:pt idx="1830">
                  <c:v>4.66763058</c:v>
                </c:pt>
                <c:pt idx="1831">
                  <c:v>4.66911522</c:v>
                </c:pt>
                <c:pt idx="1832">
                  <c:v>4.67423723</c:v>
                </c:pt>
                <c:pt idx="1833">
                  <c:v>4.67831998</c:v>
                </c:pt>
                <c:pt idx="1834">
                  <c:v>4.68195735</c:v>
                </c:pt>
                <c:pt idx="1835">
                  <c:v>4.68604011</c:v>
                </c:pt>
                <c:pt idx="1836">
                  <c:v>4.68933105</c:v>
                </c:pt>
                <c:pt idx="1837">
                  <c:v>4.69116211</c:v>
                </c:pt>
                <c:pt idx="1838">
                  <c:v>4.69703674</c:v>
                </c:pt>
                <c:pt idx="1839">
                  <c:v>4.70029264</c:v>
                </c:pt>
                <c:pt idx="1840">
                  <c:v>4.70359802</c:v>
                </c:pt>
                <c:pt idx="1841">
                  <c:v>4.70689928</c:v>
                </c:pt>
                <c:pt idx="1842">
                  <c:v>4.71130371</c:v>
                </c:pt>
                <c:pt idx="1843">
                  <c:v>4.71618652</c:v>
                </c:pt>
                <c:pt idx="1844">
                  <c:v>4.71862793</c:v>
                </c:pt>
                <c:pt idx="1845">
                  <c:v>4.72233953</c:v>
                </c:pt>
                <c:pt idx="1846">
                  <c:v>4.72412109</c:v>
                </c:pt>
                <c:pt idx="1847">
                  <c:v>4.72816467</c:v>
                </c:pt>
                <c:pt idx="1848">
                  <c:v>4.73221238</c:v>
                </c:pt>
                <c:pt idx="1849">
                  <c:v>4.73592397</c:v>
                </c:pt>
                <c:pt idx="1850">
                  <c:v>4.7399325</c:v>
                </c:pt>
                <c:pt idx="1851">
                  <c:v>4.74356986</c:v>
                </c:pt>
                <c:pt idx="1852">
                  <c:v>4.74693298</c:v>
                </c:pt>
                <c:pt idx="1853">
                  <c:v>4.75090027</c:v>
                </c:pt>
                <c:pt idx="1854">
                  <c:v>4.75456238</c:v>
                </c:pt>
                <c:pt idx="1855">
                  <c:v>4.75830078</c:v>
                </c:pt>
                <c:pt idx="1856">
                  <c:v>4.76190515</c:v>
                </c:pt>
                <c:pt idx="1857">
                  <c:v>4.76524353</c:v>
                </c:pt>
                <c:pt idx="1858">
                  <c:v>4.76890564</c:v>
                </c:pt>
                <c:pt idx="1859">
                  <c:v>4.77294922</c:v>
                </c:pt>
                <c:pt idx="1860">
                  <c:v>4.77584839</c:v>
                </c:pt>
                <c:pt idx="1861">
                  <c:v>4.7795105</c:v>
                </c:pt>
                <c:pt idx="1862">
                  <c:v>4.78355408</c:v>
                </c:pt>
                <c:pt idx="1863">
                  <c:v>4.78721619</c:v>
                </c:pt>
                <c:pt idx="1864">
                  <c:v>4.7908783</c:v>
                </c:pt>
                <c:pt idx="1865">
                  <c:v>4.79492188</c:v>
                </c:pt>
                <c:pt idx="1866">
                  <c:v>4.79820458</c:v>
                </c:pt>
                <c:pt idx="1867">
                  <c:v>4.80186462</c:v>
                </c:pt>
                <c:pt idx="1868">
                  <c:v>4.80697632</c:v>
                </c:pt>
                <c:pt idx="1869">
                  <c:v>4.8085022</c:v>
                </c:pt>
                <c:pt idx="1870">
                  <c:v>4.81399536</c:v>
                </c:pt>
                <c:pt idx="1871">
                  <c:v>4.81728219</c:v>
                </c:pt>
                <c:pt idx="1872">
                  <c:v>4.82055664</c:v>
                </c:pt>
                <c:pt idx="1873">
                  <c:v>4.82383728</c:v>
                </c:pt>
                <c:pt idx="1874">
                  <c:v>4.82782312</c:v>
                </c:pt>
                <c:pt idx="1875">
                  <c:v>4.8311615</c:v>
                </c:pt>
                <c:pt idx="1876">
                  <c:v>4.83520508</c:v>
                </c:pt>
                <c:pt idx="1877">
                  <c:v>4.83843829</c:v>
                </c:pt>
                <c:pt idx="1878">
                  <c:v>4.84214783</c:v>
                </c:pt>
                <c:pt idx="1879">
                  <c:v>4.84541609</c:v>
                </c:pt>
                <c:pt idx="1880">
                  <c:v>4.84905346</c:v>
                </c:pt>
                <c:pt idx="1881">
                  <c:v>4.85269083</c:v>
                </c:pt>
                <c:pt idx="1882">
                  <c:v>4.8563385</c:v>
                </c:pt>
                <c:pt idx="1883">
                  <c:v>4.86041095</c:v>
                </c:pt>
                <c:pt idx="1884">
                  <c:v>4.86404831</c:v>
                </c:pt>
                <c:pt idx="1885">
                  <c:v>4.86805684</c:v>
                </c:pt>
                <c:pt idx="1886">
                  <c:v>4.87136841</c:v>
                </c:pt>
                <c:pt idx="1887">
                  <c:v>4.87607389</c:v>
                </c:pt>
                <c:pt idx="1888">
                  <c:v>4.87867201</c:v>
                </c:pt>
                <c:pt idx="1889">
                  <c:v>4.88342285</c:v>
                </c:pt>
                <c:pt idx="1890">
                  <c:v>4.88708496</c:v>
                </c:pt>
                <c:pt idx="1891">
                  <c:v>4.89105225</c:v>
                </c:pt>
                <c:pt idx="1892">
                  <c:v>4.89433495</c:v>
                </c:pt>
                <c:pt idx="1893">
                  <c:v>4.89656191</c:v>
                </c:pt>
                <c:pt idx="1894">
                  <c:v>4.9016571</c:v>
                </c:pt>
                <c:pt idx="1895">
                  <c:v>4.90495012</c:v>
                </c:pt>
                <c:pt idx="1896">
                  <c:v>4.90859985</c:v>
                </c:pt>
                <c:pt idx="1897">
                  <c:v>4.91226196</c:v>
                </c:pt>
                <c:pt idx="1898">
                  <c:v>4.91549105</c:v>
                </c:pt>
                <c:pt idx="1899">
                  <c:v>4.91957381</c:v>
                </c:pt>
                <c:pt idx="1900">
                  <c:v>4.92279053</c:v>
                </c:pt>
                <c:pt idx="1901">
                  <c:v>4.92645264</c:v>
                </c:pt>
                <c:pt idx="1902">
                  <c:v>4.93085707</c:v>
                </c:pt>
                <c:pt idx="1903">
                  <c:v>4.93415833</c:v>
                </c:pt>
                <c:pt idx="1904">
                  <c:v>4.93738948</c:v>
                </c:pt>
                <c:pt idx="1905">
                  <c:v>4.94178772</c:v>
                </c:pt>
                <c:pt idx="1906">
                  <c:v>4.9451096</c:v>
                </c:pt>
                <c:pt idx="1907">
                  <c:v>4.94911812</c:v>
                </c:pt>
                <c:pt idx="1908">
                  <c:v>4.95201317</c:v>
                </c:pt>
                <c:pt idx="1909">
                  <c:v>4.95529175</c:v>
                </c:pt>
                <c:pt idx="1910">
                  <c:v>4.96002197</c:v>
                </c:pt>
                <c:pt idx="1911">
                  <c:v>4.96292114</c:v>
                </c:pt>
                <c:pt idx="1912">
                  <c:v>4.9662657</c:v>
                </c:pt>
                <c:pt idx="1913">
                  <c:v>4.96953191</c:v>
                </c:pt>
                <c:pt idx="1914">
                  <c:v>4.973526</c:v>
                </c:pt>
                <c:pt idx="1915">
                  <c:v>4.97680664</c:v>
                </c:pt>
                <c:pt idx="1916">
                  <c:v>4.9811554</c:v>
                </c:pt>
                <c:pt idx="1917">
                  <c:v>4.98519485</c:v>
                </c:pt>
                <c:pt idx="1918">
                  <c:v>4.98883222</c:v>
                </c:pt>
                <c:pt idx="1919">
                  <c:v>4.9924469</c:v>
                </c:pt>
                <c:pt idx="1920">
                  <c:v>4.99573579</c:v>
                </c:pt>
                <c:pt idx="1921">
                  <c:v>4.99937315</c:v>
                </c:pt>
                <c:pt idx="1922">
                  <c:v>5.00305176</c:v>
                </c:pt>
                <c:pt idx="1923">
                  <c:v>5.00627672</c:v>
                </c:pt>
                <c:pt idx="1924">
                  <c:v>5.00991409</c:v>
                </c:pt>
                <c:pt idx="1925">
                  <c:v>5.01466493</c:v>
                </c:pt>
                <c:pt idx="1926">
                  <c:v>5.0183023</c:v>
                </c:pt>
                <c:pt idx="1927">
                  <c:v>5.02159119</c:v>
                </c:pt>
                <c:pt idx="1928">
                  <c:v>5.02483471</c:v>
                </c:pt>
                <c:pt idx="1929">
                  <c:v>5.02884324</c:v>
                </c:pt>
                <c:pt idx="1930">
                  <c:v>5.03288269</c:v>
                </c:pt>
                <c:pt idx="1931">
                  <c:v>5.03648913</c:v>
                </c:pt>
                <c:pt idx="1932">
                  <c:v>5.04012649</c:v>
                </c:pt>
                <c:pt idx="1933">
                  <c:v>5.04376386</c:v>
                </c:pt>
                <c:pt idx="1934">
                  <c:v>5.04707336</c:v>
                </c:pt>
                <c:pt idx="1935">
                  <c:v>5.05066743</c:v>
                </c:pt>
                <c:pt idx="1936">
                  <c:v>5.05393982</c:v>
                </c:pt>
                <c:pt idx="1937">
                  <c:v>5.05794216</c:v>
                </c:pt>
                <c:pt idx="1938">
                  <c:v>5.06195068</c:v>
                </c:pt>
                <c:pt idx="1939">
                  <c:v>5.06484573</c:v>
                </c:pt>
                <c:pt idx="1940">
                  <c:v>5.06881714</c:v>
                </c:pt>
                <c:pt idx="1941">
                  <c:v>5.07286072</c:v>
                </c:pt>
                <c:pt idx="1942">
                  <c:v>5.07644653</c:v>
                </c:pt>
                <c:pt idx="1943">
                  <c:v>5.07976635</c:v>
                </c:pt>
                <c:pt idx="1944">
                  <c:v>5.08300781</c:v>
                </c:pt>
                <c:pt idx="1945">
                  <c:v>5.08773804</c:v>
                </c:pt>
                <c:pt idx="1946">
                  <c:v>5.08956497</c:v>
                </c:pt>
                <c:pt idx="1947">
                  <c:v>5.09320233</c:v>
                </c:pt>
                <c:pt idx="1948">
                  <c:v>5.0968397</c:v>
                </c:pt>
                <c:pt idx="1949">
                  <c:v>5.10084822</c:v>
                </c:pt>
                <c:pt idx="1950">
                  <c:v>5.10406494</c:v>
                </c:pt>
                <c:pt idx="1951">
                  <c:v>5.10917664</c:v>
                </c:pt>
                <c:pt idx="1952">
                  <c:v>5.11314392</c:v>
                </c:pt>
                <c:pt idx="1953">
                  <c:v>5.11643693</c:v>
                </c:pt>
                <c:pt idx="1954">
                  <c:v>5.1197052</c:v>
                </c:pt>
                <c:pt idx="1955">
                  <c:v>5.12367249</c:v>
                </c:pt>
                <c:pt idx="1956">
                  <c:v>5.12733459</c:v>
                </c:pt>
                <c:pt idx="1957">
                  <c:v>5.13061523</c:v>
                </c:pt>
                <c:pt idx="1958">
                  <c:v>5.13462376</c:v>
                </c:pt>
                <c:pt idx="1959">
                  <c:v>5.13786316</c:v>
                </c:pt>
                <c:pt idx="1960">
                  <c:v>5.14183044</c:v>
                </c:pt>
                <c:pt idx="1961">
                  <c:v>5.14509046</c:v>
                </c:pt>
                <c:pt idx="1962">
                  <c:v>5.14872783</c:v>
                </c:pt>
                <c:pt idx="1963">
                  <c:v>5.15273635</c:v>
                </c:pt>
                <c:pt idx="1964">
                  <c:v>5.15488908</c:v>
                </c:pt>
                <c:pt idx="1965">
                  <c:v>5.15852645</c:v>
                </c:pt>
                <c:pt idx="1966">
                  <c:v>5.16365051</c:v>
                </c:pt>
                <c:pt idx="1967">
                  <c:v>5.16723633</c:v>
                </c:pt>
                <c:pt idx="1968">
                  <c:v>5.17089844</c:v>
                </c:pt>
                <c:pt idx="1969">
                  <c:v>5.17307591</c:v>
                </c:pt>
                <c:pt idx="1970">
                  <c:v>5.17812368</c:v>
                </c:pt>
                <c:pt idx="1971">
                  <c:v>5.18176105</c:v>
                </c:pt>
                <c:pt idx="1972">
                  <c:v>5.18501282</c:v>
                </c:pt>
                <c:pt idx="1973">
                  <c:v>5.1889801</c:v>
                </c:pt>
                <c:pt idx="1974">
                  <c:v>5.19119263</c:v>
                </c:pt>
                <c:pt idx="1975">
                  <c:v>5.19519703</c:v>
                </c:pt>
                <c:pt idx="1976">
                  <c:v>5.20027161</c:v>
                </c:pt>
                <c:pt idx="1977">
                  <c:v>5.20351101</c:v>
                </c:pt>
                <c:pt idx="1978">
                  <c:v>5.20566373</c:v>
                </c:pt>
                <c:pt idx="1979">
                  <c:v>5.2111569</c:v>
                </c:pt>
                <c:pt idx="1980">
                  <c:v>5.21438599</c:v>
                </c:pt>
                <c:pt idx="1981">
                  <c:v>5.2180481</c:v>
                </c:pt>
                <c:pt idx="1982">
                  <c:v>5.22094727</c:v>
                </c:pt>
                <c:pt idx="1983">
                  <c:v>5.22491455</c:v>
                </c:pt>
                <c:pt idx="1984">
                  <c:v>5.22815601</c:v>
                </c:pt>
                <c:pt idx="1985">
                  <c:v>5.23216248</c:v>
                </c:pt>
                <c:pt idx="1986">
                  <c:v>5.23646999</c:v>
                </c:pt>
                <c:pt idx="1987">
                  <c:v>5.23936504</c:v>
                </c:pt>
                <c:pt idx="1988">
                  <c:v>5.24159199</c:v>
                </c:pt>
                <c:pt idx="1989">
                  <c:v>5.24734497</c:v>
                </c:pt>
                <c:pt idx="1990">
                  <c:v>5.24879456</c:v>
                </c:pt>
                <c:pt idx="1991">
                  <c:v>5.25421143</c:v>
                </c:pt>
                <c:pt idx="1992">
                  <c:v>5.25821995</c:v>
                </c:pt>
                <c:pt idx="1993">
                  <c:v>5.26000977</c:v>
                </c:pt>
                <c:pt idx="1994">
                  <c:v>5.26367188</c:v>
                </c:pt>
                <c:pt idx="1995">
                  <c:v>5.26727625</c:v>
                </c:pt>
                <c:pt idx="1996">
                  <c:v>5.27091361</c:v>
                </c:pt>
                <c:pt idx="1997">
                  <c:v>5.27596139</c:v>
                </c:pt>
                <c:pt idx="1998">
                  <c:v>5.27954102</c:v>
                </c:pt>
                <c:pt idx="1999">
                  <c:v>5.28320313</c:v>
                </c:pt>
                <c:pt idx="2000">
                  <c:v>5.28642809</c:v>
                </c:pt>
                <c:pt idx="2001">
                  <c:v>5.29043662</c:v>
                </c:pt>
                <c:pt idx="2002">
                  <c:v>5.29333166</c:v>
                </c:pt>
                <c:pt idx="2003">
                  <c:v>5.2968948</c:v>
                </c:pt>
                <c:pt idx="2004">
                  <c:v>5.30052185</c:v>
                </c:pt>
                <c:pt idx="2005">
                  <c:v>5.30446645</c:v>
                </c:pt>
                <c:pt idx="2006">
                  <c:v>5.30776978</c:v>
                </c:pt>
                <c:pt idx="2007">
                  <c:v>5.31137002</c:v>
                </c:pt>
                <c:pt idx="2008">
                  <c:v>5.31463623</c:v>
                </c:pt>
                <c:pt idx="2009">
                  <c:v>5.31822205</c:v>
                </c:pt>
                <c:pt idx="2010">
                  <c:v>5.32183673</c:v>
                </c:pt>
                <c:pt idx="2011">
                  <c:v>5.3250885</c:v>
                </c:pt>
                <c:pt idx="2012">
                  <c:v>5.32867432</c:v>
                </c:pt>
                <c:pt idx="2013">
                  <c:v>5.3326416</c:v>
                </c:pt>
                <c:pt idx="2014">
                  <c:v>5.33660889</c:v>
                </c:pt>
                <c:pt idx="2015">
                  <c:v>5.33981323</c:v>
                </c:pt>
                <c:pt idx="2016">
                  <c:v>5.34343823</c:v>
                </c:pt>
                <c:pt idx="2017">
                  <c:v>5.34707559</c:v>
                </c:pt>
                <c:pt idx="2018">
                  <c:v>5.3502655</c:v>
                </c:pt>
                <c:pt idx="2019">
                  <c:v>5.35390493</c:v>
                </c:pt>
                <c:pt idx="2020">
                  <c:v>5.3578949</c:v>
                </c:pt>
                <c:pt idx="2021">
                  <c:v>5.36148071</c:v>
                </c:pt>
                <c:pt idx="2022">
                  <c:v>5.36511395</c:v>
                </c:pt>
                <c:pt idx="2023">
                  <c:v>5.36867709</c:v>
                </c:pt>
                <c:pt idx="2024">
                  <c:v>5.37231445</c:v>
                </c:pt>
                <c:pt idx="2025">
                  <c:v>5.37590027</c:v>
                </c:pt>
                <c:pt idx="2026">
                  <c:v>5.37914379</c:v>
                </c:pt>
                <c:pt idx="2027">
                  <c:v>5.38270693</c:v>
                </c:pt>
                <c:pt idx="2028">
                  <c:v>5.38671545</c:v>
                </c:pt>
                <c:pt idx="2029">
                  <c:v>5.39138794</c:v>
                </c:pt>
                <c:pt idx="2030">
                  <c:v>5.39465827</c:v>
                </c:pt>
                <c:pt idx="2031">
                  <c:v>5.39825439</c:v>
                </c:pt>
                <c:pt idx="2032">
                  <c:v>5.40222993</c:v>
                </c:pt>
                <c:pt idx="2033">
                  <c:v>5.40438265</c:v>
                </c:pt>
                <c:pt idx="2034">
                  <c:v>5.40972735</c:v>
                </c:pt>
                <c:pt idx="2035">
                  <c:v>5.41297913</c:v>
                </c:pt>
                <c:pt idx="2036">
                  <c:v>5.41519165</c:v>
                </c:pt>
                <c:pt idx="2037">
                  <c:v>5.41915894</c:v>
                </c:pt>
                <c:pt idx="2038">
                  <c:v>5.42274475</c:v>
                </c:pt>
                <c:pt idx="2039">
                  <c:v>5.42672647</c:v>
                </c:pt>
                <c:pt idx="2040">
                  <c:v>5.4309845</c:v>
                </c:pt>
                <c:pt idx="2041">
                  <c:v>5.43429813</c:v>
                </c:pt>
                <c:pt idx="2042">
                  <c:v>5.43786126</c:v>
                </c:pt>
                <c:pt idx="2043">
                  <c:v>5.44149863</c:v>
                </c:pt>
                <c:pt idx="2044">
                  <c:v>5.44509888</c:v>
                </c:pt>
                <c:pt idx="2045">
                  <c:v>5.44907029</c:v>
                </c:pt>
                <c:pt idx="2046">
                  <c:v>5.45159417</c:v>
                </c:pt>
                <c:pt idx="2047">
                  <c:v>5.45664194</c:v>
                </c:pt>
                <c:pt idx="2048">
                  <c:v>5.45982361</c:v>
                </c:pt>
                <c:pt idx="2049">
                  <c:v>5.46348572</c:v>
                </c:pt>
                <c:pt idx="2050">
                  <c:v>5.46562401</c:v>
                </c:pt>
                <c:pt idx="2051">
                  <c:v>5.46918714</c:v>
                </c:pt>
                <c:pt idx="2052">
                  <c:v>5.47645569</c:v>
                </c:pt>
                <c:pt idx="2053">
                  <c:v>5.48362732</c:v>
                </c:pt>
                <c:pt idx="2054">
                  <c:v>5.4875946</c:v>
                </c:pt>
                <c:pt idx="2055">
                  <c:v>5.50521851</c:v>
                </c:pt>
                <c:pt idx="2056">
                  <c:v>5.508827</c:v>
                </c:pt>
                <c:pt idx="2057">
                  <c:v>5.5128479</c:v>
                </c:pt>
                <c:pt idx="2058">
                  <c:v>5.51643372</c:v>
                </c:pt>
                <c:pt idx="2059">
                  <c:v>5.5178833</c:v>
                </c:pt>
                <c:pt idx="2060">
                  <c:v>5.52359916</c:v>
                </c:pt>
                <c:pt idx="2061">
                  <c:v>5.52723653</c:v>
                </c:pt>
                <c:pt idx="2062">
                  <c:v>5.53079966</c:v>
                </c:pt>
                <c:pt idx="2063">
                  <c:v>5.53512573</c:v>
                </c:pt>
                <c:pt idx="2064">
                  <c:v>5.53837132</c:v>
                </c:pt>
                <c:pt idx="2065">
                  <c:v>5.54161072</c:v>
                </c:pt>
                <c:pt idx="2066">
                  <c:v>5.545578</c:v>
                </c:pt>
                <c:pt idx="2067">
                  <c:v>5.54916382</c:v>
                </c:pt>
                <c:pt idx="2068">
                  <c:v>5.55240116</c:v>
                </c:pt>
                <c:pt idx="2069">
                  <c:v>5.55709839</c:v>
                </c:pt>
                <c:pt idx="2070">
                  <c:v>5.56071513</c:v>
                </c:pt>
                <c:pt idx="2071">
                  <c:v>5.56427827</c:v>
                </c:pt>
                <c:pt idx="2072">
                  <c:v>5.56610107</c:v>
                </c:pt>
                <c:pt idx="2073">
                  <c:v>5.57184993</c:v>
                </c:pt>
                <c:pt idx="2074">
                  <c:v>5.57510376</c:v>
                </c:pt>
                <c:pt idx="2075">
                  <c:v>5.57868958</c:v>
                </c:pt>
                <c:pt idx="2076">
                  <c:v>5.58265686</c:v>
                </c:pt>
                <c:pt idx="2077">
                  <c:v>5.58587976</c:v>
                </c:pt>
                <c:pt idx="2078">
                  <c:v>5.58769226</c:v>
                </c:pt>
                <c:pt idx="2079">
                  <c:v>5.5927091</c:v>
                </c:pt>
                <c:pt idx="2080">
                  <c:v>5.59593201</c:v>
                </c:pt>
                <c:pt idx="2081">
                  <c:v>5.59951782</c:v>
                </c:pt>
                <c:pt idx="2082">
                  <c:v>5.60310158</c:v>
                </c:pt>
                <c:pt idx="2083">
                  <c:v>5.60673894</c:v>
                </c:pt>
                <c:pt idx="2084">
                  <c:v>5.61030207</c:v>
                </c:pt>
                <c:pt idx="2085">
                  <c:v>5.61355591</c:v>
                </c:pt>
                <c:pt idx="2086">
                  <c:v>5.61752319</c:v>
                </c:pt>
                <c:pt idx="2087">
                  <c:v>5.62143687</c:v>
                </c:pt>
                <c:pt idx="2088">
                  <c:v>5.62507423</c:v>
                </c:pt>
                <c:pt idx="2089">
                  <c:v>5.62934875</c:v>
                </c:pt>
                <c:pt idx="2090">
                  <c:v>5.63224792</c:v>
                </c:pt>
                <c:pt idx="2091">
                  <c:v>5.63583374</c:v>
                </c:pt>
                <c:pt idx="2092">
                  <c:v>5.63977216</c:v>
                </c:pt>
                <c:pt idx="2093">
                  <c:v>5.64229604</c:v>
                </c:pt>
                <c:pt idx="2094">
                  <c:v>5.64585918</c:v>
                </c:pt>
                <c:pt idx="2095">
                  <c:v>5.64987183</c:v>
                </c:pt>
                <c:pt idx="2096">
                  <c:v>5.65345764</c:v>
                </c:pt>
                <c:pt idx="2097">
                  <c:v>5.65734863</c:v>
                </c:pt>
                <c:pt idx="2098">
                  <c:v>5.66101074</c:v>
                </c:pt>
                <c:pt idx="2099">
                  <c:v>5.66419447</c:v>
                </c:pt>
                <c:pt idx="2100">
                  <c:v>5.6678009</c:v>
                </c:pt>
                <c:pt idx="2101">
                  <c:v>5.67102381</c:v>
                </c:pt>
                <c:pt idx="2102">
                  <c:v>5.67428589</c:v>
                </c:pt>
                <c:pt idx="2103">
                  <c:v>5.67962646</c:v>
                </c:pt>
                <c:pt idx="2104">
                  <c:v>5.68534851</c:v>
                </c:pt>
                <c:pt idx="2105">
                  <c:v>5.68901062</c:v>
                </c:pt>
                <c:pt idx="2106">
                  <c:v>5.69290161</c:v>
                </c:pt>
                <c:pt idx="2107">
                  <c:v>5.6943512</c:v>
                </c:pt>
                <c:pt idx="2108">
                  <c:v>5.70041966</c:v>
                </c:pt>
                <c:pt idx="2109">
                  <c:v>5.71052551</c:v>
                </c:pt>
                <c:pt idx="2110">
                  <c:v>5.71229677</c:v>
                </c:pt>
                <c:pt idx="2111">
                  <c:v>5.73661804</c:v>
                </c:pt>
                <c:pt idx="2112">
                  <c:v>5.73842641</c:v>
                </c:pt>
                <c:pt idx="2113">
                  <c:v>5.74347419</c:v>
                </c:pt>
                <c:pt idx="2114">
                  <c:v>5.74740848</c:v>
                </c:pt>
                <c:pt idx="2115">
                  <c:v>5.74913025</c:v>
                </c:pt>
                <c:pt idx="2116">
                  <c:v>5.75453475</c:v>
                </c:pt>
                <c:pt idx="2117">
                  <c:v>5.75775146</c:v>
                </c:pt>
                <c:pt idx="2118">
                  <c:v>5.76203217</c:v>
                </c:pt>
                <c:pt idx="2119">
                  <c:v>5.76385498</c:v>
                </c:pt>
                <c:pt idx="2120">
                  <c:v>5.7674408</c:v>
                </c:pt>
                <c:pt idx="2121">
                  <c:v>5.77133179</c:v>
                </c:pt>
                <c:pt idx="2122">
                  <c:v>5.7749176</c:v>
                </c:pt>
                <c:pt idx="2123">
                  <c:v>5.77774048</c:v>
                </c:pt>
                <c:pt idx="2124">
                  <c:v>5.7820748</c:v>
                </c:pt>
                <c:pt idx="2125">
                  <c:v>5.78529358</c:v>
                </c:pt>
                <c:pt idx="2126">
                  <c:v>5.79025269</c:v>
                </c:pt>
                <c:pt idx="2127">
                  <c:v>5.79387768</c:v>
                </c:pt>
                <c:pt idx="2128">
                  <c:v>5.79603041</c:v>
                </c:pt>
                <c:pt idx="2129">
                  <c:v>5.79959354</c:v>
                </c:pt>
                <c:pt idx="2130">
                  <c:v>5.80352783</c:v>
                </c:pt>
                <c:pt idx="2131">
                  <c:v>5.80741882</c:v>
                </c:pt>
                <c:pt idx="2132">
                  <c:v>5.8106541</c:v>
                </c:pt>
                <c:pt idx="2133">
                  <c:v>5.81420898</c:v>
                </c:pt>
                <c:pt idx="2134">
                  <c:v>5.8177948</c:v>
                </c:pt>
                <c:pt idx="2135">
                  <c:v>5.82275391</c:v>
                </c:pt>
                <c:pt idx="2136">
                  <c:v>5.82453547</c:v>
                </c:pt>
                <c:pt idx="2137">
                  <c:v>5.82846977</c:v>
                </c:pt>
                <c:pt idx="2138">
                  <c:v>5.8320329</c:v>
                </c:pt>
                <c:pt idx="2139">
                  <c:v>5.83595276</c:v>
                </c:pt>
                <c:pt idx="2140">
                  <c:v>5.83992004</c:v>
                </c:pt>
                <c:pt idx="2141">
                  <c:v>5.84350586</c:v>
                </c:pt>
                <c:pt idx="2142">
                  <c:v>5.84739891</c:v>
                </c:pt>
                <c:pt idx="2143">
                  <c:v>5.85098267</c:v>
                </c:pt>
                <c:pt idx="2144">
                  <c:v>5.85380554</c:v>
                </c:pt>
                <c:pt idx="2145">
                  <c:v>5.85739136</c:v>
                </c:pt>
                <c:pt idx="2146">
                  <c:v>5.86029053</c:v>
                </c:pt>
                <c:pt idx="2147">
                  <c:v>5.86380417</c:v>
                </c:pt>
                <c:pt idx="2148">
                  <c:v>5.86744154</c:v>
                </c:pt>
                <c:pt idx="2149">
                  <c:v>5.87100467</c:v>
                </c:pt>
                <c:pt idx="2150">
                  <c:v>5.8745575</c:v>
                </c:pt>
                <c:pt idx="2151">
                  <c:v>5.8795929</c:v>
                </c:pt>
                <c:pt idx="2152">
                  <c:v>5.88172913</c:v>
                </c:pt>
                <c:pt idx="2153">
                  <c:v>5.88562012</c:v>
                </c:pt>
                <c:pt idx="2154">
                  <c:v>5.88920593</c:v>
                </c:pt>
                <c:pt idx="2155">
                  <c:v>5.89279175</c:v>
                </c:pt>
                <c:pt idx="2156">
                  <c:v>5.89668274</c:v>
                </c:pt>
                <c:pt idx="2157">
                  <c:v>5.90026855</c:v>
                </c:pt>
                <c:pt idx="2158">
                  <c:v>5.90385437</c:v>
                </c:pt>
                <c:pt idx="2159">
                  <c:v>5.90737833</c:v>
                </c:pt>
                <c:pt idx="2160">
                  <c:v>5.91094146</c:v>
                </c:pt>
                <c:pt idx="2161">
                  <c:v>5.91491699</c:v>
                </c:pt>
                <c:pt idx="2162">
                  <c:v>5.91806773</c:v>
                </c:pt>
                <c:pt idx="2163">
                  <c:v>5.92200202</c:v>
                </c:pt>
                <c:pt idx="2164">
                  <c:v>5.92489707</c:v>
                </c:pt>
                <c:pt idx="2165">
                  <c:v>5.92803955</c:v>
                </c:pt>
                <c:pt idx="2166">
                  <c:v>5.93200684</c:v>
                </c:pt>
                <c:pt idx="2167">
                  <c:v>5.93521531</c:v>
                </c:pt>
                <c:pt idx="2168">
                  <c:v>5.94018885</c:v>
                </c:pt>
                <c:pt idx="2169">
                  <c:v>5.9426385</c:v>
                </c:pt>
                <c:pt idx="2170">
                  <c:v>5.94589233</c:v>
                </c:pt>
                <c:pt idx="2171">
                  <c:v>5.94940186</c:v>
                </c:pt>
                <c:pt idx="2172">
                  <c:v>5.95369906</c:v>
                </c:pt>
                <c:pt idx="2173">
                  <c:v>5.95687866</c:v>
                </c:pt>
                <c:pt idx="2174">
                  <c:v>5.96046448</c:v>
                </c:pt>
                <c:pt idx="2175">
                  <c:v>5.963974</c:v>
                </c:pt>
                <c:pt idx="2176">
                  <c:v>5.96786499</c:v>
                </c:pt>
                <c:pt idx="2177">
                  <c:v>5.97145081</c:v>
                </c:pt>
                <c:pt idx="2178">
                  <c:v>5.97564697</c:v>
                </c:pt>
                <c:pt idx="2179">
                  <c:v>5.97953796</c:v>
                </c:pt>
                <c:pt idx="2180">
                  <c:v>5.98243713</c:v>
                </c:pt>
                <c:pt idx="2181">
                  <c:v>5.98594666</c:v>
                </c:pt>
                <c:pt idx="2182">
                  <c:v>5.98945618</c:v>
                </c:pt>
                <c:pt idx="2183">
                  <c:v>5.99304199</c:v>
                </c:pt>
                <c:pt idx="2184">
                  <c:v>5.99617004</c:v>
                </c:pt>
                <c:pt idx="2185">
                  <c:v>6.00006104</c:v>
                </c:pt>
                <c:pt idx="2186">
                  <c:v>6.00395409</c:v>
                </c:pt>
                <c:pt idx="2187">
                  <c:v>6.00610681</c:v>
                </c:pt>
                <c:pt idx="2188">
                  <c:v>6.00996688</c:v>
                </c:pt>
                <c:pt idx="2189">
                  <c:v>6.01353001</c:v>
                </c:pt>
                <c:pt idx="2190">
                  <c:v>6.01709314</c:v>
                </c:pt>
                <c:pt idx="2191">
                  <c:v>6.02058204</c:v>
                </c:pt>
                <c:pt idx="2192">
                  <c:v>6.02416992</c:v>
                </c:pt>
                <c:pt idx="2193">
                  <c:v>6.02733715</c:v>
                </c:pt>
                <c:pt idx="2194">
                  <c:v>6.03090029</c:v>
                </c:pt>
                <c:pt idx="2195">
                  <c:v>6.03617075</c:v>
                </c:pt>
                <c:pt idx="2196">
                  <c:v>6.03797913</c:v>
                </c:pt>
                <c:pt idx="2197">
                  <c:v>6.04188661</c:v>
                </c:pt>
                <c:pt idx="2198">
                  <c:v>6.04682922</c:v>
                </c:pt>
                <c:pt idx="2199">
                  <c:v>6.05005213</c:v>
                </c:pt>
                <c:pt idx="2200">
                  <c:v>6.05287294</c:v>
                </c:pt>
                <c:pt idx="2201">
                  <c:v>6.05680723</c:v>
                </c:pt>
                <c:pt idx="2202">
                  <c:v>6.06071472</c:v>
                </c:pt>
                <c:pt idx="2203">
                  <c:v>6.06252309</c:v>
                </c:pt>
                <c:pt idx="2204">
                  <c:v>6.06681824</c:v>
                </c:pt>
                <c:pt idx="2205">
                  <c:v>6.07177734</c:v>
                </c:pt>
                <c:pt idx="2206">
                  <c:v>6.07358365</c:v>
                </c:pt>
                <c:pt idx="2207">
                  <c:v>6.07892835</c:v>
                </c:pt>
                <c:pt idx="2208">
                  <c:v>6.08174917</c:v>
                </c:pt>
                <c:pt idx="2209">
                  <c:v>6.08538653</c:v>
                </c:pt>
                <c:pt idx="2210">
                  <c:v>6.08894967</c:v>
                </c:pt>
                <c:pt idx="2211">
                  <c:v>6.09288396</c:v>
                </c:pt>
                <c:pt idx="2212">
                  <c:v>6.09644709</c:v>
                </c:pt>
                <c:pt idx="2213">
                  <c:v>6.10001023</c:v>
                </c:pt>
                <c:pt idx="2214">
                  <c:v>6.10359192</c:v>
                </c:pt>
                <c:pt idx="2215">
                  <c:v>6.10683957</c:v>
                </c:pt>
                <c:pt idx="2216">
                  <c:v>6.1104027</c:v>
                </c:pt>
                <c:pt idx="2217">
                  <c:v>6.11465454</c:v>
                </c:pt>
                <c:pt idx="2218">
                  <c:v>6.11824036</c:v>
                </c:pt>
                <c:pt idx="2219">
                  <c:v>6.11968994</c:v>
                </c:pt>
                <c:pt idx="2220">
                  <c:v>6.12539755</c:v>
                </c:pt>
                <c:pt idx="2221">
                  <c:v>6.12724304</c:v>
                </c:pt>
                <c:pt idx="2222">
                  <c:v>6.13082886</c:v>
                </c:pt>
                <c:pt idx="2223">
                  <c:v>6.13579003</c:v>
                </c:pt>
                <c:pt idx="2224">
                  <c:v>6.1390686</c:v>
                </c:pt>
                <c:pt idx="2225">
                  <c:v>6.14265442</c:v>
                </c:pt>
                <c:pt idx="2226">
                  <c:v>6.14585876</c:v>
                </c:pt>
                <c:pt idx="2227">
                  <c:v>6.14944458</c:v>
                </c:pt>
                <c:pt idx="2228">
                  <c:v>6.153383</c:v>
                </c:pt>
                <c:pt idx="2229">
                  <c:v>6.15730286</c:v>
                </c:pt>
                <c:pt idx="2230">
                  <c:v>6.1605835</c:v>
                </c:pt>
                <c:pt idx="2231">
                  <c:v>6.16377547</c:v>
                </c:pt>
                <c:pt idx="2232">
                  <c:v>6.16699219</c:v>
                </c:pt>
                <c:pt idx="2233">
                  <c:v>6.1712729</c:v>
                </c:pt>
                <c:pt idx="2234">
                  <c:v>6.17416794</c:v>
                </c:pt>
                <c:pt idx="2235">
                  <c:v>6.17773108</c:v>
                </c:pt>
                <c:pt idx="2236">
                  <c:v>6.18202209</c:v>
                </c:pt>
                <c:pt idx="2237">
                  <c:v>6.1852285</c:v>
                </c:pt>
                <c:pt idx="2238">
                  <c:v>6.18850708</c:v>
                </c:pt>
                <c:pt idx="2239">
                  <c:v>6.19168668</c:v>
                </c:pt>
                <c:pt idx="2240">
                  <c:v>6.19667053</c:v>
                </c:pt>
                <c:pt idx="2241">
                  <c:v>6.19992643</c:v>
                </c:pt>
                <c:pt idx="2242">
                  <c:v>6.20386072</c:v>
                </c:pt>
                <c:pt idx="2243">
                  <c:v>6.20601345</c:v>
                </c:pt>
                <c:pt idx="2244">
                  <c:v>6.20957658</c:v>
                </c:pt>
                <c:pt idx="2245">
                  <c:v>6.21351087</c:v>
                </c:pt>
                <c:pt idx="2246">
                  <c:v>6.21742249</c:v>
                </c:pt>
                <c:pt idx="2247">
                  <c:v>6.22130523</c:v>
                </c:pt>
                <c:pt idx="2248">
                  <c:v>6.22489929</c:v>
                </c:pt>
                <c:pt idx="2249">
                  <c:v>6.22848511</c:v>
                </c:pt>
                <c:pt idx="2250">
                  <c:v>6.23162347</c:v>
                </c:pt>
                <c:pt idx="2251">
                  <c:v>6.2348938</c:v>
                </c:pt>
                <c:pt idx="2252">
                  <c:v>6.2391209</c:v>
                </c:pt>
                <c:pt idx="2253">
                  <c:v>6.24092102</c:v>
                </c:pt>
                <c:pt idx="2254">
                  <c:v>6.24450684</c:v>
                </c:pt>
                <c:pt idx="2255">
                  <c:v>6.24984741</c:v>
                </c:pt>
                <c:pt idx="2256">
                  <c:v>6.25300227</c:v>
                </c:pt>
                <c:pt idx="2257">
                  <c:v>6.2565654</c:v>
                </c:pt>
                <c:pt idx="2258">
                  <c:v>6.25975738</c:v>
                </c:pt>
                <c:pt idx="2259">
                  <c:v>6.26473092</c:v>
                </c:pt>
                <c:pt idx="2260">
                  <c:v>6.26800537</c:v>
                </c:pt>
                <c:pt idx="2261">
                  <c:v>6.27151489</c:v>
                </c:pt>
                <c:pt idx="2262">
                  <c:v>6.27363875</c:v>
                </c:pt>
                <c:pt idx="2263">
                  <c:v>6.27685547</c:v>
                </c:pt>
                <c:pt idx="2264">
                  <c:v>6.28113618</c:v>
                </c:pt>
                <c:pt idx="2265">
                  <c:v>6.28618395</c:v>
                </c:pt>
                <c:pt idx="2266">
                  <c:v>6.28900476</c:v>
                </c:pt>
                <c:pt idx="2267">
                  <c:v>6.29219674</c:v>
                </c:pt>
                <c:pt idx="2268">
                  <c:v>6.29615784</c:v>
                </c:pt>
                <c:pt idx="2269">
                  <c:v>6.29974365</c:v>
                </c:pt>
                <c:pt idx="2270">
                  <c:v>6.30332947</c:v>
                </c:pt>
                <c:pt idx="2271">
                  <c:v>6.30653381</c:v>
                </c:pt>
                <c:pt idx="2272">
                  <c:v>6.31011963</c:v>
                </c:pt>
                <c:pt idx="2273">
                  <c:v>6.31370544</c:v>
                </c:pt>
                <c:pt idx="2274">
                  <c:v>6.31767273</c:v>
                </c:pt>
                <c:pt idx="2275">
                  <c:v>6.32125854</c:v>
                </c:pt>
                <c:pt idx="2276">
                  <c:v>6.32408142</c:v>
                </c:pt>
                <c:pt idx="2277">
                  <c:v>6.32730845</c:v>
                </c:pt>
                <c:pt idx="2278">
                  <c:v>6.33131697</c:v>
                </c:pt>
                <c:pt idx="2279">
                  <c:v>6.33453369</c:v>
                </c:pt>
                <c:pt idx="2280">
                  <c:v>6.33956909</c:v>
                </c:pt>
                <c:pt idx="2281">
                  <c:v>6.34319409</c:v>
                </c:pt>
                <c:pt idx="2282">
                  <c:v>6.34643555</c:v>
                </c:pt>
                <c:pt idx="2283">
                  <c:v>6.34933472</c:v>
                </c:pt>
                <c:pt idx="2284">
                  <c:v>6.353302</c:v>
                </c:pt>
                <c:pt idx="2285">
                  <c:v>6.35688782</c:v>
                </c:pt>
                <c:pt idx="2286">
                  <c:v>6.36011897</c:v>
                </c:pt>
                <c:pt idx="2287">
                  <c:v>6.36412749</c:v>
                </c:pt>
                <c:pt idx="2288">
                  <c:v>6.36776486</c:v>
                </c:pt>
                <c:pt idx="2289">
                  <c:v>6.37168884</c:v>
                </c:pt>
                <c:pt idx="2290">
                  <c:v>6.37565613</c:v>
                </c:pt>
                <c:pt idx="2291">
                  <c:v>6.37897388</c:v>
                </c:pt>
                <c:pt idx="2292">
                  <c:v>6.38253702</c:v>
                </c:pt>
                <c:pt idx="2293">
                  <c:v>6.39382027</c:v>
                </c:pt>
                <c:pt idx="2294">
                  <c:v>6.39738341</c:v>
                </c:pt>
                <c:pt idx="2295">
                  <c:v>6.40106201</c:v>
                </c:pt>
                <c:pt idx="2296">
                  <c:v>6.40428698</c:v>
                </c:pt>
                <c:pt idx="2297">
                  <c:v>6.40792434</c:v>
                </c:pt>
                <c:pt idx="2298">
                  <c:v>6.41159058</c:v>
                </c:pt>
                <c:pt idx="2299">
                  <c:v>6.41557023</c:v>
                </c:pt>
                <c:pt idx="2300">
                  <c:v>6.4192076</c:v>
                </c:pt>
                <c:pt idx="2301">
                  <c:v>6.42277073</c:v>
                </c:pt>
                <c:pt idx="2302">
                  <c:v>6.4264679</c:v>
                </c:pt>
                <c:pt idx="2303">
                  <c:v>6.43005371</c:v>
                </c:pt>
                <c:pt idx="2304">
                  <c:v>6.43331167</c:v>
                </c:pt>
                <c:pt idx="2305">
                  <c:v>6.43657787</c:v>
                </c:pt>
                <c:pt idx="2306">
                  <c:v>6.44021524</c:v>
                </c:pt>
                <c:pt idx="2307">
                  <c:v>6.44385261</c:v>
                </c:pt>
                <c:pt idx="2308">
                  <c:v>6.44752502</c:v>
                </c:pt>
                <c:pt idx="2309">
                  <c:v>6.45075618</c:v>
                </c:pt>
                <c:pt idx="2310">
                  <c:v>6.45587818</c:v>
                </c:pt>
                <c:pt idx="2311">
                  <c:v>6.45914439</c:v>
                </c:pt>
                <c:pt idx="2312">
                  <c:v>6.46278175</c:v>
                </c:pt>
                <c:pt idx="2313">
                  <c:v>6.46641912</c:v>
                </c:pt>
                <c:pt idx="2314">
                  <c:v>6.47035341</c:v>
                </c:pt>
                <c:pt idx="2315">
                  <c:v>6.47216797</c:v>
                </c:pt>
                <c:pt idx="2316">
                  <c:v>6.47621773</c:v>
                </c:pt>
                <c:pt idx="2317">
                  <c:v>6.4805603</c:v>
                </c:pt>
                <c:pt idx="2318">
                  <c:v>6.48378939</c:v>
                </c:pt>
                <c:pt idx="2319">
                  <c:v>6.48704529</c:v>
                </c:pt>
                <c:pt idx="2320">
                  <c:v>6.49069296</c:v>
                </c:pt>
                <c:pt idx="2321">
                  <c:v>6.49433033</c:v>
                </c:pt>
                <c:pt idx="2322">
                  <c:v>6.49796769</c:v>
                </c:pt>
                <c:pt idx="2323">
                  <c:v>6.50306702</c:v>
                </c:pt>
                <c:pt idx="2324">
                  <c:v>6.50628167</c:v>
                </c:pt>
                <c:pt idx="2325">
                  <c:v>6.50991904</c:v>
                </c:pt>
                <c:pt idx="2326">
                  <c:v>6.5120697</c:v>
                </c:pt>
                <c:pt idx="2327">
                  <c:v>6.51428223</c:v>
                </c:pt>
                <c:pt idx="2328">
                  <c:v>6.52038574</c:v>
                </c:pt>
                <c:pt idx="2329">
                  <c:v>6.52328079</c:v>
                </c:pt>
                <c:pt idx="2330">
                  <c:v>6.52654699</c:v>
                </c:pt>
                <c:pt idx="2331">
                  <c:v>6.53018436</c:v>
                </c:pt>
                <c:pt idx="2332">
                  <c:v>6.53916642</c:v>
                </c:pt>
                <c:pt idx="2333">
                  <c:v>6.54065106</c:v>
                </c:pt>
                <c:pt idx="2334">
                  <c:v>6.54998779</c:v>
                </c:pt>
                <c:pt idx="2335">
                  <c:v>6.55178586</c:v>
                </c:pt>
                <c:pt idx="2336">
                  <c:v>6.55502319</c:v>
                </c:pt>
                <c:pt idx="2337">
                  <c:v>6.55898635</c:v>
                </c:pt>
                <c:pt idx="2338">
                  <c:v>6.56292065</c:v>
                </c:pt>
                <c:pt idx="2339">
                  <c:v>6.56655801</c:v>
                </c:pt>
                <c:pt idx="2340">
                  <c:v>6.57049231</c:v>
                </c:pt>
                <c:pt idx="2341">
                  <c:v>6.57447815</c:v>
                </c:pt>
                <c:pt idx="2342">
                  <c:v>6.57806396</c:v>
                </c:pt>
                <c:pt idx="2343">
                  <c:v>6.58164978</c:v>
                </c:pt>
                <c:pt idx="2344">
                  <c:v>6.58519023</c:v>
                </c:pt>
                <c:pt idx="2345">
                  <c:v>6.5888276</c:v>
                </c:pt>
                <c:pt idx="2346">
                  <c:v>6.59202576</c:v>
                </c:pt>
                <c:pt idx="2347">
                  <c:v>6.59667969</c:v>
                </c:pt>
                <c:pt idx="2348">
                  <c:v>6.59988816</c:v>
                </c:pt>
                <c:pt idx="2349">
                  <c:v>6.60316467</c:v>
                </c:pt>
                <c:pt idx="2350">
                  <c:v>6.60705566</c:v>
                </c:pt>
                <c:pt idx="2351">
                  <c:v>6.61028063</c:v>
                </c:pt>
                <c:pt idx="2352">
                  <c:v>6.61384376</c:v>
                </c:pt>
                <c:pt idx="2353">
                  <c:v>6.61743164</c:v>
                </c:pt>
                <c:pt idx="2354">
                  <c:v>6.62141542</c:v>
                </c:pt>
                <c:pt idx="2355">
                  <c:v>6.62423624</c:v>
                </c:pt>
                <c:pt idx="2356">
                  <c:v>6.62780762</c:v>
                </c:pt>
                <c:pt idx="2357">
                  <c:v>6.63139343</c:v>
                </c:pt>
                <c:pt idx="2358">
                  <c:v>6.63528442</c:v>
                </c:pt>
                <c:pt idx="2359">
                  <c:v>6.63848877</c:v>
                </c:pt>
                <c:pt idx="2360">
                  <c:v>6.64245605</c:v>
                </c:pt>
                <c:pt idx="2361">
                  <c:v>6.64604187</c:v>
                </c:pt>
                <c:pt idx="2362">
                  <c:v>6.64993286</c:v>
                </c:pt>
                <c:pt idx="2363">
                  <c:v>6.65311246</c:v>
                </c:pt>
                <c:pt idx="2364">
                  <c:v>6.65634155</c:v>
                </c:pt>
                <c:pt idx="2365">
                  <c:v>6.6599418</c:v>
                </c:pt>
                <c:pt idx="2366">
                  <c:v>6.66313171</c:v>
                </c:pt>
                <c:pt idx="2367">
                  <c:v>6.66810732</c:v>
                </c:pt>
                <c:pt idx="2368">
                  <c:v>6.67159622</c:v>
                </c:pt>
                <c:pt idx="2369">
                  <c:v>6.6733551</c:v>
                </c:pt>
                <c:pt idx="2370">
                  <c:v>6.67686669</c:v>
                </c:pt>
                <c:pt idx="2371">
                  <c:v>6.68184023</c:v>
                </c:pt>
                <c:pt idx="2372">
                  <c:v>6.68495178</c:v>
                </c:pt>
                <c:pt idx="2373">
                  <c:v>6.68876648</c:v>
                </c:pt>
                <c:pt idx="2374">
                  <c:v>6.692276</c:v>
                </c:pt>
                <c:pt idx="2375">
                  <c:v>6.69509888</c:v>
                </c:pt>
                <c:pt idx="2376">
                  <c:v>6.69854241</c:v>
                </c:pt>
                <c:pt idx="2377">
                  <c:v>6.70166016</c:v>
                </c:pt>
                <c:pt idx="2378">
                  <c:v>6.70509338</c:v>
                </c:pt>
                <c:pt idx="2379">
                  <c:v>6.70890808</c:v>
                </c:pt>
                <c:pt idx="2380">
                  <c:v>6.71064222</c:v>
                </c:pt>
                <c:pt idx="2381">
                  <c:v>6.71508789</c:v>
                </c:pt>
                <c:pt idx="2382">
                  <c:v>6.71882629</c:v>
                </c:pt>
                <c:pt idx="2383">
                  <c:v>6.72225952</c:v>
                </c:pt>
                <c:pt idx="2384">
                  <c:v>6.72569275</c:v>
                </c:pt>
                <c:pt idx="2385">
                  <c:v>6.72734441</c:v>
                </c:pt>
                <c:pt idx="2386">
                  <c:v>6.73278809</c:v>
                </c:pt>
                <c:pt idx="2387">
                  <c:v>6.73614502</c:v>
                </c:pt>
                <c:pt idx="2388">
                  <c:v>6.73914729</c:v>
                </c:pt>
                <c:pt idx="2389">
                  <c:v>6.74247742</c:v>
                </c:pt>
                <c:pt idx="2390">
                  <c:v>6.74612509</c:v>
                </c:pt>
                <c:pt idx="2391">
                  <c:v>6.7490387</c:v>
                </c:pt>
                <c:pt idx="2392">
                  <c:v>6.75236058</c:v>
                </c:pt>
                <c:pt idx="2393">
                  <c:v>6.75562678</c:v>
                </c:pt>
                <c:pt idx="2394">
                  <c:v>6.75889299</c:v>
                </c:pt>
                <c:pt idx="2395">
                  <c:v>6.76277161</c:v>
                </c:pt>
                <c:pt idx="2396">
                  <c:v>6.76564809</c:v>
                </c:pt>
                <c:pt idx="2397">
                  <c:v>6.76884007</c:v>
                </c:pt>
                <c:pt idx="2398">
                  <c:v>6.77232897</c:v>
                </c:pt>
                <c:pt idx="2399">
                  <c:v>6.77513123</c:v>
                </c:pt>
                <c:pt idx="2400">
                  <c:v>6.7779706</c:v>
                </c:pt>
                <c:pt idx="2401">
                  <c:v>6.77923254</c:v>
                </c:pt>
                <c:pt idx="2402">
                  <c:v>6.78502263</c:v>
                </c:pt>
                <c:pt idx="2403">
                  <c:v>6.78687843</c:v>
                </c:pt>
                <c:pt idx="2404">
                  <c:v>6.79021887</c:v>
                </c:pt>
                <c:pt idx="2405">
                  <c:v>6.79290771</c:v>
                </c:pt>
                <c:pt idx="2406">
                  <c:v>6.79623166</c:v>
                </c:pt>
                <c:pt idx="2407">
                  <c:v>6.79924011</c:v>
                </c:pt>
                <c:pt idx="2408">
                  <c:v>6.80254137</c:v>
                </c:pt>
                <c:pt idx="2409">
                  <c:v>6.80617874</c:v>
                </c:pt>
                <c:pt idx="2410">
                  <c:v>6.80793762</c:v>
                </c:pt>
                <c:pt idx="2411">
                  <c:v>6.81122651</c:v>
                </c:pt>
                <c:pt idx="2412">
                  <c:v>6.81419579</c:v>
                </c:pt>
                <c:pt idx="2413">
                  <c:v>6.81838989</c:v>
                </c:pt>
                <c:pt idx="2414">
                  <c:v>6.82109936</c:v>
                </c:pt>
                <c:pt idx="2415">
                  <c:v>6.82406864</c:v>
                </c:pt>
                <c:pt idx="2416">
                  <c:v>6.82733484</c:v>
                </c:pt>
                <c:pt idx="2417">
                  <c:v>6.83030412</c:v>
                </c:pt>
                <c:pt idx="2418">
                  <c:v>6.83181763</c:v>
                </c:pt>
                <c:pt idx="2419">
                  <c:v>6.83631897</c:v>
                </c:pt>
                <c:pt idx="2420">
                  <c:v>6.83780155</c:v>
                </c:pt>
                <c:pt idx="2421">
                  <c:v>6.84104919</c:v>
                </c:pt>
                <c:pt idx="2422">
                  <c:v>6.84492781</c:v>
                </c:pt>
                <c:pt idx="2423">
                  <c:v>6.84669495</c:v>
                </c:pt>
                <c:pt idx="2424">
                  <c:v>6.8511633</c:v>
                </c:pt>
                <c:pt idx="2425">
                  <c:v>6.85353872</c:v>
                </c:pt>
                <c:pt idx="2426">
                  <c:v>6.85569145</c:v>
                </c:pt>
                <c:pt idx="2427">
                  <c:v>6.85984843</c:v>
                </c:pt>
                <c:pt idx="2428">
                  <c:v>6.86248779</c:v>
                </c:pt>
                <c:pt idx="2429">
                  <c:v>6.86608392</c:v>
                </c:pt>
                <c:pt idx="2430">
                  <c:v>6.86752319</c:v>
                </c:pt>
                <c:pt idx="2431">
                  <c:v>6.87110901</c:v>
                </c:pt>
                <c:pt idx="2432">
                  <c:v>6.8737793</c:v>
                </c:pt>
                <c:pt idx="2433">
                  <c:v>6.87647639</c:v>
                </c:pt>
                <c:pt idx="2434">
                  <c:v>6.87944567</c:v>
                </c:pt>
                <c:pt idx="2435">
                  <c:v>6.88240051</c:v>
                </c:pt>
                <c:pt idx="2436">
                  <c:v>6.88501306</c:v>
                </c:pt>
                <c:pt idx="2437">
                  <c:v>6.88827515</c:v>
                </c:pt>
                <c:pt idx="2438">
                  <c:v>6.89243626</c:v>
                </c:pt>
                <c:pt idx="2439">
                  <c:v>6.89506531</c:v>
                </c:pt>
                <c:pt idx="2440">
                  <c:v>6.89804077</c:v>
                </c:pt>
                <c:pt idx="2441">
                  <c:v>6.90132141</c:v>
                </c:pt>
                <c:pt idx="2442">
                  <c:v>6.90422058</c:v>
                </c:pt>
                <c:pt idx="2443">
                  <c:v>6.90691149</c:v>
                </c:pt>
                <c:pt idx="2444">
                  <c:v>6.91010346</c:v>
                </c:pt>
                <c:pt idx="2445">
                  <c:v>6.91307274</c:v>
                </c:pt>
                <c:pt idx="2446">
                  <c:v>6.91574097</c:v>
                </c:pt>
                <c:pt idx="2447">
                  <c:v>6.91864014</c:v>
                </c:pt>
                <c:pt idx="2448">
                  <c:v>6.92160941</c:v>
                </c:pt>
                <c:pt idx="2449">
                  <c:v>6.9239106</c:v>
                </c:pt>
                <c:pt idx="2450">
                  <c:v>6.92749023</c:v>
                </c:pt>
                <c:pt idx="2451">
                  <c:v>6.93007186</c:v>
                </c:pt>
                <c:pt idx="2452">
                  <c:v>6.93304113</c:v>
                </c:pt>
                <c:pt idx="2453">
                  <c:v>6.93595886</c:v>
                </c:pt>
                <c:pt idx="2454">
                  <c:v>6.93885803</c:v>
                </c:pt>
                <c:pt idx="2455">
                  <c:v>6.94150358</c:v>
                </c:pt>
                <c:pt idx="2456">
                  <c:v>6.94469555</c:v>
                </c:pt>
                <c:pt idx="2457">
                  <c:v>6.94699674</c:v>
                </c:pt>
                <c:pt idx="2458">
                  <c:v>6.94989179</c:v>
                </c:pt>
                <c:pt idx="2459">
                  <c:v>6.95308376</c:v>
                </c:pt>
                <c:pt idx="2460">
                  <c:v>6.95625305</c:v>
                </c:pt>
                <c:pt idx="2461">
                  <c:v>6.95887385</c:v>
                </c:pt>
                <c:pt idx="2462">
                  <c:v>6.96206583</c:v>
                </c:pt>
                <c:pt idx="2463">
                  <c:v>6.96464539</c:v>
                </c:pt>
                <c:pt idx="2464">
                  <c:v>6.96726206</c:v>
                </c:pt>
                <c:pt idx="2465">
                  <c:v>6.97045404</c:v>
                </c:pt>
                <c:pt idx="2466">
                  <c:v>6.97327485</c:v>
                </c:pt>
                <c:pt idx="2467">
                  <c:v>6.9758606</c:v>
                </c:pt>
                <c:pt idx="2468">
                  <c:v>6.98020935</c:v>
                </c:pt>
                <c:pt idx="2469">
                  <c:v>6.98303223</c:v>
                </c:pt>
                <c:pt idx="2470">
                  <c:v>6.98532104</c:v>
                </c:pt>
                <c:pt idx="2471">
                  <c:v>6.98852539</c:v>
                </c:pt>
                <c:pt idx="2472">
                  <c:v>6.99081421</c:v>
                </c:pt>
                <c:pt idx="2473">
                  <c:v>6.99450519</c:v>
                </c:pt>
                <c:pt idx="2474">
                  <c:v>6.99680638</c:v>
                </c:pt>
                <c:pt idx="2475">
                  <c:v>7.00019836</c:v>
                </c:pt>
                <c:pt idx="2476">
                  <c:v>7.00163145</c:v>
                </c:pt>
                <c:pt idx="2477">
                  <c:v>7.00563998</c:v>
                </c:pt>
                <c:pt idx="2478">
                  <c:v>7.0085144</c:v>
                </c:pt>
                <c:pt idx="2479">
                  <c:v>7.01165277</c:v>
                </c:pt>
                <c:pt idx="2480">
                  <c:v>7.01423645</c:v>
                </c:pt>
                <c:pt idx="2481">
                  <c:v>7.0173645</c:v>
                </c:pt>
                <c:pt idx="2482">
                  <c:v>7.01957703</c:v>
                </c:pt>
                <c:pt idx="2483">
                  <c:v>7.02271333</c:v>
                </c:pt>
                <c:pt idx="2484">
                  <c:v>7.02552795</c:v>
                </c:pt>
                <c:pt idx="2485">
                  <c:v>7.02728271</c:v>
                </c:pt>
                <c:pt idx="2486">
                  <c:v>7.03010559</c:v>
                </c:pt>
                <c:pt idx="2487">
                  <c:v>7.03347696</c:v>
                </c:pt>
                <c:pt idx="2488">
                  <c:v>7.03629777</c:v>
                </c:pt>
                <c:pt idx="2489">
                  <c:v>7.03919282</c:v>
                </c:pt>
                <c:pt idx="2490">
                  <c:v>7.04231056</c:v>
                </c:pt>
                <c:pt idx="2491">
                  <c:v>7.04453752</c:v>
                </c:pt>
                <c:pt idx="2492">
                  <c:v>7.04826355</c:v>
                </c:pt>
                <c:pt idx="2493">
                  <c:v>7.04995645</c:v>
                </c:pt>
                <c:pt idx="2494">
                  <c:v>7.05396498</c:v>
                </c:pt>
                <c:pt idx="2495">
                  <c:v>7.05686002</c:v>
                </c:pt>
                <c:pt idx="2496">
                  <c:v>7.05945814</c:v>
                </c:pt>
                <c:pt idx="2497">
                  <c:v>7.06260681</c:v>
                </c:pt>
                <c:pt idx="2498">
                  <c:v>7.06542969</c:v>
                </c:pt>
                <c:pt idx="2499">
                  <c:v>7.06802368</c:v>
                </c:pt>
                <c:pt idx="2500">
                  <c:v>7.07092285</c:v>
                </c:pt>
                <c:pt idx="2501">
                  <c:v>7.07408183</c:v>
                </c:pt>
                <c:pt idx="2502">
                  <c:v>7.07702637</c:v>
                </c:pt>
                <c:pt idx="2503">
                  <c:v>7.07984924</c:v>
                </c:pt>
                <c:pt idx="2504">
                  <c:v>7.08247004</c:v>
                </c:pt>
                <c:pt idx="2505">
                  <c:v>7.08534241</c:v>
                </c:pt>
                <c:pt idx="2506">
                  <c:v>7.08824158</c:v>
                </c:pt>
                <c:pt idx="2507">
                  <c:v>7.09078402</c:v>
                </c:pt>
                <c:pt idx="2508">
                  <c:v>7.09365845</c:v>
                </c:pt>
                <c:pt idx="2509">
                  <c:v>7.09679681</c:v>
                </c:pt>
                <c:pt idx="2510">
                  <c:v>7.09938049</c:v>
                </c:pt>
                <c:pt idx="2511">
                  <c:v>7.10258484</c:v>
                </c:pt>
                <c:pt idx="2512">
                  <c:v>7.10511079</c:v>
                </c:pt>
                <c:pt idx="2513">
                  <c:v>7.10859969</c:v>
                </c:pt>
                <c:pt idx="2514">
                  <c:v>7.11112976</c:v>
                </c:pt>
                <c:pt idx="2515">
                  <c:v>7.11453824</c:v>
                </c:pt>
                <c:pt idx="2516">
                  <c:v>7.11743329</c:v>
                </c:pt>
                <c:pt idx="2517">
                  <c:v>7.11883545</c:v>
                </c:pt>
                <c:pt idx="2518">
                  <c:v>7.12225837</c:v>
                </c:pt>
                <c:pt idx="2519">
                  <c:v>7.12478638</c:v>
                </c:pt>
                <c:pt idx="2520">
                  <c:v>7.12849385</c:v>
                </c:pt>
                <c:pt idx="2521">
                  <c:v>7.13131466</c:v>
                </c:pt>
                <c:pt idx="2522">
                  <c:v>7.13272507</c:v>
                </c:pt>
                <c:pt idx="2523">
                  <c:v>7.14233398</c:v>
                </c:pt>
                <c:pt idx="2524">
                  <c:v>7.15049744</c:v>
                </c:pt>
                <c:pt idx="2525">
                  <c:v>7.15332031</c:v>
                </c:pt>
                <c:pt idx="2526">
                  <c:v>7.15667725</c:v>
                </c:pt>
                <c:pt idx="2527">
                  <c:v>7.159729</c:v>
                </c:pt>
                <c:pt idx="2528">
                  <c:v>7.16140747</c:v>
                </c:pt>
                <c:pt idx="2529">
                  <c:v>7.17178345</c:v>
                </c:pt>
                <c:pt idx="2530">
                  <c:v>7.17567444</c:v>
                </c:pt>
                <c:pt idx="2531">
                  <c:v>7.1787262</c:v>
                </c:pt>
                <c:pt idx="2532">
                  <c:v>7.18147278</c:v>
                </c:pt>
                <c:pt idx="2533">
                  <c:v>7.18429565</c:v>
                </c:pt>
                <c:pt idx="2534">
                  <c:v>7.18734741</c:v>
                </c:pt>
                <c:pt idx="2535">
                  <c:v>7.19255602</c:v>
                </c:pt>
                <c:pt idx="2536">
                  <c:v>7.1950531</c:v>
                </c:pt>
                <c:pt idx="2537">
                  <c:v>7.20116693</c:v>
                </c:pt>
                <c:pt idx="2538">
                  <c:v>7.20391351</c:v>
                </c:pt>
                <c:pt idx="2539">
                  <c:v>7.2127533</c:v>
                </c:pt>
                <c:pt idx="2540">
                  <c:v>7.21687317</c:v>
                </c:pt>
                <c:pt idx="2541">
                  <c:v>7.22514385</c:v>
                </c:pt>
                <c:pt idx="2542">
                  <c:v>7.23617554</c:v>
                </c:pt>
                <c:pt idx="2543">
                  <c:v>7.2416687</c:v>
                </c:pt>
                <c:pt idx="2544">
                  <c:v>7.24967957</c:v>
                </c:pt>
                <c:pt idx="2545">
                  <c:v>7.25105079</c:v>
                </c:pt>
                <c:pt idx="2546">
                  <c:v>7.27161304</c:v>
                </c:pt>
                <c:pt idx="2547">
                  <c:v>7.27874756</c:v>
                </c:pt>
                <c:pt idx="2548">
                  <c:v>7.28561401</c:v>
                </c:pt>
                <c:pt idx="2549">
                  <c:v>7.2880183</c:v>
                </c:pt>
                <c:pt idx="2550">
                  <c:v>7.292099</c:v>
                </c:pt>
                <c:pt idx="2551">
                  <c:v>7.35846442</c:v>
                </c:pt>
                <c:pt idx="2552">
                  <c:v>7.36351013</c:v>
                </c:pt>
                <c:pt idx="2553">
                  <c:v>7.37220764</c:v>
                </c:pt>
                <c:pt idx="2554">
                  <c:v>7.38956761</c:v>
                </c:pt>
                <c:pt idx="2555">
                  <c:v>7.39528347</c:v>
                </c:pt>
                <c:pt idx="2556">
                  <c:v>7.39817851</c:v>
                </c:pt>
                <c:pt idx="2557">
                  <c:v>7.4005127</c:v>
                </c:pt>
                <c:pt idx="2558">
                  <c:v>7.40181588</c:v>
                </c:pt>
                <c:pt idx="2559">
                  <c:v>7.42156158</c:v>
                </c:pt>
                <c:pt idx="2560">
                  <c:v>7.42393494</c:v>
                </c:pt>
                <c:pt idx="2561">
                  <c:v>7.44249499</c:v>
                </c:pt>
                <c:pt idx="2562">
                  <c:v>7.44529724</c:v>
                </c:pt>
                <c:pt idx="2563">
                  <c:v>7.44657774</c:v>
                </c:pt>
                <c:pt idx="2564">
                  <c:v>7.44789124</c:v>
                </c:pt>
                <c:pt idx="2565">
                  <c:v>7.49420166</c:v>
                </c:pt>
                <c:pt idx="2566">
                  <c:v>7.50700255</c:v>
                </c:pt>
                <c:pt idx="2567">
                  <c:v>7.51405458</c:v>
                </c:pt>
                <c:pt idx="2568">
                  <c:v>7.51784041</c:v>
                </c:pt>
                <c:pt idx="2569">
                  <c:v>7.5203643</c:v>
                </c:pt>
                <c:pt idx="2570">
                  <c:v>7.52207163</c:v>
                </c:pt>
                <c:pt idx="2571">
                  <c:v>7.52532959</c:v>
                </c:pt>
                <c:pt idx="2572">
                  <c:v>7.52860404</c:v>
                </c:pt>
                <c:pt idx="2573">
                  <c:v>7.53112793</c:v>
                </c:pt>
                <c:pt idx="2574">
                  <c:v>7.53364563</c:v>
                </c:pt>
                <c:pt idx="2575">
                  <c:v>7.53439414</c:v>
                </c:pt>
                <c:pt idx="2576">
                  <c:v>7.53862536</c:v>
                </c:pt>
                <c:pt idx="2577">
                  <c:v>7.54089355</c:v>
                </c:pt>
                <c:pt idx="2578">
                  <c:v>7.54341125</c:v>
                </c:pt>
                <c:pt idx="2579">
                  <c:v>7.54590009</c:v>
                </c:pt>
                <c:pt idx="2580">
                  <c:v>7.5468651</c:v>
                </c:pt>
                <c:pt idx="2581">
                  <c:v>7.550354</c:v>
                </c:pt>
                <c:pt idx="2582">
                  <c:v>7.55310059</c:v>
                </c:pt>
                <c:pt idx="2583">
                  <c:v>7.55531311</c:v>
                </c:pt>
                <c:pt idx="2584">
                  <c:v>7.55783081</c:v>
                </c:pt>
                <c:pt idx="2585">
                  <c:v>7.5610434</c:v>
                </c:pt>
                <c:pt idx="2586">
                  <c:v>7.56282497</c:v>
                </c:pt>
                <c:pt idx="2587">
                  <c:v>7.5655365</c:v>
                </c:pt>
                <c:pt idx="2588">
                  <c:v>7.57125854</c:v>
                </c:pt>
                <c:pt idx="2589">
                  <c:v>7.57598877</c:v>
                </c:pt>
                <c:pt idx="2590">
                  <c:v>7.57871061</c:v>
                </c:pt>
                <c:pt idx="2591">
                  <c:v>7.58116026</c:v>
                </c:pt>
                <c:pt idx="2592">
                  <c:v>7.58239746</c:v>
                </c:pt>
                <c:pt idx="2593">
                  <c:v>7.58539148</c:v>
                </c:pt>
                <c:pt idx="2594">
                  <c:v>7.58732151</c:v>
                </c:pt>
                <c:pt idx="2595">
                  <c:v>7.58857727</c:v>
                </c:pt>
                <c:pt idx="2596">
                  <c:v>7.59277344</c:v>
                </c:pt>
                <c:pt idx="2597">
                  <c:v>7.59529114</c:v>
                </c:pt>
                <c:pt idx="2598">
                  <c:v>7.59749129</c:v>
                </c:pt>
                <c:pt idx="2599">
                  <c:v>7.60016364</c:v>
                </c:pt>
                <c:pt idx="2600">
                  <c:v>7.63690845</c:v>
                </c:pt>
                <c:pt idx="2601">
                  <c:v>7.6398468</c:v>
                </c:pt>
                <c:pt idx="2602">
                  <c:v>7.64203046</c:v>
                </c:pt>
                <c:pt idx="2603">
                  <c:v>7.64328003</c:v>
                </c:pt>
                <c:pt idx="2604">
                  <c:v>7.65029907</c:v>
                </c:pt>
                <c:pt idx="2605">
                  <c:v>7.6587677</c:v>
                </c:pt>
                <c:pt idx="2606">
                  <c:v>7.6609596</c:v>
                </c:pt>
                <c:pt idx="2607">
                  <c:v>7.66363195</c:v>
                </c:pt>
                <c:pt idx="2608">
                  <c:v>7.66822815</c:v>
                </c:pt>
                <c:pt idx="2609">
                  <c:v>7.67112938</c:v>
                </c:pt>
                <c:pt idx="2610">
                  <c:v>7.68152185</c:v>
                </c:pt>
                <c:pt idx="2611">
                  <c:v>7.69256592</c:v>
                </c:pt>
                <c:pt idx="2612">
                  <c:v>7.69515991</c:v>
                </c:pt>
                <c:pt idx="2613">
                  <c:v>7.69733326</c:v>
                </c:pt>
                <c:pt idx="2614">
                  <c:v>7.69926329</c:v>
                </c:pt>
                <c:pt idx="2615">
                  <c:v>7.70187378</c:v>
                </c:pt>
                <c:pt idx="2616">
                  <c:v>7.70431106</c:v>
                </c:pt>
                <c:pt idx="2617">
                  <c:v>7.70736694</c:v>
                </c:pt>
                <c:pt idx="2618">
                  <c:v>7.70980835</c:v>
                </c:pt>
                <c:pt idx="2619">
                  <c:v>7.71484375</c:v>
                </c:pt>
                <c:pt idx="2620">
                  <c:v>7.72197826</c:v>
                </c:pt>
                <c:pt idx="2621">
                  <c:v>7.72315979</c:v>
                </c:pt>
                <c:pt idx="2622">
                  <c:v>7.7255249</c:v>
                </c:pt>
                <c:pt idx="2623">
                  <c:v>7.72843644</c:v>
                </c:pt>
                <c:pt idx="2624">
                  <c:v>7.73081187</c:v>
                </c:pt>
                <c:pt idx="2625">
                  <c:v>7.73318729</c:v>
                </c:pt>
                <c:pt idx="2626">
                  <c:v>7.73582458</c:v>
                </c:pt>
                <c:pt idx="2627">
                  <c:v>7.73816083</c:v>
                </c:pt>
                <c:pt idx="2628">
                  <c:v>7.73912584</c:v>
                </c:pt>
                <c:pt idx="2629">
                  <c:v>7.75196797</c:v>
                </c:pt>
                <c:pt idx="2630">
                  <c:v>7.76436471</c:v>
                </c:pt>
                <c:pt idx="2631">
                  <c:v>7.76695251</c:v>
                </c:pt>
                <c:pt idx="2632">
                  <c:v>7.76837323</c:v>
                </c:pt>
                <c:pt idx="2633">
                  <c:v>7.76978364</c:v>
                </c:pt>
                <c:pt idx="2634">
                  <c:v>7.77312408</c:v>
                </c:pt>
                <c:pt idx="2635">
                  <c:v>7.77572632</c:v>
                </c:pt>
                <c:pt idx="2636">
                  <c:v>7.77809762</c:v>
                </c:pt>
                <c:pt idx="2637">
                  <c:v>7.78076172</c:v>
                </c:pt>
                <c:pt idx="2638">
                  <c:v>7.79420595</c:v>
                </c:pt>
                <c:pt idx="2639">
                  <c:v>7.79799178</c:v>
                </c:pt>
                <c:pt idx="2640">
                  <c:v>7.80014038</c:v>
                </c:pt>
                <c:pt idx="2641">
                  <c:v>7.80136108</c:v>
                </c:pt>
                <c:pt idx="2642">
                  <c:v>7.80464172</c:v>
                </c:pt>
                <c:pt idx="2643">
                  <c:v>7.80675115</c:v>
                </c:pt>
                <c:pt idx="2644">
                  <c:v>7.81172469</c:v>
                </c:pt>
                <c:pt idx="2645">
                  <c:v>7.81433105</c:v>
                </c:pt>
                <c:pt idx="2646">
                  <c:v>7.81692505</c:v>
                </c:pt>
                <c:pt idx="2647">
                  <c:v>7.81921387</c:v>
                </c:pt>
                <c:pt idx="2648">
                  <c:v>7.82040983</c:v>
                </c:pt>
                <c:pt idx="2649">
                  <c:v>7.82278525</c:v>
                </c:pt>
                <c:pt idx="2650">
                  <c:v>7.82627415</c:v>
                </c:pt>
                <c:pt idx="2651">
                  <c:v>7.82820418</c:v>
                </c:pt>
                <c:pt idx="2652">
                  <c:v>7.83027649</c:v>
                </c:pt>
                <c:pt idx="2653">
                  <c:v>7.8326581</c:v>
                </c:pt>
                <c:pt idx="2654">
                  <c:v>7.83470154</c:v>
                </c:pt>
                <c:pt idx="2655">
                  <c:v>7.83706665</c:v>
                </c:pt>
                <c:pt idx="2656">
                  <c:v>7.8394132</c:v>
                </c:pt>
                <c:pt idx="2657">
                  <c:v>7.84202576</c:v>
                </c:pt>
                <c:pt idx="2658">
                  <c:v>7.84431458</c:v>
                </c:pt>
                <c:pt idx="2659">
                  <c:v>7.84873962</c:v>
                </c:pt>
                <c:pt idx="2660">
                  <c:v>7.85110474</c:v>
                </c:pt>
                <c:pt idx="2661">
                  <c:v>7.85344304</c:v>
                </c:pt>
                <c:pt idx="2662">
                  <c:v>7.85598755</c:v>
                </c:pt>
                <c:pt idx="2663">
                  <c:v>7.85835266</c:v>
                </c:pt>
                <c:pt idx="2664">
                  <c:v>7.8604126</c:v>
                </c:pt>
                <c:pt idx="2665">
                  <c:v>7.86369324</c:v>
                </c:pt>
                <c:pt idx="2666">
                  <c:v>7.86487476</c:v>
                </c:pt>
                <c:pt idx="2667">
                  <c:v>7.86766052</c:v>
                </c:pt>
                <c:pt idx="2668">
                  <c:v>7.86977407</c:v>
                </c:pt>
                <c:pt idx="2669">
                  <c:v>7.87979538</c:v>
                </c:pt>
                <c:pt idx="2670">
                  <c:v>7.88345337</c:v>
                </c:pt>
                <c:pt idx="2671">
                  <c:v>7.88581848</c:v>
                </c:pt>
                <c:pt idx="2672">
                  <c:v>7.88719177</c:v>
                </c:pt>
                <c:pt idx="2673">
                  <c:v>7.89271174</c:v>
                </c:pt>
                <c:pt idx="2674">
                  <c:v>7.89505005</c:v>
                </c:pt>
                <c:pt idx="2675">
                  <c:v>7.89761105</c:v>
                </c:pt>
                <c:pt idx="2676">
                  <c:v>7.89871216</c:v>
                </c:pt>
                <c:pt idx="2677">
                  <c:v>7.90267944</c:v>
                </c:pt>
                <c:pt idx="2678">
                  <c:v>7.90518271</c:v>
                </c:pt>
                <c:pt idx="2679">
                  <c:v>7.9074839</c:v>
                </c:pt>
                <c:pt idx="2680">
                  <c:v>7.90977478</c:v>
                </c:pt>
                <c:pt idx="2681">
                  <c:v>7.91186358</c:v>
                </c:pt>
                <c:pt idx="2682">
                  <c:v>7.91668866</c:v>
                </c:pt>
                <c:pt idx="2683">
                  <c:v>7.92129104</c:v>
                </c:pt>
                <c:pt idx="2684">
                  <c:v>7.92358398</c:v>
                </c:pt>
                <c:pt idx="2685">
                  <c:v>7.92797192</c:v>
                </c:pt>
                <c:pt idx="2686">
                  <c:v>7.93258667</c:v>
                </c:pt>
                <c:pt idx="2687">
                  <c:v>7.93368778</c:v>
                </c:pt>
                <c:pt idx="2688">
                  <c:v>7.93739319</c:v>
                </c:pt>
                <c:pt idx="2689">
                  <c:v>7.93947787</c:v>
                </c:pt>
                <c:pt idx="2690">
                  <c:v>7.94177906</c:v>
                </c:pt>
                <c:pt idx="2691">
                  <c:v>7.94660414</c:v>
                </c:pt>
                <c:pt idx="2692">
                  <c:v>7.94868469</c:v>
                </c:pt>
                <c:pt idx="2693">
                  <c:v>7.95098382</c:v>
                </c:pt>
                <c:pt idx="2694">
                  <c:v>7.95349121</c:v>
                </c:pt>
                <c:pt idx="2695">
                  <c:v>7.95578003</c:v>
                </c:pt>
                <c:pt idx="2696">
                  <c:v>7.95714507</c:v>
                </c:pt>
                <c:pt idx="2697">
                  <c:v>7.95944626</c:v>
                </c:pt>
                <c:pt idx="2698">
                  <c:v>7.96401978</c:v>
                </c:pt>
                <c:pt idx="2699">
                  <c:v>7.96516212</c:v>
                </c:pt>
                <c:pt idx="2700">
                  <c:v>7.971843</c:v>
                </c:pt>
                <c:pt idx="2701">
                  <c:v>7.97431946</c:v>
                </c:pt>
                <c:pt idx="2702">
                  <c:v>7.97548036</c:v>
                </c:pt>
                <c:pt idx="2703">
                  <c:v>7.97866821</c:v>
                </c:pt>
                <c:pt idx="2704">
                  <c:v>7.97978582</c:v>
                </c:pt>
                <c:pt idx="2705">
                  <c:v>7.98305202</c:v>
                </c:pt>
                <c:pt idx="2706">
                  <c:v>7.98942566</c:v>
                </c:pt>
                <c:pt idx="2707">
                  <c:v>7.99118042</c:v>
                </c:pt>
                <c:pt idx="2708">
                  <c:v>7.99396412</c:v>
                </c:pt>
                <c:pt idx="2709">
                  <c:v>7.9948549</c:v>
                </c:pt>
                <c:pt idx="2710">
                  <c:v>7.99736023</c:v>
                </c:pt>
                <c:pt idx="2711">
                  <c:v>8.00125122</c:v>
                </c:pt>
                <c:pt idx="2712">
                  <c:v>8.00235233</c:v>
                </c:pt>
                <c:pt idx="2713">
                  <c:v>8.00758362</c:v>
                </c:pt>
                <c:pt idx="2714">
                  <c:v>8.00849915</c:v>
                </c:pt>
                <c:pt idx="2715">
                  <c:v>8.01322937</c:v>
                </c:pt>
                <c:pt idx="2716">
                  <c:v>8.01689148</c:v>
                </c:pt>
                <c:pt idx="2717">
                  <c:v>8.01895142</c:v>
                </c:pt>
                <c:pt idx="2718">
                  <c:v>8.02142994</c:v>
                </c:pt>
                <c:pt idx="2719">
                  <c:v>8.02818298</c:v>
                </c:pt>
                <c:pt idx="2720">
                  <c:v>8.02929852</c:v>
                </c:pt>
                <c:pt idx="2721">
                  <c:v>8.03538554</c:v>
                </c:pt>
                <c:pt idx="2722">
                  <c:v>8.03902291</c:v>
                </c:pt>
                <c:pt idx="2723">
                  <c:v>8.04016113</c:v>
                </c:pt>
                <c:pt idx="2724">
                  <c:v>8.04351807</c:v>
                </c:pt>
                <c:pt idx="2725">
                  <c:v>8.04664612</c:v>
                </c:pt>
                <c:pt idx="2726">
                  <c:v>8.04908752</c:v>
                </c:pt>
                <c:pt idx="2727">
                  <c:v>8.05112272</c:v>
                </c:pt>
                <c:pt idx="2728">
                  <c:v>8.05221558</c:v>
                </c:pt>
                <c:pt idx="2729">
                  <c:v>8.05490855</c:v>
                </c:pt>
                <c:pt idx="2730">
                  <c:v>8.05915833</c:v>
                </c:pt>
                <c:pt idx="2731">
                  <c:v>8.06366792</c:v>
                </c:pt>
                <c:pt idx="2732">
                  <c:v>8.06901262</c:v>
                </c:pt>
                <c:pt idx="2733">
                  <c:v>8.07146227</c:v>
                </c:pt>
                <c:pt idx="2734">
                  <c:v>8.07279845</c:v>
                </c:pt>
                <c:pt idx="2735">
                  <c:v>8.0750254</c:v>
                </c:pt>
                <c:pt idx="2736">
                  <c:v>8.08200321</c:v>
                </c:pt>
                <c:pt idx="2737">
                  <c:v>8.08418274</c:v>
                </c:pt>
                <c:pt idx="2738">
                  <c:v>8.08647156</c:v>
                </c:pt>
                <c:pt idx="2739">
                  <c:v>8.08868408</c:v>
                </c:pt>
                <c:pt idx="2740">
                  <c:v>8.09068834</c:v>
                </c:pt>
                <c:pt idx="2741">
                  <c:v>8.093138</c:v>
                </c:pt>
                <c:pt idx="2742">
                  <c:v>8.09402878</c:v>
                </c:pt>
                <c:pt idx="2743">
                  <c:v>8.09981887</c:v>
                </c:pt>
                <c:pt idx="2744">
                  <c:v>8.10835555</c:v>
                </c:pt>
                <c:pt idx="2745">
                  <c:v>8.11210632</c:v>
                </c:pt>
                <c:pt idx="2746">
                  <c:v>8.11570451</c:v>
                </c:pt>
                <c:pt idx="2747">
                  <c:v>8.11813354</c:v>
                </c:pt>
                <c:pt idx="2748">
                  <c:v>8.12015843</c:v>
                </c:pt>
                <c:pt idx="2749">
                  <c:v>8.12461234</c:v>
                </c:pt>
                <c:pt idx="2750">
                  <c:v>8.1268393</c:v>
                </c:pt>
                <c:pt idx="2751">
                  <c:v>8.12908775</c:v>
                </c:pt>
                <c:pt idx="2752">
                  <c:v>8.13132838</c:v>
                </c:pt>
                <c:pt idx="2753">
                  <c:v>8.13337171</c:v>
                </c:pt>
                <c:pt idx="2754">
                  <c:v>8.13602648</c:v>
                </c:pt>
                <c:pt idx="2755">
                  <c:v>8.13783344</c:v>
                </c:pt>
                <c:pt idx="2756">
                  <c:v>8.14007408</c:v>
                </c:pt>
                <c:pt idx="2757">
                  <c:v>8.14253155</c:v>
                </c:pt>
                <c:pt idx="2758">
                  <c:v>8.14477218</c:v>
                </c:pt>
                <c:pt idx="2759">
                  <c:v>8.14701281</c:v>
                </c:pt>
                <c:pt idx="2760">
                  <c:v>8.14918312</c:v>
                </c:pt>
                <c:pt idx="2761">
                  <c:v>8.15120496</c:v>
                </c:pt>
                <c:pt idx="2762">
                  <c:v>8.1534456</c:v>
                </c:pt>
                <c:pt idx="2763">
                  <c:v>8.15546939</c:v>
                </c:pt>
                <c:pt idx="2764">
                  <c:v>8.15987838</c:v>
                </c:pt>
                <c:pt idx="2765">
                  <c:v>8.16190218</c:v>
                </c:pt>
                <c:pt idx="2766">
                  <c:v>8.16725078</c:v>
                </c:pt>
                <c:pt idx="2767">
                  <c:v>8.16922574</c:v>
                </c:pt>
                <c:pt idx="2768">
                  <c:v>8.1716754</c:v>
                </c:pt>
                <c:pt idx="2769">
                  <c:v>8.17368357</c:v>
                </c:pt>
                <c:pt idx="2770">
                  <c:v>8.17568392</c:v>
                </c:pt>
                <c:pt idx="2771">
                  <c:v>8.17791088</c:v>
                </c:pt>
                <c:pt idx="2772">
                  <c:v>8.18036054</c:v>
                </c:pt>
                <c:pt idx="2773">
                  <c:v>8.18235698</c:v>
                </c:pt>
                <c:pt idx="2774">
                  <c:v>8.18340405</c:v>
                </c:pt>
                <c:pt idx="2775">
                  <c:v>8.1858537</c:v>
                </c:pt>
                <c:pt idx="2776">
                  <c:v>8.18897144</c:v>
                </c:pt>
                <c:pt idx="2777">
                  <c:v>8.19095812</c:v>
                </c:pt>
                <c:pt idx="2778">
                  <c:v>8.19357382</c:v>
                </c:pt>
                <c:pt idx="2779">
                  <c:v>8.19558395</c:v>
                </c:pt>
                <c:pt idx="2780">
                  <c:v>8.1997761</c:v>
                </c:pt>
                <c:pt idx="2781">
                  <c:v>8.2039663</c:v>
                </c:pt>
                <c:pt idx="2782">
                  <c:v>8.2072325</c:v>
                </c:pt>
                <c:pt idx="2783">
                  <c:v>8.20924458</c:v>
                </c:pt>
                <c:pt idx="2784">
                  <c:v>8.21124103</c:v>
                </c:pt>
                <c:pt idx="2785">
                  <c:v>8.21343673</c:v>
                </c:pt>
                <c:pt idx="2786">
                  <c:v>8.21560508</c:v>
                </c:pt>
                <c:pt idx="2787">
                  <c:v>8.21755074</c:v>
                </c:pt>
                <c:pt idx="2788">
                  <c:v>8.219555</c:v>
                </c:pt>
                <c:pt idx="2789">
                  <c:v>8.22153192</c:v>
                </c:pt>
                <c:pt idx="2790">
                  <c:v>8.22259851</c:v>
                </c:pt>
                <c:pt idx="2791">
                  <c:v>8.2267555</c:v>
                </c:pt>
                <c:pt idx="2792">
                  <c:v>8.22898246</c:v>
                </c:pt>
                <c:pt idx="2793">
                  <c:v>8.23113519</c:v>
                </c:pt>
                <c:pt idx="2794">
                  <c:v>8.23247136</c:v>
                </c:pt>
                <c:pt idx="2795">
                  <c:v>8.23461432</c:v>
                </c:pt>
                <c:pt idx="2796">
                  <c:v>8.23699951</c:v>
                </c:pt>
                <c:pt idx="2797">
                  <c:v>8.23895103</c:v>
                </c:pt>
                <c:pt idx="2798">
                  <c:v>8.2411565</c:v>
                </c:pt>
                <c:pt idx="2799">
                  <c:v>8.24553619</c:v>
                </c:pt>
                <c:pt idx="2800">
                  <c:v>8.2485797</c:v>
                </c:pt>
                <c:pt idx="2801">
                  <c:v>8.25095512</c:v>
                </c:pt>
                <c:pt idx="2802">
                  <c:v>8.25203343</c:v>
                </c:pt>
                <c:pt idx="2803">
                  <c:v>8.25420179</c:v>
                </c:pt>
                <c:pt idx="2804">
                  <c:v>8.25526057</c:v>
                </c:pt>
                <c:pt idx="2805">
                  <c:v>8.25723748</c:v>
                </c:pt>
                <c:pt idx="2806">
                  <c:v>8.26283223</c:v>
                </c:pt>
                <c:pt idx="2807">
                  <c:v>8.26583862</c:v>
                </c:pt>
                <c:pt idx="2808">
                  <c:v>8.26780577</c:v>
                </c:pt>
                <c:pt idx="2809">
                  <c:v>8.26974166</c:v>
                </c:pt>
                <c:pt idx="2810">
                  <c:v>8.27256052</c:v>
                </c:pt>
                <c:pt idx="2811">
                  <c:v>8.27448664</c:v>
                </c:pt>
                <c:pt idx="2812">
                  <c:v>8.27582282</c:v>
                </c:pt>
                <c:pt idx="2813">
                  <c:v>8.27841508</c:v>
                </c:pt>
                <c:pt idx="2814">
                  <c:v>8.28094482</c:v>
                </c:pt>
                <c:pt idx="2815">
                  <c:v>8.28918457</c:v>
                </c:pt>
                <c:pt idx="2816">
                  <c:v>8.2911146</c:v>
                </c:pt>
                <c:pt idx="2817">
                  <c:v>8.293449</c:v>
                </c:pt>
                <c:pt idx="2818">
                  <c:v>8.29542005</c:v>
                </c:pt>
                <c:pt idx="2819">
                  <c:v>8.29816664</c:v>
                </c:pt>
                <c:pt idx="2820">
                  <c:v>8.29950281</c:v>
                </c:pt>
                <c:pt idx="2821">
                  <c:v>8.3018333</c:v>
                </c:pt>
                <c:pt idx="2822">
                  <c:v>8.30440212</c:v>
                </c:pt>
                <c:pt idx="2823">
                  <c:v>8.30674824</c:v>
                </c:pt>
                <c:pt idx="2824">
                  <c:v>8.30761558</c:v>
                </c:pt>
                <c:pt idx="2825">
                  <c:v>8.31108299</c:v>
                </c:pt>
                <c:pt idx="2826">
                  <c:v>8.31234494</c:v>
                </c:pt>
                <c:pt idx="2827">
                  <c:v>8.31469887</c:v>
                </c:pt>
                <c:pt idx="2828">
                  <c:v>8.31687309</c:v>
                </c:pt>
                <c:pt idx="2829">
                  <c:v>8.31918014</c:v>
                </c:pt>
                <c:pt idx="2830">
                  <c:v>8.32330001</c:v>
                </c:pt>
                <c:pt idx="2831">
                  <c:v>8.32607785</c:v>
                </c:pt>
                <c:pt idx="2832">
                  <c:v>8.32799811</c:v>
                </c:pt>
                <c:pt idx="2833">
                  <c:v>8.33009419</c:v>
                </c:pt>
                <c:pt idx="2834">
                  <c:v>8.33439183</c:v>
                </c:pt>
                <c:pt idx="2835">
                  <c:v>8.33654455</c:v>
                </c:pt>
                <c:pt idx="2836">
                  <c:v>8.3375838</c:v>
                </c:pt>
                <c:pt idx="2837">
                  <c:v>8.34055308</c:v>
                </c:pt>
                <c:pt idx="2838">
                  <c:v>8.34144386</c:v>
                </c:pt>
                <c:pt idx="2839">
                  <c:v>8.34678856</c:v>
                </c:pt>
                <c:pt idx="2840">
                  <c:v>8.3495371</c:v>
                </c:pt>
                <c:pt idx="2841">
                  <c:v>8.35185001</c:v>
                </c:pt>
                <c:pt idx="2842">
                  <c:v>8.35376636</c:v>
                </c:pt>
                <c:pt idx="2843">
                  <c:v>8.35992762</c:v>
                </c:pt>
                <c:pt idx="2844">
                  <c:v>8.36208034</c:v>
                </c:pt>
                <c:pt idx="2845">
                  <c:v>8.36438153</c:v>
                </c:pt>
                <c:pt idx="2846">
                  <c:v>8.36653426</c:v>
                </c:pt>
                <c:pt idx="2847">
                  <c:v>8.36847406</c:v>
                </c:pt>
                <c:pt idx="2848">
                  <c:v>8.37078697</c:v>
                </c:pt>
                <c:pt idx="2849">
                  <c:v>8.37288304</c:v>
                </c:pt>
                <c:pt idx="2850">
                  <c:v>8.37497912</c:v>
                </c:pt>
                <c:pt idx="2851">
                  <c:v>8.37946038</c:v>
                </c:pt>
                <c:pt idx="2852">
                  <c:v>8.38264259</c:v>
                </c:pt>
                <c:pt idx="2853">
                  <c:v>8.38494378</c:v>
                </c:pt>
                <c:pt idx="2854">
                  <c:v>8.38702228</c:v>
                </c:pt>
                <c:pt idx="2855">
                  <c:v>8.38892887</c:v>
                </c:pt>
                <c:pt idx="2856">
                  <c:v>8.39147619</c:v>
                </c:pt>
                <c:pt idx="2857">
                  <c:v>8.39355469</c:v>
                </c:pt>
                <c:pt idx="2858">
                  <c:v>8.39463886</c:v>
                </c:pt>
                <c:pt idx="2859">
                  <c:v>8.39689513</c:v>
                </c:pt>
                <c:pt idx="2860">
                  <c:v>8.40193899</c:v>
                </c:pt>
                <c:pt idx="2861">
                  <c:v>8.40446678</c:v>
                </c:pt>
                <c:pt idx="2862">
                  <c:v>8.40634798</c:v>
                </c:pt>
                <c:pt idx="2863">
                  <c:v>8.40862377</c:v>
                </c:pt>
                <c:pt idx="2864">
                  <c:v>8.41054013</c:v>
                </c:pt>
                <c:pt idx="2865">
                  <c:v>8.4126323</c:v>
                </c:pt>
                <c:pt idx="2866">
                  <c:v>8.41478502</c:v>
                </c:pt>
                <c:pt idx="2867">
                  <c:v>8.41693775</c:v>
                </c:pt>
                <c:pt idx="2868">
                  <c:v>8.41886778</c:v>
                </c:pt>
                <c:pt idx="2869">
                  <c:v>8.42102051</c:v>
                </c:pt>
                <c:pt idx="2870">
                  <c:v>8.42324747</c:v>
                </c:pt>
                <c:pt idx="2871">
                  <c:v>8.42569712</c:v>
                </c:pt>
                <c:pt idx="2872">
                  <c:v>8.42767013</c:v>
                </c:pt>
                <c:pt idx="2873">
                  <c:v>8.42991076</c:v>
                </c:pt>
                <c:pt idx="2874">
                  <c:v>8.4319326</c:v>
                </c:pt>
                <c:pt idx="2875">
                  <c:v>8.43445649</c:v>
                </c:pt>
                <c:pt idx="2876">
                  <c:v>8.4364881</c:v>
                </c:pt>
                <c:pt idx="2877">
                  <c:v>8.43853925</c:v>
                </c:pt>
                <c:pt idx="2878">
                  <c:v>8.44106313</c:v>
                </c:pt>
                <c:pt idx="2879">
                  <c:v>8.44425511</c:v>
                </c:pt>
                <c:pt idx="2880">
                  <c:v>8.44611091</c:v>
                </c:pt>
                <c:pt idx="2881">
                  <c:v>8.44819721</c:v>
                </c:pt>
                <c:pt idx="2882">
                  <c:v>8.45079924</c:v>
                </c:pt>
                <c:pt idx="2883">
                  <c:v>8.45311215</c:v>
                </c:pt>
                <c:pt idx="2884">
                  <c:v>8.45549734</c:v>
                </c:pt>
                <c:pt idx="2885">
                  <c:v>8.45737658</c:v>
                </c:pt>
                <c:pt idx="2886">
                  <c:v>8.45997861</c:v>
                </c:pt>
                <c:pt idx="2887">
                  <c:v>8.46251617</c:v>
                </c:pt>
                <c:pt idx="2888">
                  <c:v>8.46511038</c:v>
                </c:pt>
                <c:pt idx="2889">
                  <c:v>8.46727873</c:v>
                </c:pt>
                <c:pt idx="2890">
                  <c:v>8.46959164</c:v>
                </c:pt>
                <c:pt idx="2891">
                  <c:v>8.47197683</c:v>
                </c:pt>
                <c:pt idx="2892">
                  <c:v>8.47461597</c:v>
                </c:pt>
                <c:pt idx="2893">
                  <c:v>8.47696405</c:v>
                </c:pt>
                <c:pt idx="2894">
                  <c:v>8.47934924</c:v>
                </c:pt>
                <c:pt idx="2895">
                  <c:v>8.48122848</c:v>
                </c:pt>
                <c:pt idx="2896">
                  <c:v>8.4838305</c:v>
                </c:pt>
                <c:pt idx="2897">
                  <c:v>8.48500845</c:v>
                </c:pt>
                <c:pt idx="2898">
                  <c:v>8.4885286</c:v>
                </c:pt>
                <c:pt idx="2899">
                  <c:v>8.49139239</c:v>
                </c:pt>
                <c:pt idx="2900">
                  <c:v>8.4925762</c:v>
                </c:pt>
                <c:pt idx="2901">
                  <c:v>8.49496139</c:v>
                </c:pt>
                <c:pt idx="2902">
                  <c:v>8.49734658</c:v>
                </c:pt>
                <c:pt idx="2903">
                  <c:v>8.50015176</c:v>
                </c:pt>
                <c:pt idx="2904">
                  <c:v>8.50252719</c:v>
                </c:pt>
                <c:pt idx="2905">
                  <c:v>8.50515265</c:v>
                </c:pt>
                <c:pt idx="2906">
                  <c:v>8.50727803</c:v>
                </c:pt>
                <c:pt idx="2907">
                  <c:v>8.50987615</c:v>
                </c:pt>
                <c:pt idx="2908">
                  <c:v>8.51107949</c:v>
                </c:pt>
                <c:pt idx="2909">
                  <c:v>8.5144043</c:v>
                </c:pt>
                <c:pt idx="2910">
                  <c:v>8.51655702</c:v>
                </c:pt>
                <c:pt idx="2911">
                  <c:v>8.51982518</c:v>
                </c:pt>
                <c:pt idx="2912">
                  <c:v>8.52197596</c:v>
                </c:pt>
                <c:pt idx="2913">
                  <c:v>8.52416189</c:v>
                </c:pt>
                <c:pt idx="2914">
                  <c:v>8.52676392</c:v>
                </c:pt>
                <c:pt idx="2915">
                  <c:v>8.52820949</c:v>
                </c:pt>
                <c:pt idx="2916">
                  <c:v>8.53080956</c:v>
                </c:pt>
                <c:pt idx="2917">
                  <c:v>8.53318498</c:v>
                </c:pt>
                <c:pt idx="2918">
                  <c:v>8.53558189</c:v>
                </c:pt>
                <c:pt idx="2919">
                  <c:v>8.53771313</c:v>
                </c:pt>
                <c:pt idx="2920">
                  <c:v>8.54105357</c:v>
                </c:pt>
                <c:pt idx="2921">
                  <c:v>8.54223151</c:v>
                </c:pt>
                <c:pt idx="2922">
                  <c:v>8.54483353</c:v>
                </c:pt>
                <c:pt idx="2923">
                  <c:v>8.54751175</c:v>
                </c:pt>
                <c:pt idx="2924">
                  <c:v>8.54988717</c:v>
                </c:pt>
                <c:pt idx="2925">
                  <c:v>8.55220594</c:v>
                </c:pt>
                <c:pt idx="2926">
                  <c:v>8.55459113</c:v>
                </c:pt>
                <c:pt idx="2927">
                  <c:v>8.55697632</c:v>
                </c:pt>
                <c:pt idx="2928">
                  <c:v>8.55936151</c:v>
                </c:pt>
                <c:pt idx="2929">
                  <c:v>8.56176428</c:v>
                </c:pt>
                <c:pt idx="2930">
                  <c:v>8.5641397</c:v>
                </c:pt>
                <c:pt idx="2931">
                  <c:v>8.56673391</c:v>
                </c:pt>
                <c:pt idx="2932">
                  <c:v>8.56911324</c:v>
                </c:pt>
                <c:pt idx="2933">
                  <c:v>8.57172113</c:v>
                </c:pt>
                <c:pt idx="2934">
                  <c:v>8.57386409</c:v>
                </c:pt>
                <c:pt idx="2935">
                  <c:v>8.5764622</c:v>
                </c:pt>
                <c:pt idx="2936">
                  <c:v>8.57883763</c:v>
                </c:pt>
                <c:pt idx="2937">
                  <c:v>8.58113882</c:v>
                </c:pt>
                <c:pt idx="2938">
                  <c:v>8.58400847</c:v>
                </c:pt>
                <c:pt idx="2939">
                  <c:v>8.58611236</c:v>
                </c:pt>
                <c:pt idx="2940">
                  <c:v>8.58848778</c:v>
                </c:pt>
                <c:pt idx="2941">
                  <c:v>8.59087492</c:v>
                </c:pt>
                <c:pt idx="2942">
                  <c:v>8.59275416</c:v>
                </c:pt>
                <c:pt idx="2943">
                  <c:v>8.59531712</c:v>
                </c:pt>
                <c:pt idx="2944">
                  <c:v>8.59745226</c:v>
                </c:pt>
                <c:pt idx="2945">
                  <c:v>8.60029066</c:v>
                </c:pt>
                <c:pt idx="2946">
                  <c:v>8.60259185</c:v>
                </c:pt>
                <c:pt idx="2947">
                  <c:v>8.60475239</c:v>
                </c:pt>
                <c:pt idx="2948">
                  <c:v>8.60728214</c:v>
                </c:pt>
                <c:pt idx="2949">
                  <c:v>8.60942119</c:v>
                </c:pt>
                <c:pt idx="2950">
                  <c:v>8.61154657</c:v>
                </c:pt>
                <c:pt idx="2951">
                  <c:v>8.61387511</c:v>
                </c:pt>
                <c:pt idx="2952">
                  <c:v>8.61595555</c:v>
                </c:pt>
                <c:pt idx="2953">
                  <c:v>8.61855172</c:v>
                </c:pt>
                <c:pt idx="2954">
                  <c:v>8.62114984</c:v>
                </c:pt>
                <c:pt idx="2955">
                  <c:v>8.62345103</c:v>
                </c:pt>
                <c:pt idx="2956">
                  <c:v>8.62582645</c:v>
                </c:pt>
                <c:pt idx="2957">
                  <c:v>8.62835034</c:v>
                </c:pt>
                <c:pt idx="2958">
                  <c:v>8.63072576</c:v>
                </c:pt>
                <c:pt idx="2959">
                  <c:v>8.63323011</c:v>
                </c:pt>
                <c:pt idx="2960">
                  <c:v>8.63532814</c:v>
                </c:pt>
                <c:pt idx="2961">
                  <c:v>8.63677175</c:v>
                </c:pt>
                <c:pt idx="2962">
                  <c:v>8.63908467</c:v>
                </c:pt>
                <c:pt idx="2963">
                  <c:v>8.64163785</c:v>
                </c:pt>
                <c:pt idx="2964">
                  <c:v>8.64423597</c:v>
                </c:pt>
                <c:pt idx="2965">
                  <c:v>8.64653716</c:v>
                </c:pt>
                <c:pt idx="2966">
                  <c:v>8.64905909</c:v>
                </c:pt>
                <c:pt idx="2967">
                  <c:v>8.65115517</c:v>
                </c:pt>
                <c:pt idx="2968">
                  <c:v>8.65373766</c:v>
                </c:pt>
                <c:pt idx="2969">
                  <c:v>8.65603885</c:v>
                </c:pt>
                <c:pt idx="2970">
                  <c:v>8.65767195</c:v>
                </c:pt>
                <c:pt idx="2971">
                  <c:v>8.66026226</c:v>
                </c:pt>
                <c:pt idx="2972">
                  <c:v>8.66234857</c:v>
                </c:pt>
                <c:pt idx="2973">
                  <c:v>8.66517719</c:v>
                </c:pt>
                <c:pt idx="2974">
                  <c:v>8.66724788</c:v>
                </c:pt>
                <c:pt idx="2975">
                  <c:v>8.66910367</c:v>
                </c:pt>
                <c:pt idx="2976">
                  <c:v>8.67168226</c:v>
                </c:pt>
                <c:pt idx="2977">
                  <c:v>8.67444837</c:v>
                </c:pt>
                <c:pt idx="2978">
                  <c:v>8.6768238</c:v>
                </c:pt>
                <c:pt idx="2979">
                  <c:v>8.67912694</c:v>
                </c:pt>
                <c:pt idx="2980">
                  <c:v>8.68151213</c:v>
                </c:pt>
                <c:pt idx="2981">
                  <c:v>8.68409853</c:v>
                </c:pt>
                <c:pt idx="2982">
                  <c:v>8.68662241</c:v>
                </c:pt>
                <c:pt idx="2983">
                  <c:v>8.68855244</c:v>
                </c:pt>
                <c:pt idx="2984">
                  <c:v>8.69085363</c:v>
                </c:pt>
                <c:pt idx="2985">
                  <c:v>8.69345175</c:v>
                </c:pt>
                <c:pt idx="2986">
                  <c:v>8.69553415</c:v>
                </c:pt>
                <c:pt idx="2987">
                  <c:v>8.69791934</c:v>
                </c:pt>
                <c:pt idx="2988">
                  <c:v>8.70072648</c:v>
                </c:pt>
                <c:pt idx="2989">
                  <c:v>8.70334023</c:v>
                </c:pt>
                <c:pt idx="2990">
                  <c:v>8.70547733</c:v>
                </c:pt>
                <c:pt idx="2991">
                  <c:v>8.70763005</c:v>
                </c:pt>
                <c:pt idx="2992">
                  <c:v>8.71020668</c:v>
                </c:pt>
                <c:pt idx="2993">
                  <c:v>8.71259187</c:v>
                </c:pt>
                <c:pt idx="2994">
                  <c:v>8.714182</c:v>
                </c:pt>
                <c:pt idx="2995">
                  <c:v>8.71656719</c:v>
                </c:pt>
                <c:pt idx="2996">
                  <c:v>8.71895238</c:v>
                </c:pt>
                <c:pt idx="2997">
                  <c:v>8.72180836</c:v>
                </c:pt>
                <c:pt idx="2998">
                  <c:v>8.72393959</c:v>
                </c:pt>
                <c:pt idx="2999">
                  <c:v>8.72648497</c:v>
                </c:pt>
                <c:pt idx="3000">
                  <c:v>8.72914364</c:v>
                </c:pt>
                <c:pt idx="3001">
                  <c:v>8.73174567</c:v>
                </c:pt>
                <c:pt idx="3002">
                  <c:v>8.73383393</c:v>
                </c:pt>
                <c:pt idx="3003">
                  <c:v>8.73620935</c:v>
                </c:pt>
                <c:pt idx="3004">
                  <c:v>8.73760023</c:v>
                </c:pt>
                <c:pt idx="3005">
                  <c:v>8.74092504</c:v>
                </c:pt>
                <c:pt idx="3006">
                  <c:v>8.74331023</c:v>
                </c:pt>
                <c:pt idx="3007">
                  <c:v>8.74591225</c:v>
                </c:pt>
                <c:pt idx="3008">
                  <c:v>8.74801223</c:v>
                </c:pt>
                <c:pt idx="3009">
                  <c:v>8.7501044</c:v>
                </c:pt>
                <c:pt idx="3010">
                  <c:v>8.75227276</c:v>
                </c:pt>
                <c:pt idx="3011">
                  <c:v>8.75439618</c:v>
                </c:pt>
                <c:pt idx="3012">
                  <c:v>8.7567716</c:v>
                </c:pt>
                <c:pt idx="3013">
                  <c:v>8.75929549</c:v>
                </c:pt>
                <c:pt idx="3014">
                  <c:v>8.76145212</c:v>
                </c:pt>
                <c:pt idx="3015">
                  <c:v>8.76383731</c:v>
                </c:pt>
                <c:pt idx="3016">
                  <c:v>8.76619906</c:v>
                </c:pt>
                <c:pt idx="3017">
                  <c:v>8.76857448</c:v>
                </c:pt>
                <c:pt idx="3018">
                  <c:v>8.77164339</c:v>
                </c:pt>
                <c:pt idx="3019">
                  <c:v>8.77330579</c:v>
                </c:pt>
                <c:pt idx="3020">
                  <c:v>8.77636884</c:v>
                </c:pt>
                <c:pt idx="3021">
                  <c:v>8.77829887</c:v>
                </c:pt>
                <c:pt idx="3022">
                  <c:v>8.78089699</c:v>
                </c:pt>
                <c:pt idx="3023">
                  <c:v>8.78275278</c:v>
                </c:pt>
                <c:pt idx="3024">
                  <c:v>8.78494263</c:v>
                </c:pt>
                <c:pt idx="3025">
                  <c:v>8.78780056</c:v>
                </c:pt>
                <c:pt idx="3026">
                  <c:v>8.78965636</c:v>
                </c:pt>
                <c:pt idx="3027">
                  <c:v>8.79203178</c:v>
                </c:pt>
                <c:pt idx="3028">
                  <c:v>8.79470022</c:v>
                </c:pt>
                <c:pt idx="3029">
                  <c:v>8.79730225</c:v>
                </c:pt>
                <c:pt idx="3030">
                  <c:v>8.79968744</c:v>
                </c:pt>
                <c:pt idx="3031">
                  <c:v>8.80183039</c:v>
                </c:pt>
                <c:pt idx="3032">
                  <c:v>8.80442851</c:v>
                </c:pt>
                <c:pt idx="3033">
                  <c:v>8.80680394</c:v>
                </c:pt>
                <c:pt idx="3034">
                  <c:v>8.80865973</c:v>
                </c:pt>
                <c:pt idx="3035">
                  <c:v>8.81155478</c:v>
                </c:pt>
                <c:pt idx="3036">
                  <c:v>8.8139263</c:v>
                </c:pt>
                <c:pt idx="3037">
                  <c:v>8.81623921</c:v>
                </c:pt>
                <c:pt idx="3038">
                  <c:v>8.81838412</c:v>
                </c:pt>
                <c:pt idx="3039">
                  <c:v>8.82098224</c:v>
                </c:pt>
                <c:pt idx="3040">
                  <c:v>8.82335766</c:v>
                </c:pt>
                <c:pt idx="3041">
                  <c:v>8.82549085</c:v>
                </c:pt>
                <c:pt idx="3042">
                  <c:v>8.82809288</c:v>
                </c:pt>
                <c:pt idx="3043">
                  <c:v>8.830187</c:v>
                </c:pt>
                <c:pt idx="3044">
                  <c:v>8.83322465</c:v>
                </c:pt>
                <c:pt idx="3045">
                  <c:v>8.83464092</c:v>
                </c:pt>
                <c:pt idx="3046">
                  <c:v>8.83790712</c:v>
                </c:pt>
                <c:pt idx="3047">
                  <c:v>8.8390792</c:v>
                </c:pt>
                <c:pt idx="3048">
                  <c:v>8.84280643</c:v>
                </c:pt>
                <c:pt idx="3049">
                  <c:v>8.84466223</c:v>
                </c:pt>
                <c:pt idx="3050">
                  <c:v>8.84696342</c:v>
                </c:pt>
                <c:pt idx="3051">
                  <c:v>8.84898136</c:v>
                </c:pt>
                <c:pt idx="3052">
                  <c:v>8.85126887</c:v>
                </c:pt>
                <c:pt idx="3053">
                  <c:v>8.85349583</c:v>
                </c:pt>
                <c:pt idx="3054">
                  <c:v>8.85548642</c:v>
                </c:pt>
                <c:pt idx="3055">
                  <c:v>8.85772705</c:v>
                </c:pt>
                <c:pt idx="3056">
                  <c:v>8.86054591</c:v>
                </c:pt>
                <c:pt idx="3057">
                  <c:v>8.86271427</c:v>
                </c:pt>
                <c:pt idx="3058">
                  <c:v>8.86485332</c:v>
                </c:pt>
                <c:pt idx="3059">
                  <c:v>8.86719553</c:v>
                </c:pt>
                <c:pt idx="3060">
                  <c:v>8.86826799</c:v>
                </c:pt>
                <c:pt idx="3061">
                  <c:v>8.87056918</c:v>
                </c:pt>
                <c:pt idx="3062">
                  <c:v>8.87257344</c:v>
                </c:pt>
                <c:pt idx="3063">
                  <c:v>8.87465193</c:v>
                </c:pt>
                <c:pt idx="3064">
                  <c:v>8.87687889</c:v>
                </c:pt>
                <c:pt idx="3065">
                  <c:v>8.87876009</c:v>
                </c:pt>
                <c:pt idx="3066">
                  <c:v>8.88096165</c:v>
                </c:pt>
                <c:pt idx="3067">
                  <c:v>8.88296591</c:v>
                </c:pt>
                <c:pt idx="3068">
                  <c:v>8.88497604</c:v>
                </c:pt>
                <c:pt idx="3069">
                  <c:v>8.88699983</c:v>
                </c:pt>
                <c:pt idx="3070">
                  <c:v>8.88902363</c:v>
                </c:pt>
                <c:pt idx="3071">
                  <c:v>8.89098296</c:v>
                </c:pt>
                <c:pt idx="3072">
                  <c:v>8.89278211</c:v>
                </c:pt>
                <c:pt idx="3073">
                  <c:v>8.89499149</c:v>
                </c:pt>
                <c:pt idx="3074">
                  <c:v>8.89697426</c:v>
                </c:pt>
                <c:pt idx="3075">
                  <c:v>8.89914848</c:v>
                </c:pt>
                <c:pt idx="3076">
                  <c:v>8.90094958</c:v>
                </c:pt>
                <c:pt idx="3077">
                  <c:v>8.90330547</c:v>
                </c:pt>
                <c:pt idx="3078">
                  <c:v>8.90530973</c:v>
                </c:pt>
                <c:pt idx="3079">
                  <c:v>8.90731399</c:v>
                </c:pt>
                <c:pt idx="3080">
                  <c:v>8.90946672</c:v>
                </c:pt>
                <c:pt idx="3081">
                  <c:v>8.91102559</c:v>
                </c:pt>
                <c:pt idx="3082">
                  <c:v>8.91302985</c:v>
                </c:pt>
                <c:pt idx="3083">
                  <c:v>8.91518258</c:v>
                </c:pt>
                <c:pt idx="3084">
                  <c:v>8.91692312</c:v>
                </c:pt>
                <c:pt idx="3085">
                  <c:v>8.91911687</c:v>
                </c:pt>
                <c:pt idx="3086">
                  <c:v>8.92045305</c:v>
                </c:pt>
                <c:pt idx="3087">
                  <c:v>8.92219945</c:v>
                </c:pt>
                <c:pt idx="3088">
                  <c:v>8.92438734</c:v>
                </c:pt>
                <c:pt idx="3089">
                  <c:v>8.92631932</c:v>
                </c:pt>
                <c:pt idx="3090">
                  <c:v>8.92827084</c:v>
                </c:pt>
                <c:pt idx="3091">
                  <c:v>8.93077129</c:v>
                </c:pt>
                <c:pt idx="3092">
                  <c:v>8.93210746</c:v>
                </c:pt>
                <c:pt idx="3093">
                  <c:v>8.93485404</c:v>
                </c:pt>
                <c:pt idx="3094">
                  <c:v>8.93633868</c:v>
                </c:pt>
                <c:pt idx="3095">
                  <c:v>8.93841718</c:v>
                </c:pt>
                <c:pt idx="3096">
                  <c:v>8.94034721</c:v>
                </c:pt>
                <c:pt idx="3097">
                  <c:v>8.94227724</c:v>
                </c:pt>
                <c:pt idx="3098">
                  <c:v>8.94435573</c:v>
                </c:pt>
                <c:pt idx="3099">
                  <c:v>8.94621153</c:v>
                </c:pt>
                <c:pt idx="3100">
                  <c:v>8.94713552</c:v>
                </c:pt>
                <c:pt idx="3101">
                  <c:v>8.9492316</c:v>
                </c:pt>
                <c:pt idx="3102">
                  <c:v>8.95163046</c:v>
                </c:pt>
                <c:pt idx="3103">
                  <c:v>8.95255641</c:v>
                </c:pt>
                <c:pt idx="3104">
                  <c:v>8.95537527</c:v>
                </c:pt>
                <c:pt idx="3105">
                  <c:v>8.95718223</c:v>
                </c:pt>
                <c:pt idx="3106">
                  <c:v>8.9586278</c:v>
                </c:pt>
                <c:pt idx="3107">
                  <c:v>8.96083522</c:v>
                </c:pt>
                <c:pt idx="3108">
                  <c:v>8.96245856</c:v>
                </c:pt>
                <c:pt idx="3109">
                  <c:v>8.96410143</c:v>
                </c:pt>
                <c:pt idx="3110">
                  <c:v>8.96595723</c:v>
                </c:pt>
                <c:pt idx="3111">
                  <c:v>8.96809628</c:v>
                </c:pt>
                <c:pt idx="3112">
                  <c:v>8.96990324</c:v>
                </c:pt>
                <c:pt idx="3113">
                  <c:v>8.97145039</c:v>
                </c:pt>
                <c:pt idx="3114">
                  <c:v>8.97358945</c:v>
                </c:pt>
                <c:pt idx="3115">
                  <c:v>8.9744939</c:v>
                </c:pt>
                <c:pt idx="3116">
                  <c:v>8.97627547</c:v>
                </c:pt>
                <c:pt idx="3117">
                  <c:v>8.97835982</c:v>
                </c:pt>
                <c:pt idx="3118">
                  <c:v>8.98028399</c:v>
                </c:pt>
                <c:pt idx="3119">
                  <c:v>8.98206556</c:v>
                </c:pt>
                <c:pt idx="3120">
                  <c:v>8.98369866</c:v>
                </c:pt>
                <c:pt idx="3121">
                  <c:v>8.98522628</c:v>
                </c:pt>
                <c:pt idx="3122">
                  <c:v>8.98703324</c:v>
                </c:pt>
                <c:pt idx="3123">
                  <c:v>8.98898476</c:v>
                </c:pt>
                <c:pt idx="3124">
                  <c:v>8.99089916</c:v>
                </c:pt>
                <c:pt idx="3125">
                  <c:v>8.99245413</c:v>
                </c:pt>
                <c:pt idx="3126">
                  <c:v>8.99426109</c:v>
                </c:pt>
                <c:pt idx="3127">
                  <c:v>8.99621261</c:v>
                </c:pt>
                <c:pt idx="3128">
                  <c:v>8.99780273</c:v>
                </c:pt>
                <c:pt idx="3129">
                  <c:v>8.99951007</c:v>
                </c:pt>
                <c:pt idx="3130">
                  <c:v>9.0012721</c:v>
                </c:pt>
                <c:pt idx="3131">
                  <c:v>9.00307906</c:v>
                </c:pt>
                <c:pt idx="3132">
                  <c:v>9.00481375</c:v>
                </c:pt>
                <c:pt idx="3133">
                  <c:v>9.0065621</c:v>
                </c:pt>
                <c:pt idx="3134">
                  <c:v>9.00834367</c:v>
                </c:pt>
                <c:pt idx="3135">
                  <c:v>9.01012524</c:v>
                </c:pt>
                <c:pt idx="3136">
                  <c:v>9.01218615</c:v>
                </c:pt>
                <c:pt idx="3137">
                  <c:v>9.01392083</c:v>
                </c:pt>
                <c:pt idx="3138">
                  <c:v>9.0153664</c:v>
                </c:pt>
                <c:pt idx="3139">
                  <c:v>9.01710304</c:v>
                </c:pt>
                <c:pt idx="3140">
                  <c:v>9.01881038</c:v>
                </c:pt>
                <c:pt idx="3141">
                  <c:v>9.02044348</c:v>
                </c:pt>
                <c:pt idx="3142">
                  <c:v>9.02230514</c:v>
                </c:pt>
                <c:pt idx="3143">
                  <c:v>9.02385815</c:v>
                </c:pt>
                <c:pt idx="3144">
                  <c:v>9.02562995</c:v>
                </c:pt>
                <c:pt idx="3145">
                  <c:v>9.02808742</c:v>
                </c:pt>
                <c:pt idx="3146">
                  <c:v>9.02957401</c:v>
                </c:pt>
                <c:pt idx="3147">
                  <c:v>9.03091018</c:v>
                </c:pt>
                <c:pt idx="3148">
                  <c:v>9.03256868</c:v>
                </c:pt>
                <c:pt idx="3149">
                  <c:v>9.03423109</c:v>
                </c:pt>
                <c:pt idx="3150">
                  <c:v>9.03582121</c:v>
                </c:pt>
                <c:pt idx="3151">
                  <c:v>9.03736836</c:v>
                </c:pt>
                <c:pt idx="3152">
                  <c:v>9.03900146</c:v>
                </c:pt>
                <c:pt idx="3153">
                  <c:v>9.04044703</c:v>
                </c:pt>
                <c:pt idx="3154">
                  <c:v>9.04160349</c:v>
                </c:pt>
                <c:pt idx="3155">
                  <c:v>9.04293576</c:v>
                </c:pt>
                <c:pt idx="3156">
                  <c:v>9.04479156</c:v>
                </c:pt>
                <c:pt idx="3157">
                  <c:v>9.04575657</c:v>
                </c:pt>
                <c:pt idx="3158">
                  <c:v>9.04709275</c:v>
                </c:pt>
                <c:pt idx="3159">
                  <c:v>9.04820623</c:v>
                </c:pt>
                <c:pt idx="3160">
                  <c:v>9.04887431</c:v>
                </c:pt>
                <c:pt idx="3161">
                  <c:v>9.05013235</c:v>
                </c:pt>
                <c:pt idx="3162">
                  <c:v>9.05114425</c:v>
                </c:pt>
                <c:pt idx="3163">
                  <c:v>9.05228898</c:v>
                </c:pt>
                <c:pt idx="3164">
                  <c:v>9.0533126</c:v>
                </c:pt>
                <c:pt idx="3165">
                  <c:v>9.05417994</c:v>
                </c:pt>
                <c:pt idx="3166">
                  <c:v>9.05518403</c:v>
                </c:pt>
                <c:pt idx="3167">
                  <c:v>9.05622328</c:v>
                </c:pt>
                <c:pt idx="3168">
                  <c:v>9.0569656</c:v>
                </c:pt>
                <c:pt idx="3169">
                  <c:v>9.05793843</c:v>
                </c:pt>
                <c:pt idx="3170">
                  <c:v>9.05882139</c:v>
                </c:pt>
                <c:pt idx="3171">
                  <c:v>9.05960083</c:v>
                </c:pt>
                <c:pt idx="3172">
                  <c:v>9.06038027</c:v>
                </c:pt>
                <c:pt idx="3173">
                  <c:v>9.06134528</c:v>
                </c:pt>
                <c:pt idx="3174">
                  <c:v>9.06227513</c:v>
                </c:pt>
                <c:pt idx="3175">
                  <c:v>9.06305262</c:v>
                </c:pt>
                <c:pt idx="3176">
                  <c:v>9.06379494</c:v>
                </c:pt>
                <c:pt idx="3177">
                  <c:v>9.06483418</c:v>
                </c:pt>
                <c:pt idx="3178">
                  <c:v>9.06535381</c:v>
                </c:pt>
                <c:pt idx="3179">
                  <c:v>9.06617817</c:v>
                </c:pt>
                <c:pt idx="3180">
                  <c:v>9.06697323</c:v>
                </c:pt>
                <c:pt idx="3181">
                  <c:v>9.06784058</c:v>
                </c:pt>
                <c:pt idx="3182">
                  <c:v>9.06884271</c:v>
                </c:pt>
                <c:pt idx="3183">
                  <c:v>9.06971982</c:v>
                </c:pt>
                <c:pt idx="3184">
                  <c:v>9.07047581</c:v>
                </c:pt>
                <c:pt idx="3185">
                  <c:v>9.07136659</c:v>
                </c:pt>
                <c:pt idx="3186">
                  <c:v>9.07224956</c:v>
                </c:pt>
                <c:pt idx="3187">
                  <c:v>9.07290007</c:v>
                </c:pt>
                <c:pt idx="3188">
                  <c:v>9.07374202</c:v>
                </c:pt>
                <c:pt idx="3189">
                  <c:v>9.07448434</c:v>
                </c:pt>
                <c:pt idx="3190">
                  <c:v>9.0748555</c:v>
                </c:pt>
                <c:pt idx="3191">
                  <c:v>9.07542982</c:v>
                </c:pt>
                <c:pt idx="3192">
                  <c:v>9.07600804</c:v>
                </c:pt>
                <c:pt idx="3193">
                  <c:v>9.0764886</c:v>
                </c:pt>
                <c:pt idx="3194">
                  <c:v>9.0771645</c:v>
                </c:pt>
                <c:pt idx="3195">
                  <c:v>9.07745361</c:v>
                </c:pt>
                <c:pt idx="3196">
                  <c:v>9.07759817</c:v>
                </c:pt>
                <c:pt idx="3197">
                  <c:v>9.07797324</c:v>
                </c:pt>
                <c:pt idx="3198">
                  <c:v>9.07810412</c:v>
                </c:pt>
                <c:pt idx="3199">
                  <c:v>9.07819593</c:v>
                </c:pt>
                <c:pt idx="3200">
                  <c:v>9.07824868</c:v>
                </c:pt>
                <c:pt idx="3201">
                  <c:v>9.07832095</c:v>
                </c:pt>
                <c:pt idx="3202">
                  <c:v>9.07824868</c:v>
                </c:pt>
                <c:pt idx="3203">
                  <c:v>9.0781217</c:v>
                </c:pt>
                <c:pt idx="3204">
                  <c:v>9.077899</c:v>
                </c:pt>
                <c:pt idx="3205">
                  <c:v>9.07767045</c:v>
                </c:pt>
                <c:pt idx="3206">
                  <c:v>9.07737938</c:v>
                </c:pt>
                <c:pt idx="3207">
                  <c:v>9.07700822</c:v>
                </c:pt>
                <c:pt idx="3208">
                  <c:v>9.07656283</c:v>
                </c:pt>
                <c:pt idx="3209">
                  <c:v>9.07611744</c:v>
                </c:pt>
                <c:pt idx="3210">
                  <c:v>9.07552358</c:v>
                </c:pt>
                <c:pt idx="3211">
                  <c:v>9.07499615</c:v>
                </c:pt>
                <c:pt idx="3212">
                  <c:v>9.0744101</c:v>
                </c:pt>
                <c:pt idx="3213">
                  <c:v>9.07376741</c:v>
                </c:pt>
                <c:pt idx="3214">
                  <c:v>9.07304463</c:v>
                </c:pt>
                <c:pt idx="3215">
                  <c:v>9.07225738</c:v>
                </c:pt>
                <c:pt idx="3216">
                  <c:v>9.07152678</c:v>
                </c:pt>
                <c:pt idx="3217">
                  <c:v>9.07065944</c:v>
                </c:pt>
                <c:pt idx="3218">
                  <c:v>9.06965926</c:v>
                </c:pt>
                <c:pt idx="3219">
                  <c:v>9.06891694</c:v>
                </c:pt>
                <c:pt idx="3220">
                  <c:v>9.06802616</c:v>
                </c:pt>
                <c:pt idx="3221">
                  <c:v>9.06711779</c:v>
                </c:pt>
                <c:pt idx="3222">
                  <c:v>9.06631882</c:v>
                </c:pt>
                <c:pt idx="3223">
                  <c:v>9.06505688</c:v>
                </c:pt>
                <c:pt idx="3224">
                  <c:v>9.06451577</c:v>
                </c:pt>
                <c:pt idx="3225">
                  <c:v>9.06357615</c:v>
                </c:pt>
                <c:pt idx="3226">
                  <c:v>9.06227513</c:v>
                </c:pt>
                <c:pt idx="3227">
                  <c:v>9.06133551</c:v>
                </c:pt>
                <c:pt idx="3228">
                  <c:v>9.06032361</c:v>
                </c:pt>
                <c:pt idx="3229">
                  <c:v>9.05996222</c:v>
                </c:pt>
                <c:pt idx="3230">
                  <c:v>9.05889563</c:v>
                </c:pt>
                <c:pt idx="3231">
                  <c:v>9.05785638</c:v>
                </c:pt>
                <c:pt idx="3232">
                  <c:v>9.05685425</c:v>
                </c:pt>
                <c:pt idx="3233">
                  <c:v>9.05600058</c:v>
                </c:pt>
                <c:pt idx="3234">
                  <c:v>9.05496133</c:v>
                </c:pt>
                <c:pt idx="3235">
                  <c:v>9.05381855</c:v>
                </c:pt>
                <c:pt idx="3236">
                  <c:v>9.05332823</c:v>
                </c:pt>
                <c:pt idx="3237">
                  <c:v>9.0523007</c:v>
                </c:pt>
                <c:pt idx="3238">
                  <c:v>9.0511755</c:v>
                </c:pt>
                <c:pt idx="3239">
                  <c:v>9.05013235</c:v>
                </c:pt>
                <c:pt idx="3240">
                  <c:v>9.04931971</c:v>
                </c:pt>
                <c:pt idx="3241">
                  <c:v>9.04839767</c:v>
                </c:pt>
                <c:pt idx="3242">
                  <c:v>9.04753814</c:v>
                </c:pt>
                <c:pt idx="3243">
                  <c:v>9.04673526</c:v>
                </c:pt>
                <c:pt idx="3244">
                  <c:v>9.04579564</c:v>
                </c:pt>
                <c:pt idx="3245">
                  <c:v>9.04486579</c:v>
                </c:pt>
                <c:pt idx="3246">
                  <c:v>9.04369957</c:v>
                </c:pt>
                <c:pt idx="3247">
                  <c:v>9.04275995</c:v>
                </c:pt>
                <c:pt idx="3248">
                  <c:v>9.04182228</c:v>
                </c:pt>
                <c:pt idx="3249">
                  <c:v>9.04130266</c:v>
                </c:pt>
                <c:pt idx="3250">
                  <c:v>9.04033764</c:v>
                </c:pt>
                <c:pt idx="3251">
                  <c:v>9.0392183</c:v>
                </c:pt>
                <c:pt idx="3252">
                  <c:v>9.03827868</c:v>
                </c:pt>
                <c:pt idx="3253">
                  <c:v>9.0372199</c:v>
                </c:pt>
                <c:pt idx="3254">
                  <c:v>9.03610642</c:v>
                </c:pt>
                <c:pt idx="3255">
                  <c:v>9.03502615</c:v>
                </c:pt>
                <c:pt idx="3256">
                  <c:v>9.0345202</c:v>
                </c:pt>
                <c:pt idx="3257">
                  <c:v>9.03336374</c:v>
                </c:pt>
                <c:pt idx="3258">
                  <c:v>9.03217213</c:v>
                </c:pt>
                <c:pt idx="3259">
                  <c:v>9.03112311</c:v>
                </c:pt>
                <c:pt idx="3260">
                  <c:v>9.02957401</c:v>
                </c:pt>
                <c:pt idx="3261">
                  <c:v>9.0283863</c:v>
                </c:pt>
                <c:pt idx="3262">
                  <c:v>9.02719859</c:v>
                </c:pt>
                <c:pt idx="3263">
                  <c:v>9.02615934</c:v>
                </c:pt>
                <c:pt idx="3264">
                  <c:v>9.02489739</c:v>
                </c:pt>
                <c:pt idx="3265">
                  <c:v>9.02382299</c:v>
                </c:pt>
                <c:pt idx="3266">
                  <c:v>9.0225962</c:v>
                </c:pt>
                <c:pt idx="3267">
                  <c:v>9.02140849</c:v>
                </c:pt>
                <c:pt idx="3268">
                  <c:v>9.02014655</c:v>
                </c:pt>
                <c:pt idx="3269">
                  <c:v>9.01890805</c:v>
                </c:pt>
                <c:pt idx="3270">
                  <c:v>9.01767931</c:v>
                </c:pt>
                <c:pt idx="3271">
                  <c:v>9.01645058</c:v>
                </c:pt>
                <c:pt idx="3272">
                  <c:v>9.01522185</c:v>
                </c:pt>
                <c:pt idx="3273">
                  <c:v>9.01377628</c:v>
                </c:pt>
                <c:pt idx="3274">
                  <c:v>9.01264912</c:v>
                </c:pt>
                <c:pt idx="3275">
                  <c:v>9.01153564</c:v>
                </c:pt>
                <c:pt idx="3276">
                  <c:v>9.0102737</c:v>
                </c:pt>
                <c:pt idx="3277">
                  <c:v>9.00886134</c:v>
                </c:pt>
                <c:pt idx="3278">
                  <c:v>9.00767558</c:v>
                </c:pt>
                <c:pt idx="3279">
                  <c:v>9.00626518</c:v>
                </c:pt>
                <c:pt idx="3280">
                  <c:v>9.00500323</c:v>
                </c:pt>
                <c:pt idx="3281">
                  <c:v>9.00396399</c:v>
                </c:pt>
                <c:pt idx="3282">
                  <c:v>9.00195972</c:v>
                </c:pt>
                <c:pt idx="3283">
                  <c:v>9.00092048</c:v>
                </c:pt>
                <c:pt idx="3284">
                  <c:v>8.99975425</c:v>
                </c:pt>
                <c:pt idx="3285">
                  <c:v>8.9985978</c:v>
                </c:pt>
                <c:pt idx="3286">
                  <c:v>8.99722451</c:v>
                </c:pt>
                <c:pt idx="3287">
                  <c:v>8.99592349</c:v>
                </c:pt>
                <c:pt idx="3288">
                  <c:v>8.99461076</c:v>
                </c:pt>
                <c:pt idx="3289">
                  <c:v>8.99327459</c:v>
                </c:pt>
                <c:pt idx="3290">
                  <c:v>8.99151451</c:v>
                </c:pt>
                <c:pt idx="3291">
                  <c:v>8.99030531</c:v>
                </c:pt>
                <c:pt idx="3292">
                  <c:v>8.98898476</c:v>
                </c:pt>
                <c:pt idx="3293">
                  <c:v>8.98778142</c:v>
                </c:pt>
                <c:pt idx="3294">
                  <c:v>8.98659957</c:v>
                </c:pt>
                <c:pt idx="3295">
                  <c:v>8.98486489</c:v>
                </c:pt>
                <c:pt idx="3296">
                  <c:v>8.9834916</c:v>
                </c:pt>
                <c:pt idx="3297">
                  <c:v>8.98228826</c:v>
                </c:pt>
                <c:pt idx="3298">
                  <c:v>8.98072939</c:v>
                </c:pt>
                <c:pt idx="3299">
                  <c:v>8.97939321</c:v>
                </c:pt>
                <c:pt idx="3300">
                  <c:v>8.97872122</c:v>
                </c:pt>
                <c:pt idx="3301">
                  <c:v>8.97662514</c:v>
                </c:pt>
                <c:pt idx="3302">
                  <c:v>8.97554096</c:v>
                </c:pt>
                <c:pt idx="3303">
                  <c:v>8.97416767</c:v>
                </c:pt>
                <c:pt idx="3304">
                  <c:v>8.97293894</c:v>
                </c:pt>
                <c:pt idx="3305">
                  <c:v>8.97145039</c:v>
                </c:pt>
                <c:pt idx="3306">
                  <c:v>8.97003999</c:v>
                </c:pt>
                <c:pt idx="3307">
                  <c:v>8.96867451</c:v>
                </c:pt>
                <c:pt idx="3308">
                  <c:v>8.96744187</c:v>
                </c:pt>
                <c:pt idx="3309">
                  <c:v>8.96580877</c:v>
                </c:pt>
                <c:pt idx="3310">
                  <c:v>8.96455464</c:v>
                </c:pt>
                <c:pt idx="3311">
                  <c:v>8.96291372</c:v>
                </c:pt>
                <c:pt idx="3312">
                  <c:v>8.9616635</c:v>
                </c:pt>
                <c:pt idx="3313">
                  <c:v>8.96016714</c:v>
                </c:pt>
                <c:pt idx="3314">
                  <c:v>8.95877236</c:v>
                </c:pt>
                <c:pt idx="3315">
                  <c:v>8.95749479</c:v>
                </c:pt>
                <c:pt idx="3316">
                  <c:v>8.95615861</c:v>
                </c:pt>
                <c:pt idx="3317">
                  <c:v>8.9549416</c:v>
                </c:pt>
                <c:pt idx="3318">
                  <c:v>8.95356049</c:v>
                </c:pt>
                <c:pt idx="3319">
                  <c:v>8.95215009</c:v>
                </c:pt>
                <c:pt idx="3320">
                  <c:v>8.95081391</c:v>
                </c:pt>
                <c:pt idx="3321">
                  <c:v>8.94944843</c:v>
                </c:pt>
                <c:pt idx="3322">
                  <c:v>8.94821579</c:v>
                </c:pt>
                <c:pt idx="3323">
                  <c:v>8.94680539</c:v>
                </c:pt>
                <c:pt idx="3324">
                  <c:v>8.94532856</c:v>
                </c:pt>
                <c:pt idx="3325">
                  <c:v>8.94391034</c:v>
                </c:pt>
                <c:pt idx="3326">
                  <c:v>8.94272654</c:v>
                </c:pt>
                <c:pt idx="3327">
                  <c:v>8.94146069</c:v>
                </c:pt>
                <c:pt idx="3328">
                  <c:v>8.9398354</c:v>
                </c:pt>
                <c:pt idx="3329">
                  <c:v>8.93826871</c:v>
                </c:pt>
                <c:pt idx="3330">
                  <c:v>8.93693254</c:v>
                </c:pt>
                <c:pt idx="3331">
                  <c:v>8.93557097</c:v>
                </c:pt>
                <c:pt idx="3332">
                  <c:v>8.93419768</c:v>
                </c:pt>
                <c:pt idx="3333">
                  <c:v>8.93299824</c:v>
                </c:pt>
                <c:pt idx="3334">
                  <c:v>8.93130654</c:v>
                </c:pt>
                <c:pt idx="3335">
                  <c:v>8.9301032</c:v>
                </c:pt>
                <c:pt idx="3336">
                  <c:v>8.92877679</c:v>
                </c:pt>
                <c:pt idx="3337">
                  <c:v>8.92750508</c:v>
                </c:pt>
                <c:pt idx="3338">
                  <c:v>8.92616891</c:v>
                </c:pt>
                <c:pt idx="3339">
                  <c:v>8.92468427</c:v>
                </c:pt>
                <c:pt idx="3340">
                  <c:v>8.92342818</c:v>
                </c:pt>
                <c:pt idx="3341">
                  <c:v>8.92234401</c:v>
                </c:pt>
                <c:pt idx="3342">
                  <c:v>8.92082616</c:v>
                </c:pt>
                <c:pt idx="3343">
                  <c:v>8.91894692</c:v>
                </c:pt>
                <c:pt idx="3344">
                  <c:v>8.91770646</c:v>
                </c:pt>
                <c:pt idx="3345">
                  <c:v>8.91622182</c:v>
                </c:pt>
                <c:pt idx="3346">
                  <c:v>8.91554983</c:v>
                </c:pt>
                <c:pt idx="3347">
                  <c:v>8.91367059</c:v>
                </c:pt>
                <c:pt idx="3348">
                  <c:v>8.91215274</c:v>
                </c:pt>
                <c:pt idx="3349">
                  <c:v>8.91147098</c:v>
                </c:pt>
                <c:pt idx="3350">
                  <c:v>8.91005667</c:v>
                </c:pt>
                <c:pt idx="3351">
                  <c:v>8.90842747</c:v>
                </c:pt>
                <c:pt idx="3352">
                  <c:v>8.90723781</c:v>
                </c:pt>
                <c:pt idx="3353">
                  <c:v>8.90586451</c:v>
                </c:pt>
                <c:pt idx="3354">
                  <c:v>8.90471587</c:v>
                </c:pt>
                <c:pt idx="3355">
                  <c:v>8.90340705</c:v>
                </c:pt>
                <c:pt idx="3356">
                  <c:v>8.90167236</c:v>
                </c:pt>
                <c:pt idx="3357">
                  <c:v>8.90085581</c:v>
                </c:pt>
                <c:pt idx="3358">
                  <c:v>8.89928717</c:v>
                </c:pt>
                <c:pt idx="3359">
                  <c:v>8.89810923</c:v>
                </c:pt>
                <c:pt idx="3360">
                  <c:v>8.89684729</c:v>
                </c:pt>
                <c:pt idx="3361">
                  <c:v>8.89552869</c:v>
                </c:pt>
                <c:pt idx="3362">
                  <c:v>8.89439763</c:v>
                </c:pt>
                <c:pt idx="3363">
                  <c:v>8.89306146</c:v>
                </c:pt>
                <c:pt idx="3364">
                  <c:v>8.89177021</c:v>
                </c:pt>
                <c:pt idx="3365">
                  <c:v>8.88986948</c:v>
                </c:pt>
                <c:pt idx="3366">
                  <c:v>8.88890447</c:v>
                </c:pt>
                <c:pt idx="3367">
                  <c:v>8.88749406</c:v>
                </c:pt>
                <c:pt idx="3368">
                  <c:v>8.88634933</c:v>
                </c:pt>
                <c:pt idx="3369">
                  <c:v>8.8852671</c:v>
                </c:pt>
                <c:pt idx="3370">
                  <c:v>8.8838567</c:v>
                </c:pt>
                <c:pt idx="3371">
                  <c:v>8.88289168</c:v>
                </c:pt>
                <c:pt idx="3372">
                  <c:v>8.88162974</c:v>
                </c:pt>
                <c:pt idx="3373">
                  <c:v>8.88042249</c:v>
                </c:pt>
                <c:pt idx="3374">
                  <c:v>8.87926604</c:v>
                </c:pt>
                <c:pt idx="3375">
                  <c:v>8.87769544</c:v>
                </c:pt>
                <c:pt idx="3376">
                  <c:v>8.87644718</c:v>
                </c:pt>
                <c:pt idx="3377">
                  <c:v>8.87579667</c:v>
                </c:pt>
                <c:pt idx="3378">
                  <c:v>8.87456794</c:v>
                </c:pt>
                <c:pt idx="3379">
                  <c:v>8.87283325</c:v>
                </c:pt>
                <c:pt idx="3380">
                  <c:v>8.87239958</c:v>
                </c:pt>
                <c:pt idx="3381">
                  <c:v>8.8710888</c:v>
                </c:pt>
                <c:pt idx="3382">
                  <c:v>8.86943616</c:v>
                </c:pt>
                <c:pt idx="3383">
                  <c:v>8.86841645</c:v>
                </c:pt>
                <c:pt idx="3384">
                  <c:v>8.86719553</c:v>
                </c:pt>
                <c:pt idx="3385">
                  <c:v>8.86648642</c:v>
                </c:pt>
                <c:pt idx="3386">
                  <c:v>8.86537294</c:v>
                </c:pt>
                <c:pt idx="3387">
                  <c:v>8.86387072</c:v>
                </c:pt>
                <c:pt idx="3388">
                  <c:v>8.86255213</c:v>
                </c:pt>
                <c:pt idx="3389">
                  <c:v>8.86166134</c:v>
                </c:pt>
                <c:pt idx="3390">
                  <c:v>8.86054786</c:v>
                </c:pt>
                <c:pt idx="3391">
                  <c:v>8.85936015</c:v>
                </c:pt>
                <c:pt idx="3392">
                  <c:v>8.85837756</c:v>
                </c:pt>
                <c:pt idx="3393">
                  <c:v>8.85729338</c:v>
                </c:pt>
                <c:pt idx="3394">
                  <c:v>8.85613692</c:v>
                </c:pt>
                <c:pt idx="3395">
                  <c:v>8.85548642</c:v>
                </c:pt>
                <c:pt idx="3396">
                  <c:v>8.85431238</c:v>
                </c:pt>
                <c:pt idx="3397">
                  <c:v>8.8531989</c:v>
                </c:pt>
                <c:pt idx="3398">
                  <c:v>8.85223389</c:v>
                </c:pt>
                <c:pt idx="3399">
                  <c:v>8.85126887</c:v>
                </c:pt>
                <c:pt idx="3400">
                  <c:v>8.85006553</c:v>
                </c:pt>
                <c:pt idx="3401">
                  <c:v>8.84898136</c:v>
                </c:pt>
                <c:pt idx="3402">
                  <c:v>8.84796946</c:v>
                </c:pt>
                <c:pt idx="3403">
                  <c:v>8.84696342</c:v>
                </c:pt>
                <c:pt idx="3404">
                  <c:v>8.84592417</c:v>
                </c:pt>
                <c:pt idx="3405">
                  <c:v>8.84500604</c:v>
                </c:pt>
                <c:pt idx="3406">
                  <c:v>8.84392186</c:v>
                </c:pt>
                <c:pt idx="3407">
                  <c:v>8.84290996</c:v>
                </c:pt>
                <c:pt idx="3408">
                  <c:v>8.84198988</c:v>
                </c:pt>
                <c:pt idx="3409">
                  <c:v>8.84095063</c:v>
                </c:pt>
                <c:pt idx="3410">
                  <c:v>8.84001882</c:v>
                </c:pt>
                <c:pt idx="3411">
                  <c:v>8.83909483</c:v>
                </c:pt>
                <c:pt idx="3412">
                  <c:v>8.83805558</c:v>
                </c:pt>
                <c:pt idx="3413">
                  <c:v>8.83686787</c:v>
                </c:pt>
                <c:pt idx="3414">
                  <c:v>8.83597123</c:v>
                </c:pt>
                <c:pt idx="3415">
                  <c:v>8.83488705</c:v>
                </c:pt>
                <c:pt idx="3416">
                  <c:v>8.83382436</c:v>
                </c:pt>
                <c:pt idx="3417">
                  <c:v>8.83323051</c:v>
                </c:pt>
                <c:pt idx="3418">
                  <c:v>8.83219126</c:v>
                </c:pt>
                <c:pt idx="3419">
                  <c:v>8.83105629</c:v>
                </c:pt>
                <c:pt idx="3420">
                  <c:v>8.83011667</c:v>
                </c:pt>
                <c:pt idx="3421">
                  <c:v>8.8290325</c:v>
                </c:pt>
                <c:pt idx="3422">
                  <c:v>8.82818274</c:v>
                </c:pt>
                <c:pt idx="3423">
                  <c:v>8.82708098</c:v>
                </c:pt>
                <c:pt idx="3424">
                  <c:v>8.82610424</c:v>
                </c:pt>
                <c:pt idx="3425">
                  <c:v>8.82513923</c:v>
                </c:pt>
                <c:pt idx="3426">
                  <c:v>8.82417421</c:v>
                </c:pt>
                <c:pt idx="3427">
                  <c:v>8.82306073</c:v>
                </c:pt>
                <c:pt idx="3428">
                  <c:v>8.82209572</c:v>
                </c:pt>
                <c:pt idx="3429">
                  <c:v>8.82122642</c:v>
                </c:pt>
                <c:pt idx="3430">
                  <c:v>8.82014224</c:v>
                </c:pt>
                <c:pt idx="3431">
                  <c:v>8.8192749</c:v>
                </c:pt>
                <c:pt idx="3432">
                  <c:v>8.81819073</c:v>
                </c:pt>
                <c:pt idx="3433">
                  <c:v>8.81719641</c:v>
                </c:pt>
                <c:pt idx="3434">
                  <c:v>8.81623139</c:v>
                </c:pt>
                <c:pt idx="3435">
                  <c:v>8.81529959</c:v>
                </c:pt>
                <c:pt idx="3436">
                  <c:v>8.81421541</c:v>
                </c:pt>
                <c:pt idx="3437">
                  <c:v>8.81320351</c:v>
                </c:pt>
                <c:pt idx="3438">
                  <c:v>8.8122971</c:v>
                </c:pt>
                <c:pt idx="3439">
                  <c:v>8.81110743</c:v>
                </c:pt>
                <c:pt idx="3440">
                  <c:v>8.81058976</c:v>
                </c:pt>
                <c:pt idx="3441">
                  <c:v>8.80951731</c:v>
                </c:pt>
                <c:pt idx="3442">
                  <c:v>8.80851127</c:v>
                </c:pt>
                <c:pt idx="3443">
                  <c:v>8.80742123</c:v>
                </c:pt>
                <c:pt idx="3444">
                  <c:v>8.80650701</c:v>
                </c:pt>
                <c:pt idx="3445">
                  <c:v>8.80539353</c:v>
                </c:pt>
                <c:pt idx="3446">
                  <c:v>8.80435428</c:v>
                </c:pt>
                <c:pt idx="3447">
                  <c:v>8.80322908</c:v>
                </c:pt>
                <c:pt idx="3448">
                  <c:v>8.8021449</c:v>
                </c:pt>
                <c:pt idx="3449">
                  <c:v>8.80101384</c:v>
                </c:pt>
                <c:pt idx="3450">
                  <c:v>8.8004825</c:v>
                </c:pt>
                <c:pt idx="3451">
                  <c:v>8.79945497</c:v>
                </c:pt>
                <c:pt idx="3452">
                  <c:v>8.79804457</c:v>
                </c:pt>
                <c:pt idx="3453">
                  <c:v>8.79700532</c:v>
                </c:pt>
                <c:pt idx="3454">
                  <c:v>8.79600123</c:v>
                </c:pt>
                <c:pt idx="3455">
                  <c:v>8.79520617</c:v>
                </c:pt>
                <c:pt idx="3456">
                  <c:v>8.79425874</c:v>
                </c:pt>
                <c:pt idx="3457">
                  <c:v>8.79314526</c:v>
                </c:pt>
                <c:pt idx="3458">
                  <c:v>8.79210601</c:v>
                </c:pt>
                <c:pt idx="3459">
                  <c:v>8.79099253</c:v>
                </c:pt>
                <c:pt idx="3460">
                  <c:v>8.7900744</c:v>
                </c:pt>
                <c:pt idx="3461">
                  <c:v>8.78898827</c:v>
                </c:pt>
                <c:pt idx="3462">
                  <c:v>8.78790604</c:v>
                </c:pt>
                <c:pt idx="3463">
                  <c:v>8.78683554</c:v>
                </c:pt>
                <c:pt idx="3464">
                  <c:v>8.78588225</c:v>
                </c:pt>
                <c:pt idx="3465">
                  <c:v>8.78472579</c:v>
                </c:pt>
                <c:pt idx="3466">
                  <c:v>8.78371389</c:v>
                </c:pt>
                <c:pt idx="3467">
                  <c:v>8.78270199</c:v>
                </c:pt>
                <c:pt idx="3468">
                  <c:v>8.78163931</c:v>
                </c:pt>
                <c:pt idx="3469">
                  <c:v>8.78075048</c:v>
                </c:pt>
                <c:pt idx="3470">
                  <c:v>8.7796663</c:v>
                </c:pt>
                <c:pt idx="3471">
                  <c:v>8.77879896</c:v>
                </c:pt>
                <c:pt idx="3472">
                  <c:v>8.77749794</c:v>
                </c:pt>
                <c:pt idx="3473">
                  <c:v>8.77691972</c:v>
                </c:pt>
                <c:pt idx="3474">
                  <c:v>8.77532959</c:v>
                </c:pt>
                <c:pt idx="3475">
                  <c:v>8.77480997</c:v>
                </c:pt>
                <c:pt idx="3476">
                  <c:v>8.77388402</c:v>
                </c:pt>
                <c:pt idx="3477">
                  <c:v>8.77265724</c:v>
                </c:pt>
                <c:pt idx="3478">
                  <c:v>8.77161799</c:v>
                </c:pt>
                <c:pt idx="3479">
                  <c:v>8.77070377</c:v>
                </c:pt>
                <c:pt idx="3480">
                  <c:v>8.76924257</c:v>
                </c:pt>
                <c:pt idx="3481">
                  <c:v>8.76820332</c:v>
                </c:pt>
                <c:pt idx="3482">
                  <c:v>8.76716408</c:v>
                </c:pt>
                <c:pt idx="3483">
                  <c:v>8.76615022</c:v>
                </c:pt>
                <c:pt idx="3484">
                  <c:v>8.76501135</c:v>
                </c:pt>
                <c:pt idx="3485">
                  <c:v>8.76405415</c:v>
                </c:pt>
                <c:pt idx="3486">
                  <c:v>8.76333136</c:v>
                </c:pt>
                <c:pt idx="3487">
                  <c:v>8.76196784</c:v>
                </c:pt>
                <c:pt idx="3488">
                  <c:v>8.76115129</c:v>
                </c:pt>
                <c:pt idx="3489">
                  <c:v>8.76003781</c:v>
                </c:pt>
                <c:pt idx="3490">
                  <c:v>8.75892238</c:v>
                </c:pt>
                <c:pt idx="3491">
                  <c:v>8.7578382</c:v>
                </c:pt>
                <c:pt idx="3492">
                  <c:v>8.75684584</c:v>
                </c:pt>
                <c:pt idx="3493">
                  <c:v>8.75580659</c:v>
                </c:pt>
                <c:pt idx="3494">
                  <c:v>8.75487478</c:v>
                </c:pt>
                <c:pt idx="3495">
                  <c:v>8.75371833</c:v>
                </c:pt>
                <c:pt idx="3496">
                  <c:v>8.75270643</c:v>
                </c:pt>
                <c:pt idx="3497">
                  <c:v>8.75224345</c:v>
                </c:pt>
                <c:pt idx="3498">
                  <c:v>8.75075491</c:v>
                </c:pt>
                <c:pt idx="3499">
                  <c:v>8.74986803</c:v>
                </c:pt>
                <c:pt idx="3500">
                  <c:v>8.74905148</c:v>
                </c:pt>
                <c:pt idx="3501">
                  <c:v>8.74779149</c:v>
                </c:pt>
                <c:pt idx="3502">
                  <c:v>8.74735782</c:v>
                </c:pt>
                <c:pt idx="3503">
                  <c:v>8.74634592</c:v>
                </c:pt>
                <c:pt idx="3504">
                  <c:v>8.74541412</c:v>
                </c:pt>
                <c:pt idx="3505">
                  <c:v>8.74348408</c:v>
                </c:pt>
                <c:pt idx="3506">
                  <c:v>8.74244484</c:v>
                </c:pt>
                <c:pt idx="3507">
                  <c:v>8.74162829</c:v>
                </c:pt>
                <c:pt idx="3508">
                  <c:v>8.74056364</c:v>
                </c:pt>
                <c:pt idx="3509">
                  <c:v>8.73955174</c:v>
                </c:pt>
                <c:pt idx="3510">
                  <c:v>8.7386844</c:v>
                </c:pt>
                <c:pt idx="3511">
                  <c:v>8.73769399</c:v>
                </c:pt>
                <c:pt idx="3512">
                  <c:v>8.73517011</c:v>
                </c:pt>
                <c:pt idx="3513">
                  <c:v>8.73413086</c:v>
                </c:pt>
                <c:pt idx="3514">
                  <c:v>8.73311896</c:v>
                </c:pt>
                <c:pt idx="3515">
                  <c:v>8.73203478</c:v>
                </c:pt>
                <c:pt idx="3516">
                  <c:v>8.73101312</c:v>
                </c:pt>
                <c:pt idx="3517">
                  <c:v>8.72997387</c:v>
                </c:pt>
                <c:pt idx="3518">
                  <c:v>8.72907137</c:v>
                </c:pt>
                <c:pt idx="3519">
                  <c:v>8.72791491</c:v>
                </c:pt>
                <c:pt idx="3520">
                  <c:v>8.72737575</c:v>
                </c:pt>
                <c:pt idx="3521">
                  <c:v>8.72574656</c:v>
                </c:pt>
                <c:pt idx="3522">
                  <c:v>8.72502377</c:v>
                </c:pt>
                <c:pt idx="3523">
                  <c:v>8.72366415</c:v>
                </c:pt>
                <c:pt idx="3524">
                  <c:v>8.72314453</c:v>
                </c:pt>
                <c:pt idx="3525">
                  <c:v>8.7215544</c:v>
                </c:pt>
                <c:pt idx="3526">
                  <c:v>8.72054251</c:v>
                </c:pt>
                <c:pt idx="3527">
                  <c:v>8.71967516</c:v>
                </c:pt>
                <c:pt idx="3528">
                  <c:v>8.71851871</c:v>
                </c:pt>
                <c:pt idx="3529">
                  <c:v>8.71743453</c:v>
                </c:pt>
                <c:pt idx="3530">
                  <c:v>8.71631519</c:v>
                </c:pt>
                <c:pt idx="3531">
                  <c:v>8.71569985</c:v>
                </c:pt>
                <c:pt idx="3532">
                  <c:v>8.71453363</c:v>
                </c:pt>
                <c:pt idx="3533">
                  <c:v>8.71353149</c:v>
                </c:pt>
                <c:pt idx="3534">
                  <c:v>8.71237504</c:v>
                </c:pt>
                <c:pt idx="3535">
                  <c:v>8.71136314</c:v>
                </c:pt>
                <c:pt idx="3536">
                  <c:v>8.71027896</c:v>
                </c:pt>
                <c:pt idx="3537">
                  <c:v>8.70933934</c:v>
                </c:pt>
                <c:pt idx="3538">
                  <c:v>8.70832744</c:v>
                </c:pt>
                <c:pt idx="3539">
                  <c:v>8.70577426</c:v>
                </c:pt>
                <c:pt idx="3540">
                  <c:v>8.7049577</c:v>
                </c:pt>
                <c:pt idx="3541">
                  <c:v>8.70391846</c:v>
                </c:pt>
                <c:pt idx="3542">
                  <c:v>8.70347307</c:v>
                </c:pt>
                <c:pt idx="3543">
                  <c:v>8.70182238</c:v>
                </c:pt>
                <c:pt idx="3544">
                  <c:v>8.70080072</c:v>
                </c:pt>
                <c:pt idx="3545">
                  <c:v>8.69976147</c:v>
                </c:pt>
                <c:pt idx="3546">
                  <c:v>8.69770251</c:v>
                </c:pt>
                <c:pt idx="3547">
                  <c:v>8.69661833</c:v>
                </c:pt>
                <c:pt idx="3548">
                  <c:v>8.69567871</c:v>
                </c:pt>
                <c:pt idx="3549">
                  <c:v>8.69466681</c:v>
                </c:pt>
                <c:pt idx="3550">
                  <c:v>8.69352598</c:v>
                </c:pt>
                <c:pt idx="3551">
                  <c:v>8.69242618</c:v>
                </c:pt>
                <c:pt idx="3552">
                  <c:v>8.691342</c:v>
                </c:pt>
                <c:pt idx="3553">
                  <c:v>8.69033401</c:v>
                </c:pt>
                <c:pt idx="3554">
                  <c:v>8.68929476</c:v>
                </c:pt>
                <c:pt idx="3555">
                  <c:v>8.68823403</c:v>
                </c:pt>
                <c:pt idx="3556">
                  <c:v>8.68736473</c:v>
                </c:pt>
                <c:pt idx="3557">
                  <c:v>8.68647395</c:v>
                </c:pt>
                <c:pt idx="3558">
                  <c:v>8.68534289</c:v>
                </c:pt>
                <c:pt idx="3559">
                  <c:v>8.68425871</c:v>
                </c:pt>
                <c:pt idx="3560">
                  <c:v>8.68313351</c:v>
                </c:pt>
                <c:pt idx="3561">
                  <c:v>8.6819458</c:v>
                </c:pt>
                <c:pt idx="3562">
                  <c:v>8.68112925</c:v>
                </c:pt>
                <c:pt idx="3563">
                  <c:v>8.68009</c:v>
                </c:pt>
                <c:pt idx="3564">
                  <c:v>8.67905075</c:v>
                </c:pt>
                <c:pt idx="3565">
                  <c:v>8.67804276</c:v>
                </c:pt>
                <c:pt idx="3566">
                  <c:v>8.67674956</c:v>
                </c:pt>
                <c:pt idx="3567">
                  <c:v>8.67578455</c:v>
                </c:pt>
                <c:pt idx="3568">
                  <c:v>8.67486251</c:v>
                </c:pt>
                <c:pt idx="3569">
                  <c:v>8.67392875</c:v>
                </c:pt>
                <c:pt idx="3570">
                  <c:v>8.6731122</c:v>
                </c:pt>
                <c:pt idx="3571">
                  <c:v>8.67199872</c:v>
                </c:pt>
                <c:pt idx="3572">
                  <c:v>8.67095947</c:v>
                </c:pt>
                <c:pt idx="3573">
                  <c:v>8.67001985</c:v>
                </c:pt>
                <c:pt idx="3574">
                  <c:v>8.66842973</c:v>
                </c:pt>
                <c:pt idx="3575">
                  <c:v>8.6678515</c:v>
                </c:pt>
                <c:pt idx="3576">
                  <c:v>8.66687672</c:v>
                </c:pt>
                <c:pt idx="3577">
                  <c:v>8.66568314</c:v>
                </c:pt>
                <c:pt idx="3578">
                  <c:v>8.66459897</c:v>
                </c:pt>
                <c:pt idx="3579">
                  <c:v>8.66368474</c:v>
                </c:pt>
                <c:pt idx="3580">
                  <c:v>8.66228606</c:v>
                </c:pt>
                <c:pt idx="3581">
                  <c:v>8.66127416</c:v>
                </c:pt>
                <c:pt idx="3582">
                  <c:v>8.6603443</c:v>
                </c:pt>
                <c:pt idx="3583">
                  <c:v>8.65975045</c:v>
                </c:pt>
                <c:pt idx="3584">
                  <c:v>8.65852758</c:v>
                </c:pt>
                <c:pt idx="3585">
                  <c:v>8.65773251</c:v>
                </c:pt>
                <c:pt idx="3586">
                  <c:v>8.65672061</c:v>
                </c:pt>
                <c:pt idx="3587">
                  <c:v>8.65520277</c:v>
                </c:pt>
                <c:pt idx="3588">
                  <c:v>8.65484137</c:v>
                </c:pt>
                <c:pt idx="3589">
                  <c:v>8.6533665</c:v>
                </c:pt>
                <c:pt idx="3590">
                  <c:v>8.65288985</c:v>
                </c:pt>
                <c:pt idx="3591">
                  <c:v>8.6517334</c:v>
                </c:pt>
                <c:pt idx="3592">
                  <c:v>8.65076838</c:v>
                </c:pt>
                <c:pt idx="3593">
                  <c:v>8.64958067</c:v>
                </c:pt>
                <c:pt idx="3594">
                  <c:v>8.64854142</c:v>
                </c:pt>
                <c:pt idx="3595">
                  <c:v>8.6476858</c:v>
                </c:pt>
                <c:pt idx="3596">
                  <c:v>8.64661139</c:v>
                </c:pt>
                <c:pt idx="3597">
                  <c:v>8.64564638</c:v>
                </c:pt>
                <c:pt idx="3598">
                  <c:v>8.6447556</c:v>
                </c:pt>
                <c:pt idx="3599">
                  <c:v>8.64438444</c:v>
                </c:pt>
                <c:pt idx="3600">
                  <c:v>8.64297403</c:v>
                </c:pt>
                <c:pt idx="3601">
                  <c:v>8.64219264</c:v>
                </c:pt>
                <c:pt idx="3602">
                  <c:v>8.64111823</c:v>
                </c:pt>
                <c:pt idx="3603">
                  <c:v>8.64053023</c:v>
                </c:pt>
                <c:pt idx="3604">
                  <c:v>8.63955936</c:v>
                </c:pt>
                <c:pt idx="3605">
                  <c:v>8.63859434</c:v>
                </c:pt>
                <c:pt idx="3606">
                  <c:v>8.63770356</c:v>
                </c:pt>
                <c:pt idx="3607">
                  <c:v>8.63681278</c:v>
                </c:pt>
                <c:pt idx="3608">
                  <c:v>8.63584776</c:v>
                </c:pt>
                <c:pt idx="3609">
                  <c:v>8.63495698</c:v>
                </c:pt>
                <c:pt idx="3610">
                  <c:v>8.63453112</c:v>
                </c:pt>
                <c:pt idx="3611">
                  <c:v>8.6335915</c:v>
                </c:pt>
                <c:pt idx="3612">
                  <c:v>8.63272416</c:v>
                </c:pt>
                <c:pt idx="3613">
                  <c:v>8.63178454</c:v>
                </c:pt>
                <c:pt idx="3614">
                  <c:v>8.63094845</c:v>
                </c:pt>
                <c:pt idx="3615">
                  <c:v>8.6301319</c:v>
                </c:pt>
                <c:pt idx="3616">
                  <c:v>8.62931535</c:v>
                </c:pt>
                <c:pt idx="3617">
                  <c:v>8.62842457</c:v>
                </c:pt>
                <c:pt idx="3618">
                  <c:v>8.62723686</c:v>
                </c:pt>
                <c:pt idx="3619">
                  <c:v>8.626643</c:v>
                </c:pt>
                <c:pt idx="3620">
                  <c:v>8.62564087</c:v>
                </c:pt>
                <c:pt idx="3621">
                  <c:v>8.62486143</c:v>
                </c:pt>
                <c:pt idx="3622">
                  <c:v>8.62397065</c:v>
                </c:pt>
                <c:pt idx="3623">
                  <c:v>8.62307987</c:v>
                </c:pt>
                <c:pt idx="3624">
                  <c:v>8.62209922</c:v>
                </c:pt>
                <c:pt idx="3625">
                  <c:v>8.6212983</c:v>
                </c:pt>
                <c:pt idx="3626">
                  <c:v>8.62036454</c:v>
                </c:pt>
                <c:pt idx="3627">
                  <c:v>8.6194972</c:v>
                </c:pt>
                <c:pt idx="3628">
                  <c:v>8.61870214</c:v>
                </c:pt>
                <c:pt idx="3629">
                  <c:v>8.61783479</c:v>
                </c:pt>
                <c:pt idx="3630">
                  <c:v>8.61706708</c:v>
                </c:pt>
                <c:pt idx="3631">
                  <c:v>8.61610011</c:v>
                </c:pt>
                <c:pt idx="3632">
                  <c:v>8.61573872</c:v>
                </c:pt>
                <c:pt idx="3633">
                  <c:v>8.61446896</c:v>
                </c:pt>
                <c:pt idx="3634">
                  <c:v>8.61364264</c:v>
                </c:pt>
                <c:pt idx="3635">
                  <c:v>8.61284758</c:v>
                </c:pt>
                <c:pt idx="3636">
                  <c:v>8.61187084</c:v>
                </c:pt>
                <c:pt idx="3637">
                  <c:v>8.61104062</c:v>
                </c:pt>
                <c:pt idx="3638">
                  <c:v>8.61024555</c:v>
                </c:pt>
                <c:pt idx="3639">
                  <c:v>8.60937821</c:v>
                </c:pt>
                <c:pt idx="3640">
                  <c:v>8.60890157</c:v>
                </c:pt>
                <c:pt idx="3641">
                  <c:v>8.60793264</c:v>
                </c:pt>
                <c:pt idx="3642">
                  <c:v>8.60719423</c:v>
                </c:pt>
                <c:pt idx="3643">
                  <c:v>8.60619796</c:v>
                </c:pt>
                <c:pt idx="3644">
                  <c:v>8.60541266</c:v>
                </c:pt>
                <c:pt idx="3645">
                  <c:v>8.60453555</c:v>
                </c:pt>
                <c:pt idx="3646">
                  <c:v>8.6036311</c:v>
                </c:pt>
                <c:pt idx="3647">
                  <c:v>8.60281455</c:v>
                </c:pt>
                <c:pt idx="3648">
                  <c:v>8.60200581</c:v>
                </c:pt>
                <c:pt idx="3649">
                  <c:v>8.60106619</c:v>
                </c:pt>
                <c:pt idx="3650">
                  <c:v>8.60036489</c:v>
                </c:pt>
                <c:pt idx="3651">
                  <c:v>8.59939988</c:v>
                </c:pt>
                <c:pt idx="3652">
                  <c:v>8.59850909</c:v>
                </c:pt>
                <c:pt idx="3653">
                  <c:v>8.59769254</c:v>
                </c:pt>
                <c:pt idx="3654">
                  <c:v>8.59680176</c:v>
                </c:pt>
                <c:pt idx="3655">
                  <c:v>8.59600669</c:v>
                </c:pt>
                <c:pt idx="3656">
                  <c:v>8.59502019</c:v>
                </c:pt>
                <c:pt idx="3657">
                  <c:v>8.59427787</c:v>
                </c:pt>
                <c:pt idx="3658">
                  <c:v>8.59338709</c:v>
                </c:pt>
                <c:pt idx="3659">
                  <c:v>8.59253733</c:v>
                </c:pt>
                <c:pt idx="3660">
                  <c:v>8.59166999</c:v>
                </c:pt>
                <c:pt idx="3661">
                  <c:v>8.59080264</c:v>
                </c:pt>
                <c:pt idx="3662">
                  <c:v>8.58986302</c:v>
                </c:pt>
                <c:pt idx="3663">
                  <c:v>8.58921252</c:v>
                </c:pt>
                <c:pt idx="3664">
                  <c:v>8.58834518</c:v>
                </c:pt>
                <c:pt idx="3665">
                  <c:v>8.58744853</c:v>
                </c:pt>
                <c:pt idx="3666">
                  <c:v>8.58663198</c:v>
                </c:pt>
                <c:pt idx="3667">
                  <c:v>8.58611236</c:v>
                </c:pt>
                <c:pt idx="3668">
                  <c:v>8.58487581</c:v>
                </c:pt>
                <c:pt idx="3669">
                  <c:v>8.58400847</c:v>
                </c:pt>
                <c:pt idx="3670">
                  <c:v>8.58277973</c:v>
                </c:pt>
                <c:pt idx="3671">
                  <c:v>8.58234606</c:v>
                </c:pt>
                <c:pt idx="3672">
                  <c:v>8.58147872</c:v>
                </c:pt>
                <c:pt idx="3673">
                  <c:v>8.58061138</c:v>
                </c:pt>
                <c:pt idx="3674">
                  <c:v>8.57980264</c:v>
                </c:pt>
                <c:pt idx="3675">
                  <c:v>8.57873214</c:v>
                </c:pt>
                <c:pt idx="3676">
                  <c:v>8.5778648</c:v>
                </c:pt>
                <c:pt idx="3677">
                  <c:v>8.57705606</c:v>
                </c:pt>
                <c:pt idx="3678">
                  <c:v>8.57609104</c:v>
                </c:pt>
                <c:pt idx="3679">
                  <c:v>8.57520026</c:v>
                </c:pt>
                <c:pt idx="3680">
                  <c:v>8.57430948</c:v>
                </c:pt>
                <c:pt idx="3681">
                  <c:v>8.57338353</c:v>
                </c:pt>
                <c:pt idx="3682">
                  <c:v>8.57223098</c:v>
                </c:pt>
                <c:pt idx="3683">
                  <c:v>8.57143201</c:v>
                </c:pt>
                <c:pt idx="3684">
                  <c:v>8.57049239</c:v>
                </c:pt>
                <c:pt idx="3685">
                  <c:v>8.5697071</c:v>
                </c:pt>
                <c:pt idx="3686">
                  <c:v>8.56890227</c:v>
                </c:pt>
                <c:pt idx="3687">
                  <c:v>8.56789037</c:v>
                </c:pt>
                <c:pt idx="3688">
                  <c:v>8.56710898</c:v>
                </c:pt>
                <c:pt idx="3689">
                  <c:v>8.56615568</c:v>
                </c:pt>
                <c:pt idx="3690">
                  <c:v>8.56521606</c:v>
                </c:pt>
                <c:pt idx="3691">
                  <c:v>8.56434872</c:v>
                </c:pt>
                <c:pt idx="3692">
                  <c:v>8.56354585</c:v>
                </c:pt>
                <c:pt idx="3693">
                  <c:v>8.56258083</c:v>
                </c:pt>
                <c:pt idx="3694">
                  <c:v>8.56169005</c:v>
                </c:pt>
                <c:pt idx="3695">
                  <c:v>8.56095163</c:v>
                </c:pt>
                <c:pt idx="3696">
                  <c:v>8.56001201</c:v>
                </c:pt>
                <c:pt idx="3697">
                  <c:v>8.55914467</c:v>
                </c:pt>
                <c:pt idx="3698">
                  <c:v>8.55872077</c:v>
                </c:pt>
                <c:pt idx="3699">
                  <c:v>8.55775575</c:v>
                </c:pt>
                <c:pt idx="3700">
                  <c:v>8.55686497</c:v>
                </c:pt>
                <c:pt idx="3701">
                  <c:v>8.55560303</c:v>
                </c:pt>
                <c:pt idx="3702">
                  <c:v>8.55516936</c:v>
                </c:pt>
                <c:pt idx="3703">
                  <c:v>8.55419262</c:v>
                </c:pt>
                <c:pt idx="3704">
                  <c:v>8.553001</c:v>
                </c:pt>
                <c:pt idx="3705">
                  <c:v>8.55218836</c:v>
                </c:pt>
                <c:pt idx="3706">
                  <c:v>8.55141088</c:v>
                </c:pt>
                <c:pt idx="3707">
                  <c:v>8.55061581</c:v>
                </c:pt>
                <c:pt idx="3708">
                  <c:v>8.54967619</c:v>
                </c:pt>
                <c:pt idx="3709">
                  <c:v>8.54892215</c:v>
                </c:pt>
                <c:pt idx="3710">
                  <c:v>8.5476524</c:v>
                </c:pt>
                <c:pt idx="3711">
                  <c:v>8.54684366</c:v>
                </c:pt>
                <c:pt idx="3712">
                  <c:v>8.54595287</c:v>
                </c:pt>
                <c:pt idx="3713">
                  <c:v>8.54505037</c:v>
                </c:pt>
                <c:pt idx="3714">
                  <c:v>8.54424554</c:v>
                </c:pt>
                <c:pt idx="3715">
                  <c:v>8.54350322</c:v>
                </c:pt>
                <c:pt idx="3716">
                  <c:v>8.5425382</c:v>
                </c:pt>
                <c:pt idx="3717">
                  <c:v>8.541581</c:v>
                </c:pt>
                <c:pt idx="3718">
                  <c:v>8.54075664</c:v>
                </c:pt>
                <c:pt idx="3719">
                  <c:v>8.53970176</c:v>
                </c:pt>
                <c:pt idx="3720">
                  <c:v>8.53897898</c:v>
                </c:pt>
                <c:pt idx="3721">
                  <c:v>8.53811164</c:v>
                </c:pt>
                <c:pt idx="3722">
                  <c:v>8.53731657</c:v>
                </c:pt>
                <c:pt idx="3723">
                  <c:v>8.53608784</c:v>
                </c:pt>
                <c:pt idx="3724">
                  <c:v>8.53563463</c:v>
                </c:pt>
                <c:pt idx="3725">
                  <c:v>8.53456999</c:v>
                </c:pt>
                <c:pt idx="3726">
                  <c:v>8.53391948</c:v>
                </c:pt>
                <c:pt idx="3727">
                  <c:v>8.53296228</c:v>
                </c:pt>
                <c:pt idx="3728">
                  <c:v>8.53204024</c:v>
                </c:pt>
                <c:pt idx="3729">
                  <c:v>8.5315343</c:v>
                </c:pt>
                <c:pt idx="3730">
                  <c:v>8.52972733</c:v>
                </c:pt>
                <c:pt idx="3731">
                  <c:v>8.52799265</c:v>
                </c:pt>
                <c:pt idx="3732">
                  <c:v>8.5269495</c:v>
                </c:pt>
                <c:pt idx="3733">
                  <c:v>8.52576178</c:v>
                </c:pt>
                <c:pt idx="3734">
                  <c:v>8.52502923</c:v>
                </c:pt>
                <c:pt idx="3735">
                  <c:v>8.52430645</c:v>
                </c:pt>
                <c:pt idx="3736">
                  <c:v>8.52346059</c:v>
                </c:pt>
                <c:pt idx="3737">
                  <c:v>8.52271632</c:v>
                </c:pt>
                <c:pt idx="3738">
                  <c:v>8.52199354</c:v>
                </c:pt>
                <c:pt idx="3739">
                  <c:v>8.52123364</c:v>
                </c:pt>
                <c:pt idx="3740">
                  <c:v>8.52083708</c:v>
                </c:pt>
              </c:numCache>
            </c:numRef>
          </c:xVal>
          <c:yVal>
            <c:numRef>
              <c:f>'Chart Data'!$B$2:$B$3742</c:f>
              <c:numCache>
                <c:formatCode>0.0</c:formatCode>
                <c:ptCount val="3741"/>
                <c:pt idx="0">
                  <c:v>51.47760424</c:v>
                </c:pt>
                <c:pt idx="1">
                  <c:v>51.47760424</c:v>
                </c:pt>
                <c:pt idx="2">
                  <c:v>51.47760424</c:v>
                </c:pt>
                <c:pt idx="3">
                  <c:v>51.47758484</c:v>
                </c:pt>
                <c:pt idx="4">
                  <c:v>51.47755768</c:v>
                </c:pt>
                <c:pt idx="5">
                  <c:v>51.47753906</c:v>
                </c:pt>
                <c:pt idx="6">
                  <c:v>51.47753906</c:v>
                </c:pt>
                <c:pt idx="7">
                  <c:v>51.47751113</c:v>
                </c:pt>
                <c:pt idx="8">
                  <c:v>51.47751113</c:v>
                </c:pt>
                <c:pt idx="9">
                  <c:v>51.47751113</c:v>
                </c:pt>
                <c:pt idx="10">
                  <c:v>51.47749329</c:v>
                </c:pt>
                <c:pt idx="11">
                  <c:v>51.47746458</c:v>
                </c:pt>
                <c:pt idx="12">
                  <c:v>51.47744751</c:v>
                </c:pt>
                <c:pt idx="13">
                  <c:v>51.47744751</c:v>
                </c:pt>
                <c:pt idx="14">
                  <c:v>51.47741803</c:v>
                </c:pt>
                <c:pt idx="15">
                  <c:v>51.47744751</c:v>
                </c:pt>
                <c:pt idx="16">
                  <c:v>51.47741803</c:v>
                </c:pt>
                <c:pt idx="17">
                  <c:v>51.47740173</c:v>
                </c:pt>
                <c:pt idx="18">
                  <c:v>51.47737147</c:v>
                </c:pt>
                <c:pt idx="19">
                  <c:v>51.47735596</c:v>
                </c:pt>
                <c:pt idx="20">
                  <c:v>51.47737147</c:v>
                </c:pt>
                <c:pt idx="21">
                  <c:v>51.47737147</c:v>
                </c:pt>
                <c:pt idx="22">
                  <c:v>51.47732492</c:v>
                </c:pt>
                <c:pt idx="23">
                  <c:v>51.47735596</c:v>
                </c:pt>
                <c:pt idx="24">
                  <c:v>51.47731018</c:v>
                </c:pt>
                <c:pt idx="25">
                  <c:v>51.47731018</c:v>
                </c:pt>
                <c:pt idx="26">
                  <c:v>51.47732492</c:v>
                </c:pt>
                <c:pt idx="27">
                  <c:v>51.47731018</c:v>
                </c:pt>
                <c:pt idx="28">
                  <c:v>51.47732492</c:v>
                </c:pt>
                <c:pt idx="29">
                  <c:v>51.47731018</c:v>
                </c:pt>
                <c:pt idx="30">
                  <c:v>51.47731018</c:v>
                </c:pt>
                <c:pt idx="31">
                  <c:v>51.47727837</c:v>
                </c:pt>
                <c:pt idx="32">
                  <c:v>51.47727837</c:v>
                </c:pt>
                <c:pt idx="33">
                  <c:v>51.4772644</c:v>
                </c:pt>
                <c:pt idx="34">
                  <c:v>51.4772644</c:v>
                </c:pt>
                <c:pt idx="35">
                  <c:v>51.47727837</c:v>
                </c:pt>
                <c:pt idx="36">
                  <c:v>51.4772644</c:v>
                </c:pt>
                <c:pt idx="37">
                  <c:v>51.47723182</c:v>
                </c:pt>
                <c:pt idx="38">
                  <c:v>51.47723182</c:v>
                </c:pt>
                <c:pt idx="39">
                  <c:v>51.47723182</c:v>
                </c:pt>
                <c:pt idx="40">
                  <c:v>51.47721863</c:v>
                </c:pt>
                <c:pt idx="41">
                  <c:v>51.47718527</c:v>
                </c:pt>
                <c:pt idx="42">
                  <c:v>51.47718527</c:v>
                </c:pt>
                <c:pt idx="43">
                  <c:v>51.47718527</c:v>
                </c:pt>
                <c:pt idx="44">
                  <c:v>51.47717285</c:v>
                </c:pt>
                <c:pt idx="45">
                  <c:v>51.47712708</c:v>
                </c:pt>
                <c:pt idx="46">
                  <c:v>51.47709216</c:v>
                </c:pt>
                <c:pt idx="47">
                  <c:v>51.47709216</c:v>
                </c:pt>
                <c:pt idx="48">
                  <c:v>51.4770813</c:v>
                </c:pt>
                <c:pt idx="49">
                  <c:v>51.47704561</c:v>
                </c:pt>
                <c:pt idx="50">
                  <c:v>51.47704561</c:v>
                </c:pt>
                <c:pt idx="51">
                  <c:v>51.47699906</c:v>
                </c:pt>
                <c:pt idx="52">
                  <c:v>51.47699906</c:v>
                </c:pt>
                <c:pt idx="53">
                  <c:v>51.47694397</c:v>
                </c:pt>
                <c:pt idx="54">
                  <c:v>51.47694397</c:v>
                </c:pt>
                <c:pt idx="55">
                  <c:v>51.47689819</c:v>
                </c:pt>
                <c:pt idx="56">
                  <c:v>51.47689819</c:v>
                </c:pt>
                <c:pt idx="57">
                  <c:v>51.47685242</c:v>
                </c:pt>
                <c:pt idx="58">
                  <c:v>51.4768594</c:v>
                </c:pt>
                <c:pt idx="59">
                  <c:v>51.4768594</c:v>
                </c:pt>
                <c:pt idx="60">
                  <c:v>51.47685242</c:v>
                </c:pt>
                <c:pt idx="61">
                  <c:v>51.47681285</c:v>
                </c:pt>
                <c:pt idx="62">
                  <c:v>51.47681285</c:v>
                </c:pt>
                <c:pt idx="63">
                  <c:v>51.47680664</c:v>
                </c:pt>
                <c:pt idx="64">
                  <c:v>51.47681285</c:v>
                </c:pt>
                <c:pt idx="65">
                  <c:v>51.4767663</c:v>
                </c:pt>
                <c:pt idx="66">
                  <c:v>51.47676086</c:v>
                </c:pt>
                <c:pt idx="67">
                  <c:v>51.47671974</c:v>
                </c:pt>
                <c:pt idx="68">
                  <c:v>51.47671974</c:v>
                </c:pt>
                <c:pt idx="69">
                  <c:v>51.47671509</c:v>
                </c:pt>
                <c:pt idx="70">
                  <c:v>51.47666931</c:v>
                </c:pt>
                <c:pt idx="71">
                  <c:v>51.47667319</c:v>
                </c:pt>
                <c:pt idx="72">
                  <c:v>51.47666931</c:v>
                </c:pt>
                <c:pt idx="73">
                  <c:v>51.47671974</c:v>
                </c:pt>
                <c:pt idx="74">
                  <c:v>51.47676086</c:v>
                </c:pt>
                <c:pt idx="75">
                  <c:v>51.4767663</c:v>
                </c:pt>
                <c:pt idx="76">
                  <c:v>51.47685242</c:v>
                </c:pt>
                <c:pt idx="77">
                  <c:v>51.47694397</c:v>
                </c:pt>
                <c:pt idx="78">
                  <c:v>51.47704561</c:v>
                </c:pt>
                <c:pt idx="79">
                  <c:v>51.47718527</c:v>
                </c:pt>
                <c:pt idx="80">
                  <c:v>51.47731018</c:v>
                </c:pt>
                <c:pt idx="81">
                  <c:v>51.47749329</c:v>
                </c:pt>
                <c:pt idx="82">
                  <c:v>51.47772217</c:v>
                </c:pt>
                <c:pt idx="83">
                  <c:v>51.47802321</c:v>
                </c:pt>
                <c:pt idx="84">
                  <c:v>51.47827148</c:v>
                </c:pt>
                <c:pt idx="85">
                  <c:v>51.4786377</c:v>
                </c:pt>
                <c:pt idx="86">
                  <c:v>51.4790008</c:v>
                </c:pt>
                <c:pt idx="87">
                  <c:v>51.47932434</c:v>
                </c:pt>
                <c:pt idx="88">
                  <c:v>51.4797821</c:v>
                </c:pt>
                <c:pt idx="89">
                  <c:v>51.48019409</c:v>
                </c:pt>
                <c:pt idx="90">
                  <c:v>51.4805603</c:v>
                </c:pt>
                <c:pt idx="91">
                  <c:v>51.48097229</c:v>
                </c:pt>
                <c:pt idx="92">
                  <c:v>51.48147583</c:v>
                </c:pt>
                <c:pt idx="93">
                  <c:v>51.48198015</c:v>
                </c:pt>
                <c:pt idx="94">
                  <c:v>51.48249222</c:v>
                </c:pt>
                <c:pt idx="95">
                  <c:v>51.48294067</c:v>
                </c:pt>
                <c:pt idx="96">
                  <c:v>51.48333016</c:v>
                </c:pt>
                <c:pt idx="97">
                  <c:v>51.48388879</c:v>
                </c:pt>
                <c:pt idx="98">
                  <c:v>51.48431396</c:v>
                </c:pt>
                <c:pt idx="99">
                  <c:v>51.4848175</c:v>
                </c:pt>
                <c:pt idx="100">
                  <c:v>51.48532104</c:v>
                </c:pt>
                <c:pt idx="101">
                  <c:v>51.48584398</c:v>
                </c:pt>
                <c:pt idx="102">
                  <c:v>51.48641968</c:v>
                </c:pt>
                <c:pt idx="103">
                  <c:v>51.48682158</c:v>
                </c:pt>
                <c:pt idx="104">
                  <c:v>51.48738021</c:v>
                </c:pt>
                <c:pt idx="105">
                  <c:v>51.48784573</c:v>
                </c:pt>
                <c:pt idx="106">
                  <c:v>51.48834229</c:v>
                </c:pt>
                <c:pt idx="107">
                  <c:v>51.48875427</c:v>
                </c:pt>
                <c:pt idx="108">
                  <c:v>51.48921204</c:v>
                </c:pt>
                <c:pt idx="109">
                  <c:v>51.48970782</c:v>
                </c:pt>
                <c:pt idx="110">
                  <c:v>51.49008024</c:v>
                </c:pt>
                <c:pt idx="111">
                  <c:v>51.49059231</c:v>
                </c:pt>
                <c:pt idx="112">
                  <c:v>51.49104309</c:v>
                </c:pt>
                <c:pt idx="113">
                  <c:v>51.49154663</c:v>
                </c:pt>
                <c:pt idx="114">
                  <c:v>51.49208198</c:v>
                </c:pt>
                <c:pt idx="115">
                  <c:v>51.4924544</c:v>
                </c:pt>
                <c:pt idx="116">
                  <c:v>51.49269104</c:v>
                </c:pt>
                <c:pt idx="117">
                  <c:v>51.493432</c:v>
                </c:pt>
                <c:pt idx="118">
                  <c:v>51.49394407</c:v>
                </c:pt>
                <c:pt idx="119">
                  <c:v>51.49433899</c:v>
                </c:pt>
                <c:pt idx="120">
                  <c:v>51.49482856</c:v>
                </c:pt>
                <c:pt idx="121">
                  <c:v>51.49548029</c:v>
                </c:pt>
                <c:pt idx="122">
                  <c:v>51.49594116</c:v>
                </c:pt>
                <c:pt idx="123">
                  <c:v>51.49645789</c:v>
                </c:pt>
                <c:pt idx="124">
                  <c:v>51.49667358</c:v>
                </c:pt>
                <c:pt idx="125">
                  <c:v>51.49715618</c:v>
                </c:pt>
                <c:pt idx="126">
                  <c:v>51.49763489</c:v>
                </c:pt>
                <c:pt idx="127">
                  <c:v>51.49822688</c:v>
                </c:pt>
                <c:pt idx="128">
                  <c:v>51.49864197</c:v>
                </c:pt>
                <c:pt idx="129">
                  <c:v>51.49909973</c:v>
                </c:pt>
                <c:pt idx="130">
                  <c:v>51.49960327</c:v>
                </c:pt>
                <c:pt idx="131">
                  <c:v>51.50006104</c:v>
                </c:pt>
                <c:pt idx="132">
                  <c:v>51.5005188</c:v>
                </c:pt>
                <c:pt idx="133">
                  <c:v>51.50106812</c:v>
                </c:pt>
                <c:pt idx="134">
                  <c:v>51.50152588</c:v>
                </c:pt>
                <c:pt idx="135">
                  <c:v>51.50180054</c:v>
                </c:pt>
                <c:pt idx="136">
                  <c:v>51.50234985</c:v>
                </c:pt>
                <c:pt idx="137">
                  <c:v>51.50285339</c:v>
                </c:pt>
                <c:pt idx="138">
                  <c:v>51.50334762</c:v>
                </c:pt>
                <c:pt idx="139">
                  <c:v>51.50390625</c:v>
                </c:pt>
                <c:pt idx="140">
                  <c:v>51.50451143</c:v>
                </c:pt>
                <c:pt idx="141">
                  <c:v>51.50525626</c:v>
                </c:pt>
                <c:pt idx="142">
                  <c:v>51.50586144</c:v>
                </c:pt>
                <c:pt idx="143">
                  <c:v>51.50628041</c:v>
                </c:pt>
                <c:pt idx="144">
                  <c:v>51.50721146</c:v>
                </c:pt>
                <c:pt idx="145">
                  <c:v>51.50790974</c:v>
                </c:pt>
                <c:pt idx="146">
                  <c:v>51.50823561</c:v>
                </c:pt>
                <c:pt idx="147">
                  <c:v>51.50935364</c:v>
                </c:pt>
                <c:pt idx="148">
                  <c:v>51.50977183</c:v>
                </c:pt>
                <c:pt idx="149">
                  <c:v>51.51051667</c:v>
                </c:pt>
                <c:pt idx="150">
                  <c:v>51.51132202</c:v>
                </c:pt>
                <c:pt idx="151">
                  <c:v>51.51219255</c:v>
                </c:pt>
                <c:pt idx="152">
                  <c:v>51.51303049</c:v>
                </c:pt>
                <c:pt idx="153">
                  <c:v>51.5140686</c:v>
                </c:pt>
                <c:pt idx="154">
                  <c:v>51.51498413</c:v>
                </c:pt>
                <c:pt idx="155">
                  <c:v>51.51589966</c:v>
                </c:pt>
                <c:pt idx="156">
                  <c:v>51.51695251</c:v>
                </c:pt>
                <c:pt idx="157">
                  <c:v>51.51773071</c:v>
                </c:pt>
                <c:pt idx="158">
                  <c:v>51.51873779</c:v>
                </c:pt>
                <c:pt idx="159">
                  <c:v>51.51996677</c:v>
                </c:pt>
                <c:pt idx="160">
                  <c:v>51.52085126</c:v>
                </c:pt>
                <c:pt idx="161">
                  <c:v>51.52192197</c:v>
                </c:pt>
                <c:pt idx="162">
                  <c:v>51.522995</c:v>
                </c:pt>
                <c:pt idx="163">
                  <c:v>51.5241394</c:v>
                </c:pt>
                <c:pt idx="164">
                  <c:v>51.52523804</c:v>
                </c:pt>
                <c:pt idx="165">
                  <c:v>51.52629788</c:v>
                </c:pt>
                <c:pt idx="166">
                  <c:v>51.52760134</c:v>
                </c:pt>
                <c:pt idx="167">
                  <c:v>51.52876514</c:v>
                </c:pt>
                <c:pt idx="168">
                  <c:v>51.52981567</c:v>
                </c:pt>
                <c:pt idx="169">
                  <c:v>51.5310462</c:v>
                </c:pt>
                <c:pt idx="170">
                  <c:v>51.53164673</c:v>
                </c:pt>
                <c:pt idx="171">
                  <c:v>51.5330014</c:v>
                </c:pt>
                <c:pt idx="172">
                  <c:v>51.53727722</c:v>
                </c:pt>
                <c:pt idx="173">
                  <c:v>51.53851318</c:v>
                </c:pt>
                <c:pt idx="174">
                  <c:v>51.53989113</c:v>
                </c:pt>
                <c:pt idx="175">
                  <c:v>51.54125977</c:v>
                </c:pt>
                <c:pt idx="176">
                  <c:v>51.54198598</c:v>
                </c:pt>
                <c:pt idx="177">
                  <c:v>51.5433197</c:v>
                </c:pt>
                <c:pt idx="178">
                  <c:v>51.54478455</c:v>
                </c:pt>
                <c:pt idx="179">
                  <c:v>51.54611206</c:v>
                </c:pt>
                <c:pt idx="180">
                  <c:v>51.54684448</c:v>
                </c:pt>
                <c:pt idx="181">
                  <c:v>51.54803467</c:v>
                </c:pt>
                <c:pt idx="182">
                  <c:v>51.54920158</c:v>
                </c:pt>
                <c:pt idx="183">
                  <c:v>51.55050659</c:v>
                </c:pt>
                <c:pt idx="184">
                  <c:v>51.551651</c:v>
                </c:pt>
                <c:pt idx="185">
                  <c:v>51.55301886</c:v>
                </c:pt>
                <c:pt idx="186">
                  <c:v>51.55413611</c:v>
                </c:pt>
                <c:pt idx="187">
                  <c:v>51.55513</c:v>
                </c:pt>
                <c:pt idx="188">
                  <c:v>51.55654907</c:v>
                </c:pt>
                <c:pt idx="189">
                  <c:v>51.55711546</c:v>
                </c:pt>
                <c:pt idx="190">
                  <c:v>51.55832582</c:v>
                </c:pt>
                <c:pt idx="191">
                  <c:v>51.55981549</c:v>
                </c:pt>
                <c:pt idx="192">
                  <c:v>51.56034851</c:v>
                </c:pt>
                <c:pt idx="193">
                  <c:v>51.56186379</c:v>
                </c:pt>
                <c:pt idx="194">
                  <c:v>51.56282043</c:v>
                </c:pt>
                <c:pt idx="195">
                  <c:v>51.56387329</c:v>
                </c:pt>
                <c:pt idx="196">
                  <c:v>51.56516899</c:v>
                </c:pt>
                <c:pt idx="197">
                  <c:v>51.56611633</c:v>
                </c:pt>
                <c:pt idx="198">
                  <c:v>51.5667572</c:v>
                </c:pt>
                <c:pt idx="199">
                  <c:v>51.56782247</c:v>
                </c:pt>
                <c:pt idx="200">
                  <c:v>51.56931214</c:v>
                </c:pt>
                <c:pt idx="201">
                  <c:v>51.57033629</c:v>
                </c:pt>
                <c:pt idx="202">
                  <c:v>51.57117423</c:v>
                </c:pt>
                <c:pt idx="203">
                  <c:v>51.57233804</c:v>
                </c:pt>
                <c:pt idx="204">
                  <c:v>51.57325745</c:v>
                </c:pt>
                <c:pt idx="205">
                  <c:v>51.57426453</c:v>
                </c:pt>
                <c:pt idx="206">
                  <c:v>51.57540894</c:v>
                </c:pt>
                <c:pt idx="207">
                  <c:v>51.57629498</c:v>
                </c:pt>
                <c:pt idx="208">
                  <c:v>51.57714844</c:v>
                </c:pt>
                <c:pt idx="209">
                  <c:v>51.57811052</c:v>
                </c:pt>
                <c:pt idx="210">
                  <c:v>51.57899501</c:v>
                </c:pt>
                <c:pt idx="211">
                  <c:v>51.58021545</c:v>
                </c:pt>
                <c:pt idx="212">
                  <c:v>51.58062744</c:v>
                </c:pt>
                <c:pt idx="213">
                  <c:v>51.5818634</c:v>
                </c:pt>
                <c:pt idx="214">
                  <c:v>51.58259583</c:v>
                </c:pt>
                <c:pt idx="215">
                  <c:v>51.58369679</c:v>
                </c:pt>
                <c:pt idx="216">
                  <c:v>51.58434852</c:v>
                </c:pt>
                <c:pt idx="217">
                  <c:v>51.58523301</c:v>
                </c:pt>
                <c:pt idx="218">
                  <c:v>51.58607095</c:v>
                </c:pt>
                <c:pt idx="219">
                  <c:v>51.58680725</c:v>
                </c:pt>
                <c:pt idx="220">
                  <c:v>51.58760717</c:v>
                </c:pt>
                <c:pt idx="221">
                  <c:v>51.58844511</c:v>
                </c:pt>
                <c:pt idx="222">
                  <c:v>51.58918762</c:v>
                </c:pt>
                <c:pt idx="223">
                  <c:v>51.58992004</c:v>
                </c:pt>
                <c:pt idx="224">
                  <c:v>51.59074402</c:v>
                </c:pt>
                <c:pt idx="225">
                  <c:v>51.59184343</c:v>
                </c:pt>
                <c:pt idx="226">
                  <c:v>51.59240205</c:v>
                </c:pt>
                <c:pt idx="227">
                  <c:v>51.59323999</c:v>
                </c:pt>
                <c:pt idx="228">
                  <c:v>51.59394836</c:v>
                </c:pt>
                <c:pt idx="229">
                  <c:v>51.59513855</c:v>
                </c:pt>
                <c:pt idx="230">
                  <c:v>51.59594002</c:v>
                </c:pt>
                <c:pt idx="231">
                  <c:v>51.59677796</c:v>
                </c:pt>
                <c:pt idx="232">
                  <c:v>51.59719849</c:v>
                </c:pt>
                <c:pt idx="233">
                  <c:v>51.59843445</c:v>
                </c:pt>
                <c:pt idx="234">
                  <c:v>51.59925842</c:v>
                </c:pt>
                <c:pt idx="235">
                  <c:v>51.60017395</c:v>
                </c:pt>
                <c:pt idx="236">
                  <c:v>51.60099792</c:v>
                </c:pt>
                <c:pt idx="237">
                  <c:v>51.60175905</c:v>
                </c:pt>
                <c:pt idx="238">
                  <c:v>51.60255432</c:v>
                </c:pt>
                <c:pt idx="239">
                  <c:v>51.60305786</c:v>
                </c:pt>
                <c:pt idx="240">
                  <c:v>51.60413322</c:v>
                </c:pt>
                <c:pt idx="241">
                  <c:v>51.60498047</c:v>
                </c:pt>
                <c:pt idx="242">
                  <c:v>51.60562134</c:v>
                </c:pt>
                <c:pt idx="243">
                  <c:v>51.60646083</c:v>
                </c:pt>
                <c:pt idx="244">
                  <c:v>51.60729877</c:v>
                </c:pt>
                <c:pt idx="245">
                  <c:v>51.60813671</c:v>
                </c:pt>
                <c:pt idx="246">
                  <c:v>51.60910034</c:v>
                </c:pt>
                <c:pt idx="247">
                  <c:v>51.60992432</c:v>
                </c:pt>
                <c:pt idx="248">
                  <c:v>51.61079407</c:v>
                </c:pt>
                <c:pt idx="249">
                  <c:v>51.61158158</c:v>
                </c:pt>
                <c:pt idx="250">
                  <c:v>51.61253357</c:v>
                </c:pt>
                <c:pt idx="251">
                  <c:v>51.61335754</c:v>
                </c:pt>
                <c:pt idx="252">
                  <c:v>51.61381608</c:v>
                </c:pt>
                <c:pt idx="253">
                  <c:v>51.61491394</c:v>
                </c:pt>
                <c:pt idx="254">
                  <c:v>51.61573792</c:v>
                </c:pt>
                <c:pt idx="255">
                  <c:v>51.61665344</c:v>
                </c:pt>
                <c:pt idx="256">
                  <c:v>51.61735405</c:v>
                </c:pt>
                <c:pt idx="257">
                  <c:v>51.61814544</c:v>
                </c:pt>
                <c:pt idx="258">
                  <c:v>51.61902993</c:v>
                </c:pt>
                <c:pt idx="259">
                  <c:v>51.61982132</c:v>
                </c:pt>
                <c:pt idx="260">
                  <c:v>51.62061271</c:v>
                </c:pt>
                <c:pt idx="261">
                  <c:v>51.62131099</c:v>
                </c:pt>
                <c:pt idx="262">
                  <c:v>51.62210083</c:v>
                </c:pt>
                <c:pt idx="263">
                  <c:v>51.62280067</c:v>
                </c:pt>
                <c:pt idx="264">
                  <c:v>51.6235199</c:v>
                </c:pt>
                <c:pt idx="265">
                  <c:v>51.62425232</c:v>
                </c:pt>
                <c:pt idx="266">
                  <c:v>51.62489552</c:v>
                </c:pt>
                <c:pt idx="267">
                  <c:v>51.62557983</c:v>
                </c:pt>
                <c:pt idx="268">
                  <c:v>51.62631226</c:v>
                </c:pt>
                <c:pt idx="269">
                  <c:v>51.6269989</c:v>
                </c:pt>
                <c:pt idx="270">
                  <c:v>51.62763977</c:v>
                </c:pt>
                <c:pt idx="271">
                  <c:v>51.62823486</c:v>
                </c:pt>
                <c:pt idx="272">
                  <c:v>51.62892151</c:v>
                </c:pt>
                <c:pt idx="273">
                  <c:v>51.62956238</c:v>
                </c:pt>
                <c:pt idx="274">
                  <c:v>51.6302948</c:v>
                </c:pt>
                <c:pt idx="275">
                  <c:v>51.63093567</c:v>
                </c:pt>
                <c:pt idx="276">
                  <c:v>51.63157654</c:v>
                </c:pt>
                <c:pt idx="277">
                  <c:v>51.63217163</c:v>
                </c:pt>
                <c:pt idx="278">
                  <c:v>51.6329025</c:v>
                </c:pt>
                <c:pt idx="279">
                  <c:v>51.63345337</c:v>
                </c:pt>
                <c:pt idx="280">
                  <c:v>51.63418579</c:v>
                </c:pt>
                <c:pt idx="281">
                  <c:v>51.63482666</c:v>
                </c:pt>
                <c:pt idx="282">
                  <c:v>51.63546753</c:v>
                </c:pt>
                <c:pt idx="283">
                  <c:v>51.63611461</c:v>
                </c:pt>
                <c:pt idx="284">
                  <c:v>51.63684082</c:v>
                </c:pt>
                <c:pt idx="285">
                  <c:v>51.63748169</c:v>
                </c:pt>
                <c:pt idx="286">
                  <c:v>51.63811635</c:v>
                </c:pt>
                <c:pt idx="287">
                  <c:v>51.63885498</c:v>
                </c:pt>
                <c:pt idx="288">
                  <c:v>51.63922119</c:v>
                </c:pt>
                <c:pt idx="289">
                  <c:v>51.63995361</c:v>
                </c:pt>
                <c:pt idx="290">
                  <c:v>51.64059448</c:v>
                </c:pt>
                <c:pt idx="291">
                  <c:v>51.64142156</c:v>
                </c:pt>
                <c:pt idx="292">
                  <c:v>51.64183044</c:v>
                </c:pt>
                <c:pt idx="293">
                  <c:v>51.64260864</c:v>
                </c:pt>
                <c:pt idx="294">
                  <c:v>51.64319055</c:v>
                </c:pt>
                <c:pt idx="295">
                  <c:v>51.64388883</c:v>
                </c:pt>
                <c:pt idx="296">
                  <c:v>51.6444009</c:v>
                </c:pt>
                <c:pt idx="297">
                  <c:v>51.64505264</c:v>
                </c:pt>
                <c:pt idx="298">
                  <c:v>51.64579747</c:v>
                </c:pt>
                <c:pt idx="299">
                  <c:v>51.64640265</c:v>
                </c:pt>
                <c:pt idx="300">
                  <c:v>51.64700317</c:v>
                </c:pt>
                <c:pt idx="301">
                  <c:v>51.6477356</c:v>
                </c:pt>
                <c:pt idx="302">
                  <c:v>51.64845095</c:v>
                </c:pt>
                <c:pt idx="303">
                  <c:v>51.64901733</c:v>
                </c:pt>
                <c:pt idx="304">
                  <c:v>51.64980096</c:v>
                </c:pt>
                <c:pt idx="305">
                  <c:v>51.65052795</c:v>
                </c:pt>
                <c:pt idx="306">
                  <c:v>51.65115098</c:v>
                </c:pt>
                <c:pt idx="307">
                  <c:v>51.65189581</c:v>
                </c:pt>
                <c:pt idx="308">
                  <c:v>51.65231478</c:v>
                </c:pt>
                <c:pt idx="309">
                  <c:v>51.65301307</c:v>
                </c:pt>
                <c:pt idx="310">
                  <c:v>51.65386963</c:v>
                </c:pt>
                <c:pt idx="311">
                  <c:v>51.65460205</c:v>
                </c:pt>
                <c:pt idx="312">
                  <c:v>51.65519714</c:v>
                </c:pt>
                <c:pt idx="313">
                  <c:v>51.65603896</c:v>
                </c:pt>
                <c:pt idx="314">
                  <c:v>51.65679932</c:v>
                </c:pt>
                <c:pt idx="315">
                  <c:v>51.65748208</c:v>
                </c:pt>
                <c:pt idx="316">
                  <c:v>51.65835571</c:v>
                </c:pt>
                <c:pt idx="317">
                  <c:v>51.65911141</c:v>
                </c:pt>
                <c:pt idx="318">
                  <c:v>51.66000366</c:v>
                </c:pt>
                <c:pt idx="319">
                  <c:v>51.66082764</c:v>
                </c:pt>
                <c:pt idx="320">
                  <c:v>51.66169739</c:v>
                </c:pt>
                <c:pt idx="321">
                  <c:v>51.66246317</c:v>
                </c:pt>
                <c:pt idx="322">
                  <c:v>51.66316223</c:v>
                </c:pt>
                <c:pt idx="323">
                  <c:v>51.66407776</c:v>
                </c:pt>
                <c:pt idx="324">
                  <c:v>51.66494751</c:v>
                </c:pt>
                <c:pt idx="325">
                  <c:v>51.66567528</c:v>
                </c:pt>
                <c:pt idx="326">
                  <c:v>51.66650391</c:v>
                </c:pt>
                <c:pt idx="327">
                  <c:v>51.66744426</c:v>
                </c:pt>
                <c:pt idx="328">
                  <c:v>51.66842651</c:v>
                </c:pt>
                <c:pt idx="329">
                  <c:v>51.66921325</c:v>
                </c:pt>
                <c:pt idx="330">
                  <c:v>51.67012024</c:v>
                </c:pt>
                <c:pt idx="331">
                  <c:v>51.67098223</c:v>
                </c:pt>
                <c:pt idx="332">
                  <c:v>51.67172241</c:v>
                </c:pt>
                <c:pt idx="333">
                  <c:v>51.67263794</c:v>
                </c:pt>
                <c:pt idx="334">
                  <c:v>51.67350769</c:v>
                </c:pt>
                <c:pt idx="335">
                  <c:v>51.67424089</c:v>
                </c:pt>
                <c:pt idx="336">
                  <c:v>51.67517193</c:v>
                </c:pt>
                <c:pt idx="337">
                  <c:v>51.67568401</c:v>
                </c:pt>
                <c:pt idx="338">
                  <c:v>51.67689437</c:v>
                </c:pt>
                <c:pt idx="339">
                  <c:v>51.67782541</c:v>
                </c:pt>
                <c:pt idx="340">
                  <c:v>51.67858887</c:v>
                </c:pt>
                <c:pt idx="341">
                  <c:v>51.67922974</c:v>
                </c:pt>
                <c:pt idx="342">
                  <c:v>51.68019104</c:v>
                </c:pt>
                <c:pt idx="343">
                  <c:v>51.68061854</c:v>
                </c:pt>
                <c:pt idx="344">
                  <c:v>51.68261719</c:v>
                </c:pt>
                <c:pt idx="345">
                  <c:v>51.68355134</c:v>
                </c:pt>
                <c:pt idx="346">
                  <c:v>51.68431091</c:v>
                </c:pt>
                <c:pt idx="347">
                  <c:v>51.68532032</c:v>
                </c:pt>
                <c:pt idx="348">
                  <c:v>51.68615826</c:v>
                </c:pt>
                <c:pt idx="349">
                  <c:v>51.68662378</c:v>
                </c:pt>
                <c:pt idx="350">
                  <c:v>51.68746948</c:v>
                </c:pt>
                <c:pt idx="351">
                  <c:v>51.68839277</c:v>
                </c:pt>
                <c:pt idx="352">
                  <c:v>51.68911743</c:v>
                </c:pt>
                <c:pt idx="353">
                  <c:v>51.69003296</c:v>
                </c:pt>
                <c:pt idx="354">
                  <c:v>51.69113935</c:v>
                </c:pt>
                <c:pt idx="355">
                  <c:v>51.69195557</c:v>
                </c:pt>
                <c:pt idx="356">
                  <c:v>51.69277954</c:v>
                </c:pt>
                <c:pt idx="357">
                  <c:v>51.69342041</c:v>
                </c:pt>
                <c:pt idx="358">
                  <c:v>51.69439801</c:v>
                </c:pt>
                <c:pt idx="359">
                  <c:v>51.69515991</c:v>
                </c:pt>
                <c:pt idx="360">
                  <c:v>51.69607389</c:v>
                </c:pt>
                <c:pt idx="361">
                  <c:v>51.69695838</c:v>
                </c:pt>
                <c:pt idx="362">
                  <c:v>51.69735718</c:v>
                </c:pt>
                <c:pt idx="363">
                  <c:v>51.69818115</c:v>
                </c:pt>
                <c:pt idx="364">
                  <c:v>51.69909978</c:v>
                </c:pt>
                <c:pt idx="365">
                  <c:v>51.69987488</c:v>
                </c:pt>
                <c:pt idx="366">
                  <c:v>51.70069885</c:v>
                </c:pt>
                <c:pt idx="367">
                  <c:v>51.7016136</c:v>
                </c:pt>
                <c:pt idx="368">
                  <c:v>51.70263775</c:v>
                </c:pt>
                <c:pt idx="369">
                  <c:v>51.70335388</c:v>
                </c:pt>
                <c:pt idx="370">
                  <c:v>51.70408087</c:v>
                </c:pt>
                <c:pt idx="371">
                  <c:v>51.70496537</c:v>
                </c:pt>
                <c:pt idx="372">
                  <c:v>51.70547744</c:v>
                </c:pt>
                <c:pt idx="373">
                  <c:v>51.70632935</c:v>
                </c:pt>
                <c:pt idx="374">
                  <c:v>51.70715332</c:v>
                </c:pt>
                <c:pt idx="375">
                  <c:v>51.70794471</c:v>
                </c:pt>
                <c:pt idx="376">
                  <c:v>51.7087361</c:v>
                </c:pt>
                <c:pt idx="377">
                  <c:v>51.70962059</c:v>
                </c:pt>
                <c:pt idx="378">
                  <c:v>51.71041198</c:v>
                </c:pt>
                <c:pt idx="379">
                  <c:v>51.71106371</c:v>
                </c:pt>
                <c:pt idx="380">
                  <c:v>51.7119482</c:v>
                </c:pt>
                <c:pt idx="381">
                  <c:v>51.71264648</c:v>
                </c:pt>
                <c:pt idx="382">
                  <c:v>51.71374512</c:v>
                </c:pt>
                <c:pt idx="383">
                  <c:v>51.71434021</c:v>
                </c:pt>
                <c:pt idx="384">
                  <c:v>51.71511841</c:v>
                </c:pt>
                <c:pt idx="385">
                  <c:v>51.71575928</c:v>
                </c:pt>
                <c:pt idx="386">
                  <c:v>51.71662903</c:v>
                </c:pt>
                <c:pt idx="387">
                  <c:v>51.71753447</c:v>
                </c:pt>
                <c:pt idx="388">
                  <c:v>51.71799999</c:v>
                </c:pt>
                <c:pt idx="389">
                  <c:v>51.71942139</c:v>
                </c:pt>
                <c:pt idx="390">
                  <c:v>51.72014139</c:v>
                </c:pt>
                <c:pt idx="391">
                  <c:v>51.72065347</c:v>
                </c:pt>
                <c:pt idx="392">
                  <c:v>51.72161865</c:v>
                </c:pt>
                <c:pt idx="393">
                  <c:v>51.72232935</c:v>
                </c:pt>
                <c:pt idx="394">
                  <c:v>51.72317505</c:v>
                </c:pt>
                <c:pt idx="395">
                  <c:v>51.72353971</c:v>
                </c:pt>
                <c:pt idx="396">
                  <c:v>51.72577422</c:v>
                </c:pt>
                <c:pt idx="397">
                  <c:v>51.72661216</c:v>
                </c:pt>
                <c:pt idx="398">
                  <c:v>51.7274501</c:v>
                </c:pt>
                <c:pt idx="399">
                  <c:v>51.72825623</c:v>
                </c:pt>
                <c:pt idx="400">
                  <c:v>51.72917253</c:v>
                </c:pt>
                <c:pt idx="401">
                  <c:v>51.73005702</c:v>
                </c:pt>
                <c:pt idx="402">
                  <c:v>51.73054504</c:v>
                </c:pt>
                <c:pt idx="403">
                  <c:v>51.73141479</c:v>
                </c:pt>
                <c:pt idx="404">
                  <c:v>51.73224498</c:v>
                </c:pt>
                <c:pt idx="405">
                  <c:v>51.73312947</c:v>
                </c:pt>
                <c:pt idx="406">
                  <c:v>51.73397827</c:v>
                </c:pt>
                <c:pt idx="407">
                  <c:v>51.73608398</c:v>
                </c:pt>
                <c:pt idx="408">
                  <c:v>51.73667908</c:v>
                </c:pt>
                <c:pt idx="409">
                  <c:v>51.73860168</c:v>
                </c:pt>
                <c:pt idx="410">
                  <c:v>51.73969333</c:v>
                </c:pt>
                <c:pt idx="411">
                  <c:v>51.7401123</c:v>
                </c:pt>
                <c:pt idx="412">
                  <c:v>51.7410899</c:v>
                </c:pt>
                <c:pt idx="413">
                  <c:v>51.74217224</c:v>
                </c:pt>
                <c:pt idx="414">
                  <c:v>51.74295199</c:v>
                </c:pt>
                <c:pt idx="415">
                  <c:v>51.74369683</c:v>
                </c:pt>
                <c:pt idx="416">
                  <c:v>51.74473572</c:v>
                </c:pt>
                <c:pt idx="417">
                  <c:v>51.74565125</c:v>
                </c:pt>
                <c:pt idx="418">
                  <c:v>51.74656677</c:v>
                </c:pt>
                <c:pt idx="419">
                  <c:v>51.74742101</c:v>
                </c:pt>
                <c:pt idx="420">
                  <c:v>51.7482605</c:v>
                </c:pt>
                <c:pt idx="421">
                  <c:v>51.74913025</c:v>
                </c:pt>
                <c:pt idx="422">
                  <c:v>51.75002793</c:v>
                </c:pt>
                <c:pt idx="423">
                  <c:v>51.75086975</c:v>
                </c:pt>
                <c:pt idx="424">
                  <c:v>51.75210571</c:v>
                </c:pt>
                <c:pt idx="425">
                  <c:v>51.75274658</c:v>
                </c:pt>
                <c:pt idx="426">
                  <c:v>51.7535659</c:v>
                </c:pt>
                <c:pt idx="427">
                  <c:v>51.75439453</c:v>
                </c:pt>
                <c:pt idx="428">
                  <c:v>51.75584696</c:v>
                </c:pt>
                <c:pt idx="429">
                  <c:v>51.75631714</c:v>
                </c:pt>
                <c:pt idx="430">
                  <c:v>51.75759888</c:v>
                </c:pt>
                <c:pt idx="431">
                  <c:v>51.75823975</c:v>
                </c:pt>
                <c:pt idx="432">
                  <c:v>51.75905907</c:v>
                </c:pt>
                <c:pt idx="433">
                  <c:v>51.76025391</c:v>
                </c:pt>
                <c:pt idx="434">
                  <c:v>51.76138668</c:v>
                </c:pt>
                <c:pt idx="435">
                  <c:v>51.76222229</c:v>
                </c:pt>
                <c:pt idx="436">
                  <c:v>51.7625885</c:v>
                </c:pt>
                <c:pt idx="437">
                  <c:v>51.76478499</c:v>
                </c:pt>
                <c:pt idx="438">
                  <c:v>51.76565552</c:v>
                </c:pt>
                <c:pt idx="439">
                  <c:v>51.7666626</c:v>
                </c:pt>
                <c:pt idx="440">
                  <c:v>51.76785744</c:v>
                </c:pt>
                <c:pt idx="441">
                  <c:v>51.76860227</c:v>
                </c:pt>
                <c:pt idx="442">
                  <c:v>51.76962642</c:v>
                </c:pt>
                <c:pt idx="443">
                  <c:v>51.77055747</c:v>
                </c:pt>
                <c:pt idx="444">
                  <c:v>51.77153507</c:v>
                </c:pt>
                <c:pt idx="445">
                  <c:v>51.77243042</c:v>
                </c:pt>
                <c:pt idx="446">
                  <c:v>51.77302551</c:v>
                </c:pt>
                <c:pt idx="447">
                  <c:v>51.77394104</c:v>
                </c:pt>
                <c:pt idx="448">
                  <c:v>51.7749939</c:v>
                </c:pt>
                <c:pt idx="449">
                  <c:v>51.77619029</c:v>
                </c:pt>
                <c:pt idx="450">
                  <c:v>51.77705383</c:v>
                </c:pt>
                <c:pt idx="451">
                  <c:v>51.77800583</c:v>
                </c:pt>
                <c:pt idx="452">
                  <c:v>51.77893687</c:v>
                </c:pt>
                <c:pt idx="453">
                  <c:v>51.77980042</c:v>
                </c:pt>
                <c:pt idx="454">
                  <c:v>51.78103638</c:v>
                </c:pt>
                <c:pt idx="455">
                  <c:v>51.78181458</c:v>
                </c:pt>
                <c:pt idx="456">
                  <c:v>51.7827301</c:v>
                </c:pt>
                <c:pt idx="457">
                  <c:v>51.78387141</c:v>
                </c:pt>
                <c:pt idx="458">
                  <c:v>51.78437805</c:v>
                </c:pt>
                <c:pt idx="459">
                  <c:v>51.78570557</c:v>
                </c:pt>
                <c:pt idx="460">
                  <c:v>51.78675842</c:v>
                </c:pt>
                <c:pt idx="461">
                  <c:v>51.78726972</c:v>
                </c:pt>
                <c:pt idx="462">
                  <c:v>51.78831482</c:v>
                </c:pt>
                <c:pt idx="463">
                  <c:v>51.78927147</c:v>
                </c:pt>
                <c:pt idx="464">
                  <c:v>51.79014587</c:v>
                </c:pt>
                <c:pt idx="465">
                  <c:v>51.79119873</c:v>
                </c:pt>
                <c:pt idx="466">
                  <c:v>51.79216003</c:v>
                </c:pt>
                <c:pt idx="467">
                  <c:v>51.7931353</c:v>
                </c:pt>
                <c:pt idx="468">
                  <c:v>51.7941129</c:v>
                </c:pt>
                <c:pt idx="469">
                  <c:v>51.79504395</c:v>
                </c:pt>
                <c:pt idx="470">
                  <c:v>51.79592844</c:v>
                </c:pt>
                <c:pt idx="471">
                  <c:v>51.79727845</c:v>
                </c:pt>
                <c:pt idx="472">
                  <c:v>51.79815674</c:v>
                </c:pt>
                <c:pt idx="473">
                  <c:v>51.79909399</c:v>
                </c:pt>
                <c:pt idx="474">
                  <c:v>51.79998779</c:v>
                </c:pt>
                <c:pt idx="475">
                  <c:v>51.80104918</c:v>
                </c:pt>
                <c:pt idx="476">
                  <c:v>51.80200195</c:v>
                </c:pt>
                <c:pt idx="477">
                  <c:v>51.80286472</c:v>
                </c:pt>
                <c:pt idx="478">
                  <c:v>51.80384232</c:v>
                </c:pt>
                <c:pt idx="479">
                  <c:v>51.80479431</c:v>
                </c:pt>
                <c:pt idx="480">
                  <c:v>51.80575562</c:v>
                </c:pt>
                <c:pt idx="481">
                  <c:v>51.80671692</c:v>
                </c:pt>
                <c:pt idx="482">
                  <c:v>51.80758667</c:v>
                </c:pt>
                <c:pt idx="483">
                  <c:v>51.80895996</c:v>
                </c:pt>
                <c:pt idx="484">
                  <c:v>51.80984756</c:v>
                </c:pt>
                <c:pt idx="485">
                  <c:v>51.81079102</c:v>
                </c:pt>
                <c:pt idx="486">
                  <c:v>51.81129068</c:v>
                </c:pt>
                <c:pt idx="487">
                  <c:v>51.81264069</c:v>
                </c:pt>
                <c:pt idx="488">
                  <c:v>51.81333897</c:v>
                </c:pt>
                <c:pt idx="489">
                  <c:v>51.81431657</c:v>
                </c:pt>
                <c:pt idx="490">
                  <c:v>51.81523132</c:v>
                </c:pt>
                <c:pt idx="491">
                  <c:v>51.81669074</c:v>
                </c:pt>
                <c:pt idx="492">
                  <c:v>51.81776144</c:v>
                </c:pt>
                <c:pt idx="493">
                  <c:v>51.81855283</c:v>
                </c:pt>
                <c:pt idx="494">
                  <c:v>51.81967008</c:v>
                </c:pt>
                <c:pt idx="495">
                  <c:v>51.82064768</c:v>
                </c:pt>
                <c:pt idx="496">
                  <c:v>51.82113647</c:v>
                </c:pt>
                <c:pt idx="497">
                  <c:v>51.82223511</c:v>
                </c:pt>
                <c:pt idx="498">
                  <c:v>51.82330115</c:v>
                </c:pt>
                <c:pt idx="499">
                  <c:v>51.82429504</c:v>
                </c:pt>
                <c:pt idx="500">
                  <c:v>51.82558221</c:v>
                </c:pt>
                <c:pt idx="501">
                  <c:v>51.8263736</c:v>
                </c:pt>
                <c:pt idx="502">
                  <c:v>51.8274443</c:v>
                </c:pt>
                <c:pt idx="503">
                  <c:v>51.82823569</c:v>
                </c:pt>
                <c:pt idx="504">
                  <c:v>51.82951355</c:v>
                </c:pt>
                <c:pt idx="505">
                  <c:v>51.8304702</c:v>
                </c:pt>
                <c:pt idx="506">
                  <c:v>51.83107538</c:v>
                </c:pt>
                <c:pt idx="507">
                  <c:v>51.83205297</c:v>
                </c:pt>
                <c:pt idx="508">
                  <c:v>51.83312368</c:v>
                </c:pt>
                <c:pt idx="509">
                  <c:v>51.83410127</c:v>
                </c:pt>
                <c:pt idx="510">
                  <c:v>51.83507887</c:v>
                </c:pt>
                <c:pt idx="511">
                  <c:v>51.83601379</c:v>
                </c:pt>
                <c:pt idx="512">
                  <c:v>51.8369751</c:v>
                </c:pt>
                <c:pt idx="513">
                  <c:v>51.8379364</c:v>
                </c:pt>
                <c:pt idx="514">
                  <c:v>51.83898926</c:v>
                </c:pt>
                <c:pt idx="515">
                  <c:v>51.83995056</c:v>
                </c:pt>
                <c:pt idx="516">
                  <c:v>51.84085135</c:v>
                </c:pt>
                <c:pt idx="517">
                  <c:v>51.84168929</c:v>
                </c:pt>
                <c:pt idx="518">
                  <c:v>51.84266688</c:v>
                </c:pt>
                <c:pt idx="519">
                  <c:v>51.84373759</c:v>
                </c:pt>
                <c:pt idx="520">
                  <c:v>51.84461975</c:v>
                </c:pt>
                <c:pt idx="521">
                  <c:v>51.84594727</c:v>
                </c:pt>
                <c:pt idx="522">
                  <c:v>51.84690314</c:v>
                </c:pt>
                <c:pt idx="523">
                  <c:v>51.84777832</c:v>
                </c:pt>
                <c:pt idx="524">
                  <c:v>51.84867212</c:v>
                </c:pt>
                <c:pt idx="525">
                  <c:v>51.84974282</c:v>
                </c:pt>
                <c:pt idx="526">
                  <c:v>51.85067387</c:v>
                </c:pt>
                <c:pt idx="527">
                  <c:v>51.85176086</c:v>
                </c:pt>
                <c:pt idx="528">
                  <c:v>51.85272217</c:v>
                </c:pt>
                <c:pt idx="529">
                  <c:v>51.85369976</c:v>
                </c:pt>
                <c:pt idx="530">
                  <c:v>51.85425839</c:v>
                </c:pt>
                <c:pt idx="531">
                  <c:v>51.85523599</c:v>
                </c:pt>
                <c:pt idx="532">
                  <c:v>51.85667911</c:v>
                </c:pt>
                <c:pt idx="533">
                  <c:v>51.85728429</c:v>
                </c:pt>
                <c:pt idx="534">
                  <c:v>51.85821533</c:v>
                </c:pt>
                <c:pt idx="535">
                  <c:v>51.85917664</c:v>
                </c:pt>
                <c:pt idx="536">
                  <c:v>51.86013794</c:v>
                </c:pt>
                <c:pt idx="537">
                  <c:v>51.86109924</c:v>
                </c:pt>
                <c:pt idx="538">
                  <c:v>51.8621521</c:v>
                </c:pt>
                <c:pt idx="539">
                  <c:v>51.8631134</c:v>
                </c:pt>
                <c:pt idx="540">
                  <c:v>51.86416626</c:v>
                </c:pt>
                <c:pt idx="541">
                  <c:v>51.86512756</c:v>
                </c:pt>
                <c:pt idx="542">
                  <c:v>51.86608887</c:v>
                </c:pt>
                <c:pt idx="543">
                  <c:v>51.86672974</c:v>
                </c:pt>
                <c:pt idx="544">
                  <c:v>51.86810303</c:v>
                </c:pt>
                <c:pt idx="545">
                  <c:v>51.86854993</c:v>
                </c:pt>
                <c:pt idx="546">
                  <c:v>51.87011719</c:v>
                </c:pt>
                <c:pt idx="547">
                  <c:v>51.87097065</c:v>
                </c:pt>
                <c:pt idx="548">
                  <c:v>51.87171548</c:v>
                </c:pt>
                <c:pt idx="549">
                  <c:v>51.87258911</c:v>
                </c:pt>
                <c:pt idx="550">
                  <c:v>51.87376378</c:v>
                </c:pt>
                <c:pt idx="551">
                  <c:v>51.87474138</c:v>
                </c:pt>
                <c:pt idx="552">
                  <c:v>51.87561035</c:v>
                </c:pt>
                <c:pt idx="553">
                  <c:v>51.87646381</c:v>
                </c:pt>
                <c:pt idx="554">
                  <c:v>51.87753451</c:v>
                </c:pt>
                <c:pt idx="555">
                  <c:v>51.87840271</c:v>
                </c:pt>
                <c:pt idx="556">
                  <c:v>51.87936401</c:v>
                </c:pt>
                <c:pt idx="557">
                  <c:v>51.88032764</c:v>
                </c:pt>
                <c:pt idx="558">
                  <c:v>51.88130524</c:v>
                </c:pt>
                <c:pt idx="559">
                  <c:v>51.88233948</c:v>
                </c:pt>
                <c:pt idx="560">
                  <c:v>51.88339233</c:v>
                </c:pt>
                <c:pt idx="561">
                  <c:v>51.88428459</c:v>
                </c:pt>
                <c:pt idx="562">
                  <c:v>51.88536072</c:v>
                </c:pt>
                <c:pt idx="563">
                  <c:v>51.88623047</c:v>
                </c:pt>
                <c:pt idx="564">
                  <c:v>51.88707772</c:v>
                </c:pt>
                <c:pt idx="565">
                  <c:v>51.88815308</c:v>
                </c:pt>
                <c:pt idx="566">
                  <c:v>51.8888855</c:v>
                </c:pt>
                <c:pt idx="567">
                  <c:v>51.89005706</c:v>
                </c:pt>
                <c:pt idx="568">
                  <c:v>51.89108276</c:v>
                </c:pt>
                <c:pt idx="569">
                  <c:v>51.89224502</c:v>
                </c:pt>
                <c:pt idx="570">
                  <c:v>51.89266399</c:v>
                </c:pt>
                <c:pt idx="571">
                  <c:v>51.89359503</c:v>
                </c:pt>
                <c:pt idx="572">
                  <c:v>51.89474487</c:v>
                </c:pt>
                <c:pt idx="573">
                  <c:v>51.89570618</c:v>
                </c:pt>
                <c:pt idx="574">
                  <c:v>51.89657438</c:v>
                </c:pt>
                <c:pt idx="575">
                  <c:v>51.89772034</c:v>
                </c:pt>
                <c:pt idx="576">
                  <c:v>51.89876233</c:v>
                </c:pt>
                <c:pt idx="577">
                  <c:v>51.89973993</c:v>
                </c:pt>
                <c:pt idx="578">
                  <c:v>51.90062442</c:v>
                </c:pt>
                <c:pt idx="579">
                  <c:v>51.90155547</c:v>
                </c:pt>
                <c:pt idx="580">
                  <c:v>51.90261841</c:v>
                </c:pt>
                <c:pt idx="581">
                  <c:v>51.90357971</c:v>
                </c:pt>
                <c:pt idx="582">
                  <c:v>51.90476757</c:v>
                </c:pt>
                <c:pt idx="583">
                  <c:v>51.90569861</c:v>
                </c:pt>
                <c:pt idx="584">
                  <c:v>51.90649</c:v>
                </c:pt>
                <c:pt idx="585">
                  <c:v>51.9075607</c:v>
                </c:pt>
                <c:pt idx="586">
                  <c:v>51.90849175</c:v>
                </c:pt>
                <c:pt idx="587">
                  <c:v>51.90907288</c:v>
                </c:pt>
                <c:pt idx="588">
                  <c:v>51.91003418</c:v>
                </c:pt>
                <c:pt idx="589">
                  <c:v>51.91099548</c:v>
                </c:pt>
                <c:pt idx="590">
                  <c:v>51.91216938</c:v>
                </c:pt>
                <c:pt idx="591">
                  <c:v>51.91323853</c:v>
                </c:pt>
                <c:pt idx="592">
                  <c:v>51.91401672</c:v>
                </c:pt>
                <c:pt idx="593">
                  <c:v>51.91506958</c:v>
                </c:pt>
                <c:pt idx="594">
                  <c:v>51.91594011</c:v>
                </c:pt>
                <c:pt idx="595">
                  <c:v>51.91699219</c:v>
                </c:pt>
                <c:pt idx="596">
                  <c:v>51.91798841</c:v>
                </c:pt>
                <c:pt idx="597">
                  <c:v>51.91891945</c:v>
                </c:pt>
                <c:pt idx="598">
                  <c:v>51.91983032</c:v>
                </c:pt>
                <c:pt idx="599">
                  <c:v>51.92087464</c:v>
                </c:pt>
                <c:pt idx="600">
                  <c:v>51.92175914</c:v>
                </c:pt>
                <c:pt idx="601">
                  <c:v>51.92280579</c:v>
                </c:pt>
                <c:pt idx="602">
                  <c:v>51.92381287</c:v>
                </c:pt>
                <c:pt idx="603">
                  <c:v>51.92468262</c:v>
                </c:pt>
                <c:pt idx="604">
                  <c:v>51.92557642</c:v>
                </c:pt>
                <c:pt idx="605">
                  <c:v>51.92655402</c:v>
                </c:pt>
                <c:pt idx="606">
                  <c:v>51.92770386</c:v>
                </c:pt>
                <c:pt idx="607">
                  <c:v>51.92848206</c:v>
                </c:pt>
                <c:pt idx="608">
                  <c:v>51.92957991</c:v>
                </c:pt>
                <c:pt idx="609">
                  <c:v>51.93055751</c:v>
                </c:pt>
                <c:pt idx="610">
                  <c:v>51.93181442</c:v>
                </c:pt>
                <c:pt idx="611">
                  <c:v>51.93232727</c:v>
                </c:pt>
                <c:pt idx="612">
                  <c:v>51.93390927</c:v>
                </c:pt>
                <c:pt idx="613">
                  <c:v>51.93475342</c:v>
                </c:pt>
                <c:pt idx="614">
                  <c:v>51.93567826</c:v>
                </c:pt>
                <c:pt idx="615">
                  <c:v>51.93674896</c:v>
                </c:pt>
                <c:pt idx="616">
                  <c:v>51.93763733</c:v>
                </c:pt>
                <c:pt idx="617">
                  <c:v>51.93870415</c:v>
                </c:pt>
                <c:pt idx="618">
                  <c:v>51.93969727</c:v>
                </c:pt>
                <c:pt idx="619">
                  <c:v>51.94065857</c:v>
                </c:pt>
                <c:pt idx="620">
                  <c:v>51.94161987</c:v>
                </c:pt>
                <c:pt idx="621">
                  <c:v>51.94224212</c:v>
                </c:pt>
                <c:pt idx="622">
                  <c:v>51.94321972</c:v>
                </c:pt>
                <c:pt idx="623">
                  <c:v>51.94429042</c:v>
                </c:pt>
                <c:pt idx="624">
                  <c:v>51.94526802</c:v>
                </c:pt>
                <c:pt idx="625">
                  <c:v>51.94624561</c:v>
                </c:pt>
                <c:pt idx="626">
                  <c:v>51.94743347</c:v>
                </c:pt>
                <c:pt idx="627">
                  <c:v>51.94829391</c:v>
                </c:pt>
                <c:pt idx="628">
                  <c:v>51.94940186</c:v>
                </c:pt>
                <c:pt idx="629">
                  <c:v>51.95036316</c:v>
                </c:pt>
                <c:pt idx="630">
                  <c:v>51.95146179</c:v>
                </c:pt>
                <c:pt idx="631">
                  <c:v>51.95223999</c:v>
                </c:pt>
                <c:pt idx="632">
                  <c:v>51.95324707</c:v>
                </c:pt>
                <c:pt idx="633">
                  <c:v>51.95429993</c:v>
                </c:pt>
                <c:pt idx="634">
                  <c:v>51.9552302</c:v>
                </c:pt>
                <c:pt idx="635">
                  <c:v>51.95608521</c:v>
                </c:pt>
                <c:pt idx="636">
                  <c:v>51.95718384</c:v>
                </c:pt>
                <c:pt idx="637">
                  <c:v>51.95814514</c:v>
                </c:pt>
                <c:pt idx="638">
                  <c:v>51.95923369</c:v>
                </c:pt>
                <c:pt idx="639">
                  <c:v>51.96035094</c:v>
                </c:pt>
                <c:pt idx="640">
                  <c:v>51.96132854</c:v>
                </c:pt>
                <c:pt idx="641">
                  <c:v>51.96193372</c:v>
                </c:pt>
                <c:pt idx="642">
                  <c:v>51.96300442</c:v>
                </c:pt>
                <c:pt idx="643">
                  <c:v>51.96393546</c:v>
                </c:pt>
                <c:pt idx="644">
                  <c:v>51.96496582</c:v>
                </c:pt>
                <c:pt idx="645">
                  <c:v>51.96601868</c:v>
                </c:pt>
                <c:pt idx="646">
                  <c:v>51.9668217</c:v>
                </c:pt>
                <c:pt idx="647">
                  <c:v>51.9677062</c:v>
                </c:pt>
                <c:pt idx="648">
                  <c:v>51.96863724</c:v>
                </c:pt>
                <c:pt idx="649">
                  <c:v>51.96958923</c:v>
                </c:pt>
                <c:pt idx="650">
                  <c:v>51.97041321</c:v>
                </c:pt>
                <c:pt idx="651">
                  <c:v>51.97119761</c:v>
                </c:pt>
                <c:pt idx="652">
                  <c:v>51.97187805</c:v>
                </c:pt>
                <c:pt idx="653">
                  <c:v>51.97265625</c:v>
                </c:pt>
                <c:pt idx="654">
                  <c:v>51.97343445</c:v>
                </c:pt>
                <c:pt idx="655">
                  <c:v>51.97412109</c:v>
                </c:pt>
                <c:pt idx="656">
                  <c:v>51.97480774</c:v>
                </c:pt>
                <c:pt idx="657">
                  <c:v>51.9752655</c:v>
                </c:pt>
                <c:pt idx="658">
                  <c:v>51.97580628</c:v>
                </c:pt>
                <c:pt idx="659">
                  <c:v>51.97669078</c:v>
                </c:pt>
                <c:pt idx="660">
                  <c:v>51.97729596</c:v>
                </c:pt>
                <c:pt idx="661">
                  <c:v>51.9777832</c:v>
                </c:pt>
                <c:pt idx="662">
                  <c:v>51.97827355</c:v>
                </c:pt>
                <c:pt idx="663">
                  <c:v>51.97879028</c:v>
                </c:pt>
                <c:pt idx="664">
                  <c:v>51.97929382</c:v>
                </c:pt>
                <c:pt idx="665">
                  <c:v>51.97976322</c:v>
                </c:pt>
                <c:pt idx="666">
                  <c:v>51.98034668</c:v>
                </c:pt>
                <c:pt idx="667">
                  <c:v>51.98071289</c:v>
                </c:pt>
                <c:pt idx="668">
                  <c:v>51.98121643</c:v>
                </c:pt>
                <c:pt idx="669">
                  <c:v>51.98176497</c:v>
                </c:pt>
                <c:pt idx="670">
                  <c:v>51.98213739</c:v>
                </c:pt>
                <c:pt idx="671">
                  <c:v>51.98258972</c:v>
                </c:pt>
                <c:pt idx="672">
                  <c:v>51.98302188</c:v>
                </c:pt>
                <c:pt idx="673">
                  <c:v>51.9834874</c:v>
                </c:pt>
                <c:pt idx="674">
                  <c:v>51.98395293</c:v>
                </c:pt>
                <c:pt idx="675">
                  <c:v>51.984465</c:v>
                </c:pt>
                <c:pt idx="676">
                  <c:v>51.98487854</c:v>
                </c:pt>
                <c:pt idx="677">
                  <c:v>51.9854426</c:v>
                </c:pt>
                <c:pt idx="678">
                  <c:v>51.98588562</c:v>
                </c:pt>
                <c:pt idx="679">
                  <c:v>51.98634338</c:v>
                </c:pt>
                <c:pt idx="680">
                  <c:v>51.98670959</c:v>
                </c:pt>
                <c:pt idx="681">
                  <c:v>51.98716736</c:v>
                </c:pt>
                <c:pt idx="682">
                  <c:v>51.98767711</c:v>
                </c:pt>
                <c:pt idx="683">
                  <c:v>51.98800297</c:v>
                </c:pt>
                <c:pt idx="684">
                  <c:v>51.9884491</c:v>
                </c:pt>
                <c:pt idx="685">
                  <c:v>51.98888746</c:v>
                </c:pt>
                <c:pt idx="686">
                  <c:v>51.98931885</c:v>
                </c:pt>
                <c:pt idx="687">
                  <c:v>51.9897254</c:v>
                </c:pt>
                <c:pt idx="688">
                  <c:v>51.99014437</c:v>
                </c:pt>
                <c:pt idx="689">
                  <c:v>51.99055481</c:v>
                </c:pt>
                <c:pt idx="690">
                  <c:v>51.99098231</c:v>
                </c:pt>
                <c:pt idx="691">
                  <c:v>51.99142456</c:v>
                </c:pt>
                <c:pt idx="692">
                  <c:v>51.99188232</c:v>
                </c:pt>
                <c:pt idx="693">
                  <c:v>51.99223922</c:v>
                </c:pt>
                <c:pt idx="694">
                  <c:v>51.99261475</c:v>
                </c:pt>
                <c:pt idx="695">
                  <c:v>51.99312372</c:v>
                </c:pt>
                <c:pt idx="696">
                  <c:v>51.9934845</c:v>
                </c:pt>
                <c:pt idx="697">
                  <c:v>51.99368234</c:v>
                </c:pt>
                <c:pt idx="698">
                  <c:v>51.99405476</c:v>
                </c:pt>
                <c:pt idx="699">
                  <c:v>51.99453735</c:v>
                </c:pt>
                <c:pt idx="700">
                  <c:v>51.99494934</c:v>
                </c:pt>
                <c:pt idx="701">
                  <c:v>51.99531167</c:v>
                </c:pt>
                <c:pt idx="702">
                  <c:v>51.99573064</c:v>
                </c:pt>
                <c:pt idx="703">
                  <c:v>51.99623108</c:v>
                </c:pt>
                <c:pt idx="704">
                  <c:v>51.99645996</c:v>
                </c:pt>
                <c:pt idx="705">
                  <c:v>51.99705505</c:v>
                </c:pt>
                <c:pt idx="706">
                  <c:v>51.99728394</c:v>
                </c:pt>
                <c:pt idx="707">
                  <c:v>51.99765015</c:v>
                </c:pt>
                <c:pt idx="708">
                  <c:v>51.99805825</c:v>
                </c:pt>
                <c:pt idx="709">
                  <c:v>51.99843067</c:v>
                </c:pt>
                <c:pt idx="710">
                  <c:v>51.99879456</c:v>
                </c:pt>
                <c:pt idx="711">
                  <c:v>51.99922206</c:v>
                </c:pt>
                <c:pt idx="712">
                  <c:v>51.99959448</c:v>
                </c:pt>
                <c:pt idx="713">
                  <c:v>51.99992034</c:v>
                </c:pt>
                <c:pt idx="714">
                  <c:v>52.00033931</c:v>
                </c:pt>
                <c:pt idx="715">
                  <c:v>52.00071173</c:v>
                </c:pt>
                <c:pt idx="716">
                  <c:v>52.00108415</c:v>
                </c:pt>
                <c:pt idx="717">
                  <c:v>52.00163269</c:v>
                </c:pt>
                <c:pt idx="718">
                  <c:v>52.00182899</c:v>
                </c:pt>
                <c:pt idx="719">
                  <c:v>52.00236511</c:v>
                </c:pt>
                <c:pt idx="720">
                  <c:v>52.00271348</c:v>
                </c:pt>
                <c:pt idx="721">
                  <c:v>52.0030859</c:v>
                </c:pt>
                <c:pt idx="722">
                  <c:v>52.00346375</c:v>
                </c:pt>
                <c:pt idx="723">
                  <c:v>52.00382996</c:v>
                </c:pt>
                <c:pt idx="724">
                  <c:v>52.00424194</c:v>
                </c:pt>
                <c:pt idx="725">
                  <c:v>52.00465393</c:v>
                </c:pt>
                <c:pt idx="726">
                  <c:v>52.00502014</c:v>
                </c:pt>
                <c:pt idx="727">
                  <c:v>52.00536696</c:v>
                </c:pt>
                <c:pt idx="728">
                  <c:v>52.00575256</c:v>
                </c:pt>
                <c:pt idx="729">
                  <c:v>52.00611179</c:v>
                </c:pt>
                <c:pt idx="730">
                  <c:v>52.00648499</c:v>
                </c:pt>
                <c:pt idx="731">
                  <c:v>52.00685663</c:v>
                </c:pt>
                <c:pt idx="732">
                  <c:v>52.00722905</c:v>
                </c:pt>
                <c:pt idx="733">
                  <c:v>52.00764802</c:v>
                </c:pt>
                <c:pt idx="734">
                  <c:v>52.00799561</c:v>
                </c:pt>
                <c:pt idx="735">
                  <c:v>52.00839285</c:v>
                </c:pt>
                <c:pt idx="736">
                  <c:v>52.0087738</c:v>
                </c:pt>
                <c:pt idx="737">
                  <c:v>52.00913769</c:v>
                </c:pt>
                <c:pt idx="738">
                  <c:v>52.0095101</c:v>
                </c:pt>
                <c:pt idx="739">
                  <c:v>52.00991821</c:v>
                </c:pt>
                <c:pt idx="740">
                  <c:v>52.01025494</c:v>
                </c:pt>
                <c:pt idx="741">
                  <c:v>52.01062736</c:v>
                </c:pt>
                <c:pt idx="742">
                  <c:v>52.0111084</c:v>
                </c:pt>
                <c:pt idx="743">
                  <c:v>52.01138306</c:v>
                </c:pt>
                <c:pt idx="744">
                  <c:v>52.01174461</c:v>
                </c:pt>
                <c:pt idx="745">
                  <c:v>52.01220703</c:v>
                </c:pt>
                <c:pt idx="746">
                  <c:v>52.01257324</c:v>
                </c:pt>
                <c:pt idx="747">
                  <c:v>52.01309463</c:v>
                </c:pt>
                <c:pt idx="748">
                  <c:v>52.01348877</c:v>
                </c:pt>
                <c:pt idx="749">
                  <c:v>52.01376343</c:v>
                </c:pt>
                <c:pt idx="750">
                  <c:v>52.01417542</c:v>
                </c:pt>
                <c:pt idx="751">
                  <c:v>52.01453775</c:v>
                </c:pt>
                <c:pt idx="752">
                  <c:v>52.01486206</c:v>
                </c:pt>
                <c:pt idx="753">
                  <c:v>52.01527405</c:v>
                </c:pt>
                <c:pt idx="754">
                  <c:v>52.01560845</c:v>
                </c:pt>
                <c:pt idx="755">
                  <c:v>52.01605225</c:v>
                </c:pt>
                <c:pt idx="756">
                  <c:v>52.01639984</c:v>
                </c:pt>
                <c:pt idx="757">
                  <c:v>52.01673889</c:v>
                </c:pt>
                <c:pt idx="758">
                  <c:v>52.01709812</c:v>
                </c:pt>
                <c:pt idx="759">
                  <c:v>52.01747054</c:v>
                </c:pt>
                <c:pt idx="760">
                  <c:v>52.01784296</c:v>
                </c:pt>
                <c:pt idx="761">
                  <c:v>52.01834106</c:v>
                </c:pt>
                <c:pt idx="762">
                  <c:v>52.01854124</c:v>
                </c:pt>
                <c:pt idx="763">
                  <c:v>52.01905331</c:v>
                </c:pt>
                <c:pt idx="764">
                  <c:v>52.01937918</c:v>
                </c:pt>
                <c:pt idx="765">
                  <c:v>52.0197516</c:v>
                </c:pt>
                <c:pt idx="766">
                  <c:v>52.02012634</c:v>
                </c:pt>
                <c:pt idx="767">
                  <c:v>52.02044988</c:v>
                </c:pt>
                <c:pt idx="768">
                  <c:v>52.0208223</c:v>
                </c:pt>
                <c:pt idx="769">
                  <c:v>52.02191162</c:v>
                </c:pt>
                <c:pt idx="770">
                  <c:v>52.02232361</c:v>
                </c:pt>
                <c:pt idx="771">
                  <c:v>52.02268982</c:v>
                </c:pt>
                <c:pt idx="772">
                  <c:v>52.02301025</c:v>
                </c:pt>
                <c:pt idx="773">
                  <c:v>52.02337646</c:v>
                </c:pt>
                <c:pt idx="774">
                  <c:v>52.02374268</c:v>
                </c:pt>
                <c:pt idx="775">
                  <c:v>52.02417406</c:v>
                </c:pt>
                <c:pt idx="776">
                  <c:v>52.02442932</c:v>
                </c:pt>
                <c:pt idx="777">
                  <c:v>52.02493286</c:v>
                </c:pt>
                <c:pt idx="778">
                  <c:v>52.02529907</c:v>
                </c:pt>
                <c:pt idx="779">
                  <c:v>52.02561951</c:v>
                </c:pt>
                <c:pt idx="780">
                  <c:v>52.0259896</c:v>
                </c:pt>
                <c:pt idx="781">
                  <c:v>52.02616882</c:v>
                </c:pt>
                <c:pt idx="782">
                  <c:v>52.02659478</c:v>
                </c:pt>
                <c:pt idx="783">
                  <c:v>52.0270603</c:v>
                </c:pt>
                <c:pt idx="784">
                  <c:v>52.02743272</c:v>
                </c:pt>
                <c:pt idx="785">
                  <c:v>52.02771203</c:v>
                </c:pt>
                <c:pt idx="786">
                  <c:v>52.02808445</c:v>
                </c:pt>
                <c:pt idx="787">
                  <c:v>52.02854997</c:v>
                </c:pt>
                <c:pt idx="788">
                  <c:v>52.0287323</c:v>
                </c:pt>
                <c:pt idx="789">
                  <c:v>52.0291086</c:v>
                </c:pt>
                <c:pt idx="790">
                  <c:v>52.02955627</c:v>
                </c:pt>
                <c:pt idx="791">
                  <c:v>52.02987671</c:v>
                </c:pt>
                <c:pt idx="792">
                  <c:v>52.03022585</c:v>
                </c:pt>
                <c:pt idx="793">
                  <c:v>52.03056335</c:v>
                </c:pt>
                <c:pt idx="794">
                  <c:v>52.03092957</c:v>
                </c:pt>
                <c:pt idx="795">
                  <c:v>52.03125</c:v>
                </c:pt>
                <c:pt idx="796">
                  <c:v>52.03170776</c:v>
                </c:pt>
                <c:pt idx="797">
                  <c:v>52.03204139</c:v>
                </c:pt>
                <c:pt idx="798">
                  <c:v>52.03241381</c:v>
                </c:pt>
                <c:pt idx="799">
                  <c:v>52.03278622</c:v>
                </c:pt>
                <c:pt idx="800">
                  <c:v>52.03312683</c:v>
                </c:pt>
                <c:pt idx="801">
                  <c:v>52.03349304</c:v>
                </c:pt>
                <c:pt idx="802">
                  <c:v>52.03385693</c:v>
                </c:pt>
                <c:pt idx="803">
                  <c:v>52.03427124</c:v>
                </c:pt>
                <c:pt idx="804">
                  <c:v>52.03459167</c:v>
                </c:pt>
                <c:pt idx="805">
                  <c:v>52.03500366</c:v>
                </c:pt>
                <c:pt idx="806">
                  <c:v>52.03536987</c:v>
                </c:pt>
                <c:pt idx="807">
                  <c:v>52.03573608</c:v>
                </c:pt>
                <c:pt idx="808">
                  <c:v>52.03614807</c:v>
                </c:pt>
                <c:pt idx="809">
                  <c:v>52.03665006</c:v>
                </c:pt>
                <c:pt idx="810">
                  <c:v>52.03697205</c:v>
                </c:pt>
                <c:pt idx="811">
                  <c:v>52.03720869</c:v>
                </c:pt>
                <c:pt idx="812">
                  <c:v>52.03761292</c:v>
                </c:pt>
                <c:pt idx="813">
                  <c:v>52.03795352</c:v>
                </c:pt>
                <c:pt idx="814">
                  <c:v>52.03832594</c:v>
                </c:pt>
                <c:pt idx="815">
                  <c:v>52.03889465</c:v>
                </c:pt>
                <c:pt idx="816">
                  <c:v>52.03921043</c:v>
                </c:pt>
                <c:pt idx="817">
                  <c:v>52.0395813</c:v>
                </c:pt>
                <c:pt idx="818">
                  <c:v>52.03995527</c:v>
                </c:pt>
                <c:pt idx="819">
                  <c:v>52.04032769</c:v>
                </c:pt>
                <c:pt idx="820">
                  <c:v>52.04072571</c:v>
                </c:pt>
                <c:pt idx="821">
                  <c:v>52.04109192</c:v>
                </c:pt>
                <c:pt idx="822">
                  <c:v>52.04150391</c:v>
                </c:pt>
                <c:pt idx="823">
                  <c:v>52.04186391</c:v>
                </c:pt>
                <c:pt idx="824">
                  <c:v>52.04228288</c:v>
                </c:pt>
                <c:pt idx="825">
                  <c:v>52.04269409</c:v>
                </c:pt>
                <c:pt idx="826">
                  <c:v>52.04307427</c:v>
                </c:pt>
                <c:pt idx="827">
                  <c:v>52.04349324</c:v>
                </c:pt>
                <c:pt idx="828">
                  <c:v>52.0438385</c:v>
                </c:pt>
                <c:pt idx="829">
                  <c:v>52.04423807</c:v>
                </c:pt>
                <c:pt idx="830">
                  <c:v>52.04470825</c:v>
                </c:pt>
                <c:pt idx="831">
                  <c:v>52.04507601</c:v>
                </c:pt>
                <c:pt idx="832">
                  <c:v>52.04548645</c:v>
                </c:pt>
                <c:pt idx="833">
                  <c:v>52.04585266</c:v>
                </c:pt>
                <c:pt idx="834">
                  <c:v>52.0461731</c:v>
                </c:pt>
                <c:pt idx="835">
                  <c:v>52.04656569</c:v>
                </c:pt>
                <c:pt idx="836">
                  <c:v>52.04690552</c:v>
                </c:pt>
                <c:pt idx="837">
                  <c:v>52.04740906</c:v>
                </c:pt>
                <c:pt idx="838">
                  <c:v>52.04782104</c:v>
                </c:pt>
                <c:pt idx="839">
                  <c:v>52.04814148</c:v>
                </c:pt>
                <c:pt idx="840">
                  <c:v>52.04847433</c:v>
                </c:pt>
                <c:pt idx="841">
                  <c:v>52.0488933</c:v>
                </c:pt>
                <c:pt idx="842">
                  <c:v>52.04921916</c:v>
                </c:pt>
                <c:pt idx="843">
                  <c:v>52.04963813</c:v>
                </c:pt>
                <c:pt idx="844">
                  <c:v>52.05001055</c:v>
                </c:pt>
                <c:pt idx="845">
                  <c:v>52.05042952</c:v>
                </c:pt>
                <c:pt idx="846">
                  <c:v>52.05088806</c:v>
                </c:pt>
                <c:pt idx="847">
                  <c:v>52.05125427</c:v>
                </c:pt>
                <c:pt idx="848">
                  <c:v>52.05171204</c:v>
                </c:pt>
                <c:pt idx="849">
                  <c:v>52.05205885</c:v>
                </c:pt>
                <c:pt idx="850">
                  <c:v>52.05243127</c:v>
                </c:pt>
                <c:pt idx="851">
                  <c:v>52.05289679</c:v>
                </c:pt>
                <c:pt idx="852">
                  <c:v>52.05326843</c:v>
                </c:pt>
                <c:pt idx="853">
                  <c:v>52.05368818</c:v>
                </c:pt>
                <c:pt idx="854">
                  <c:v>52.05409241</c:v>
                </c:pt>
                <c:pt idx="855">
                  <c:v>52.05443301</c:v>
                </c:pt>
                <c:pt idx="856">
                  <c:v>52.05482483</c:v>
                </c:pt>
                <c:pt idx="857">
                  <c:v>52.05517785</c:v>
                </c:pt>
                <c:pt idx="858">
                  <c:v>52.05559682</c:v>
                </c:pt>
                <c:pt idx="859">
                  <c:v>52.05596924</c:v>
                </c:pt>
                <c:pt idx="860">
                  <c:v>52.05638123</c:v>
                </c:pt>
                <c:pt idx="861">
                  <c:v>52.05683899</c:v>
                </c:pt>
                <c:pt idx="862">
                  <c:v>52.05722615</c:v>
                </c:pt>
                <c:pt idx="863">
                  <c:v>52.05761719</c:v>
                </c:pt>
                <c:pt idx="864">
                  <c:v>52.0579834</c:v>
                </c:pt>
                <c:pt idx="865">
                  <c:v>52.0583434</c:v>
                </c:pt>
                <c:pt idx="866">
                  <c:v>52.05876237</c:v>
                </c:pt>
                <c:pt idx="867">
                  <c:v>52.05921936</c:v>
                </c:pt>
                <c:pt idx="868">
                  <c:v>52.05958557</c:v>
                </c:pt>
                <c:pt idx="869">
                  <c:v>52.05997273</c:v>
                </c:pt>
                <c:pt idx="870">
                  <c:v>52.06034515</c:v>
                </c:pt>
                <c:pt idx="871">
                  <c:v>52.06072998</c:v>
                </c:pt>
                <c:pt idx="872">
                  <c:v>52.06108998</c:v>
                </c:pt>
                <c:pt idx="873">
                  <c:v>52.0614624</c:v>
                </c:pt>
                <c:pt idx="874">
                  <c:v>52.06182861</c:v>
                </c:pt>
                <c:pt idx="875">
                  <c:v>52.06228638</c:v>
                </c:pt>
                <c:pt idx="876">
                  <c:v>52.06262621</c:v>
                </c:pt>
                <c:pt idx="877">
                  <c:v>52.06299863</c:v>
                </c:pt>
                <c:pt idx="878">
                  <c:v>52.0634176</c:v>
                </c:pt>
                <c:pt idx="879">
                  <c:v>52.06383657</c:v>
                </c:pt>
                <c:pt idx="880">
                  <c:v>52.06416321</c:v>
                </c:pt>
                <c:pt idx="881">
                  <c:v>52.06452942</c:v>
                </c:pt>
                <c:pt idx="882">
                  <c:v>52.06486072</c:v>
                </c:pt>
                <c:pt idx="883">
                  <c:v>52.06527969</c:v>
                </c:pt>
                <c:pt idx="884">
                  <c:v>52.06583831</c:v>
                </c:pt>
                <c:pt idx="885">
                  <c:v>52.06622314</c:v>
                </c:pt>
                <c:pt idx="886">
                  <c:v>52.06658936</c:v>
                </c:pt>
                <c:pt idx="887">
                  <c:v>52.06700212</c:v>
                </c:pt>
                <c:pt idx="888">
                  <c:v>52.06732798</c:v>
                </c:pt>
                <c:pt idx="889">
                  <c:v>52.0676073</c:v>
                </c:pt>
                <c:pt idx="890">
                  <c:v>52.06809998</c:v>
                </c:pt>
                <c:pt idx="891">
                  <c:v>52.06844524</c:v>
                </c:pt>
                <c:pt idx="892">
                  <c:v>52.06878662</c:v>
                </c:pt>
                <c:pt idx="893">
                  <c:v>52.06923663</c:v>
                </c:pt>
                <c:pt idx="894">
                  <c:v>52.0697487</c:v>
                </c:pt>
                <c:pt idx="895">
                  <c:v>52.07011414</c:v>
                </c:pt>
                <c:pt idx="896">
                  <c:v>52.07058664</c:v>
                </c:pt>
                <c:pt idx="897">
                  <c:v>52.07093811</c:v>
                </c:pt>
                <c:pt idx="898">
                  <c:v>52.07116699</c:v>
                </c:pt>
                <c:pt idx="899">
                  <c:v>52.07157898</c:v>
                </c:pt>
                <c:pt idx="900">
                  <c:v>52.07199097</c:v>
                </c:pt>
                <c:pt idx="901">
                  <c:v>52.07258606</c:v>
                </c:pt>
                <c:pt idx="902">
                  <c:v>52.07295227</c:v>
                </c:pt>
                <c:pt idx="903">
                  <c:v>52.07337978</c:v>
                </c:pt>
                <c:pt idx="904">
                  <c:v>52.07375219</c:v>
                </c:pt>
                <c:pt idx="905">
                  <c:v>52.07414246</c:v>
                </c:pt>
                <c:pt idx="906">
                  <c:v>52.07449703</c:v>
                </c:pt>
                <c:pt idx="907">
                  <c:v>52.074916</c:v>
                </c:pt>
                <c:pt idx="908">
                  <c:v>52.07537842</c:v>
                </c:pt>
                <c:pt idx="909">
                  <c:v>52.07579041</c:v>
                </c:pt>
                <c:pt idx="910">
                  <c:v>52.07617291</c:v>
                </c:pt>
                <c:pt idx="911">
                  <c:v>52.07640567</c:v>
                </c:pt>
                <c:pt idx="912">
                  <c:v>52.07682464</c:v>
                </c:pt>
                <c:pt idx="913">
                  <c:v>52.07742982</c:v>
                </c:pt>
                <c:pt idx="914">
                  <c:v>52.07780457</c:v>
                </c:pt>
                <c:pt idx="915">
                  <c:v>52.07803345</c:v>
                </c:pt>
                <c:pt idx="916">
                  <c:v>52.07899475</c:v>
                </c:pt>
                <c:pt idx="917">
                  <c:v>52.07933846</c:v>
                </c:pt>
                <c:pt idx="918">
                  <c:v>52.07981873</c:v>
                </c:pt>
                <c:pt idx="919">
                  <c:v>52.08023071</c:v>
                </c:pt>
                <c:pt idx="920">
                  <c:v>52.0806427</c:v>
                </c:pt>
                <c:pt idx="921">
                  <c:v>52.08110046</c:v>
                </c:pt>
                <c:pt idx="922">
                  <c:v>52.08147986</c:v>
                </c:pt>
                <c:pt idx="923">
                  <c:v>52.08189883</c:v>
                </c:pt>
                <c:pt idx="924">
                  <c:v>52.08215332</c:v>
                </c:pt>
                <c:pt idx="925">
                  <c:v>52.08256531</c:v>
                </c:pt>
                <c:pt idx="926">
                  <c:v>52.08301609</c:v>
                </c:pt>
                <c:pt idx="927">
                  <c:v>52.08352661</c:v>
                </c:pt>
                <c:pt idx="928">
                  <c:v>52.08390058</c:v>
                </c:pt>
                <c:pt idx="929">
                  <c:v>52.084273</c:v>
                </c:pt>
                <c:pt idx="930">
                  <c:v>52.08467102</c:v>
                </c:pt>
                <c:pt idx="931">
                  <c:v>52.08526611</c:v>
                </c:pt>
                <c:pt idx="932">
                  <c:v>52.08572388</c:v>
                </c:pt>
                <c:pt idx="933">
                  <c:v>52.08594888</c:v>
                </c:pt>
                <c:pt idx="934">
                  <c:v>52.08655406</c:v>
                </c:pt>
                <c:pt idx="935">
                  <c:v>52.08695984</c:v>
                </c:pt>
                <c:pt idx="936">
                  <c:v>52.0874851</c:v>
                </c:pt>
                <c:pt idx="937">
                  <c:v>52.08787537</c:v>
                </c:pt>
                <c:pt idx="938">
                  <c:v>52.08809028</c:v>
                </c:pt>
                <c:pt idx="939">
                  <c:v>52.08874201</c:v>
                </c:pt>
                <c:pt idx="940">
                  <c:v>52.08916098</c:v>
                </c:pt>
                <c:pt idx="941">
                  <c:v>52.08956909</c:v>
                </c:pt>
                <c:pt idx="942">
                  <c:v>52.08995237</c:v>
                </c:pt>
                <c:pt idx="943">
                  <c:v>52.09041789</c:v>
                </c:pt>
                <c:pt idx="944">
                  <c:v>52.09089661</c:v>
                </c:pt>
                <c:pt idx="945">
                  <c:v>52.09126282</c:v>
                </c:pt>
                <c:pt idx="946">
                  <c:v>52.09172058</c:v>
                </c:pt>
                <c:pt idx="947">
                  <c:v>52.09214033</c:v>
                </c:pt>
                <c:pt idx="948">
                  <c:v>52.09249878</c:v>
                </c:pt>
                <c:pt idx="949">
                  <c:v>52.09311792</c:v>
                </c:pt>
                <c:pt idx="950">
                  <c:v>52.09349034</c:v>
                </c:pt>
                <c:pt idx="951">
                  <c:v>52.09381621</c:v>
                </c:pt>
                <c:pt idx="952">
                  <c:v>52.09423828</c:v>
                </c:pt>
                <c:pt idx="953">
                  <c:v>52.09474725</c:v>
                </c:pt>
                <c:pt idx="954">
                  <c:v>52.09507312</c:v>
                </c:pt>
                <c:pt idx="955">
                  <c:v>52.09558519</c:v>
                </c:pt>
                <c:pt idx="956">
                  <c:v>52.09600416</c:v>
                </c:pt>
                <c:pt idx="957">
                  <c:v>52.09648132</c:v>
                </c:pt>
                <c:pt idx="958">
                  <c:v>52.09693909</c:v>
                </c:pt>
                <c:pt idx="959">
                  <c:v>52.09735418</c:v>
                </c:pt>
                <c:pt idx="960">
                  <c:v>52.09777315</c:v>
                </c:pt>
                <c:pt idx="961">
                  <c:v>52.09823867</c:v>
                </c:pt>
                <c:pt idx="962">
                  <c:v>52.09870419</c:v>
                </c:pt>
                <c:pt idx="963">
                  <c:v>52.09903006</c:v>
                </c:pt>
                <c:pt idx="964">
                  <c:v>52.09954834</c:v>
                </c:pt>
                <c:pt idx="965">
                  <c:v>52.1000061</c:v>
                </c:pt>
                <c:pt idx="966">
                  <c:v>52.10046387</c:v>
                </c:pt>
                <c:pt idx="967">
                  <c:v>52.10089215</c:v>
                </c:pt>
                <c:pt idx="968">
                  <c:v>52.10124207</c:v>
                </c:pt>
                <c:pt idx="969">
                  <c:v>52.10169983</c:v>
                </c:pt>
                <c:pt idx="970">
                  <c:v>52.10214906</c:v>
                </c:pt>
                <c:pt idx="971">
                  <c:v>52.10256803</c:v>
                </c:pt>
                <c:pt idx="972">
                  <c:v>52.10298157</c:v>
                </c:pt>
                <c:pt idx="973">
                  <c:v>52.10343933</c:v>
                </c:pt>
                <c:pt idx="974">
                  <c:v>52.10389709</c:v>
                </c:pt>
                <c:pt idx="975">
                  <c:v>52.10443012</c:v>
                </c:pt>
                <c:pt idx="976">
                  <c:v>52.10481262</c:v>
                </c:pt>
                <c:pt idx="977">
                  <c:v>52.10522151</c:v>
                </c:pt>
                <c:pt idx="978">
                  <c:v>52.10568703</c:v>
                </c:pt>
                <c:pt idx="979">
                  <c:v>52.10609436</c:v>
                </c:pt>
                <c:pt idx="980">
                  <c:v>52.10647842</c:v>
                </c:pt>
                <c:pt idx="981">
                  <c:v>52.10691833</c:v>
                </c:pt>
                <c:pt idx="982">
                  <c:v>52.10733032</c:v>
                </c:pt>
                <c:pt idx="983">
                  <c:v>52.10773533</c:v>
                </c:pt>
                <c:pt idx="984">
                  <c:v>52.1081543</c:v>
                </c:pt>
                <c:pt idx="985">
                  <c:v>52.10861982</c:v>
                </c:pt>
                <c:pt idx="986">
                  <c:v>52.10916138</c:v>
                </c:pt>
                <c:pt idx="987">
                  <c:v>52.10955086</c:v>
                </c:pt>
                <c:pt idx="988">
                  <c:v>52.10992328</c:v>
                </c:pt>
                <c:pt idx="989">
                  <c:v>52.11039734</c:v>
                </c:pt>
                <c:pt idx="990">
                  <c:v>52.11080777</c:v>
                </c:pt>
                <c:pt idx="991">
                  <c:v>52.11117554</c:v>
                </c:pt>
                <c:pt idx="992">
                  <c:v>52.11159916</c:v>
                </c:pt>
                <c:pt idx="993">
                  <c:v>52.11199951</c:v>
                </c:pt>
                <c:pt idx="994">
                  <c:v>52.1124115</c:v>
                </c:pt>
                <c:pt idx="995">
                  <c:v>52.11286926</c:v>
                </c:pt>
                <c:pt idx="996">
                  <c:v>52.11332703</c:v>
                </c:pt>
                <c:pt idx="997">
                  <c:v>52.11369401</c:v>
                </c:pt>
                <c:pt idx="998">
                  <c:v>52.11415954</c:v>
                </c:pt>
                <c:pt idx="999">
                  <c:v>52.11462506</c:v>
                </c:pt>
                <c:pt idx="1000">
                  <c:v>52.11504403</c:v>
                </c:pt>
                <c:pt idx="1001">
                  <c:v>52.11561584</c:v>
                </c:pt>
                <c:pt idx="1002">
                  <c:v>52.11602163</c:v>
                </c:pt>
                <c:pt idx="1003">
                  <c:v>52.11648715</c:v>
                </c:pt>
                <c:pt idx="1004">
                  <c:v>52.1166687</c:v>
                </c:pt>
                <c:pt idx="1005">
                  <c:v>52.11727854</c:v>
                </c:pt>
                <c:pt idx="1006">
                  <c:v>52.11767578</c:v>
                </c:pt>
                <c:pt idx="1007">
                  <c:v>52.11813354</c:v>
                </c:pt>
                <c:pt idx="1008">
                  <c:v>52.118582</c:v>
                </c:pt>
                <c:pt idx="1009">
                  <c:v>52.11895752</c:v>
                </c:pt>
                <c:pt idx="1010">
                  <c:v>52.11941528</c:v>
                </c:pt>
                <c:pt idx="1011">
                  <c:v>52.11983891</c:v>
                </c:pt>
                <c:pt idx="1012">
                  <c:v>52.12033081</c:v>
                </c:pt>
                <c:pt idx="1013">
                  <c:v>52.1207234</c:v>
                </c:pt>
                <c:pt idx="1014">
                  <c:v>52.12115479</c:v>
                </c:pt>
                <c:pt idx="1015">
                  <c:v>52.12161255</c:v>
                </c:pt>
                <c:pt idx="1016">
                  <c:v>52.12207031</c:v>
                </c:pt>
                <c:pt idx="1017">
                  <c:v>52.12252808</c:v>
                </c:pt>
                <c:pt idx="1018">
                  <c:v>52.12300446</c:v>
                </c:pt>
                <c:pt idx="1019">
                  <c:v>52.12342343</c:v>
                </c:pt>
                <c:pt idx="1020">
                  <c:v>52.12380981</c:v>
                </c:pt>
                <c:pt idx="1021">
                  <c:v>52.12440103</c:v>
                </c:pt>
                <c:pt idx="1022">
                  <c:v>52.12486655</c:v>
                </c:pt>
                <c:pt idx="1023">
                  <c:v>52.12527466</c:v>
                </c:pt>
                <c:pt idx="1024">
                  <c:v>52.12564087</c:v>
                </c:pt>
                <c:pt idx="1025">
                  <c:v>52.12607691</c:v>
                </c:pt>
                <c:pt idx="1026">
                  <c:v>52.12649588</c:v>
                </c:pt>
                <c:pt idx="1027">
                  <c:v>52.1269614</c:v>
                </c:pt>
                <c:pt idx="1028">
                  <c:v>52.12738037</c:v>
                </c:pt>
                <c:pt idx="1029">
                  <c:v>52.12789245</c:v>
                </c:pt>
                <c:pt idx="1030">
                  <c:v>52.1282959</c:v>
                </c:pt>
                <c:pt idx="1031">
                  <c:v>52.12866211</c:v>
                </c:pt>
                <c:pt idx="1032">
                  <c:v>52.12911987</c:v>
                </c:pt>
                <c:pt idx="1033">
                  <c:v>52.12961488</c:v>
                </c:pt>
                <c:pt idx="1034">
                  <c:v>52.1299873</c:v>
                </c:pt>
                <c:pt idx="1035">
                  <c:v>52.13045282</c:v>
                </c:pt>
                <c:pt idx="1036">
                  <c:v>52.13087179</c:v>
                </c:pt>
                <c:pt idx="1037">
                  <c:v>52.13136292</c:v>
                </c:pt>
                <c:pt idx="1038">
                  <c:v>52.13186646</c:v>
                </c:pt>
                <c:pt idx="1039">
                  <c:v>52.13226836</c:v>
                </c:pt>
                <c:pt idx="1040">
                  <c:v>52.13273621</c:v>
                </c:pt>
                <c:pt idx="1041">
                  <c:v>52.13319397</c:v>
                </c:pt>
                <c:pt idx="1042">
                  <c:v>52.13357182</c:v>
                </c:pt>
                <c:pt idx="1043">
                  <c:v>52.13401794</c:v>
                </c:pt>
                <c:pt idx="1044">
                  <c:v>52.13447571</c:v>
                </c:pt>
                <c:pt idx="1045">
                  <c:v>52.13493347</c:v>
                </c:pt>
                <c:pt idx="1046">
                  <c:v>52.13543701</c:v>
                </c:pt>
                <c:pt idx="1047">
                  <c:v>52.13589478</c:v>
                </c:pt>
                <c:pt idx="1048">
                  <c:v>52.13635254</c:v>
                </c:pt>
                <c:pt idx="1049">
                  <c:v>52.13678392</c:v>
                </c:pt>
                <c:pt idx="1050">
                  <c:v>52.13722229</c:v>
                </c:pt>
                <c:pt idx="1051">
                  <c:v>52.13780807</c:v>
                </c:pt>
                <c:pt idx="1052">
                  <c:v>52.13818359</c:v>
                </c:pt>
                <c:pt idx="1053">
                  <c:v>52.13864601</c:v>
                </c:pt>
                <c:pt idx="1054">
                  <c:v>52.13901843</c:v>
                </c:pt>
                <c:pt idx="1055">
                  <c:v>52.13948395</c:v>
                </c:pt>
                <c:pt idx="1056">
                  <c:v>52.13994948</c:v>
                </c:pt>
                <c:pt idx="1057">
                  <c:v>52.14038086</c:v>
                </c:pt>
                <c:pt idx="1058">
                  <c:v>52.14088052</c:v>
                </c:pt>
                <c:pt idx="1059">
                  <c:v>52.14143372</c:v>
                </c:pt>
                <c:pt idx="1060">
                  <c:v>52.14189148</c:v>
                </c:pt>
                <c:pt idx="1061">
                  <c:v>52.14216614</c:v>
                </c:pt>
                <c:pt idx="1062">
                  <c:v>52.14280701</c:v>
                </c:pt>
                <c:pt idx="1063">
                  <c:v>52.14308167</c:v>
                </c:pt>
                <c:pt idx="1064">
                  <c:v>52.14353943</c:v>
                </c:pt>
                <c:pt idx="1065">
                  <c:v>52.14390564</c:v>
                </c:pt>
                <c:pt idx="1066">
                  <c:v>52.14446504</c:v>
                </c:pt>
                <c:pt idx="1067">
                  <c:v>52.14486694</c:v>
                </c:pt>
                <c:pt idx="1068">
                  <c:v>52.14537048</c:v>
                </c:pt>
                <c:pt idx="1069">
                  <c:v>52.14587402</c:v>
                </c:pt>
                <c:pt idx="1070">
                  <c:v>52.14633179</c:v>
                </c:pt>
                <c:pt idx="1071">
                  <c:v>52.14683533</c:v>
                </c:pt>
                <c:pt idx="1072">
                  <c:v>52.14721162</c:v>
                </c:pt>
                <c:pt idx="1073">
                  <c:v>52.14770508</c:v>
                </c:pt>
                <c:pt idx="1074">
                  <c:v>52.14816284</c:v>
                </c:pt>
                <c:pt idx="1075">
                  <c:v>52.14834595</c:v>
                </c:pt>
                <c:pt idx="1076">
                  <c:v>52.1487944</c:v>
                </c:pt>
                <c:pt idx="1077">
                  <c:v>52.1492157</c:v>
                </c:pt>
                <c:pt idx="1078">
                  <c:v>52.14963234</c:v>
                </c:pt>
                <c:pt idx="1079">
                  <c:v>52.15005131</c:v>
                </c:pt>
                <c:pt idx="1080">
                  <c:v>52.15047028</c:v>
                </c:pt>
                <c:pt idx="1081">
                  <c:v>52.1508427</c:v>
                </c:pt>
                <c:pt idx="1082">
                  <c:v>52.15118408</c:v>
                </c:pt>
                <c:pt idx="1083">
                  <c:v>52.15154098</c:v>
                </c:pt>
                <c:pt idx="1084">
                  <c:v>52.15200806</c:v>
                </c:pt>
                <c:pt idx="1085">
                  <c:v>52.15219271</c:v>
                </c:pt>
                <c:pt idx="1086">
                  <c:v>52.15260315</c:v>
                </c:pt>
                <c:pt idx="1087">
                  <c:v>52.15287781</c:v>
                </c:pt>
                <c:pt idx="1088">
                  <c:v>52.15324402</c:v>
                </c:pt>
                <c:pt idx="1089">
                  <c:v>52.15356445</c:v>
                </c:pt>
                <c:pt idx="1090">
                  <c:v>52.15382204</c:v>
                </c:pt>
                <c:pt idx="1091">
                  <c:v>52.15419446</c:v>
                </c:pt>
                <c:pt idx="1092">
                  <c:v>52.15452033</c:v>
                </c:pt>
                <c:pt idx="1093">
                  <c:v>52.15493774</c:v>
                </c:pt>
                <c:pt idx="1094">
                  <c:v>52.1552124</c:v>
                </c:pt>
                <c:pt idx="1095">
                  <c:v>52.15553284</c:v>
                </c:pt>
                <c:pt idx="1096">
                  <c:v>52.15582379</c:v>
                </c:pt>
                <c:pt idx="1097">
                  <c:v>52.15614965</c:v>
                </c:pt>
                <c:pt idx="1098">
                  <c:v>52.15640259</c:v>
                </c:pt>
                <c:pt idx="1099">
                  <c:v>52.15672302</c:v>
                </c:pt>
                <c:pt idx="1100">
                  <c:v>52.15698759</c:v>
                </c:pt>
                <c:pt idx="1101">
                  <c:v>52.15727234</c:v>
                </c:pt>
                <c:pt idx="1102">
                  <c:v>52.15759277</c:v>
                </c:pt>
                <c:pt idx="1103">
                  <c:v>52.15791321</c:v>
                </c:pt>
                <c:pt idx="1104">
                  <c:v>52.1581514</c:v>
                </c:pt>
                <c:pt idx="1105">
                  <c:v>52.15846252</c:v>
                </c:pt>
                <c:pt idx="1106">
                  <c:v>52.15880313</c:v>
                </c:pt>
                <c:pt idx="1107">
                  <c:v>52.15908245</c:v>
                </c:pt>
                <c:pt idx="1108">
                  <c:v>52.15937805</c:v>
                </c:pt>
                <c:pt idx="1109">
                  <c:v>52.15969849</c:v>
                </c:pt>
                <c:pt idx="1110">
                  <c:v>52.15996694</c:v>
                </c:pt>
                <c:pt idx="1111">
                  <c:v>52.16015315</c:v>
                </c:pt>
                <c:pt idx="1112">
                  <c:v>52.16047668</c:v>
                </c:pt>
                <c:pt idx="1113">
                  <c:v>52.16079712</c:v>
                </c:pt>
                <c:pt idx="1114">
                  <c:v>52.16113074</c:v>
                </c:pt>
                <c:pt idx="1115">
                  <c:v>52.16145661</c:v>
                </c:pt>
                <c:pt idx="1116">
                  <c:v>52.16171265</c:v>
                </c:pt>
                <c:pt idx="1117">
                  <c:v>52.16201524</c:v>
                </c:pt>
                <c:pt idx="1118">
                  <c:v>52.16226196</c:v>
                </c:pt>
                <c:pt idx="1119">
                  <c:v>52.16267395</c:v>
                </c:pt>
                <c:pt idx="1120">
                  <c:v>52.16299283</c:v>
                </c:pt>
                <c:pt idx="1121">
                  <c:v>52.16326904</c:v>
                </c:pt>
                <c:pt idx="1122">
                  <c:v>52.16350491</c:v>
                </c:pt>
                <c:pt idx="1123">
                  <c:v>52.16383077</c:v>
                </c:pt>
                <c:pt idx="1124">
                  <c:v>52.16406353</c:v>
                </c:pt>
                <c:pt idx="1125">
                  <c:v>52.16436768</c:v>
                </c:pt>
                <c:pt idx="1126">
                  <c:v>52.16468811</c:v>
                </c:pt>
                <c:pt idx="1127">
                  <c:v>52.16499458</c:v>
                </c:pt>
                <c:pt idx="1128">
                  <c:v>52.16527389</c:v>
                </c:pt>
                <c:pt idx="1129">
                  <c:v>52.16555786</c:v>
                </c:pt>
                <c:pt idx="1130">
                  <c:v>52.16592562</c:v>
                </c:pt>
                <c:pt idx="1131">
                  <c:v>52.16624451</c:v>
                </c:pt>
                <c:pt idx="1132">
                  <c:v>52.16639115</c:v>
                </c:pt>
                <c:pt idx="1133">
                  <c:v>52.16671701</c:v>
                </c:pt>
                <c:pt idx="1134">
                  <c:v>52.16706848</c:v>
                </c:pt>
                <c:pt idx="1135">
                  <c:v>52.16736874</c:v>
                </c:pt>
                <c:pt idx="1136">
                  <c:v>52.1676178</c:v>
                </c:pt>
                <c:pt idx="1137">
                  <c:v>52.16807556</c:v>
                </c:pt>
                <c:pt idx="1138">
                  <c:v>52.16830444</c:v>
                </c:pt>
                <c:pt idx="1139">
                  <c:v>52.16862488</c:v>
                </c:pt>
                <c:pt idx="1140">
                  <c:v>52.16890497</c:v>
                </c:pt>
                <c:pt idx="1141">
                  <c:v>52.16921997</c:v>
                </c:pt>
                <c:pt idx="1142">
                  <c:v>52.16949463</c:v>
                </c:pt>
                <c:pt idx="1143">
                  <c:v>52.16978946</c:v>
                </c:pt>
                <c:pt idx="1144">
                  <c:v>52.17004395</c:v>
                </c:pt>
                <c:pt idx="1145">
                  <c:v>52.17039464</c:v>
                </c:pt>
                <c:pt idx="1146">
                  <c:v>52.1707205</c:v>
                </c:pt>
                <c:pt idx="1147">
                  <c:v>52.17095947</c:v>
                </c:pt>
                <c:pt idx="1148">
                  <c:v>52.17127913</c:v>
                </c:pt>
                <c:pt idx="1149">
                  <c:v>52.17155844</c:v>
                </c:pt>
                <c:pt idx="1150">
                  <c:v>52.17188431</c:v>
                </c:pt>
                <c:pt idx="1151">
                  <c:v>52.17214966</c:v>
                </c:pt>
                <c:pt idx="1152">
                  <c:v>52.17247009</c:v>
                </c:pt>
                <c:pt idx="1153">
                  <c:v>52.17281536</c:v>
                </c:pt>
                <c:pt idx="1154">
                  <c:v>52.17311096</c:v>
                </c:pt>
                <c:pt idx="1155">
                  <c:v>52.17337398</c:v>
                </c:pt>
                <c:pt idx="1156">
                  <c:v>52.17366028</c:v>
                </c:pt>
                <c:pt idx="1157">
                  <c:v>52.17393261</c:v>
                </c:pt>
                <c:pt idx="1158">
                  <c:v>52.17435158</c:v>
                </c:pt>
                <c:pt idx="1159">
                  <c:v>52.17449124</c:v>
                </c:pt>
                <c:pt idx="1160">
                  <c:v>52.17494202</c:v>
                </c:pt>
                <c:pt idx="1161">
                  <c:v>52.17518952</c:v>
                </c:pt>
                <c:pt idx="1162">
                  <c:v>52.17551538</c:v>
                </c:pt>
                <c:pt idx="1163">
                  <c:v>52.1757947</c:v>
                </c:pt>
                <c:pt idx="1164">
                  <c:v>52.17612056</c:v>
                </c:pt>
                <c:pt idx="1165">
                  <c:v>52.17626953</c:v>
                </c:pt>
                <c:pt idx="1166">
                  <c:v>52.17663574</c:v>
                </c:pt>
                <c:pt idx="1167">
                  <c:v>52.17691195</c:v>
                </c:pt>
                <c:pt idx="1168">
                  <c:v>52.17727661</c:v>
                </c:pt>
                <c:pt idx="1169">
                  <c:v>52.17756368</c:v>
                </c:pt>
                <c:pt idx="1170">
                  <c:v>52.17782593</c:v>
                </c:pt>
                <c:pt idx="1171">
                  <c:v>52.17816886</c:v>
                </c:pt>
                <c:pt idx="1172">
                  <c:v>52.17832947</c:v>
                </c:pt>
                <c:pt idx="1173">
                  <c:v>52.17874146</c:v>
                </c:pt>
                <c:pt idx="1174">
                  <c:v>52.17905336</c:v>
                </c:pt>
                <c:pt idx="1175">
                  <c:v>52.17933267</c:v>
                </c:pt>
                <c:pt idx="1176">
                  <c:v>52.17961198</c:v>
                </c:pt>
                <c:pt idx="1177">
                  <c:v>52.1798913</c:v>
                </c:pt>
                <c:pt idx="1178">
                  <c:v>52.1802063</c:v>
                </c:pt>
                <c:pt idx="1179">
                  <c:v>52.18043518</c:v>
                </c:pt>
                <c:pt idx="1180">
                  <c:v>52.18072924</c:v>
                </c:pt>
                <c:pt idx="1181">
                  <c:v>52.1809845</c:v>
                </c:pt>
                <c:pt idx="1182">
                  <c:v>52.18133441</c:v>
                </c:pt>
                <c:pt idx="1183">
                  <c:v>52.18157959</c:v>
                </c:pt>
                <c:pt idx="1184">
                  <c:v>52.18184649</c:v>
                </c:pt>
                <c:pt idx="1185">
                  <c:v>52.18208313</c:v>
                </c:pt>
                <c:pt idx="1186">
                  <c:v>52.18240356</c:v>
                </c:pt>
                <c:pt idx="1187">
                  <c:v>52.18263245</c:v>
                </c:pt>
                <c:pt idx="1188">
                  <c:v>52.1829071</c:v>
                </c:pt>
                <c:pt idx="1189">
                  <c:v>52.18313599</c:v>
                </c:pt>
                <c:pt idx="1190">
                  <c:v>52.18336487</c:v>
                </c:pt>
                <c:pt idx="1191">
                  <c:v>52.18356892</c:v>
                </c:pt>
                <c:pt idx="1192">
                  <c:v>52.18382263</c:v>
                </c:pt>
                <c:pt idx="1193">
                  <c:v>52.18395996</c:v>
                </c:pt>
                <c:pt idx="1194">
                  <c:v>52.18412755</c:v>
                </c:pt>
                <c:pt idx="1195">
                  <c:v>52.18431376</c:v>
                </c:pt>
                <c:pt idx="1196">
                  <c:v>52.18441772</c:v>
                </c:pt>
                <c:pt idx="1197">
                  <c:v>52.18454652</c:v>
                </c:pt>
                <c:pt idx="1198">
                  <c:v>52.18469238</c:v>
                </c:pt>
                <c:pt idx="1199">
                  <c:v>52.18478394</c:v>
                </c:pt>
                <c:pt idx="1200">
                  <c:v>52.18487549</c:v>
                </c:pt>
                <c:pt idx="1201">
                  <c:v>52.18492126</c:v>
                </c:pt>
                <c:pt idx="1202">
                  <c:v>52.18496549</c:v>
                </c:pt>
                <c:pt idx="1203">
                  <c:v>52.18501204</c:v>
                </c:pt>
                <c:pt idx="1204">
                  <c:v>52.18505859</c:v>
                </c:pt>
                <c:pt idx="1205">
                  <c:v>52.18505859</c:v>
                </c:pt>
                <c:pt idx="1206">
                  <c:v>52.18505859</c:v>
                </c:pt>
                <c:pt idx="1207">
                  <c:v>52.18505859</c:v>
                </c:pt>
                <c:pt idx="1208">
                  <c:v>52.18501204</c:v>
                </c:pt>
                <c:pt idx="1209">
                  <c:v>52.18496704</c:v>
                </c:pt>
                <c:pt idx="1210">
                  <c:v>52.18487238</c:v>
                </c:pt>
                <c:pt idx="1211">
                  <c:v>52.18482583</c:v>
                </c:pt>
                <c:pt idx="1212">
                  <c:v>52.18468618</c:v>
                </c:pt>
                <c:pt idx="1213">
                  <c:v>52.18460083</c:v>
                </c:pt>
                <c:pt idx="1214">
                  <c:v>52.1844635</c:v>
                </c:pt>
                <c:pt idx="1215">
                  <c:v>52.18431376</c:v>
                </c:pt>
                <c:pt idx="1216">
                  <c:v>52.1841741</c:v>
                </c:pt>
                <c:pt idx="1217">
                  <c:v>52.18400574</c:v>
                </c:pt>
                <c:pt idx="1218">
                  <c:v>52.18380168</c:v>
                </c:pt>
                <c:pt idx="1219">
                  <c:v>52.18359375</c:v>
                </c:pt>
                <c:pt idx="1220">
                  <c:v>52.18336487</c:v>
                </c:pt>
                <c:pt idx="1221">
                  <c:v>52.18309021</c:v>
                </c:pt>
                <c:pt idx="1222">
                  <c:v>52.18286133</c:v>
                </c:pt>
                <c:pt idx="1223">
                  <c:v>52.18259133</c:v>
                </c:pt>
                <c:pt idx="1224">
                  <c:v>52.18226624</c:v>
                </c:pt>
                <c:pt idx="1225">
                  <c:v>52.18198615</c:v>
                </c:pt>
                <c:pt idx="1226">
                  <c:v>52.18166028</c:v>
                </c:pt>
                <c:pt idx="1227">
                  <c:v>52.18125916</c:v>
                </c:pt>
                <c:pt idx="1228">
                  <c:v>52.1809845</c:v>
                </c:pt>
                <c:pt idx="1229">
                  <c:v>52.18054303</c:v>
                </c:pt>
                <c:pt idx="1230">
                  <c:v>52.18016052</c:v>
                </c:pt>
                <c:pt idx="1231">
                  <c:v>52.17970509</c:v>
                </c:pt>
                <c:pt idx="1232">
                  <c:v>52.17929077</c:v>
                </c:pt>
                <c:pt idx="1233">
                  <c:v>52.17883301</c:v>
                </c:pt>
                <c:pt idx="1234">
                  <c:v>52.17837524</c:v>
                </c:pt>
                <c:pt idx="1235">
                  <c:v>52.1779361</c:v>
                </c:pt>
                <c:pt idx="1236">
                  <c:v>52.17737747</c:v>
                </c:pt>
                <c:pt idx="1237">
                  <c:v>52.17681885</c:v>
                </c:pt>
                <c:pt idx="1238">
                  <c:v>52.17640686</c:v>
                </c:pt>
                <c:pt idx="1239">
                  <c:v>52.17574815</c:v>
                </c:pt>
                <c:pt idx="1240">
                  <c:v>52.17544556</c:v>
                </c:pt>
                <c:pt idx="1241">
                  <c:v>52.17485046</c:v>
                </c:pt>
                <c:pt idx="1242">
                  <c:v>52.17420959</c:v>
                </c:pt>
                <c:pt idx="1243">
                  <c:v>52.17338562</c:v>
                </c:pt>
                <c:pt idx="1244">
                  <c:v>52.1727688</c:v>
                </c:pt>
                <c:pt idx="1245">
                  <c:v>52.17219543</c:v>
                </c:pt>
                <c:pt idx="1246">
                  <c:v>52.171605</c:v>
                </c:pt>
                <c:pt idx="1247">
                  <c:v>52.17095947</c:v>
                </c:pt>
                <c:pt idx="1248">
                  <c:v>52.1703186</c:v>
                </c:pt>
                <c:pt idx="1249">
                  <c:v>52.1696498</c:v>
                </c:pt>
                <c:pt idx="1250">
                  <c:v>52.16885376</c:v>
                </c:pt>
                <c:pt idx="1251">
                  <c:v>52.16853255</c:v>
                </c:pt>
                <c:pt idx="1252">
                  <c:v>52.16770935</c:v>
                </c:pt>
                <c:pt idx="1253">
                  <c:v>52.16711426</c:v>
                </c:pt>
                <c:pt idx="1254">
                  <c:v>52.16647339</c:v>
                </c:pt>
                <c:pt idx="1255">
                  <c:v>52.16583252</c:v>
                </c:pt>
                <c:pt idx="1256">
                  <c:v>52.1651001</c:v>
                </c:pt>
                <c:pt idx="1257">
                  <c:v>52.16445923</c:v>
                </c:pt>
                <c:pt idx="1258">
                  <c:v>52.16387733</c:v>
                </c:pt>
                <c:pt idx="1259">
                  <c:v>52.16317904</c:v>
                </c:pt>
                <c:pt idx="1260">
                  <c:v>52.16252731</c:v>
                </c:pt>
                <c:pt idx="1261">
                  <c:v>52.16194153</c:v>
                </c:pt>
                <c:pt idx="1262">
                  <c:v>52.16134644</c:v>
                </c:pt>
                <c:pt idx="1263">
                  <c:v>52.16070557</c:v>
                </c:pt>
                <c:pt idx="1264">
                  <c:v>52.16001892</c:v>
                </c:pt>
                <c:pt idx="1265">
                  <c:v>52.15940831</c:v>
                </c:pt>
                <c:pt idx="1266">
                  <c:v>52.15875658</c:v>
                </c:pt>
                <c:pt idx="1267">
                  <c:v>52.15810485</c:v>
                </c:pt>
                <c:pt idx="1268">
                  <c:v>52.15750122</c:v>
                </c:pt>
                <c:pt idx="1269">
                  <c:v>52.15670828</c:v>
                </c:pt>
                <c:pt idx="1270">
                  <c:v>52.15612793</c:v>
                </c:pt>
                <c:pt idx="1271">
                  <c:v>52.15549792</c:v>
                </c:pt>
                <c:pt idx="1272">
                  <c:v>52.15484619</c:v>
                </c:pt>
                <c:pt idx="1273">
                  <c:v>52.15419446</c:v>
                </c:pt>
                <c:pt idx="1274">
                  <c:v>52.15349618</c:v>
                </c:pt>
                <c:pt idx="1275">
                  <c:v>52.15287781</c:v>
                </c:pt>
                <c:pt idx="1276">
                  <c:v>52.15223694</c:v>
                </c:pt>
                <c:pt idx="1277">
                  <c:v>52.15168064</c:v>
                </c:pt>
                <c:pt idx="1278">
                  <c:v>52.15100098</c:v>
                </c:pt>
                <c:pt idx="1279">
                  <c:v>52.15005131</c:v>
                </c:pt>
                <c:pt idx="1280">
                  <c:v>52.14953924</c:v>
                </c:pt>
                <c:pt idx="1281">
                  <c:v>52.1487944</c:v>
                </c:pt>
                <c:pt idx="1282">
                  <c:v>52.14820862</c:v>
                </c:pt>
                <c:pt idx="1283">
                  <c:v>52.14763059</c:v>
                </c:pt>
                <c:pt idx="1284">
                  <c:v>52.14706421</c:v>
                </c:pt>
                <c:pt idx="1285">
                  <c:v>52.14642024</c:v>
                </c:pt>
                <c:pt idx="1286">
                  <c:v>52.14555359</c:v>
                </c:pt>
                <c:pt idx="1287">
                  <c:v>52.14505005</c:v>
                </c:pt>
                <c:pt idx="1288">
                  <c:v>52.14431763</c:v>
                </c:pt>
                <c:pt idx="1289">
                  <c:v>52.14372021</c:v>
                </c:pt>
                <c:pt idx="1290">
                  <c:v>52.14320813</c:v>
                </c:pt>
                <c:pt idx="1291">
                  <c:v>52.14250985</c:v>
                </c:pt>
                <c:pt idx="1292">
                  <c:v>52.14185812</c:v>
                </c:pt>
                <c:pt idx="1293">
                  <c:v>52.14125061</c:v>
                </c:pt>
                <c:pt idx="1294">
                  <c:v>52.14046155</c:v>
                </c:pt>
                <c:pt idx="1295">
                  <c:v>52.13987732</c:v>
                </c:pt>
                <c:pt idx="1296">
                  <c:v>52.13929774</c:v>
                </c:pt>
                <c:pt idx="1297">
                  <c:v>52.13850403</c:v>
                </c:pt>
                <c:pt idx="1298">
                  <c:v>52.13794773</c:v>
                </c:pt>
                <c:pt idx="1299">
                  <c:v>52.13713074</c:v>
                </c:pt>
                <c:pt idx="1300">
                  <c:v>52.13648987</c:v>
                </c:pt>
                <c:pt idx="1301">
                  <c:v>52.13598633</c:v>
                </c:pt>
                <c:pt idx="1302">
                  <c:v>52.13529968</c:v>
                </c:pt>
                <c:pt idx="1303">
                  <c:v>52.13456726</c:v>
                </c:pt>
                <c:pt idx="1304">
                  <c:v>52.13399079</c:v>
                </c:pt>
                <c:pt idx="1305">
                  <c:v>52.13319397</c:v>
                </c:pt>
                <c:pt idx="1306">
                  <c:v>52.13273388</c:v>
                </c:pt>
                <c:pt idx="1307">
                  <c:v>52.13218689</c:v>
                </c:pt>
                <c:pt idx="1308">
                  <c:v>52.13117981</c:v>
                </c:pt>
                <c:pt idx="1309">
                  <c:v>52.13053894</c:v>
                </c:pt>
                <c:pt idx="1310">
                  <c:v>52.13012695</c:v>
                </c:pt>
                <c:pt idx="1311">
                  <c:v>52.12947522</c:v>
                </c:pt>
                <c:pt idx="1312">
                  <c:v>52.12875366</c:v>
                </c:pt>
                <c:pt idx="1313">
                  <c:v>52.12798555</c:v>
                </c:pt>
                <c:pt idx="1314">
                  <c:v>52.12733382</c:v>
                </c:pt>
                <c:pt idx="1315">
                  <c:v>52.1267395</c:v>
                </c:pt>
                <c:pt idx="1316">
                  <c:v>52.12605286</c:v>
                </c:pt>
                <c:pt idx="1317">
                  <c:v>52.12547173</c:v>
                </c:pt>
                <c:pt idx="1318">
                  <c:v>52.12482</c:v>
                </c:pt>
                <c:pt idx="1319">
                  <c:v>52.1240387</c:v>
                </c:pt>
                <c:pt idx="1320">
                  <c:v>52.12342343</c:v>
                </c:pt>
                <c:pt idx="1321">
                  <c:v>52.12284851</c:v>
                </c:pt>
                <c:pt idx="1322">
                  <c:v>52.12221307</c:v>
                </c:pt>
                <c:pt idx="1323">
                  <c:v>52.12156134</c:v>
                </c:pt>
                <c:pt idx="1324">
                  <c:v>52.12097168</c:v>
                </c:pt>
                <c:pt idx="1325">
                  <c:v>52.12023926</c:v>
                </c:pt>
                <c:pt idx="1326">
                  <c:v>52.11973572</c:v>
                </c:pt>
                <c:pt idx="1327">
                  <c:v>52.11904907</c:v>
                </c:pt>
                <c:pt idx="1328">
                  <c:v>52.11839579</c:v>
                </c:pt>
                <c:pt idx="1329">
                  <c:v>52.1174469</c:v>
                </c:pt>
                <c:pt idx="1330">
                  <c:v>52.11717224</c:v>
                </c:pt>
                <c:pt idx="1331">
                  <c:v>52.11611473</c:v>
                </c:pt>
                <c:pt idx="1332">
                  <c:v>52.11560265</c:v>
                </c:pt>
                <c:pt idx="1333">
                  <c:v>52.11509058</c:v>
                </c:pt>
                <c:pt idx="1334">
                  <c:v>52.1143923</c:v>
                </c:pt>
                <c:pt idx="1335">
                  <c:v>52.11364746</c:v>
                </c:pt>
                <c:pt idx="1336">
                  <c:v>52.11304228</c:v>
                </c:pt>
                <c:pt idx="1337">
                  <c:v>52.112344</c:v>
                </c:pt>
                <c:pt idx="1338">
                  <c:v>52.11169227</c:v>
                </c:pt>
                <c:pt idx="1339">
                  <c:v>52.11104054</c:v>
                </c:pt>
                <c:pt idx="1340">
                  <c:v>52.11035156</c:v>
                </c:pt>
                <c:pt idx="1341">
                  <c:v>52.10971069</c:v>
                </c:pt>
                <c:pt idx="1342">
                  <c:v>52.10913189</c:v>
                </c:pt>
                <c:pt idx="1343">
                  <c:v>52.10847473</c:v>
                </c:pt>
                <c:pt idx="1344">
                  <c:v>52.10778809</c:v>
                </c:pt>
                <c:pt idx="1345">
                  <c:v>52.10722325</c:v>
                </c:pt>
                <c:pt idx="1346">
                  <c:v>52.10655212</c:v>
                </c:pt>
                <c:pt idx="1347">
                  <c:v>52.10591125</c:v>
                </c:pt>
                <c:pt idx="1348">
                  <c:v>52.10531461</c:v>
                </c:pt>
                <c:pt idx="1349">
                  <c:v>52.10440063</c:v>
                </c:pt>
                <c:pt idx="1350">
                  <c:v>52.10371399</c:v>
                </c:pt>
                <c:pt idx="1351">
                  <c:v>52.10307312</c:v>
                </c:pt>
                <c:pt idx="1352">
                  <c:v>52.10247803</c:v>
                </c:pt>
                <c:pt idx="1353">
                  <c:v>52.10183716</c:v>
                </c:pt>
                <c:pt idx="1354">
                  <c:v>52.10121801</c:v>
                </c:pt>
                <c:pt idx="1355">
                  <c:v>52.10055542</c:v>
                </c:pt>
                <c:pt idx="1356">
                  <c:v>52.0999611</c:v>
                </c:pt>
                <c:pt idx="1357">
                  <c:v>52.09936523</c:v>
                </c:pt>
                <c:pt idx="1358">
                  <c:v>52.09840393</c:v>
                </c:pt>
                <c:pt idx="1359">
                  <c:v>52.0978197</c:v>
                </c:pt>
                <c:pt idx="1360">
                  <c:v>52.09740073</c:v>
                </c:pt>
                <c:pt idx="1361">
                  <c:v>52.09661865</c:v>
                </c:pt>
                <c:pt idx="1362">
                  <c:v>52.09605072</c:v>
                </c:pt>
                <c:pt idx="1363">
                  <c:v>52.09524536</c:v>
                </c:pt>
                <c:pt idx="1364">
                  <c:v>52.09460449</c:v>
                </c:pt>
                <c:pt idx="1365">
                  <c:v>52.09391785</c:v>
                </c:pt>
                <c:pt idx="1366">
                  <c:v>52.09335069</c:v>
                </c:pt>
                <c:pt idx="1367">
                  <c:v>52.09268188</c:v>
                </c:pt>
                <c:pt idx="1368">
                  <c:v>52.09195412</c:v>
                </c:pt>
                <c:pt idx="1369">
                  <c:v>52.09130239</c:v>
                </c:pt>
                <c:pt idx="1370">
                  <c:v>52.09066772</c:v>
                </c:pt>
                <c:pt idx="1371">
                  <c:v>52.09009203</c:v>
                </c:pt>
                <c:pt idx="1372">
                  <c:v>52.08934021</c:v>
                </c:pt>
                <c:pt idx="1373">
                  <c:v>52.08860779</c:v>
                </c:pt>
                <c:pt idx="1374">
                  <c:v>52.08804373</c:v>
                </c:pt>
                <c:pt idx="1375">
                  <c:v>52.08762476</c:v>
                </c:pt>
                <c:pt idx="1376">
                  <c:v>52.08692648</c:v>
                </c:pt>
                <c:pt idx="1377">
                  <c:v>52.08609009</c:v>
                </c:pt>
                <c:pt idx="1378">
                  <c:v>52.08535767</c:v>
                </c:pt>
                <c:pt idx="1379">
                  <c:v>52.08478507</c:v>
                </c:pt>
                <c:pt idx="1380">
                  <c:v>52.08450576</c:v>
                </c:pt>
                <c:pt idx="1381">
                  <c:v>52.08138676</c:v>
                </c:pt>
                <c:pt idx="1382">
                  <c:v>52.08105469</c:v>
                </c:pt>
                <c:pt idx="1383">
                  <c:v>52.08041382</c:v>
                </c:pt>
                <c:pt idx="1384">
                  <c:v>52.07961778</c:v>
                </c:pt>
                <c:pt idx="1385">
                  <c:v>52.07904053</c:v>
                </c:pt>
                <c:pt idx="1386">
                  <c:v>52.07839966</c:v>
                </c:pt>
                <c:pt idx="1387">
                  <c:v>52.07766724</c:v>
                </c:pt>
                <c:pt idx="1388">
                  <c:v>52.07702637</c:v>
                </c:pt>
                <c:pt idx="1389">
                  <c:v>52.07631257</c:v>
                </c:pt>
                <c:pt idx="1390">
                  <c:v>52.07556773</c:v>
                </c:pt>
                <c:pt idx="1391">
                  <c:v>52.07487488</c:v>
                </c:pt>
                <c:pt idx="1392">
                  <c:v>52.07431082</c:v>
                </c:pt>
                <c:pt idx="1393">
                  <c:v>52.07363892</c:v>
                </c:pt>
                <c:pt idx="1394">
                  <c:v>52.07305391</c:v>
                </c:pt>
                <c:pt idx="1395">
                  <c:v>52.07244873</c:v>
                </c:pt>
                <c:pt idx="1396">
                  <c:v>52.071797</c:v>
                </c:pt>
                <c:pt idx="1397">
                  <c:v>52.07121277</c:v>
                </c:pt>
                <c:pt idx="1398">
                  <c:v>52.07058664</c:v>
                </c:pt>
                <c:pt idx="1399">
                  <c:v>52.06983948</c:v>
                </c:pt>
                <c:pt idx="1400">
                  <c:v>52.06928318</c:v>
                </c:pt>
                <c:pt idx="1401">
                  <c:v>52.06853834</c:v>
                </c:pt>
                <c:pt idx="1402">
                  <c:v>52.06788661</c:v>
                </c:pt>
                <c:pt idx="1403">
                  <c:v>52.06737454</c:v>
                </c:pt>
                <c:pt idx="1404">
                  <c:v>52.0666297</c:v>
                </c:pt>
                <c:pt idx="1405">
                  <c:v>52.06590271</c:v>
                </c:pt>
                <c:pt idx="1406">
                  <c:v>52.06518658</c:v>
                </c:pt>
                <c:pt idx="1407">
                  <c:v>52.0644883</c:v>
                </c:pt>
                <c:pt idx="1408">
                  <c:v>52.06383657</c:v>
                </c:pt>
                <c:pt idx="1409">
                  <c:v>52.06315613</c:v>
                </c:pt>
                <c:pt idx="1410">
                  <c:v>52.06251526</c:v>
                </c:pt>
                <c:pt idx="1411">
                  <c:v>52.06192792</c:v>
                </c:pt>
                <c:pt idx="1412">
                  <c:v>52.06118309</c:v>
                </c:pt>
                <c:pt idx="1413">
                  <c:v>52.06081067</c:v>
                </c:pt>
                <c:pt idx="1414">
                  <c:v>52.06015894</c:v>
                </c:pt>
                <c:pt idx="1415">
                  <c:v>52.0594141</c:v>
                </c:pt>
                <c:pt idx="1416">
                  <c:v>52.05857849</c:v>
                </c:pt>
                <c:pt idx="1417">
                  <c:v>52.05793762</c:v>
                </c:pt>
                <c:pt idx="1418">
                  <c:v>52.0572052</c:v>
                </c:pt>
                <c:pt idx="1419">
                  <c:v>52.05683899</c:v>
                </c:pt>
                <c:pt idx="1420">
                  <c:v>52.05624855</c:v>
                </c:pt>
                <c:pt idx="1421">
                  <c:v>52.05541992</c:v>
                </c:pt>
                <c:pt idx="1422">
                  <c:v>52.05477905</c:v>
                </c:pt>
                <c:pt idx="1423">
                  <c:v>52.05420025</c:v>
                </c:pt>
                <c:pt idx="1424">
                  <c:v>52.05345542</c:v>
                </c:pt>
                <c:pt idx="1425">
                  <c:v>52.05266403</c:v>
                </c:pt>
                <c:pt idx="1426">
                  <c:v>52.05207825</c:v>
                </c:pt>
                <c:pt idx="1427">
                  <c:v>52.05162048</c:v>
                </c:pt>
                <c:pt idx="1428">
                  <c:v>52.05070496</c:v>
                </c:pt>
                <c:pt idx="1429">
                  <c:v>52.05006409</c:v>
                </c:pt>
                <c:pt idx="1430">
                  <c:v>52.04963813</c:v>
                </c:pt>
                <c:pt idx="1431">
                  <c:v>52.0489864</c:v>
                </c:pt>
                <c:pt idx="1432">
                  <c:v>52.04833467</c:v>
                </c:pt>
                <c:pt idx="1433">
                  <c:v>52.04758984</c:v>
                </c:pt>
                <c:pt idx="1434">
                  <c:v>52.0469381</c:v>
                </c:pt>
                <c:pt idx="1435">
                  <c:v>52.04628637</c:v>
                </c:pt>
                <c:pt idx="1436">
                  <c:v>52.04554154</c:v>
                </c:pt>
                <c:pt idx="1437">
                  <c:v>52.04498291</c:v>
                </c:pt>
                <c:pt idx="1438">
                  <c:v>52.04437773</c:v>
                </c:pt>
                <c:pt idx="1439">
                  <c:v>52.0436329</c:v>
                </c:pt>
                <c:pt idx="1440">
                  <c:v>52.0430603</c:v>
                </c:pt>
                <c:pt idx="1441">
                  <c:v>52.042099</c:v>
                </c:pt>
                <c:pt idx="1442">
                  <c:v>52.04172425</c:v>
                </c:pt>
                <c:pt idx="1443">
                  <c:v>52.04107252</c:v>
                </c:pt>
                <c:pt idx="1444">
                  <c:v>52.04014148</c:v>
                </c:pt>
                <c:pt idx="1445">
                  <c:v>52.03944397</c:v>
                </c:pt>
                <c:pt idx="1446">
                  <c:v>52.03874491</c:v>
                </c:pt>
                <c:pt idx="1447">
                  <c:v>52.03811646</c:v>
                </c:pt>
                <c:pt idx="1448">
                  <c:v>52.03765869</c:v>
                </c:pt>
                <c:pt idx="1449">
                  <c:v>52.03678972</c:v>
                </c:pt>
                <c:pt idx="1450">
                  <c:v>52.03646851</c:v>
                </c:pt>
                <c:pt idx="1451">
                  <c:v>52.03559875</c:v>
                </c:pt>
                <c:pt idx="1452">
                  <c:v>52.03488107</c:v>
                </c:pt>
                <c:pt idx="1453">
                  <c:v>52.03422934</c:v>
                </c:pt>
                <c:pt idx="1454">
                  <c:v>52.03353882</c:v>
                </c:pt>
                <c:pt idx="1455">
                  <c:v>52.03289795</c:v>
                </c:pt>
                <c:pt idx="1456">
                  <c:v>52.03227415</c:v>
                </c:pt>
                <c:pt idx="1457">
                  <c:v>52.03147888</c:v>
                </c:pt>
                <c:pt idx="1458">
                  <c:v>52.0311569</c:v>
                </c:pt>
                <c:pt idx="1459">
                  <c:v>52.03050516</c:v>
                </c:pt>
                <c:pt idx="1460">
                  <c:v>52.0296936</c:v>
                </c:pt>
                <c:pt idx="1461">
                  <c:v>52.0291086</c:v>
                </c:pt>
                <c:pt idx="1462">
                  <c:v>52.02836609</c:v>
                </c:pt>
                <c:pt idx="1463">
                  <c:v>52.02763367</c:v>
                </c:pt>
                <c:pt idx="1464">
                  <c:v>52.02694702</c:v>
                </c:pt>
                <c:pt idx="1465">
                  <c:v>52.02622236</c:v>
                </c:pt>
                <c:pt idx="1466">
                  <c:v>52.02561718</c:v>
                </c:pt>
                <c:pt idx="1467">
                  <c:v>52.02496545</c:v>
                </c:pt>
                <c:pt idx="1468">
                  <c:v>52.02424622</c:v>
                </c:pt>
                <c:pt idx="1469">
                  <c:v>52.02356888</c:v>
                </c:pt>
                <c:pt idx="1470">
                  <c:v>52.0228706</c:v>
                </c:pt>
                <c:pt idx="1471">
                  <c:v>52.02227783</c:v>
                </c:pt>
                <c:pt idx="1472">
                  <c:v>52.02161369</c:v>
                </c:pt>
                <c:pt idx="1473">
                  <c:v>52.02096196</c:v>
                </c:pt>
                <c:pt idx="1474">
                  <c:v>52.02030945</c:v>
                </c:pt>
                <c:pt idx="1475">
                  <c:v>52.0196228</c:v>
                </c:pt>
                <c:pt idx="1476">
                  <c:v>52.01907349</c:v>
                </c:pt>
                <c:pt idx="1477">
                  <c:v>52.01834106</c:v>
                </c:pt>
                <c:pt idx="1478">
                  <c:v>52.0177002</c:v>
                </c:pt>
                <c:pt idx="1479">
                  <c:v>52.01715088</c:v>
                </c:pt>
                <c:pt idx="1480">
                  <c:v>52.01646423</c:v>
                </c:pt>
                <c:pt idx="1481">
                  <c:v>52.0155619</c:v>
                </c:pt>
                <c:pt idx="1482">
                  <c:v>52.01481628</c:v>
                </c:pt>
                <c:pt idx="1483">
                  <c:v>52.0144043</c:v>
                </c:pt>
                <c:pt idx="1484">
                  <c:v>52.01339722</c:v>
                </c:pt>
                <c:pt idx="1485">
                  <c:v>52.0128479</c:v>
                </c:pt>
                <c:pt idx="1486">
                  <c:v>52.01211703</c:v>
                </c:pt>
                <c:pt idx="1487">
                  <c:v>52.01147461</c:v>
                </c:pt>
                <c:pt idx="1488">
                  <c:v>52.01086012</c:v>
                </c:pt>
                <c:pt idx="1489">
                  <c:v>52.01011528</c:v>
                </c:pt>
                <c:pt idx="1490">
                  <c:v>52.00946355</c:v>
                </c:pt>
                <c:pt idx="1491">
                  <c:v>52.00890493</c:v>
                </c:pt>
                <c:pt idx="1492">
                  <c:v>52.00822449</c:v>
                </c:pt>
                <c:pt idx="1493">
                  <c:v>52.00764802</c:v>
                </c:pt>
                <c:pt idx="1494">
                  <c:v>52.0070343</c:v>
                </c:pt>
                <c:pt idx="1495">
                  <c:v>52.00630188</c:v>
                </c:pt>
                <c:pt idx="1496">
                  <c:v>52.00555316</c:v>
                </c:pt>
                <c:pt idx="1497">
                  <c:v>52.00483704</c:v>
                </c:pt>
                <c:pt idx="1498">
                  <c:v>52.00415039</c:v>
                </c:pt>
                <c:pt idx="1499">
                  <c:v>52.00369263</c:v>
                </c:pt>
                <c:pt idx="1500">
                  <c:v>52.0030859</c:v>
                </c:pt>
                <c:pt idx="1501">
                  <c:v>52.00204468</c:v>
                </c:pt>
                <c:pt idx="1502">
                  <c:v>52.00136346</c:v>
                </c:pt>
                <c:pt idx="1503">
                  <c:v>52.00076294</c:v>
                </c:pt>
                <c:pt idx="1504">
                  <c:v>52.00012207</c:v>
                </c:pt>
                <c:pt idx="1505">
                  <c:v>51.99934387</c:v>
                </c:pt>
                <c:pt idx="1506">
                  <c:v>51.998703</c:v>
                </c:pt>
                <c:pt idx="1507">
                  <c:v>51.99805825</c:v>
                </c:pt>
                <c:pt idx="1508">
                  <c:v>51.99745308</c:v>
                </c:pt>
                <c:pt idx="1509">
                  <c:v>51.99687195</c:v>
                </c:pt>
                <c:pt idx="1510">
                  <c:v>51.99604797</c:v>
                </c:pt>
                <c:pt idx="1511">
                  <c:v>51.99545133</c:v>
                </c:pt>
                <c:pt idx="1512">
                  <c:v>51.99467468</c:v>
                </c:pt>
                <c:pt idx="1513">
                  <c:v>51.99412537</c:v>
                </c:pt>
                <c:pt idx="1514">
                  <c:v>51.99339294</c:v>
                </c:pt>
                <c:pt idx="1515">
                  <c:v>51.9927063</c:v>
                </c:pt>
                <c:pt idx="1516">
                  <c:v>51.99215698</c:v>
                </c:pt>
                <c:pt idx="1517">
                  <c:v>51.99142456</c:v>
                </c:pt>
                <c:pt idx="1518">
                  <c:v>51.990703</c:v>
                </c:pt>
                <c:pt idx="1519">
                  <c:v>51.99009705</c:v>
                </c:pt>
                <c:pt idx="1520">
                  <c:v>51.98949264</c:v>
                </c:pt>
                <c:pt idx="1521">
                  <c:v>51.98854065</c:v>
                </c:pt>
                <c:pt idx="1522">
                  <c:v>51.98826599</c:v>
                </c:pt>
                <c:pt idx="1523">
                  <c:v>51.98725814</c:v>
                </c:pt>
                <c:pt idx="1524">
                  <c:v>51.98661804</c:v>
                </c:pt>
                <c:pt idx="1525">
                  <c:v>51.9859314</c:v>
                </c:pt>
                <c:pt idx="1526">
                  <c:v>51.98524475</c:v>
                </c:pt>
                <c:pt idx="1527">
                  <c:v>51.98451233</c:v>
                </c:pt>
                <c:pt idx="1528">
                  <c:v>51.98418569</c:v>
                </c:pt>
                <c:pt idx="1529">
                  <c:v>51.9834137</c:v>
                </c:pt>
                <c:pt idx="1530">
                  <c:v>51.98255636</c:v>
                </c:pt>
                <c:pt idx="1531">
                  <c:v>51.98213196</c:v>
                </c:pt>
                <c:pt idx="1532">
                  <c:v>51.98149109</c:v>
                </c:pt>
                <c:pt idx="1533">
                  <c:v>51.98078737</c:v>
                </c:pt>
                <c:pt idx="1534">
                  <c:v>51.97985633</c:v>
                </c:pt>
                <c:pt idx="1535">
                  <c:v>51.97920227</c:v>
                </c:pt>
                <c:pt idx="1536">
                  <c:v>51.97855287</c:v>
                </c:pt>
                <c:pt idx="1537">
                  <c:v>51.97790114</c:v>
                </c:pt>
                <c:pt idx="1538">
                  <c:v>51.97723389</c:v>
                </c:pt>
                <c:pt idx="1539">
                  <c:v>51.97654724</c:v>
                </c:pt>
                <c:pt idx="1540">
                  <c:v>51.97599792</c:v>
                </c:pt>
                <c:pt idx="1541">
                  <c:v>51.97520111</c:v>
                </c:pt>
                <c:pt idx="1542">
                  <c:v>51.97464248</c:v>
                </c:pt>
                <c:pt idx="1543">
                  <c:v>51.97384644</c:v>
                </c:pt>
                <c:pt idx="1544">
                  <c:v>51.97324591</c:v>
                </c:pt>
                <c:pt idx="1545">
                  <c:v>51.97261047</c:v>
                </c:pt>
                <c:pt idx="1546">
                  <c:v>51.97180279</c:v>
                </c:pt>
                <c:pt idx="1547">
                  <c:v>51.97115106</c:v>
                </c:pt>
                <c:pt idx="1548">
                  <c:v>51.97050476</c:v>
                </c:pt>
                <c:pt idx="1549">
                  <c:v>51.9698476</c:v>
                </c:pt>
                <c:pt idx="1550">
                  <c:v>51.96914931</c:v>
                </c:pt>
                <c:pt idx="1551">
                  <c:v>51.96853638</c:v>
                </c:pt>
                <c:pt idx="1552">
                  <c:v>51.96780396</c:v>
                </c:pt>
                <c:pt idx="1553">
                  <c:v>51.96711731</c:v>
                </c:pt>
                <c:pt idx="1554">
                  <c:v>51.96649584</c:v>
                </c:pt>
                <c:pt idx="1555">
                  <c:v>51.965751</c:v>
                </c:pt>
                <c:pt idx="1556">
                  <c:v>51.96519237</c:v>
                </c:pt>
                <c:pt idx="1557">
                  <c:v>51.96426133</c:v>
                </c:pt>
                <c:pt idx="1558">
                  <c:v>51.96354675</c:v>
                </c:pt>
                <c:pt idx="1559">
                  <c:v>51.96286011</c:v>
                </c:pt>
                <c:pt idx="1560">
                  <c:v>51.96225958</c:v>
                </c:pt>
                <c:pt idx="1561">
                  <c:v>51.96151475</c:v>
                </c:pt>
                <c:pt idx="1562">
                  <c:v>51.96116638</c:v>
                </c:pt>
                <c:pt idx="1563">
                  <c:v>51.96011353</c:v>
                </c:pt>
                <c:pt idx="1564">
                  <c:v>51.95942688</c:v>
                </c:pt>
                <c:pt idx="1565">
                  <c:v>51.95881472</c:v>
                </c:pt>
                <c:pt idx="1566">
                  <c:v>51.95814514</c:v>
                </c:pt>
                <c:pt idx="1567">
                  <c:v>51.95759583</c:v>
                </c:pt>
                <c:pt idx="1568">
                  <c:v>51.95690608</c:v>
                </c:pt>
                <c:pt idx="1569">
                  <c:v>51.95599365</c:v>
                </c:pt>
                <c:pt idx="1570">
                  <c:v>51.95558167</c:v>
                </c:pt>
                <c:pt idx="1571">
                  <c:v>51.95457458</c:v>
                </c:pt>
                <c:pt idx="1572">
                  <c:v>51.95392673</c:v>
                </c:pt>
                <c:pt idx="1573">
                  <c:v>51.9531819</c:v>
                </c:pt>
                <c:pt idx="1574">
                  <c:v>51.95256042</c:v>
                </c:pt>
                <c:pt idx="1575">
                  <c:v>51.95187378</c:v>
                </c:pt>
                <c:pt idx="1576">
                  <c:v>51.95145946</c:v>
                </c:pt>
                <c:pt idx="1577">
                  <c:v>51.95048187</c:v>
                </c:pt>
                <c:pt idx="1578">
                  <c:v>51.95010945</c:v>
                </c:pt>
                <c:pt idx="1579">
                  <c:v>51.94926453</c:v>
                </c:pt>
                <c:pt idx="1580">
                  <c:v>51.94866633</c:v>
                </c:pt>
                <c:pt idx="1581">
                  <c:v>51.94802856</c:v>
                </c:pt>
                <c:pt idx="1582">
                  <c:v>51.94722321</c:v>
                </c:pt>
                <c:pt idx="1583">
                  <c:v>51.9466095</c:v>
                </c:pt>
                <c:pt idx="1584">
                  <c:v>51.94587708</c:v>
                </c:pt>
                <c:pt idx="1585">
                  <c:v>51.94519043</c:v>
                </c:pt>
                <c:pt idx="1586">
                  <c:v>51.94456973</c:v>
                </c:pt>
                <c:pt idx="1587">
                  <c:v>51.94367981</c:v>
                </c:pt>
                <c:pt idx="1588">
                  <c:v>51.94326627</c:v>
                </c:pt>
                <c:pt idx="1589">
                  <c:v>51.94261454</c:v>
                </c:pt>
                <c:pt idx="1590">
                  <c:v>51.94189453</c:v>
                </c:pt>
                <c:pt idx="1591">
                  <c:v>51.940979</c:v>
                </c:pt>
                <c:pt idx="1592">
                  <c:v>51.94061279</c:v>
                </c:pt>
                <c:pt idx="1593">
                  <c:v>51.93951416</c:v>
                </c:pt>
                <c:pt idx="1594">
                  <c:v>51.9392395</c:v>
                </c:pt>
                <c:pt idx="1595">
                  <c:v>51.93814087</c:v>
                </c:pt>
                <c:pt idx="1596">
                  <c:v>51.93781966</c:v>
                </c:pt>
                <c:pt idx="1597">
                  <c:v>51.93707482</c:v>
                </c:pt>
                <c:pt idx="1598">
                  <c:v>51.93617249</c:v>
                </c:pt>
                <c:pt idx="1599">
                  <c:v>51.93544006</c:v>
                </c:pt>
                <c:pt idx="1600">
                  <c:v>51.93479376</c:v>
                </c:pt>
                <c:pt idx="1601">
                  <c:v>51.93414203</c:v>
                </c:pt>
                <c:pt idx="1602">
                  <c:v>51.93353685</c:v>
                </c:pt>
                <c:pt idx="1603">
                  <c:v>51.93283857</c:v>
                </c:pt>
                <c:pt idx="1604">
                  <c:v>51.93218684</c:v>
                </c:pt>
                <c:pt idx="1605">
                  <c:v>51.9315033</c:v>
                </c:pt>
                <c:pt idx="1606">
                  <c:v>51.93081665</c:v>
                </c:pt>
                <c:pt idx="1607">
                  <c:v>51.93018509</c:v>
                </c:pt>
                <c:pt idx="1608">
                  <c:v>51.92944026</c:v>
                </c:pt>
                <c:pt idx="1609">
                  <c:v>51.92884827</c:v>
                </c:pt>
                <c:pt idx="1610">
                  <c:v>51.92809024</c:v>
                </c:pt>
                <c:pt idx="1611">
                  <c:v>51.92734541</c:v>
                </c:pt>
                <c:pt idx="1612">
                  <c:v>51.92674255</c:v>
                </c:pt>
                <c:pt idx="1613">
                  <c:v>51.92605591</c:v>
                </c:pt>
                <c:pt idx="1614">
                  <c:v>51.92534366</c:v>
                </c:pt>
                <c:pt idx="1615">
                  <c:v>51.92469193</c:v>
                </c:pt>
                <c:pt idx="1616">
                  <c:v>51.92408752</c:v>
                </c:pt>
                <c:pt idx="1617">
                  <c:v>51.92338846</c:v>
                </c:pt>
                <c:pt idx="1618">
                  <c:v>51.92276001</c:v>
                </c:pt>
                <c:pt idx="1619">
                  <c:v>51.92203845</c:v>
                </c:pt>
                <c:pt idx="1620">
                  <c:v>51.92120361</c:v>
                </c:pt>
                <c:pt idx="1621">
                  <c:v>51.92051697</c:v>
                </c:pt>
                <c:pt idx="1622">
                  <c:v>51.9198761</c:v>
                </c:pt>
                <c:pt idx="1623">
                  <c:v>51.91918945</c:v>
                </c:pt>
                <c:pt idx="1624">
                  <c:v>51.91850048</c:v>
                </c:pt>
                <c:pt idx="1625">
                  <c:v>51.91808151</c:v>
                </c:pt>
                <c:pt idx="1626">
                  <c:v>51.91715047</c:v>
                </c:pt>
                <c:pt idx="1627">
                  <c:v>51.91640563</c:v>
                </c:pt>
                <c:pt idx="1628">
                  <c:v>51.91603088</c:v>
                </c:pt>
                <c:pt idx="1629">
                  <c:v>51.91529846</c:v>
                </c:pt>
                <c:pt idx="1630">
                  <c:v>51.9146832</c:v>
                </c:pt>
                <c:pt idx="1631">
                  <c:v>51.9137056</c:v>
                </c:pt>
                <c:pt idx="1632">
                  <c:v>51.91300964</c:v>
                </c:pt>
                <c:pt idx="1633">
                  <c:v>51.91240214</c:v>
                </c:pt>
                <c:pt idx="1634">
                  <c:v>51.91177368</c:v>
                </c:pt>
                <c:pt idx="1635">
                  <c:v>51.91109867</c:v>
                </c:pt>
                <c:pt idx="1636">
                  <c:v>51.91044617</c:v>
                </c:pt>
                <c:pt idx="1637">
                  <c:v>51.90984176</c:v>
                </c:pt>
                <c:pt idx="1638">
                  <c:v>51.90881761</c:v>
                </c:pt>
                <c:pt idx="1639">
                  <c:v>51.90815735</c:v>
                </c:pt>
                <c:pt idx="1640">
                  <c:v>51.9074707</c:v>
                </c:pt>
                <c:pt idx="1641">
                  <c:v>51.90676932</c:v>
                </c:pt>
                <c:pt idx="1642">
                  <c:v>51.90607103</c:v>
                </c:pt>
                <c:pt idx="1643">
                  <c:v>51.90545654</c:v>
                </c:pt>
                <c:pt idx="1644">
                  <c:v>51.9047699</c:v>
                </c:pt>
                <c:pt idx="1645">
                  <c:v>51.90412903</c:v>
                </c:pt>
                <c:pt idx="1646">
                  <c:v>51.90344238</c:v>
                </c:pt>
                <c:pt idx="1647">
                  <c:v>51.90275574</c:v>
                </c:pt>
                <c:pt idx="1648">
                  <c:v>51.90197754</c:v>
                </c:pt>
                <c:pt idx="1649">
                  <c:v>51.9012296</c:v>
                </c:pt>
                <c:pt idx="1650">
                  <c:v>51.90060425</c:v>
                </c:pt>
                <c:pt idx="1651">
                  <c:v>51.89982605</c:v>
                </c:pt>
                <c:pt idx="1652">
                  <c:v>51.8991394</c:v>
                </c:pt>
                <c:pt idx="1653">
                  <c:v>51.89852957</c:v>
                </c:pt>
                <c:pt idx="1654">
                  <c:v>51.89773818</c:v>
                </c:pt>
                <c:pt idx="1655">
                  <c:v>51.89708645</c:v>
                </c:pt>
                <c:pt idx="1656">
                  <c:v>51.8964386</c:v>
                </c:pt>
                <c:pt idx="1657">
                  <c:v>51.89573644</c:v>
                </c:pt>
                <c:pt idx="1658">
                  <c:v>51.89501953</c:v>
                </c:pt>
                <c:pt idx="1659">
                  <c:v>51.89428711</c:v>
                </c:pt>
                <c:pt idx="1660">
                  <c:v>51.89387435</c:v>
                </c:pt>
                <c:pt idx="1661">
                  <c:v>51.89322261</c:v>
                </c:pt>
                <c:pt idx="1662">
                  <c:v>51.89224502</c:v>
                </c:pt>
                <c:pt idx="1663">
                  <c:v>51.89154053</c:v>
                </c:pt>
                <c:pt idx="1664">
                  <c:v>51.89099121</c:v>
                </c:pt>
                <c:pt idx="1665">
                  <c:v>51.89030457</c:v>
                </c:pt>
                <c:pt idx="1666">
                  <c:v>51.88963809</c:v>
                </c:pt>
                <c:pt idx="1667">
                  <c:v>51.88893981</c:v>
                </c:pt>
                <c:pt idx="1668">
                  <c:v>51.88833618</c:v>
                </c:pt>
                <c:pt idx="1669">
                  <c:v>51.88755798</c:v>
                </c:pt>
                <c:pt idx="1670">
                  <c:v>51.88693806</c:v>
                </c:pt>
                <c:pt idx="1671">
                  <c:v>51.88628633</c:v>
                </c:pt>
                <c:pt idx="1672">
                  <c:v>51.88549494</c:v>
                </c:pt>
                <c:pt idx="1673">
                  <c:v>51.88484321</c:v>
                </c:pt>
                <c:pt idx="1674">
                  <c:v>51.88421631</c:v>
                </c:pt>
                <c:pt idx="1675">
                  <c:v>51.88326044</c:v>
                </c:pt>
                <c:pt idx="1676">
                  <c:v>51.88288879</c:v>
                </c:pt>
                <c:pt idx="1677">
                  <c:v>51.88228284</c:v>
                </c:pt>
                <c:pt idx="1678">
                  <c:v>51.88146973</c:v>
                </c:pt>
                <c:pt idx="1679">
                  <c:v>51.88056041</c:v>
                </c:pt>
                <c:pt idx="1680">
                  <c:v>51.88023376</c:v>
                </c:pt>
                <c:pt idx="1681">
                  <c:v>51.87911729</c:v>
                </c:pt>
                <c:pt idx="1682">
                  <c:v>51.87849426</c:v>
                </c:pt>
                <c:pt idx="1683">
                  <c:v>51.87780762</c:v>
                </c:pt>
                <c:pt idx="1684">
                  <c:v>51.87734985</c:v>
                </c:pt>
                <c:pt idx="1685">
                  <c:v>51.87666321</c:v>
                </c:pt>
                <c:pt idx="1686">
                  <c:v>51.87593079</c:v>
                </c:pt>
                <c:pt idx="1687">
                  <c:v>51.87524414</c:v>
                </c:pt>
                <c:pt idx="1688">
                  <c:v>51.8745575</c:v>
                </c:pt>
                <c:pt idx="1689">
                  <c:v>51.8737793</c:v>
                </c:pt>
                <c:pt idx="1690">
                  <c:v>51.8731586</c:v>
                </c:pt>
                <c:pt idx="1691">
                  <c:v>51.87241376</c:v>
                </c:pt>
                <c:pt idx="1692">
                  <c:v>51.87167358</c:v>
                </c:pt>
                <c:pt idx="1693">
                  <c:v>51.8712616</c:v>
                </c:pt>
                <c:pt idx="1694">
                  <c:v>51.87055168</c:v>
                </c:pt>
                <c:pt idx="1695">
                  <c:v>51.86985339</c:v>
                </c:pt>
                <c:pt idx="1696">
                  <c:v>51.86887579</c:v>
                </c:pt>
                <c:pt idx="1697">
                  <c:v>51.86846924</c:v>
                </c:pt>
                <c:pt idx="1698">
                  <c:v>51.86743268</c:v>
                </c:pt>
                <c:pt idx="1699">
                  <c:v>51.86709595</c:v>
                </c:pt>
                <c:pt idx="1700">
                  <c:v>51.86640853</c:v>
                </c:pt>
                <c:pt idx="1701">
                  <c:v>51.86571024</c:v>
                </c:pt>
                <c:pt idx="1702">
                  <c:v>51.86494446</c:v>
                </c:pt>
                <c:pt idx="1703">
                  <c:v>51.86416626</c:v>
                </c:pt>
                <c:pt idx="1704">
                  <c:v>51.86347961</c:v>
                </c:pt>
                <c:pt idx="1705">
                  <c:v>51.86279297</c:v>
                </c:pt>
                <c:pt idx="1706">
                  <c:v>51.86201477</c:v>
                </c:pt>
                <c:pt idx="1707">
                  <c:v>51.86124123</c:v>
                </c:pt>
                <c:pt idx="1708">
                  <c:v>51.86064148</c:v>
                </c:pt>
                <c:pt idx="1709">
                  <c:v>51.85979811</c:v>
                </c:pt>
                <c:pt idx="1710">
                  <c:v>51.85909982</c:v>
                </c:pt>
                <c:pt idx="1711">
                  <c:v>51.85848999</c:v>
                </c:pt>
                <c:pt idx="1712">
                  <c:v>51.85774981</c:v>
                </c:pt>
                <c:pt idx="1713">
                  <c:v>51.85719118</c:v>
                </c:pt>
                <c:pt idx="1714">
                  <c:v>51.85656738</c:v>
                </c:pt>
                <c:pt idx="1715">
                  <c:v>51.85574806</c:v>
                </c:pt>
                <c:pt idx="1716">
                  <c:v>51.85496521</c:v>
                </c:pt>
                <c:pt idx="1717">
                  <c:v>51.85427856</c:v>
                </c:pt>
                <c:pt idx="1718">
                  <c:v>51.85359192</c:v>
                </c:pt>
                <c:pt idx="1719">
                  <c:v>51.85281372</c:v>
                </c:pt>
                <c:pt idx="1720">
                  <c:v>51.85216354</c:v>
                </c:pt>
                <c:pt idx="1721">
                  <c:v>51.85141871</c:v>
                </c:pt>
                <c:pt idx="1722">
                  <c:v>51.85107422</c:v>
                </c:pt>
                <c:pt idx="1723">
                  <c:v>51.85011292</c:v>
                </c:pt>
                <c:pt idx="1724">
                  <c:v>51.84937041</c:v>
                </c:pt>
                <c:pt idx="1725">
                  <c:v>51.8487854</c:v>
                </c:pt>
                <c:pt idx="1726">
                  <c:v>51.84805298</c:v>
                </c:pt>
                <c:pt idx="1727">
                  <c:v>51.847229</c:v>
                </c:pt>
                <c:pt idx="1728">
                  <c:v>51.84653072</c:v>
                </c:pt>
                <c:pt idx="1729">
                  <c:v>51.84590149</c:v>
                </c:pt>
                <c:pt idx="1730">
                  <c:v>51.84550657</c:v>
                </c:pt>
                <c:pt idx="1731">
                  <c:v>51.8447113</c:v>
                </c:pt>
                <c:pt idx="1732">
                  <c:v>51.84407043</c:v>
                </c:pt>
                <c:pt idx="1733">
                  <c:v>51.84310913</c:v>
                </c:pt>
                <c:pt idx="1734">
                  <c:v>51.84233093</c:v>
                </c:pt>
                <c:pt idx="1735">
                  <c:v>51.84173584</c:v>
                </c:pt>
                <c:pt idx="1736">
                  <c:v>51.84127808</c:v>
                </c:pt>
                <c:pt idx="1737">
                  <c:v>51.84052548</c:v>
                </c:pt>
                <c:pt idx="1738">
                  <c:v>51.83968754</c:v>
                </c:pt>
                <c:pt idx="1739">
                  <c:v>51.83894271</c:v>
                </c:pt>
                <c:pt idx="1740">
                  <c:v>51.83816528</c:v>
                </c:pt>
                <c:pt idx="1741">
                  <c:v>51.83754614</c:v>
                </c:pt>
                <c:pt idx="1742">
                  <c:v>51.83675475</c:v>
                </c:pt>
                <c:pt idx="1743">
                  <c:v>51.83615112</c:v>
                </c:pt>
                <c:pt idx="1744">
                  <c:v>51.83546448</c:v>
                </c:pt>
                <c:pt idx="1745">
                  <c:v>51.834753</c:v>
                </c:pt>
                <c:pt idx="1746">
                  <c:v>51.83405472</c:v>
                </c:pt>
                <c:pt idx="1747">
                  <c:v>51.83335644</c:v>
                </c:pt>
                <c:pt idx="1748">
                  <c:v>51.83294678</c:v>
                </c:pt>
                <c:pt idx="1749">
                  <c:v>51.83221436</c:v>
                </c:pt>
                <c:pt idx="1750">
                  <c:v>51.83152771</c:v>
                </c:pt>
                <c:pt idx="1751">
                  <c:v>51.83084106</c:v>
                </c:pt>
                <c:pt idx="1752">
                  <c:v>51.82978821</c:v>
                </c:pt>
                <c:pt idx="1753">
                  <c:v>51.82910156</c:v>
                </c:pt>
                <c:pt idx="1754">
                  <c:v>51.8288269</c:v>
                </c:pt>
                <c:pt idx="1755">
                  <c:v>51.82795638</c:v>
                </c:pt>
                <c:pt idx="1756">
                  <c:v>51.82725809</c:v>
                </c:pt>
                <c:pt idx="1757">
                  <c:v>51.82658386</c:v>
                </c:pt>
                <c:pt idx="1758">
                  <c:v>51.82589722</c:v>
                </c:pt>
                <c:pt idx="1759">
                  <c:v>51.82497703</c:v>
                </c:pt>
                <c:pt idx="1760">
                  <c:v>51.82434082</c:v>
                </c:pt>
                <c:pt idx="1761">
                  <c:v>51.82362702</c:v>
                </c:pt>
                <c:pt idx="1762">
                  <c:v>51.82287598</c:v>
                </c:pt>
                <c:pt idx="1763">
                  <c:v>51.82250977</c:v>
                </c:pt>
                <c:pt idx="1764">
                  <c:v>51.82168579</c:v>
                </c:pt>
                <c:pt idx="1765">
                  <c:v>51.82092699</c:v>
                </c:pt>
                <c:pt idx="1766">
                  <c:v>51.8203125</c:v>
                </c:pt>
                <c:pt idx="1767">
                  <c:v>51.8195343</c:v>
                </c:pt>
                <c:pt idx="1768">
                  <c:v>51.81884766</c:v>
                </c:pt>
                <c:pt idx="1769">
                  <c:v>51.81818041</c:v>
                </c:pt>
                <c:pt idx="1770">
                  <c:v>51.81752014</c:v>
                </c:pt>
                <c:pt idx="1771">
                  <c:v>51.81673729</c:v>
                </c:pt>
                <c:pt idx="1772">
                  <c:v>51.81610107</c:v>
                </c:pt>
                <c:pt idx="1773">
                  <c:v>51.81532288</c:v>
                </c:pt>
                <c:pt idx="1774">
                  <c:v>51.81477356</c:v>
                </c:pt>
                <c:pt idx="1775">
                  <c:v>51.81399071</c:v>
                </c:pt>
                <c:pt idx="1776">
                  <c:v>51.81324587</c:v>
                </c:pt>
                <c:pt idx="1777">
                  <c:v>51.81254759</c:v>
                </c:pt>
                <c:pt idx="1778">
                  <c:v>51.8118493</c:v>
                </c:pt>
                <c:pt idx="1779">
                  <c:v>51.81115723</c:v>
                </c:pt>
                <c:pt idx="1780">
                  <c:v>51.81040618</c:v>
                </c:pt>
                <c:pt idx="1781">
                  <c:v>51.80960083</c:v>
                </c:pt>
                <c:pt idx="1782">
                  <c:v>51.80891651</c:v>
                </c:pt>
                <c:pt idx="1783">
                  <c:v>51.80827332</c:v>
                </c:pt>
                <c:pt idx="1784">
                  <c:v>51.80751995</c:v>
                </c:pt>
                <c:pt idx="1785">
                  <c:v>51.80680847</c:v>
                </c:pt>
                <c:pt idx="1786">
                  <c:v>51.80612183</c:v>
                </c:pt>
                <c:pt idx="1787">
                  <c:v>51.8055182</c:v>
                </c:pt>
                <c:pt idx="1788">
                  <c:v>51.80486647</c:v>
                </c:pt>
                <c:pt idx="1789">
                  <c:v>51.80416818</c:v>
                </c:pt>
                <c:pt idx="1790">
                  <c:v>51.8034699</c:v>
                </c:pt>
                <c:pt idx="1791">
                  <c:v>51.80264282</c:v>
                </c:pt>
                <c:pt idx="1792">
                  <c:v>51.80195618</c:v>
                </c:pt>
                <c:pt idx="1793">
                  <c:v>51.80122375</c:v>
                </c:pt>
                <c:pt idx="1794">
                  <c:v>51.80081642</c:v>
                </c:pt>
                <c:pt idx="1795">
                  <c:v>51.79997848</c:v>
                </c:pt>
                <c:pt idx="1796">
                  <c:v>51.79934692</c:v>
                </c:pt>
                <c:pt idx="1797">
                  <c:v>51.79862847</c:v>
                </c:pt>
                <c:pt idx="1798">
                  <c:v>51.79801941</c:v>
                </c:pt>
                <c:pt idx="1799">
                  <c:v>51.79709224</c:v>
                </c:pt>
                <c:pt idx="1800">
                  <c:v>51.79623413</c:v>
                </c:pt>
                <c:pt idx="1801">
                  <c:v>51.79560257</c:v>
                </c:pt>
                <c:pt idx="1802">
                  <c:v>51.79499817</c:v>
                </c:pt>
                <c:pt idx="1803">
                  <c:v>51.7943573</c:v>
                </c:pt>
                <c:pt idx="1804">
                  <c:v>51.79374048</c:v>
                </c:pt>
                <c:pt idx="1805">
                  <c:v>51.7930422</c:v>
                </c:pt>
                <c:pt idx="1806">
                  <c:v>51.79225081</c:v>
                </c:pt>
                <c:pt idx="1807">
                  <c:v>51.79155253</c:v>
                </c:pt>
                <c:pt idx="1808">
                  <c:v>51.79092407</c:v>
                </c:pt>
                <c:pt idx="1809">
                  <c:v>51.79020251</c:v>
                </c:pt>
                <c:pt idx="1810">
                  <c:v>51.78950423</c:v>
                </c:pt>
                <c:pt idx="1811">
                  <c:v>51.78871284</c:v>
                </c:pt>
                <c:pt idx="1812">
                  <c:v>51.78808594</c:v>
                </c:pt>
                <c:pt idx="1813">
                  <c:v>51.78731627</c:v>
                </c:pt>
                <c:pt idx="1814">
                  <c:v>51.78657532</c:v>
                </c:pt>
                <c:pt idx="1815">
                  <c:v>51.7858266</c:v>
                </c:pt>
                <c:pt idx="1816">
                  <c:v>51.78512832</c:v>
                </c:pt>
                <c:pt idx="1817">
                  <c:v>51.78438348</c:v>
                </c:pt>
                <c:pt idx="1818">
                  <c:v>51.78373718</c:v>
                </c:pt>
                <c:pt idx="1819">
                  <c:v>51.78312657</c:v>
                </c:pt>
                <c:pt idx="1820">
                  <c:v>51.78238174</c:v>
                </c:pt>
                <c:pt idx="1821">
                  <c:v>51.7816369</c:v>
                </c:pt>
                <c:pt idx="1822">
                  <c:v>51.78093862</c:v>
                </c:pt>
                <c:pt idx="1823">
                  <c:v>51.78030396</c:v>
                </c:pt>
                <c:pt idx="1824">
                  <c:v>51.7795886</c:v>
                </c:pt>
                <c:pt idx="1825">
                  <c:v>51.77889032</c:v>
                </c:pt>
                <c:pt idx="1826">
                  <c:v>51.77810669</c:v>
                </c:pt>
                <c:pt idx="1827">
                  <c:v>51.77740065</c:v>
                </c:pt>
                <c:pt idx="1828">
                  <c:v>51.77670236</c:v>
                </c:pt>
                <c:pt idx="1829">
                  <c:v>51.77590942</c:v>
                </c:pt>
                <c:pt idx="1830">
                  <c:v>51.77513123</c:v>
                </c:pt>
                <c:pt idx="1831">
                  <c:v>51.77485657</c:v>
                </c:pt>
                <c:pt idx="1832">
                  <c:v>51.77389526</c:v>
                </c:pt>
                <c:pt idx="1833">
                  <c:v>51.77311707</c:v>
                </c:pt>
                <c:pt idx="1834">
                  <c:v>51.77238464</c:v>
                </c:pt>
                <c:pt idx="1835">
                  <c:v>51.77160645</c:v>
                </c:pt>
                <c:pt idx="1836">
                  <c:v>51.77097644</c:v>
                </c:pt>
                <c:pt idx="1837">
                  <c:v>51.77064514</c:v>
                </c:pt>
                <c:pt idx="1838">
                  <c:v>51.76953332</c:v>
                </c:pt>
                <c:pt idx="1839">
                  <c:v>51.76885986</c:v>
                </c:pt>
                <c:pt idx="1840">
                  <c:v>51.76822986</c:v>
                </c:pt>
                <c:pt idx="1841">
                  <c:v>51.7676239</c:v>
                </c:pt>
                <c:pt idx="1842">
                  <c:v>51.76678674</c:v>
                </c:pt>
                <c:pt idx="1843">
                  <c:v>51.7660419</c:v>
                </c:pt>
                <c:pt idx="1844">
                  <c:v>51.76533508</c:v>
                </c:pt>
                <c:pt idx="1845">
                  <c:v>51.76464844</c:v>
                </c:pt>
                <c:pt idx="1846">
                  <c:v>51.76431947</c:v>
                </c:pt>
                <c:pt idx="1847">
                  <c:v>51.76352808</c:v>
                </c:pt>
                <c:pt idx="1848">
                  <c:v>51.76277161</c:v>
                </c:pt>
                <c:pt idx="1849">
                  <c:v>51.76203918</c:v>
                </c:pt>
                <c:pt idx="1850">
                  <c:v>51.76130676</c:v>
                </c:pt>
                <c:pt idx="1851">
                  <c:v>51.76057434</c:v>
                </c:pt>
                <c:pt idx="1852">
                  <c:v>51.75994356</c:v>
                </c:pt>
                <c:pt idx="1853">
                  <c:v>51.75915217</c:v>
                </c:pt>
                <c:pt idx="1854">
                  <c:v>51.75845389</c:v>
                </c:pt>
                <c:pt idx="1855">
                  <c:v>51.7577556</c:v>
                </c:pt>
                <c:pt idx="1856">
                  <c:v>51.75704956</c:v>
                </c:pt>
                <c:pt idx="1857">
                  <c:v>51.75640559</c:v>
                </c:pt>
                <c:pt idx="1858">
                  <c:v>51.7557073</c:v>
                </c:pt>
                <c:pt idx="1859">
                  <c:v>51.75496247</c:v>
                </c:pt>
                <c:pt idx="1860">
                  <c:v>51.75435729</c:v>
                </c:pt>
                <c:pt idx="1861">
                  <c:v>51.75365901</c:v>
                </c:pt>
                <c:pt idx="1862">
                  <c:v>51.75291417</c:v>
                </c:pt>
                <c:pt idx="1863">
                  <c:v>51.75216933</c:v>
                </c:pt>
                <c:pt idx="1864">
                  <c:v>51.75147105</c:v>
                </c:pt>
                <c:pt idx="1865">
                  <c:v>51.75067966</c:v>
                </c:pt>
                <c:pt idx="1866">
                  <c:v>51.75004578</c:v>
                </c:pt>
                <c:pt idx="1867">
                  <c:v>51.7493762</c:v>
                </c:pt>
                <c:pt idx="1868">
                  <c:v>51.74835205</c:v>
                </c:pt>
                <c:pt idx="1869">
                  <c:v>51.74807274</c:v>
                </c:pt>
                <c:pt idx="1870">
                  <c:v>51.74700204</c:v>
                </c:pt>
                <c:pt idx="1871">
                  <c:v>51.74638367</c:v>
                </c:pt>
                <c:pt idx="1872">
                  <c:v>51.74574513</c:v>
                </c:pt>
                <c:pt idx="1873">
                  <c:v>51.74509339</c:v>
                </c:pt>
                <c:pt idx="1874">
                  <c:v>51.74432373</c:v>
                </c:pt>
                <c:pt idx="1875">
                  <c:v>51.74365027</c:v>
                </c:pt>
                <c:pt idx="1876">
                  <c:v>51.74290544</c:v>
                </c:pt>
                <c:pt idx="1877">
                  <c:v>51.74226379</c:v>
                </c:pt>
                <c:pt idx="1878">
                  <c:v>51.74155542</c:v>
                </c:pt>
                <c:pt idx="1879">
                  <c:v>51.7408905</c:v>
                </c:pt>
                <c:pt idx="1880">
                  <c:v>51.74020386</c:v>
                </c:pt>
                <c:pt idx="1881">
                  <c:v>51.73947144</c:v>
                </c:pt>
                <c:pt idx="1882">
                  <c:v>51.73876229</c:v>
                </c:pt>
                <c:pt idx="1883">
                  <c:v>51.73796082</c:v>
                </c:pt>
                <c:pt idx="1884">
                  <c:v>51.73727417</c:v>
                </c:pt>
                <c:pt idx="1885">
                  <c:v>51.73649597</c:v>
                </c:pt>
                <c:pt idx="1886">
                  <c:v>51.7358295</c:v>
                </c:pt>
                <c:pt idx="1887">
                  <c:v>51.73493958</c:v>
                </c:pt>
                <c:pt idx="1888">
                  <c:v>51.73443604</c:v>
                </c:pt>
                <c:pt idx="1889">
                  <c:v>51.73350189</c:v>
                </c:pt>
                <c:pt idx="1890">
                  <c:v>51.7328036</c:v>
                </c:pt>
                <c:pt idx="1891">
                  <c:v>51.73201222</c:v>
                </c:pt>
                <c:pt idx="1892">
                  <c:v>51.73136902</c:v>
                </c:pt>
                <c:pt idx="1893">
                  <c:v>51.73095703</c:v>
                </c:pt>
                <c:pt idx="1894">
                  <c:v>51.72996392</c:v>
                </c:pt>
                <c:pt idx="1895">
                  <c:v>51.72935486</c:v>
                </c:pt>
                <c:pt idx="1896">
                  <c:v>51.7286139</c:v>
                </c:pt>
                <c:pt idx="1897">
                  <c:v>51.72791562</c:v>
                </c:pt>
                <c:pt idx="1898">
                  <c:v>51.72729492</c:v>
                </c:pt>
                <c:pt idx="1899">
                  <c:v>51.72651672</c:v>
                </c:pt>
                <c:pt idx="1900">
                  <c:v>51.72586732</c:v>
                </c:pt>
                <c:pt idx="1901">
                  <c:v>51.72516904</c:v>
                </c:pt>
                <c:pt idx="1902">
                  <c:v>51.72431946</c:v>
                </c:pt>
                <c:pt idx="1903">
                  <c:v>51.72367936</c:v>
                </c:pt>
                <c:pt idx="1904">
                  <c:v>51.7230835</c:v>
                </c:pt>
                <c:pt idx="1905">
                  <c:v>51.72223625</c:v>
                </c:pt>
                <c:pt idx="1906">
                  <c:v>51.72157288</c:v>
                </c:pt>
                <c:pt idx="1907">
                  <c:v>51.72079468</c:v>
                </c:pt>
                <c:pt idx="1908">
                  <c:v>51.72024536</c:v>
                </c:pt>
                <c:pt idx="1909">
                  <c:v>51.71958277</c:v>
                </c:pt>
                <c:pt idx="1910">
                  <c:v>51.71869828</c:v>
                </c:pt>
                <c:pt idx="1911">
                  <c:v>51.7180931</c:v>
                </c:pt>
                <c:pt idx="1912">
                  <c:v>51.717453</c:v>
                </c:pt>
                <c:pt idx="1913">
                  <c:v>51.71681213</c:v>
                </c:pt>
                <c:pt idx="1914">
                  <c:v>51.7160448</c:v>
                </c:pt>
                <c:pt idx="1915">
                  <c:v>51.71543884</c:v>
                </c:pt>
                <c:pt idx="1916">
                  <c:v>51.71455513</c:v>
                </c:pt>
                <c:pt idx="1917">
                  <c:v>51.71379089</c:v>
                </c:pt>
                <c:pt idx="1918">
                  <c:v>51.71310425</c:v>
                </c:pt>
                <c:pt idx="1919">
                  <c:v>51.71236717</c:v>
                </c:pt>
                <c:pt idx="1920">
                  <c:v>51.71173096</c:v>
                </c:pt>
                <c:pt idx="1921">
                  <c:v>51.71104431</c:v>
                </c:pt>
                <c:pt idx="1922">
                  <c:v>51.71031887</c:v>
                </c:pt>
                <c:pt idx="1923">
                  <c:v>51.70967102</c:v>
                </c:pt>
                <c:pt idx="1924">
                  <c:v>51.70898438</c:v>
                </c:pt>
                <c:pt idx="1925">
                  <c:v>51.70802307</c:v>
                </c:pt>
                <c:pt idx="1926">
                  <c:v>51.70733643</c:v>
                </c:pt>
                <c:pt idx="1927">
                  <c:v>51.7066878</c:v>
                </c:pt>
                <c:pt idx="1928">
                  <c:v>51.70605469</c:v>
                </c:pt>
                <c:pt idx="1929">
                  <c:v>51.70527649</c:v>
                </c:pt>
                <c:pt idx="1930">
                  <c:v>51.70449984</c:v>
                </c:pt>
                <c:pt idx="1931">
                  <c:v>51.70376587</c:v>
                </c:pt>
                <c:pt idx="1932">
                  <c:v>51.70307922</c:v>
                </c:pt>
                <c:pt idx="1933">
                  <c:v>51.7023468</c:v>
                </c:pt>
                <c:pt idx="1934">
                  <c:v>51.70170671</c:v>
                </c:pt>
                <c:pt idx="1935">
                  <c:v>51.70097351</c:v>
                </c:pt>
                <c:pt idx="1936">
                  <c:v>51.70035669</c:v>
                </c:pt>
                <c:pt idx="1937">
                  <c:v>51.69955444</c:v>
                </c:pt>
                <c:pt idx="1938">
                  <c:v>51.69877625</c:v>
                </c:pt>
                <c:pt idx="1939">
                  <c:v>51.69822693</c:v>
                </c:pt>
                <c:pt idx="1940">
                  <c:v>51.6974239</c:v>
                </c:pt>
                <c:pt idx="1941">
                  <c:v>51.69663251</c:v>
                </c:pt>
                <c:pt idx="1942">
                  <c:v>51.69593423</c:v>
                </c:pt>
                <c:pt idx="1943">
                  <c:v>51.69529724</c:v>
                </c:pt>
                <c:pt idx="1944">
                  <c:v>51.69463077</c:v>
                </c:pt>
                <c:pt idx="1945">
                  <c:v>51.69369972</c:v>
                </c:pt>
                <c:pt idx="1946">
                  <c:v>51.69337463</c:v>
                </c:pt>
                <c:pt idx="1947">
                  <c:v>51.69264221</c:v>
                </c:pt>
                <c:pt idx="1948">
                  <c:v>51.69190979</c:v>
                </c:pt>
                <c:pt idx="1949">
                  <c:v>51.69113159</c:v>
                </c:pt>
                <c:pt idx="1950">
                  <c:v>51.69048762</c:v>
                </c:pt>
                <c:pt idx="1951">
                  <c:v>51.68951002</c:v>
                </c:pt>
                <c:pt idx="1952">
                  <c:v>51.68871863</c:v>
                </c:pt>
                <c:pt idx="1953">
                  <c:v>51.68806458</c:v>
                </c:pt>
                <c:pt idx="1954">
                  <c:v>51.68741517</c:v>
                </c:pt>
                <c:pt idx="1955">
                  <c:v>51.68667034</c:v>
                </c:pt>
                <c:pt idx="1956">
                  <c:v>51.6859255</c:v>
                </c:pt>
                <c:pt idx="1957">
                  <c:v>51.68531799</c:v>
                </c:pt>
                <c:pt idx="1958">
                  <c:v>51.68449402</c:v>
                </c:pt>
                <c:pt idx="1959">
                  <c:v>51.6838772</c:v>
                </c:pt>
                <c:pt idx="1960">
                  <c:v>51.68308581</c:v>
                </c:pt>
                <c:pt idx="1961">
                  <c:v>51.68243408</c:v>
                </c:pt>
                <c:pt idx="1962">
                  <c:v>51.68174744</c:v>
                </c:pt>
                <c:pt idx="1963">
                  <c:v>51.68096924</c:v>
                </c:pt>
                <c:pt idx="1964">
                  <c:v>51.68051147</c:v>
                </c:pt>
                <c:pt idx="1965">
                  <c:v>51.67982483</c:v>
                </c:pt>
                <c:pt idx="1966">
                  <c:v>51.67880301</c:v>
                </c:pt>
                <c:pt idx="1967">
                  <c:v>51.67810472</c:v>
                </c:pt>
                <c:pt idx="1968">
                  <c:v>51.67740644</c:v>
                </c:pt>
                <c:pt idx="1969">
                  <c:v>51.67698669</c:v>
                </c:pt>
                <c:pt idx="1970">
                  <c:v>51.67597961</c:v>
                </c:pt>
                <c:pt idx="1971">
                  <c:v>51.67524719</c:v>
                </c:pt>
                <c:pt idx="1972">
                  <c:v>51.67461331</c:v>
                </c:pt>
                <c:pt idx="1973">
                  <c:v>51.67382192</c:v>
                </c:pt>
                <c:pt idx="1974">
                  <c:v>51.67340295</c:v>
                </c:pt>
                <c:pt idx="1975">
                  <c:v>51.67263794</c:v>
                </c:pt>
                <c:pt idx="1976">
                  <c:v>51.67163396</c:v>
                </c:pt>
                <c:pt idx="1977">
                  <c:v>51.67098999</c:v>
                </c:pt>
                <c:pt idx="1978">
                  <c:v>51.67053223</c:v>
                </c:pt>
                <c:pt idx="1979">
                  <c:v>51.66947937</c:v>
                </c:pt>
                <c:pt idx="1980">
                  <c:v>51.66884083</c:v>
                </c:pt>
                <c:pt idx="1981">
                  <c:v>51.66814255</c:v>
                </c:pt>
                <c:pt idx="1982">
                  <c:v>51.66753737</c:v>
                </c:pt>
                <c:pt idx="1983">
                  <c:v>51.66679253</c:v>
                </c:pt>
                <c:pt idx="1984">
                  <c:v>51.6661377</c:v>
                </c:pt>
                <c:pt idx="1985">
                  <c:v>51.66534941</c:v>
                </c:pt>
                <c:pt idx="1986">
                  <c:v>51.66448975</c:v>
                </c:pt>
                <c:pt idx="1987">
                  <c:v>51.66389465</c:v>
                </c:pt>
                <c:pt idx="1988">
                  <c:v>51.66348267</c:v>
                </c:pt>
                <c:pt idx="1989">
                  <c:v>51.66232352</c:v>
                </c:pt>
                <c:pt idx="1990">
                  <c:v>51.6620442</c:v>
                </c:pt>
                <c:pt idx="1991">
                  <c:v>51.66096497</c:v>
                </c:pt>
                <c:pt idx="1992">
                  <c:v>51.66018677</c:v>
                </c:pt>
                <c:pt idx="1993">
                  <c:v>51.65985625</c:v>
                </c:pt>
                <c:pt idx="1994">
                  <c:v>51.65911141</c:v>
                </c:pt>
                <c:pt idx="1995">
                  <c:v>51.65840149</c:v>
                </c:pt>
                <c:pt idx="1996">
                  <c:v>51.65771484</c:v>
                </c:pt>
                <c:pt idx="1997">
                  <c:v>51.65670776</c:v>
                </c:pt>
                <c:pt idx="1998">
                  <c:v>51.65599241</c:v>
                </c:pt>
                <c:pt idx="1999">
                  <c:v>51.65524758</c:v>
                </c:pt>
                <c:pt idx="2000">
                  <c:v>51.65460205</c:v>
                </c:pt>
                <c:pt idx="2001">
                  <c:v>51.65382385</c:v>
                </c:pt>
                <c:pt idx="2002">
                  <c:v>51.65327454</c:v>
                </c:pt>
                <c:pt idx="2003">
                  <c:v>51.65254211</c:v>
                </c:pt>
                <c:pt idx="2004">
                  <c:v>51.65184926</c:v>
                </c:pt>
                <c:pt idx="2005">
                  <c:v>51.65103149</c:v>
                </c:pt>
                <c:pt idx="2006">
                  <c:v>51.65040614</c:v>
                </c:pt>
                <c:pt idx="2007">
                  <c:v>51.64970398</c:v>
                </c:pt>
                <c:pt idx="2008">
                  <c:v>51.64905613</c:v>
                </c:pt>
                <c:pt idx="2009">
                  <c:v>51.64831129</c:v>
                </c:pt>
                <c:pt idx="2010">
                  <c:v>51.64759827</c:v>
                </c:pt>
                <c:pt idx="2011">
                  <c:v>51.64696128</c:v>
                </c:pt>
                <c:pt idx="2012">
                  <c:v>51.64626299</c:v>
                </c:pt>
                <c:pt idx="2013">
                  <c:v>51.64547161</c:v>
                </c:pt>
                <c:pt idx="2014">
                  <c:v>51.64471436</c:v>
                </c:pt>
                <c:pt idx="2015">
                  <c:v>51.64407504</c:v>
                </c:pt>
                <c:pt idx="2016">
                  <c:v>51.64334106</c:v>
                </c:pt>
                <c:pt idx="2017">
                  <c:v>51.64260864</c:v>
                </c:pt>
                <c:pt idx="2018">
                  <c:v>51.64198019</c:v>
                </c:pt>
                <c:pt idx="2019">
                  <c:v>51.64128113</c:v>
                </c:pt>
                <c:pt idx="2020">
                  <c:v>51.64049052</c:v>
                </c:pt>
                <c:pt idx="2021">
                  <c:v>51.63979223</c:v>
                </c:pt>
                <c:pt idx="2022">
                  <c:v>51.63908386</c:v>
                </c:pt>
                <c:pt idx="2023">
                  <c:v>51.63835144</c:v>
                </c:pt>
                <c:pt idx="2024">
                  <c:v>51.63761902</c:v>
                </c:pt>
                <c:pt idx="2025">
                  <c:v>51.63690599</c:v>
                </c:pt>
                <c:pt idx="2026">
                  <c:v>51.6362915</c:v>
                </c:pt>
                <c:pt idx="2027">
                  <c:v>51.63555908</c:v>
                </c:pt>
                <c:pt idx="2028">
                  <c:v>51.63478088</c:v>
                </c:pt>
                <c:pt idx="2029">
                  <c:v>51.63383355</c:v>
                </c:pt>
                <c:pt idx="2030">
                  <c:v>51.63322449</c:v>
                </c:pt>
                <c:pt idx="2031">
                  <c:v>51.63248353</c:v>
                </c:pt>
                <c:pt idx="2032">
                  <c:v>51.63171387</c:v>
                </c:pt>
                <c:pt idx="2033">
                  <c:v>51.6312561</c:v>
                </c:pt>
                <c:pt idx="2034">
                  <c:v>51.63020325</c:v>
                </c:pt>
                <c:pt idx="2035">
                  <c:v>51.62955074</c:v>
                </c:pt>
                <c:pt idx="2036">
                  <c:v>51.62908522</c:v>
                </c:pt>
                <c:pt idx="2037">
                  <c:v>51.62829383</c:v>
                </c:pt>
                <c:pt idx="2038">
                  <c:v>51.62759555</c:v>
                </c:pt>
                <c:pt idx="2039">
                  <c:v>51.62677002</c:v>
                </c:pt>
                <c:pt idx="2040">
                  <c:v>51.62591967</c:v>
                </c:pt>
                <c:pt idx="2041">
                  <c:v>51.6252594</c:v>
                </c:pt>
                <c:pt idx="2042">
                  <c:v>51.62457275</c:v>
                </c:pt>
                <c:pt idx="2043">
                  <c:v>51.62384033</c:v>
                </c:pt>
                <c:pt idx="2044">
                  <c:v>51.62312653</c:v>
                </c:pt>
                <c:pt idx="2045">
                  <c:v>51.62232971</c:v>
                </c:pt>
                <c:pt idx="2046">
                  <c:v>51.62182617</c:v>
                </c:pt>
                <c:pt idx="2047">
                  <c:v>51.62081909</c:v>
                </c:pt>
                <c:pt idx="2048">
                  <c:v>51.62014719</c:v>
                </c:pt>
                <c:pt idx="2049">
                  <c:v>51.6194489</c:v>
                </c:pt>
                <c:pt idx="2050">
                  <c:v>51.61898804</c:v>
                </c:pt>
                <c:pt idx="2051">
                  <c:v>51.61830139</c:v>
                </c:pt>
                <c:pt idx="2052">
                  <c:v>51.61684198</c:v>
                </c:pt>
                <c:pt idx="2053">
                  <c:v>51.61539886</c:v>
                </c:pt>
                <c:pt idx="2054">
                  <c:v>51.61460747</c:v>
                </c:pt>
                <c:pt idx="2055">
                  <c:v>51.6110695</c:v>
                </c:pt>
                <c:pt idx="2056">
                  <c:v>51.61038208</c:v>
                </c:pt>
                <c:pt idx="2057">
                  <c:v>51.60957983</c:v>
                </c:pt>
                <c:pt idx="2058">
                  <c:v>51.60883499</c:v>
                </c:pt>
                <c:pt idx="2059">
                  <c:v>51.60855568</c:v>
                </c:pt>
                <c:pt idx="2060">
                  <c:v>51.60740662</c:v>
                </c:pt>
                <c:pt idx="2061">
                  <c:v>51.60667419</c:v>
                </c:pt>
                <c:pt idx="2062">
                  <c:v>51.60598755</c:v>
                </c:pt>
                <c:pt idx="2063">
                  <c:v>51.60511082</c:v>
                </c:pt>
                <c:pt idx="2064">
                  <c:v>51.60443115</c:v>
                </c:pt>
                <c:pt idx="2065">
                  <c:v>51.60380735</c:v>
                </c:pt>
                <c:pt idx="2066">
                  <c:v>51.60301596</c:v>
                </c:pt>
                <c:pt idx="2067">
                  <c:v>51.60227113</c:v>
                </c:pt>
                <c:pt idx="2068">
                  <c:v>51.60163879</c:v>
                </c:pt>
                <c:pt idx="2069">
                  <c:v>51.60068835</c:v>
                </c:pt>
                <c:pt idx="2070">
                  <c:v>51.59999084</c:v>
                </c:pt>
                <c:pt idx="2071">
                  <c:v>51.59925842</c:v>
                </c:pt>
                <c:pt idx="2072">
                  <c:v>51.59891937</c:v>
                </c:pt>
                <c:pt idx="2073">
                  <c:v>51.5977478</c:v>
                </c:pt>
                <c:pt idx="2074">
                  <c:v>51.59710383</c:v>
                </c:pt>
                <c:pt idx="2075">
                  <c:v>51.59640555</c:v>
                </c:pt>
                <c:pt idx="2076">
                  <c:v>51.59561416</c:v>
                </c:pt>
                <c:pt idx="2077">
                  <c:v>51.59495544</c:v>
                </c:pt>
                <c:pt idx="2078">
                  <c:v>51.59459001</c:v>
                </c:pt>
                <c:pt idx="2079">
                  <c:v>51.59358215</c:v>
                </c:pt>
                <c:pt idx="2080">
                  <c:v>51.59296068</c:v>
                </c:pt>
                <c:pt idx="2081">
                  <c:v>51.59221585</c:v>
                </c:pt>
                <c:pt idx="2082">
                  <c:v>51.59152222</c:v>
                </c:pt>
                <c:pt idx="2083">
                  <c:v>51.59078979</c:v>
                </c:pt>
                <c:pt idx="2084">
                  <c:v>51.59005737</c:v>
                </c:pt>
                <c:pt idx="2085">
                  <c:v>51.58942271</c:v>
                </c:pt>
                <c:pt idx="2086">
                  <c:v>51.58863132</c:v>
                </c:pt>
                <c:pt idx="2087">
                  <c:v>51.58786011</c:v>
                </c:pt>
                <c:pt idx="2088">
                  <c:v>51.58712769</c:v>
                </c:pt>
                <c:pt idx="2089">
                  <c:v>51.58625716</c:v>
                </c:pt>
                <c:pt idx="2090">
                  <c:v>51.58569853</c:v>
                </c:pt>
                <c:pt idx="2091">
                  <c:v>51.5849537</c:v>
                </c:pt>
                <c:pt idx="2092">
                  <c:v>51.584198</c:v>
                </c:pt>
                <c:pt idx="2093">
                  <c:v>51.58369446</c:v>
                </c:pt>
                <c:pt idx="2094">
                  <c:v>51.58296204</c:v>
                </c:pt>
                <c:pt idx="2095">
                  <c:v>51.58216056</c:v>
                </c:pt>
                <c:pt idx="2096">
                  <c:v>51.58146228</c:v>
                </c:pt>
                <c:pt idx="2097">
                  <c:v>51.58067089</c:v>
                </c:pt>
                <c:pt idx="2098">
                  <c:v>51.57992605</c:v>
                </c:pt>
                <c:pt idx="2099">
                  <c:v>51.57925415</c:v>
                </c:pt>
                <c:pt idx="2100">
                  <c:v>51.57857604</c:v>
                </c:pt>
                <c:pt idx="2101">
                  <c:v>51.57788086</c:v>
                </c:pt>
                <c:pt idx="2102">
                  <c:v>51.57727258</c:v>
                </c:pt>
                <c:pt idx="2103">
                  <c:v>51.57615532</c:v>
                </c:pt>
                <c:pt idx="2104">
                  <c:v>51.57499152</c:v>
                </c:pt>
                <c:pt idx="2105">
                  <c:v>51.57429323</c:v>
                </c:pt>
                <c:pt idx="2106">
                  <c:v>51.57350185</c:v>
                </c:pt>
                <c:pt idx="2107">
                  <c:v>51.57322253</c:v>
                </c:pt>
                <c:pt idx="2108">
                  <c:v>51.57197571</c:v>
                </c:pt>
                <c:pt idx="2109">
                  <c:v>51.56996388</c:v>
                </c:pt>
                <c:pt idx="2110">
                  <c:v>51.56959534</c:v>
                </c:pt>
                <c:pt idx="2111">
                  <c:v>51.56465692</c:v>
                </c:pt>
                <c:pt idx="2112">
                  <c:v>51.56428528</c:v>
                </c:pt>
                <c:pt idx="2113">
                  <c:v>51.5632782</c:v>
                </c:pt>
                <c:pt idx="2114">
                  <c:v>51.5625</c:v>
                </c:pt>
                <c:pt idx="2115">
                  <c:v>51.5621431</c:v>
                </c:pt>
                <c:pt idx="2116">
                  <c:v>51.56103516</c:v>
                </c:pt>
                <c:pt idx="2117">
                  <c:v>51.56042067</c:v>
                </c:pt>
                <c:pt idx="2118">
                  <c:v>51.55952454</c:v>
                </c:pt>
                <c:pt idx="2119">
                  <c:v>51.55916376</c:v>
                </c:pt>
                <c:pt idx="2120">
                  <c:v>51.55841892</c:v>
                </c:pt>
                <c:pt idx="2121">
                  <c:v>51.55762753</c:v>
                </c:pt>
                <c:pt idx="2122">
                  <c:v>51.55692925</c:v>
                </c:pt>
                <c:pt idx="2123">
                  <c:v>51.55632407</c:v>
                </c:pt>
                <c:pt idx="2124">
                  <c:v>51.55545044</c:v>
                </c:pt>
                <c:pt idx="2125">
                  <c:v>51.5548344</c:v>
                </c:pt>
                <c:pt idx="2126">
                  <c:v>51.55381025</c:v>
                </c:pt>
                <c:pt idx="2127">
                  <c:v>51.55307007</c:v>
                </c:pt>
                <c:pt idx="2128">
                  <c:v>51.5526123</c:v>
                </c:pt>
                <c:pt idx="2129">
                  <c:v>51.55192566</c:v>
                </c:pt>
                <c:pt idx="2130">
                  <c:v>51.55110168</c:v>
                </c:pt>
                <c:pt idx="2131">
                  <c:v>51.55031883</c:v>
                </c:pt>
                <c:pt idx="2132">
                  <c:v>51.54963684</c:v>
                </c:pt>
                <c:pt idx="2133">
                  <c:v>51.54892226</c:v>
                </c:pt>
                <c:pt idx="2134">
                  <c:v>51.54817743</c:v>
                </c:pt>
                <c:pt idx="2135">
                  <c:v>51.54719983</c:v>
                </c:pt>
                <c:pt idx="2136">
                  <c:v>51.54679871</c:v>
                </c:pt>
                <c:pt idx="2137">
                  <c:v>51.54602051</c:v>
                </c:pt>
                <c:pt idx="2138">
                  <c:v>51.54528809</c:v>
                </c:pt>
                <c:pt idx="2139">
                  <c:v>51.5444998</c:v>
                </c:pt>
                <c:pt idx="2140">
                  <c:v>51.54366186</c:v>
                </c:pt>
                <c:pt idx="2141">
                  <c:v>51.54296358</c:v>
                </c:pt>
                <c:pt idx="2142">
                  <c:v>51.54212952</c:v>
                </c:pt>
                <c:pt idx="2143">
                  <c:v>51.54142735</c:v>
                </c:pt>
                <c:pt idx="2144">
                  <c:v>51.54082217</c:v>
                </c:pt>
                <c:pt idx="2145">
                  <c:v>51.54012389</c:v>
                </c:pt>
                <c:pt idx="2146">
                  <c:v>51.53951871</c:v>
                </c:pt>
                <c:pt idx="2147">
                  <c:v>51.53878784</c:v>
                </c:pt>
                <c:pt idx="2148">
                  <c:v>51.53805542</c:v>
                </c:pt>
                <c:pt idx="2149">
                  <c:v>51.537323</c:v>
                </c:pt>
                <c:pt idx="2150">
                  <c:v>51.53658592</c:v>
                </c:pt>
                <c:pt idx="2151">
                  <c:v>51.53556177</c:v>
                </c:pt>
                <c:pt idx="2152">
                  <c:v>51.5351428</c:v>
                </c:pt>
                <c:pt idx="2153">
                  <c:v>51.53435141</c:v>
                </c:pt>
                <c:pt idx="2154">
                  <c:v>51.53360658</c:v>
                </c:pt>
                <c:pt idx="2155">
                  <c:v>51.53286174</c:v>
                </c:pt>
                <c:pt idx="2156">
                  <c:v>51.53207035</c:v>
                </c:pt>
                <c:pt idx="2157">
                  <c:v>51.53132552</c:v>
                </c:pt>
                <c:pt idx="2158">
                  <c:v>51.53062723</c:v>
                </c:pt>
                <c:pt idx="2159">
                  <c:v>51.52986145</c:v>
                </c:pt>
                <c:pt idx="2160">
                  <c:v>51.52912903</c:v>
                </c:pt>
                <c:pt idx="2161">
                  <c:v>51.52834617</c:v>
                </c:pt>
                <c:pt idx="2162">
                  <c:v>51.52766418</c:v>
                </c:pt>
                <c:pt idx="2163">
                  <c:v>51.52688599</c:v>
                </c:pt>
                <c:pt idx="2164">
                  <c:v>51.52629089</c:v>
                </c:pt>
                <c:pt idx="2165">
                  <c:v>51.52564615</c:v>
                </c:pt>
                <c:pt idx="2166">
                  <c:v>51.52485476</c:v>
                </c:pt>
                <c:pt idx="2167">
                  <c:v>51.52418518</c:v>
                </c:pt>
                <c:pt idx="2168">
                  <c:v>51.5231781</c:v>
                </c:pt>
                <c:pt idx="2169">
                  <c:v>51.52267456</c:v>
                </c:pt>
                <c:pt idx="2170">
                  <c:v>51.52201507</c:v>
                </c:pt>
                <c:pt idx="2171">
                  <c:v>51.52127023</c:v>
                </c:pt>
                <c:pt idx="2172">
                  <c:v>51.52038574</c:v>
                </c:pt>
                <c:pt idx="2173">
                  <c:v>51.51973401</c:v>
                </c:pt>
                <c:pt idx="2174">
                  <c:v>51.51898918</c:v>
                </c:pt>
                <c:pt idx="2175">
                  <c:v>51.51829089</c:v>
                </c:pt>
                <c:pt idx="2176">
                  <c:v>51.5174995</c:v>
                </c:pt>
                <c:pt idx="2177">
                  <c:v>51.51675467</c:v>
                </c:pt>
                <c:pt idx="2178">
                  <c:v>51.51587018</c:v>
                </c:pt>
                <c:pt idx="2179">
                  <c:v>51.51507879</c:v>
                </c:pt>
                <c:pt idx="2180">
                  <c:v>51.51452016</c:v>
                </c:pt>
                <c:pt idx="2181">
                  <c:v>51.51377532</c:v>
                </c:pt>
                <c:pt idx="2182">
                  <c:v>51.51303049</c:v>
                </c:pt>
                <c:pt idx="2183">
                  <c:v>51.5123291</c:v>
                </c:pt>
                <c:pt idx="2184">
                  <c:v>51.51168047</c:v>
                </c:pt>
                <c:pt idx="2185">
                  <c:v>51.51088909</c:v>
                </c:pt>
                <c:pt idx="2186">
                  <c:v>51.51008606</c:v>
                </c:pt>
                <c:pt idx="2187">
                  <c:v>51.5096283</c:v>
                </c:pt>
                <c:pt idx="2188">
                  <c:v>51.5088501</c:v>
                </c:pt>
                <c:pt idx="2189">
                  <c:v>51.50811768</c:v>
                </c:pt>
                <c:pt idx="2190">
                  <c:v>51.50738525</c:v>
                </c:pt>
                <c:pt idx="2191">
                  <c:v>51.50665283</c:v>
                </c:pt>
                <c:pt idx="2192">
                  <c:v>51.505908</c:v>
                </c:pt>
                <c:pt idx="2193">
                  <c:v>51.50527954</c:v>
                </c:pt>
                <c:pt idx="2194">
                  <c:v>51.50454712</c:v>
                </c:pt>
                <c:pt idx="2195">
                  <c:v>51.50344849</c:v>
                </c:pt>
                <c:pt idx="2196">
                  <c:v>51.50306831</c:v>
                </c:pt>
                <c:pt idx="2197">
                  <c:v>51.5022583</c:v>
                </c:pt>
                <c:pt idx="2198">
                  <c:v>51.50120622</c:v>
                </c:pt>
                <c:pt idx="2199">
                  <c:v>51.50056458</c:v>
                </c:pt>
                <c:pt idx="2200">
                  <c:v>51.49996948</c:v>
                </c:pt>
                <c:pt idx="2201">
                  <c:v>51.49914551</c:v>
                </c:pt>
                <c:pt idx="2202">
                  <c:v>51.49831998</c:v>
                </c:pt>
                <c:pt idx="2203">
                  <c:v>51.49795532</c:v>
                </c:pt>
                <c:pt idx="2204">
                  <c:v>51.49706307</c:v>
                </c:pt>
                <c:pt idx="2205">
                  <c:v>51.49603892</c:v>
                </c:pt>
                <c:pt idx="2206">
                  <c:v>51.4956665</c:v>
                </c:pt>
                <c:pt idx="2207">
                  <c:v>51.49452209</c:v>
                </c:pt>
                <c:pt idx="2208">
                  <c:v>51.493927</c:v>
                </c:pt>
                <c:pt idx="2209">
                  <c:v>51.49319458</c:v>
                </c:pt>
                <c:pt idx="2210">
                  <c:v>51.49246216</c:v>
                </c:pt>
                <c:pt idx="2211">
                  <c:v>51.49163818</c:v>
                </c:pt>
                <c:pt idx="2212">
                  <c:v>51.49090576</c:v>
                </c:pt>
                <c:pt idx="2213">
                  <c:v>51.49017334</c:v>
                </c:pt>
                <c:pt idx="2214">
                  <c:v>51.4894285</c:v>
                </c:pt>
                <c:pt idx="2215">
                  <c:v>51.48875427</c:v>
                </c:pt>
                <c:pt idx="2216">
                  <c:v>51.48797607</c:v>
                </c:pt>
                <c:pt idx="2217">
                  <c:v>51.48710089</c:v>
                </c:pt>
                <c:pt idx="2218">
                  <c:v>51.48635606</c:v>
                </c:pt>
                <c:pt idx="2219">
                  <c:v>51.48607674</c:v>
                </c:pt>
                <c:pt idx="2220">
                  <c:v>51.48486328</c:v>
                </c:pt>
                <c:pt idx="2221">
                  <c:v>51.48449397</c:v>
                </c:pt>
                <c:pt idx="2222">
                  <c:v>51.48374913</c:v>
                </c:pt>
                <c:pt idx="2223">
                  <c:v>51.48271179</c:v>
                </c:pt>
                <c:pt idx="2224">
                  <c:v>51.48207325</c:v>
                </c:pt>
                <c:pt idx="2225">
                  <c:v>51.48132841</c:v>
                </c:pt>
                <c:pt idx="2226">
                  <c:v>51.48067668</c:v>
                </c:pt>
                <c:pt idx="2227">
                  <c:v>51.47993185</c:v>
                </c:pt>
                <c:pt idx="2228">
                  <c:v>51.47909546</c:v>
                </c:pt>
                <c:pt idx="2229">
                  <c:v>51.47830252</c:v>
                </c:pt>
                <c:pt idx="2230">
                  <c:v>51.47760424</c:v>
                </c:pt>
                <c:pt idx="2231">
                  <c:v>51.47694397</c:v>
                </c:pt>
                <c:pt idx="2232">
                  <c:v>51.47625422</c:v>
                </c:pt>
                <c:pt idx="2233">
                  <c:v>51.47538757</c:v>
                </c:pt>
                <c:pt idx="2234">
                  <c:v>51.47479248</c:v>
                </c:pt>
                <c:pt idx="2235">
                  <c:v>51.47406006</c:v>
                </c:pt>
                <c:pt idx="2236">
                  <c:v>51.47318177</c:v>
                </c:pt>
                <c:pt idx="2237">
                  <c:v>51.47250366</c:v>
                </c:pt>
                <c:pt idx="2238">
                  <c:v>51.47183176</c:v>
                </c:pt>
                <c:pt idx="2239">
                  <c:v>51.47117615</c:v>
                </c:pt>
                <c:pt idx="2240">
                  <c:v>51.47015588</c:v>
                </c:pt>
                <c:pt idx="2241">
                  <c:v>51.46948242</c:v>
                </c:pt>
                <c:pt idx="2242">
                  <c:v>51.46870422</c:v>
                </c:pt>
                <c:pt idx="2243">
                  <c:v>51.46824646</c:v>
                </c:pt>
                <c:pt idx="2244">
                  <c:v>51.46751404</c:v>
                </c:pt>
                <c:pt idx="2245">
                  <c:v>51.46673584</c:v>
                </c:pt>
                <c:pt idx="2246">
                  <c:v>51.46591962</c:v>
                </c:pt>
                <c:pt idx="2247">
                  <c:v>51.46513367</c:v>
                </c:pt>
                <c:pt idx="2248">
                  <c:v>51.4643834</c:v>
                </c:pt>
                <c:pt idx="2249">
                  <c:v>51.46368512</c:v>
                </c:pt>
                <c:pt idx="2250">
                  <c:v>51.46302795</c:v>
                </c:pt>
                <c:pt idx="2251">
                  <c:v>51.46238165</c:v>
                </c:pt>
                <c:pt idx="2252">
                  <c:v>51.46147156</c:v>
                </c:pt>
                <c:pt idx="2253">
                  <c:v>51.46112474</c:v>
                </c:pt>
                <c:pt idx="2254">
                  <c:v>51.46037991</c:v>
                </c:pt>
                <c:pt idx="2255">
                  <c:v>51.45930921</c:v>
                </c:pt>
                <c:pt idx="2256">
                  <c:v>51.45863342</c:v>
                </c:pt>
                <c:pt idx="2257">
                  <c:v>51.457901</c:v>
                </c:pt>
                <c:pt idx="2258">
                  <c:v>51.45726013</c:v>
                </c:pt>
                <c:pt idx="2259">
                  <c:v>51.45620728</c:v>
                </c:pt>
                <c:pt idx="2260">
                  <c:v>51.45553847</c:v>
                </c:pt>
                <c:pt idx="2261">
                  <c:v>51.45484019</c:v>
                </c:pt>
                <c:pt idx="2262">
                  <c:v>51.45437622</c:v>
                </c:pt>
                <c:pt idx="2263">
                  <c:v>51.45372294</c:v>
                </c:pt>
                <c:pt idx="2264">
                  <c:v>51.45281982</c:v>
                </c:pt>
                <c:pt idx="2265">
                  <c:v>51.45176697</c:v>
                </c:pt>
                <c:pt idx="2266">
                  <c:v>51.45121765</c:v>
                </c:pt>
                <c:pt idx="2267">
                  <c:v>51.45053101</c:v>
                </c:pt>
                <c:pt idx="2268">
                  <c:v>51.44971945</c:v>
                </c:pt>
                <c:pt idx="2269">
                  <c:v>51.44897461</c:v>
                </c:pt>
                <c:pt idx="2270">
                  <c:v>51.44822977</c:v>
                </c:pt>
                <c:pt idx="2271">
                  <c:v>51.44753149</c:v>
                </c:pt>
                <c:pt idx="2272">
                  <c:v>51.44678665</c:v>
                </c:pt>
                <c:pt idx="2273">
                  <c:v>51.44604182</c:v>
                </c:pt>
                <c:pt idx="2274">
                  <c:v>51.44520388</c:v>
                </c:pt>
                <c:pt idx="2275">
                  <c:v>51.44445904</c:v>
                </c:pt>
                <c:pt idx="2276">
                  <c:v>51.44385386</c:v>
                </c:pt>
                <c:pt idx="2277">
                  <c:v>51.44316101</c:v>
                </c:pt>
                <c:pt idx="2278">
                  <c:v>51.44233704</c:v>
                </c:pt>
                <c:pt idx="2279">
                  <c:v>51.44166591</c:v>
                </c:pt>
                <c:pt idx="2280">
                  <c:v>51.44059521</c:v>
                </c:pt>
                <c:pt idx="2281">
                  <c:v>51.43986511</c:v>
                </c:pt>
                <c:pt idx="2282">
                  <c:v>51.43919864</c:v>
                </c:pt>
                <c:pt idx="2283">
                  <c:v>51.43859346</c:v>
                </c:pt>
                <c:pt idx="2284">
                  <c:v>51.43775552</c:v>
                </c:pt>
                <c:pt idx="2285">
                  <c:v>51.43701068</c:v>
                </c:pt>
                <c:pt idx="2286">
                  <c:v>51.43634033</c:v>
                </c:pt>
                <c:pt idx="2287">
                  <c:v>51.43551636</c:v>
                </c:pt>
                <c:pt idx="2288">
                  <c:v>51.43473816</c:v>
                </c:pt>
                <c:pt idx="2289">
                  <c:v>51.43389168</c:v>
                </c:pt>
                <c:pt idx="2290">
                  <c:v>51.4331003</c:v>
                </c:pt>
                <c:pt idx="2291">
                  <c:v>51.43240356</c:v>
                </c:pt>
                <c:pt idx="2292">
                  <c:v>51.43167114</c:v>
                </c:pt>
                <c:pt idx="2293">
                  <c:v>51.42933655</c:v>
                </c:pt>
                <c:pt idx="2294">
                  <c:v>51.42855835</c:v>
                </c:pt>
                <c:pt idx="2295">
                  <c:v>51.42779334</c:v>
                </c:pt>
                <c:pt idx="2296">
                  <c:v>51.42713928</c:v>
                </c:pt>
                <c:pt idx="2297">
                  <c:v>51.42636108</c:v>
                </c:pt>
                <c:pt idx="2298">
                  <c:v>51.42560539</c:v>
                </c:pt>
                <c:pt idx="2299">
                  <c:v>51.42480469</c:v>
                </c:pt>
                <c:pt idx="2300">
                  <c:v>51.42402649</c:v>
                </c:pt>
                <c:pt idx="2301">
                  <c:v>51.42324829</c:v>
                </c:pt>
                <c:pt idx="2302">
                  <c:v>51.42248639</c:v>
                </c:pt>
                <c:pt idx="2303">
                  <c:v>51.42174155</c:v>
                </c:pt>
                <c:pt idx="2304">
                  <c:v>51.42105103</c:v>
                </c:pt>
                <c:pt idx="2305">
                  <c:v>51.42036438</c:v>
                </c:pt>
                <c:pt idx="2306">
                  <c:v>51.41963196</c:v>
                </c:pt>
                <c:pt idx="2307">
                  <c:v>51.41885376</c:v>
                </c:pt>
                <c:pt idx="2308">
                  <c:v>51.41806392</c:v>
                </c:pt>
                <c:pt idx="2309">
                  <c:v>51.41738892</c:v>
                </c:pt>
                <c:pt idx="2310">
                  <c:v>51.41633606</c:v>
                </c:pt>
                <c:pt idx="2311">
                  <c:v>51.41564941</c:v>
                </c:pt>
                <c:pt idx="2312">
                  <c:v>51.41487122</c:v>
                </c:pt>
                <c:pt idx="2313">
                  <c:v>51.41413879</c:v>
                </c:pt>
                <c:pt idx="2314">
                  <c:v>51.41326904</c:v>
                </c:pt>
                <c:pt idx="2315">
                  <c:v>51.41289663</c:v>
                </c:pt>
                <c:pt idx="2316">
                  <c:v>51.41207886</c:v>
                </c:pt>
                <c:pt idx="2317">
                  <c:v>51.41112764</c:v>
                </c:pt>
                <c:pt idx="2318">
                  <c:v>51.41047668</c:v>
                </c:pt>
                <c:pt idx="2319">
                  <c:v>51.40977763</c:v>
                </c:pt>
                <c:pt idx="2320">
                  <c:v>51.40901184</c:v>
                </c:pt>
                <c:pt idx="2321">
                  <c:v>51.40823364</c:v>
                </c:pt>
                <c:pt idx="2322">
                  <c:v>51.40750122</c:v>
                </c:pt>
                <c:pt idx="2323">
                  <c:v>51.40642586</c:v>
                </c:pt>
                <c:pt idx="2324">
                  <c:v>51.40571594</c:v>
                </c:pt>
                <c:pt idx="2325">
                  <c:v>51.40498352</c:v>
                </c:pt>
                <c:pt idx="2326">
                  <c:v>51.40451722</c:v>
                </c:pt>
                <c:pt idx="2327">
                  <c:v>51.4040517</c:v>
                </c:pt>
                <c:pt idx="2328">
                  <c:v>51.40274048</c:v>
                </c:pt>
                <c:pt idx="2329">
                  <c:v>51.40214539</c:v>
                </c:pt>
                <c:pt idx="2330">
                  <c:v>51.40145874</c:v>
                </c:pt>
                <c:pt idx="2331">
                  <c:v>51.40068054</c:v>
                </c:pt>
                <c:pt idx="2332">
                  <c:v>51.39880371</c:v>
                </c:pt>
                <c:pt idx="2333">
                  <c:v>51.39848328</c:v>
                </c:pt>
                <c:pt idx="2334">
                  <c:v>51.39651024</c:v>
                </c:pt>
                <c:pt idx="2335">
                  <c:v>51.39610291</c:v>
                </c:pt>
                <c:pt idx="2336">
                  <c:v>51.39543954</c:v>
                </c:pt>
                <c:pt idx="2337">
                  <c:v>51.39459229</c:v>
                </c:pt>
                <c:pt idx="2338">
                  <c:v>51.39376831</c:v>
                </c:pt>
                <c:pt idx="2339">
                  <c:v>51.39299011</c:v>
                </c:pt>
                <c:pt idx="2340">
                  <c:v>51.39216614</c:v>
                </c:pt>
                <c:pt idx="2341">
                  <c:v>51.39134294</c:v>
                </c:pt>
                <c:pt idx="2342">
                  <c:v>51.39055155</c:v>
                </c:pt>
                <c:pt idx="2343">
                  <c:v>51.38980672</c:v>
                </c:pt>
                <c:pt idx="2344">
                  <c:v>51.38905334</c:v>
                </c:pt>
                <c:pt idx="2345">
                  <c:v>51.38827515</c:v>
                </c:pt>
                <c:pt idx="2346">
                  <c:v>51.38761876</c:v>
                </c:pt>
                <c:pt idx="2347">
                  <c:v>51.38664116</c:v>
                </c:pt>
                <c:pt idx="2348">
                  <c:v>51.38594055</c:v>
                </c:pt>
                <c:pt idx="2349">
                  <c:v>51.3852446</c:v>
                </c:pt>
                <c:pt idx="2350">
                  <c:v>51.38440666</c:v>
                </c:pt>
                <c:pt idx="2351">
                  <c:v>51.38374329</c:v>
                </c:pt>
                <c:pt idx="2352">
                  <c:v>51.38296509</c:v>
                </c:pt>
                <c:pt idx="2353">
                  <c:v>51.3822187</c:v>
                </c:pt>
                <c:pt idx="2354">
                  <c:v>51.38136292</c:v>
                </c:pt>
                <c:pt idx="2355">
                  <c:v>51.38076782</c:v>
                </c:pt>
                <c:pt idx="2356">
                  <c:v>51.38003075</c:v>
                </c:pt>
                <c:pt idx="2357">
                  <c:v>51.37923936</c:v>
                </c:pt>
                <c:pt idx="2358">
                  <c:v>51.37840142</c:v>
                </c:pt>
                <c:pt idx="2359">
                  <c:v>51.37774658</c:v>
                </c:pt>
                <c:pt idx="2360">
                  <c:v>51.37691175</c:v>
                </c:pt>
                <c:pt idx="2361">
                  <c:v>51.37612036</c:v>
                </c:pt>
                <c:pt idx="2362">
                  <c:v>51.37528242</c:v>
                </c:pt>
                <c:pt idx="2363">
                  <c:v>51.37463379</c:v>
                </c:pt>
                <c:pt idx="2364">
                  <c:v>51.3739324</c:v>
                </c:pt>
                <c:pt idx="2365">
                  <c:v>51.37316895</c:v>
                </c:pt>
                <c:pt idx="2366">
                  <c:v>51.37244273</c:v>
                </c:pt>
                <c:pt idx="2367">
                  <c:v>51.37133789</c:v>
                </c:pt>
                <c:pt idx="2368">
                  <c:v>51.37051392</c:v>
                </c:pt>
                <c:pt idx="2369">
                  <c:v>51.37006857</c:v>
                </c:pt>
                <c:pt idx="2370">
                  <c:v>51.36923218</c:v>
                </c:pt>
                <c:pt idx="2371">
                  <c:v>51.36804199</c:v>
                </c:pt>
                <c:pt idx="2372">
                  <c:v>51.36722888</c:v>
                </c:pt>
                <c:pt idx="2373">
                  <c:v>51.36625128</c:v>
                </c:pt>
                <c:pt idx="2374">
                  <c:v>51.36536679</c:v>
                </c:pt>
                <c:pt idx="2375">
                  <c:v>51.36462195</c:v>
                </c:pt>
                <c:pt idx="2376">
                  <c:v>51.36364746</c:v>
                </c:pt>
                <c:pt idx="2377">
                  <c:v>51.36280642</c:v>
                </c:pt>
                <c:pt idx="2378">
                  <c:v>51.36182882</c:v>
                </c:pt>
                <c:pt idx="2379">
                  <c:v>51.36075812</c:v>
                </c:pt>
                <c:pt idx="2380">
                  <c:v>51.36026001</c:v>
                </c:pt>
                <c:pt idx="2381">
                  <c:v>51.35889603</c:v>
                </c:pt>
                <c:pt idx="2382">
                  <c:v>51.35777878</c:v>
                </c:pt>
                <c:pt idx="2383">
                  <c:v>51.35670807</c:v>
                </c:pt>
                <c:pt idx="2384">
                  <c:v>51.35559082</c:v>
                </c:pt>
                <c:pt idx="2385">
                  <c:v>51.3550415</c:v>
                </c:pt>
                <c:pt idx="2386">
                  <c:v>51.35326321</c:v>
                </c:pt>
                <c:pt idx="2387">
                  <c:v>51.3520994</c:v>
                </c:pt>
                <c:pt idx="2388">
                  <c:v>51.35101318</c:v>
                </c:pt>
                <c:pt idx="2389">
                  <c:v>51.34981834</c:v>
                </c:pt>
                <c:pt idx="2390">
                  <c:v>51.34844971</c:v>
                </c:pt>
                <c:pt idx="2391">
                  <c:v>51.34735107</c:v>
                </c:pt>
                <c:pt idx="2392">
                  <c:v>51.34606934</c:v>
                </c:pt>
                <c:pt idx="2393">
                  <c:v>51.3447876</c:v>
                </c:pt>
                <c:pt idx="2394">
                  <c:v>51.34346008</c:v>
                </c:pt>
                <c:pt idx="2395">
                  <c:v>51.34185791</c:v>
                </c:pt>
                <c:pt idx="2396">
                  <c:v>51.34062195</c:v>
                </c:pt>
                <c:pt idx="2397">
                  <c:v>51.33924866</c:v>
                </c:pt>
                <c:pt idx="2398">
                  <c:v>51.33773804</c:v>
                </c:pt>
                <c:pt idx="2399">
                  <c:v>51.33645785</c:v>
                </c:pt>
                <c:pt idx="2400">
                  <c:v>51.33512878</c:v>
                </c:pt>
                <c:pt idx="2401">
                  <c:v>51.33457947</c:v>
                </c:pt>
                <c:pt idx="2402">
                  <c:v>51.33174133</c:v>
                </c:pt>
                <c:pt idx="2403">
                  <c:v>51.33082581</c:v>
                </c:pt>
                <c:pt idx="2404">
                  <c:v>51.32917786</c:v>
                </c:pt>
                <c:pt idx="2405">
                  <c:v>51.32779913</c:v>
                </c:pt>
                <c:pt idx="2406">
                  <c:v>51.32611084</c:v>
                </c:pt>
                <c:pt idx="2407">
                  <c:v>51.32454048</c:v>
                </c:pt>
                <c:pt idx="2408">
                  <c:v>51.32286072</c:v>
                </c:pt>
                <c:pt idx="2409">
                  <c:v>51.32098389</c:v>
                </c:pt>
                <c:pt idx="2410">
                  <c:v>51.32007146</c:v>
                </c:pt>
                <c:pt idx="2411">
                  <c:v>51.31832886</c:v>
                </c:pt>
                <c:pt idx="2412">
                  <c:v>51.31677246</c:v>
                </c:pt>
                <c:pt idx="2413">
                  <c:v>51.31462485</c:v>
                </c:pt>
                <c:pt idx="2414">
                  <c:v>51.3132019</c:v>
                </c:pt>
                <c:pt idx="2415">
                  <c:v>51.31164551</c:v>
                </c:pt>
                <c:pt idx="2416">
                  <c:v>51.30995178</c:v>
                </c:pt>
                <c:pt idx="2417">
                  <c:v>51.30839539</c:v>
                </c:pt>
                <c:pt idx="2418">
                  <c:v>51.30764202</c:v>
                </c:pt>
                <c:pt idx="2419">
                  <c:v>51.3053144</c:v>
                </c:pt>
                <c:pt idx="2420">
                  <c:v>51.30450439</c:v>
                </c:pt>
                <c:pt idx="2421">
                  <c:v>51.30280058</c:v>
                </c:pt>
                <c:pt idx="2422">
                  <c:v>51.30079651</c:v>
                </c:pt>
                <c:pt idx="2423">
                  <c:v>51.29986779</c:v>
                </c:pt>
                <c:pt idx="2424">
                  <c:v>51.29754639</c:v>
                </c:pt>
                <c:pt idx="2425">
                  <c:v>51.29631042</c:v>
                </c:pt>
                <c:pt idx="2426">
                  <c:v>51.29525757</c:v>
                </c:pt>
                <c:pt idx="2427">
                  <c:v>51.29310608</c:v>
                </c:pt>
                <c:pt idx="2428">
                  <c:v>51.29172115</c:v>
                </c:pt>
                <c:pt idx="2429">
                  <c:v>51.28985596</c:v>
                </c:pt>
                <c:pt idx="2430">
                  <c:v>51.28906767</c:v>
                </c:pt>
                <c:pt idx="2431">
                  <c:v>51.28725214</c:v>
                </c:pt>
                <c:pt idx="2432">
                  <c:v>51.28585557</c:v>
                </c:pt>
                <c:pt idx="2433">
                  <c:v>51.28445435</c:v>
                </c:pt>
                <c:pt idx="2434">
                  <c:v>51.28294373</c:v>
                </c:pt>
                <c:pt idx="2435">
                  <c:v>51.28138655</c:v>
                </c:pt>
                <c:pt idx="2436">
                  <c:v>51.28001404</c:v>
                </c:pt>
                <c:pt idx="2437">
                  <c:v>51.27836066</c:v>
                </c:pt>
                <c:pt idx="2438">
                  <c:v>51.2762146</c:v>
                </c:pt>
                <c:pt idx="2439">
                  <c:v>51.27482269</c:v>
                </c:pt>
                <c:pt idx="2440">
                  <c:v>51.27328646</c:v>
                </c:pt>
                <c:pt idx="2441">
                  <c:v>51.27161058</c:v>
                </c:pt>
                <c:pt idx="2442">
                  <c:v>51.27012091</c:v>
                </c:pt>
                <c:pt idx="2443">
                  <c:v>51.26875305</c:v>
                </c:pt>
                <c:pt idx="2444">
                  <c:v>51.26705933</c:v>
                </c:pt>
                <c:pt idx="2445">
                  <c:v>51.26554871</c:v>
                </c:pt>
                <c:pt idx="2446">
                  <c:v>51.26416223</c:v>
                </c:pt>
                <c:pt idx="2447">
                  <c:v>51.26267255</c:v>
                </c:pt>
                <c:pt idx="2448">
                  <c:v>51.26115417</c:v>
                </c:pt>
                <c:pt idx="2449">
                  <c:v>51.25996399</c:v>
                </c:pt>
                <c:pt idx="2450">
                  <c:v>51.25811043</c:v>
                </c:pt>
                <c:pt idx="2451">
                  <c:v>51.25675964</c:v>
                </c:pt>
                <c:pt idx="2452">
                  <c:v>51.25524902</c:v>
                </c:pt>
                <c:pt idx="2453">
                  <c:v>51.25378108</c:v>
                </c:pt>
                <c:pt idx="2454">
                  <c:v>51.25224485</c:v>
                </c:pt>
                <c:pt idx="2455">
                  <c:v>51.25090027</c:v>
                </c:pt>
                <c:pt idx="2456">
                  <c:v>51.24925232</c:v>
                </c:pt>
                <c:pt idx="2457">
                  <c:v>51.24806213</c:v>
                </c:pt>
                <c:pt idx="2458">
                  <c:v>51.24655151</c:v>
                </c:pt>
                <c:pt idx="2459">
                  <c:v>51.24490356</c:v>
                </c:pt>
                <c:pt idx="2460">
                  <c:v>51.24326027</c:v>
                </c:pt>
                <c:pt idx="2461">
                  <c:v>51.24188232</c:v>
                </c:pt>
                <c:pt idx="2462">
                  <c:v>51.24023438</c:v>
                </c:pt>
                <c:pt idx="2463">
                  <c:v>51.23888436</c:v>
                </c:pt>
                <c:pt idx="2464">
                  <c:v>51.23753357</c:v>
                </c:pt>
                <c:pt idx="2465">
                  <c:v>51.23588562</c:v>
                </c:pt>
                <c:pt idx="2466">
                  <c:v>51.23442078</c:v>
                </c:pt>
                <c:pt idx="2467">
                  <c:v>51.23306533</c:v>
                </c:pt>
                <c:pt idx="2468">
                  <c:v>51.23083082</c:v>
                </c:pt>
                <c:pt idx="2469">
                  <c:v>51.22934115</c:v>
                </c:pt>
                <c:pt idx="2470">
                  <c:v>51.22813079</c:v>
                </c:pt>
                <c:pt idx="2471">
                  <c:v>51.22650146</c:v>
                </c:pt>
                <c:pt idx="2472">
                  <c:v>51.22529111</c:v>
                </c:pt>
                <c:pt idx="2473">
                  <c:v>51.22338867</c:v>
                </c:pt>
                <c:pt idx="2474">
                  <c:v>51.22219849</c:v>
                </c:pt>
                <c:pt idx="2475">
                  <c:v>51.22040312</c:v>
                </c:pt>
                <c:pt idx="2476">
                  <c:v>51.21968079</c:v>
                </c:pt>
                <c:pt idx="2477">
                  <c:v>51.21762085</c:v>
                </c:pt>
                <c:pt idx="2478">
                  <c:v>51.21612032</c:v>
                </c:pt>
                <c:pt idx="2479">
                  <c:v>51.21450806</c:v>
                </c:pt>
                <c:pt idx="2480">
                  <c:v>51.21318752</c:v>
                </c:pt>
                <c:pt idx="2481">
                  <c:v>51.2115582</c:v>
                </c:pt>
                <c:pt idx="2482">
                  <c:v>51.21034784</c:v>
                </c:pt>
                <c:pt idx="2483">
                  <c:v>51.20874023</c:v>
                </c:pt>
                <c:pt idx="2484">
                  <c:v>51.20727539</c:v>
                </c:pt>
                <c:pt idx="2485">
                  <c:v>51.2063909</c:v>
                </c:pt>
                <c:pt idx="2486">
                  <c:v>51.20494778</c:v>
                </c:pt>
                <c:pt idx="2487">
                  <c:v>51.20315552</c:v>
                </c:pt>
                <c:pt idx="2488">
                  <c:v>51.20169067</c:v>
                </c:pt>
                <c:pt idx="2489">
                  <c:v>51.20022583</c:v>
                </c:pt>
                <c:pt idx="2490">
                  <c:v>51.19862366</c:v>
                </c:pt>
                <c:pt idx="2491">
                  <c:v>51.19747925</c:v>
                </c:pt>
                <c:pt idx="2492">
                  <c:v>51.19559078</c:v>
                </c:pt>
                <c:pt idx="2493">
                  <c:v>51.19473267</c:v>
                </c:pt>
                <c:pt idx="2494">
                  <c:v>51.19276428</c:v>
                </c:pt>
                <c:pt idx="2495">
                  <c:v>51.19134521</c:v>
                </c:pt>
                <c:pt idx="2496">
                  <c:v>51.19006348</c:v>
                </c:pt>
                <c:pt idx="2497">
                  <c:v>51.18851484</c:v>
                </c:pt>
                <c:pt idx="2498">
                  <c:v>51.18711827</c:v>
                </c:pt>
                <c:pt idx="2499">
                  <c:v>51.18586136</c:v>
                </c:pt>
                <c:pt idx="2500">
                  <c:v>51.18446479</c:v>
                </c:pt>
                <c:pt idx="2501">
                  <c:v>51.18296814</c:v>
                </c:pt>
                <c:pt idx="2502">
                  <c:v>51.18157856</c:v>
                </c:pt>
                <c:pt idx="2503">
                  <c:v>51.18018199</c:v>
                </c:pt>
                <c:pt idx="2504">
                  <c:v>51.17893982</c:v>
                </c:pt>
                <c:pt idx="2505">
                  <c:v>51.17757506</c:v>
                </c:pt>
                <c:pt idx="2506">
                  <c:v>51.17622505</c:v>
                </c:pt>
                <c:pt idx="2507">
                  <c:v>51.17495728</c:v>
                </c:pt>
                <c:pt idx="2508">
                  <c:v>51.17361812</c:v>
                </c:pt>
                <c:pt idx="2509">
                  <c:v>51.17207336</c:v>
                </c:pt>
                <c:pt idx="2510">
                  <c:v>51.17087154</c:v>
                </c:pt>
                <c:pt idx="2511">
                  <c:v>51.16933532</c:v>
                </c:pt>
                <c:pt idx="2512">
                  <c:v>51.1681366</c:v>
                </c:pt>
                <c:pt idx="2513">
                  <c:v>51.16648865</c:v>
                </c:pt>
                <c:pt idx="2514">
                  <c:v>51.16528527</c:v>
                </c:pt>
                <c:pt idx="2515">
                  <c:v>51.16365051</c:v>
                </c:pt>
                <c:pt idx="2516">
                  <c:v>51.16227722</c:v>
                </c:pt>
                <c:pt idx="2517">
                  <c:v>51.16160765</c:v>
                </c:pt>
                <c:pt idx="2518">
                  <c:v>51.15994263</c:v>
                </c:pt>
                <c:pt idx="2519">
                  <c:v>51.15872141</c:v>
                </c:pt>
                <c:pt idx="2520">
                  <c:v>51.15696716</c:v>
                </c:pt>
                <c:pt idx="2521">
                  <c:v>51.15559387</c:v>
                </c:pt>
                <c:pt idx="2522">
                  <c:v>51.15490723</c:v>
                </c:pt>
                <c:pt idx="2523">
                  <c:v>51.15029545</c:v>
                </c:pt>
                <c:pt idx="2524">
                  <c:v>51.14638506</c:v>
                </c:pt>
                <c:pt idx="2525">
                  <c:v>51.14503505</c:v>
                </c:pt>
                <c:pt idx="2526">
                  <c:v>51.14340572</c:v>
                </c:pt>
                <c:pt idx="2527">
                  <c:v>51.14191605</c:v>
                </c:pt>
                <c:pt idx="2528">
                  <c:v>51.14112466</c:v>
                </c:pt>
                <c:pt idx="2529">
                  <c:v>51.13614357</c:v>
                </c:pt>
                <c:pt idx="2530">
                  <c:v>51.13428148</c:v>
                </c:pt>
                <c:pt idx="2531">
                  <c:v>51.13279181</c:v>
                </c:pt>
                <c:pt idx="2532">
                  <c:v>51.1314418</c:v>
                </c:pt>
                <c:pt idx="2533">
                  <c:v>51.13009178</c:v>
                </c:pt>
                <c:pt idx="2534">
                  <c:v>51.12860211</c:v>
                </c:pt>
                <c:pt idx="2535">
                  <c:v>51.12606812</c:v>
                </c:pt>
                <c:pt idx="2536">
                  <c:v>51.12487793</c:v>
                </c:pt>
                <c:pt idx="2537">
                  <c:v>51.12194824</c:v>
                </c:pt>
                <c:pt idx="2538">
                  <c:v>51.12062073</c:v>
                </c:pt>
                <c:pt idx="2539">
                  <c:v>51.11635887</c:v>
                </c:pt>
                <c:pt idx="2540">
                  <c:v>51.11435712</c:v>
                </c:pt>
                <c:pt idx="2541">
                  <c:v>51.11036682</c:v>
                </c:pt>
                <c:pt idx="2542">
                  <c:v>51.10504668</c:v>
                </c:pt>
                <c:pt idx="2543">
                  <c:v>51.1023932</c:v>
                </c:pt>
                <c:pt idx="2544">
                  <c:v>51.09857592</c:v>
                </c:pt>
                <c:pt idx="2545">
                  <c:v>51.09786987</c:v>
                </c:pt>
                <c:pt idx="2546">
                  <c:v>51.0879364</c:v>
                </c:pt>
                <c:pt idx="2547">
                  <c:v>51.08451714</c:v>
                </c:pt>
                <c:pt idx="2548">
                  <c:v>51.08121193</c:v>
                </c:pt>
                <c:pt idx="2549">
                  <c:v>51.08006287</c:v>
                </c:pt>
                <c:pt idx="2550">
                  <c:v>51.07809293</c:v>
                </c:pt>
                <c:pt idx="2551">
                  <c:v>51.04595947</c:v>
                </c:pt>
                <c:pt idx="2552">
                  <c:v>51.04355117</c:v>
                </c:pt>
                <c:pt idx="2553">
                  <c:v>51.03931492</c:v>
                </c:pt>
                <c:pt idx="2554">
                  <c:v>51.03089905</c:v>
                </c:pt>
                <c:pt idx="2555">
                  <c:v>51.02810669</c:v>
                </c:pt>
                <c:pt idx="2556">
                  <c:v>51.02668762</c:v>
                </c:pt>
                <c:pt idx="2557">
                  <c:v>51.02558201</c:v>
                </c:pt>
                <c:pt idx="2558">
                  <c:v>51.02494812</c:v>
                </c:pt>
                <c:pt idx="2559">
                  <c:v>51.01533508</c:v>
                </c:pt>
                <c:pt idx="2560">
                  <c:v>51.01422326</c:v>
                </c:pt>
                <c:pt idx="2561">
                  <c:v>51.00521851</c:v>
                </c:pt>
                <c:pt idx="2562">
                  <c:v>51.00384211</c:v>
                </c:pt>
                <c:pt idx="2563">
                  <c:v>51.00320435</c:v>
                </c:pt>
                <c:pt idx="2564">
                  <c:v>51.0025852</c:v>
                </c:pt>
                <c:pt idx="2565">
                  <c:v>50.98010047</c:v>
                </c:pt>
                <c:pt idx="2566">
                  <c:v>50.97381592</c:v>
                </c:pt>
                <c:pt idx="2567">
                  <c:v>50.97038269</c:v>
                </c:pt>
                <c:pt idx="2568">
                  <c:v>50.96855164</c:v>
                </c:pt>
                <c:pt idx="2569">
                  <c:v>50.96731567</c:v>
                </c:pt>
                <c:pt idx="2570">
                  <c:v>50.96644592</c:v>
                </c:pt>
                <c:pt idx="2571">
                  <c:v>50.96487789</c:v>
                </c:pt>
                <c:pt idx="2572">
                  <c:v>50.96328735</c:v>
                </c:pt>
                <c:pt idx="2573">
                  <c:v>50.96208475</c:v>
                </c:pt>
                <c:pt idx="2574">
                  <c:v>50.96082784</c:v>
                </c:pt>
                <c:pt idx="2575">
                  <c:v>50.960495</c:v>
                </c:pt>
                <c:pt idx="2576">
                  <c:v>50.95843506</c:v>
                </c:pt>
                <c:pt idx="2577">
                  <c:v>50.95733643</c:v>
                </c:pt>
                <c:pt idx="2578">
                  <c:v>50.95612607</c:v>
                </c:pt>
                <c:pt idx="2579">
                  <c:v>50.95491028</c:v>
                </c:pt>
                <c:pt idx="2580">
                  <c:v>50.95440674</c:v>
                </c:pt>
                <c:pt idx="2581">
                  <c:v>50.95271301</c:v>
                </c:pt>
                <c:pt idx="2582">
                  <c:v>50.9513855</c:v>
                </c:pt>
                <c:pt idx="2583">
                  <c:v>50.95026049</c:v>
                </c:pt>
                <c:pt idx="2584">
                  <c:v>50.94905013</c:v>
                </c:pt>
                <c:pt idx="2585">
                  <c:v>50.94749451</c:v>
                </c:pt>
                <c:pt idx="2586">
                  <c:v>50.94662476</c:v>
                </c:pt>
                <c:pt idx="2587">
                  <c:v>50.94532595</c:v>
                </c:pt>
                <c:pt idx="2588">
                  <c:v>50.94253281</c:v>
                </c:pt>
                <c:pt idx="2589">
                  <c:v>50.9402052</c:v>
                </c:pt>
                <c:pt idx="2590">
                  <c:v>50.93888855</c:v>
                </c:pt>
                <c:pt idx="2591">
                  <c:v>50.93769836</c:v>
                </c:pt>
                <c:pt idx="2592">
                  <c:v>50.9370862</c:v>
                </c:pt>
                <c:pt idx="2593">
                  <c:v>50.93563843</c:v>
                </c:pt>
                <c:pt idx="2594">
                  <c:v>50.93467712</c:v>
                </c:pt>
                <c:pt idx="2595">
                  <c:v>50.93406031</c:v>
                </c:pt>
                <c:pt idx="2596">
                  <c:v>50.93205856</c:v>
                </c:pt>
                <c:pt idx="2597">
                  <c:v>50.9308482</c:v>
                </c:pt>
                <c:pt idx="2598">
                  <c:v>50.92973328</c:v>
                </c:pt>
                <c:pt idx="2599">
                  <c:v>50.92845154</c:v>
                </c:pt>
                <c:pt idx="2600">
                  <c:v>50.91046143</c:v>
                </c:pt>
                <c:pt idx="2601">
                  <c:v>50.9090152</c:v>
                </c:pt>
                <c:pt idx="2602">
                  <c:v>50.90794373</c:v>
                </c:pt>
                <c:pt idx="2603">
                  <c:v>50.90733932</c:v>
                </c:pt>
                <c:pt idx="2604">
                  <c:v>50.90389446</c:v>
                </c:pt>
                <c:pt idx="2605">
                  <c:v>50.89975131</c:v>
                </c:pt>
                <c:pt idx="2606">
                  <c:v>50.89865112</c:v>
                </c:pt>
                <c:pt idx="2607">
                  <c:v>50.89736938</c:v>
                </c:pt>
                <c:pt idx="2608">
                  <c:v>50.89509608</c:v>
                </c:pt>
                <c:pt idx="2609">
                  <c:v>50.89370728</c:v>
                </c:pt>
                <c:pt idx="2610">
                  <c:v>50.8886261</c:v>
                </c:pt>
                <c:pt idx="2611">
                  <c:v>50.88317871</c:v>
                </c:pt>
                <c:pt idx="2612">
                  <c:v>50.88187525</c:v>
                </c:pt>
                <c:pt idx="2613">
                  <c:v>50.88079834</c:v>
                </c:pt>
                <c:pt idx="2614">
                  <c:v>50.87988281</c:v>
                </c:pt>
                <c:pt idx="2615">
                  <c:v>50.87857004</c:v>
                </c:pt>
                <c:pt idx="2616">
                  <c:v>50.87741089</c:v>
                </c:pt>
                <c:pt idx="2617">
                  <c:v>50.87587001</c:v>
                </c:pt>
                <c:pt idx="2618">
                  <c:v>50.8747062</c:v>
                </c:pt>
                <c:pt idx="2619">
                  <c:v>50.87223894</c:v>
                </c:pt>
                <c:pt idx="2620">
                  <c:v>50.86871338</c:v>
                </c:pt>
                <c:pt idx="2621">
                  <c:v>50.86814234</c:v>
                </c:pt>
                <c:pt idx="2622">
                  <c:v>50.86697853</c:v>
                </c:pt>
                <c:pt idx="2623">
                  <c:v>50.86555481</c:v>
                </c:pt>
                <c:pt idx="2624">
                  <c:v>50.86436462</c:v>
                </c:pt>
                <c:pt idx="2625">
                  <c:v>50.86322021</c:v>
                </c:pt>
                <c:pt idx="2626">
                  <c:v>50.86190434</c:v>
                </c:pt>
                <c:pt idx="2627">
                  <c:v>50.86074829</c:v>
                </c:pt>
                <c:pt idx="2628">
                  <c:v>50.86029053</c:v>
                </c:pt>
                <c:pt idx="2629">
                  <c:v>50.85392761</c:v>
                </c:pt>
                <c:pt idx="2630">
                  <c:v>50.84783936</c:v>
                </c:pt>
                <c:pt idx="2631">
                  <c:v>50.8465421</c:v>
                </c:pt>
                <c:pt idx="2632">
                  <c:v>50.84587097</c:v>
                </c:pt>
                <c:pt idx="2633">
                  <c:v>50.84513855</c:v>
                </c:pt>
                <c:pt idx="2634">
                  <c:v>50.8434906</c:v>
                </c:pt>
                <c:pt idx="2635">
                  <c:v>50.84221274</c:v>
                </c:pt>
                <c:pt idx="2636">
                  <c:v>50.84106445</c:v>
                </c:pt>
                <c:pt idx="2637">
                  <c:v>50.83974547</c:v>
                </c:pt>
                <c:pt idx="2638">
                  <c:v>50.83309937</c:v>
                </c:pt>
                <c:pt idx="2639">
                  <c:v>50.83126831</c:v>
                </c:pt>
                <c:pt idx="2640">
                  <c:v>50.83020226</c:v>
                </c:pt>
                <c:pt idx="2641">
                  <c:v>50.82959709</c:v>
                </c:pt>
                <c:pt idx="2642">
                  <c:v>50.82801431</c:v>
                </c:pt>
                <c:pt idx="2643">
                  <c:v>50.82696533</c:v>
                </c:pt>
                <c:pt idx="2644">
                  <c:v>50.82449341</c:v>
                </c:pt>
                <c:pt idx="2645">
                  <c:v>50.82321943</c:v>
                </c:pt>
                <c:pt idx="2646">
                  <c:v>50.82196252</c:v>
                </c:pt>
                <c:pt idx="2647">
                  <c:v>50.82079871</c:v>
                </c:pt>
                <c:pt idx="2648">
                  <c:v>50.82019043</c:v>
                </c:pt>
                <c:pt idx="2649">
                  <c:v>50.81904602</c:v>
                </c:pt>
                <c:pt idx="2650">
                  <c:v>50.81730652</c:v>
                </c:pt>
                <c:pt idx="2651">
                  <c:v>50.81639099</c:v>
                </c:pt>
                <c:pt idx="2652">
                  <c:v>50.81530555</c:v>
                </c:pt>
                <c:pt idx="2653">
                  <c:v>50.81414795</c:v>
                </c:pt>
                <c:pt idx="2654">
                  <c:v>50.81311759</c:v>
                </c:pt>
                <c:pt idx="2655">
                  <c:v>50.81195379</c:v>
                </c:pt>
                <c:pt idx="2656">
                  <c:v>50.81080627</c:v>
                </c:pt>
                <c:pt idx="2657">
                  <c:v>50.80953307</c:v>
                </c:pt>
                <c:pt idx="2658">
                  <c:v>50.80836926</c:v>
                </c:pt>
                <c:pt idx="2659">
                  <c:v>50.80618131</c:v>
                </c:pt>
                <c:pt idx="2660">
                  <c:v>50.8050175</c:v>
                </c:pt>
                <c:pt idx="2661">
                  <c:v>50.80389404</c:v>
                </c:pt>
                <c:pt idx="2662">
                  <c:v>50.80259679</c:v>
                </c:pt>
                <c:pt idx="2663">
                  <c:v>50.80147953</c:v>
                </c:pt>
                <c:pt idx="2664">
                  <c:v>50.80045538</c:v>
                </c:pt>
                <c:pt idx="2665">
                  <c:v>50.79882606</c:v>
                </c:pt>
                <c:pt idx="2666">
                  <c:v>50.79826355</c:v>
                </c:pt>
                <c:pt idx="2667">
                  <c:v>50.79687086</c:v>
                </c:pt>
                <c:pt idx="2668">
                  <c:v>50.7958374</c:v>
                </c:pt>
                <c:pt idx="2669">
                  <c:v>50.79093933</c:v>
                </c:pt>
                <c:pt idx="2670">
                  <c:v>50.78909664</c:v>
                </c:pt>
                <c:pt idx="2671">
                  <c:v>50.78797938</c:v>
                </c:pt>
                <c:pt idx="2672">
                  <c:v>50.7872811</c:v>
                </c:pt>
                <c:pt idx="2673">
                  <c:v>50.78453064</c:v>
                </c:pt>
                <c:pt idx="2674">
                  <c:v>50.78341727</c:v>
                </c:pt>
                <c:pt idx="2675">
                  <c:v>50.78215027</c:v>
                </c:pt>
                <c:pt idx="2676">
                  <c:v>50.78155518</c:v>
                </c:pt>
                <c:pt idx="2677">
                  <c:v>50.77959998</c:v>
                </c:pt>
                <c:pt idx="2678">
                  <c:v>50.77835083</c:v>
                </c:pt>
                <c:pt idx="2679">
                  <c:v>50.77720642</c:v>
                </c:pt>
                <c:pt idx="2680">
                  <c:v>50.77606201</c:v>
                </c:pt>
                <c:pt idx="2681">
                  <c:v>50.77500916</c:v>
                </c:pt>
                <c:pt idx="2682">
                  <c:v>50.77262878</c:v>
                </c:pt>
                <c:pt idx="2683">
                  <c:v>50.77033997</c:v>
                </c:pt>
                <c:pt idx="2684">
                  <c:v>50.76917228</c:v>
                </c:pt>
                <c:pt idx="2685">
                  <c:v>50.76699829</c:v>
                </c:pt>
                <c:pt idx="2686">
                  <c:v>50.76470327</c:v>
                </c:pt>
                <c:pt idx="2687">
                  <c:v>50.76416016</c:v>
                </c:pt>
                <c:pt idx="2688">
                  <c:v>50.7623291</c:v>
                </c:pt>
                <c:pt idx="2689">
                  <c:v>50.76127625</c:v>
                </c:pt>
                <c:pt idx="2690">
                  <c:v>50.76013184</c:v>
                </c:pt>
                <c:pt idx="2691">
                  <c:v>50.75775146</c:v>
                </c:pt>
                <c:pt idx="2692">
                  <c:v>50.75674283</c:v>
                </c:pt>
                <c:pt idx="2693">
                  <c:v>50.75559998</c:v>
                </c:pt>
                <c:pt idx="2694">
                  <c:v>50.75432212</c:v>
                </c:pt>
                <c:pt idx="2695">
                  <c:v>50.75320486</c:v>
                </c:pt>
                <c:pt idx="2696">
                  <c:v>50.75248718</c:v>
                </c:pt>
                <c:pt idx="2697">
                  <c:v>50.75138855</c:v>
                </c:pt>
                <c:pt idx="2698">
                  <c:v>50.74910827</c:v>
                </c:pt>
                <c:pt idx="2699">
                  <c:v>50.74855042</c:v>
                </c:pt>
                <c:pt idx="2700">
                  <c:v>50.74525452</c:v>
                </c:pt>
                <c:pt idx="2701">
                  <c:v>50.74398752</c:v>
                </c:pt>
                <c:pt idx="2702">
                  <c:v>50.74342346</c:v>
                </c:pt>
                <c:pt idx="2703">
                  <c:v>50.74184612</c:v>
                </c:pt>
                <c:pt idx="2704">
                  <c:v>50.74127197</c:v>
                </c:pt>
                <c:pt idx="2705">
                  <c:v>50.73971558</c:v>
                </c:pt>
                <c:pt idx="2706">
                  <c:v>50.73653916</c:v>
                </c:pt>
                <c:pt idx="2707">
                  <c:v>50.73565467</c:v>
                </c:pt>
                <c:pt idx="2708">
                  <c:v>50.73431396</c:v>
                </c:pt>
                <c:pt idx="2709">
                  <c:v>50.7338562</c:v>
                </c:pt>
                <c:pt idx="2710">
                  <c:v>50.73262877</c:v>
                </c:pt>
                <c:pt idx="2711">
                  <c:v>50.73067358</c:v>
                </c:pt>
                <c:pt idx="2712">
                  <c:v>50.73014832</c:v>
                </c:pt>
                <c:pt idx="2713">
                  <c:v>50.72755458</c:v>
                </c:pt>
                <c:pt idx="2714">
                  <c:v>50.72708906</c:v>
                </c:pt>
                <c:pt idx="2715">
                  <c:v>50.72476145</c:v>
                </c:pt>
                <c:pt idx="2716">
                  <c:v>50.72294591</c:v>
                </c:pt>
                <c:pt idx="2717">
                  <c:v>50.72196831</c:v>
                </c:pt>
                <c:pt idx="2718">
                  <c:v>50.72071838</c:v>
                </c:pt>
                <c:pt idx="2719">
                  <c:v>50.71735964</c:v>
                </c:pt>
                <c:pt idx="2720">
                  <c:v>50.71682739</c:v>
                </c:pt>
                <c:pt idx="2721">
                  <c:v>50.71380615</c:v>
                </c:pt>
                <c:pt idx="2722">
                  <c:v>50.71202087</c:v>
                </c:pt>
                <c:pt idx="2723">
                  <c:v>50.71144751</c:v>
                </c:pt>
                <c:pt idx="2724">
                  <c:v>50.70977163</c:v>
                </c:pt>
                <c:pt idx="2725">
                  <c:v>50.7082354</c:v>
                </c:pt>
                <c:pt idx="2726">
                  <c:v>50.70702504</c:v>
                </c:pt>
                <c:pt idx="2727">
                  <c:v>50.70602417</c:v>
                </c:pt>
                <c:pt idx="2728">
                  <c:v>50.70544227</c:v>
                </c:pt>
                <c:pt idx="2729">
                  <c:v>50.70410156</c:v>
                </c:pt>
                <c:pt idx="2730">
                  <c:v>50.7019974</c:v>
                </c:pt>
                <c:pt idx="2731">
                  <c:v>50.69979858</c:v>
                </c:pt>
                <c:pt idx="2732">
                  <c:v>50.69714355</c:v>
                </c:pt>
                <c:pt idx="2733">
                  <c:v>50.69590759</c:v>
                </c:pt>
                <c:pt idx="2734">
                  <c:v>50.69526672</c:v>
                </c:pt>
                <c:pt idx="2735">
                  <c:v>50.69416809</c:v>
                </c:pt>
                <c:pt idx="2736">
                  <c:v>50.69073486</c:v>
                </c:pt>
                <c:pt idx="2737">
                  <c:v>50.68961451</c:v>
                </c:pt>
                <c:pt idx="2738">
                  <c:v>50.68849725</c:v>
                </c:pt>
                <c:pt idx="2739">
                  <c:v>50.68742655</c:v>
                </c:pt>
                <c:pt idx="2740">
                  <c:v>50.68638611</c:v>
                </c:pt>
                <c:pt idx="2741">
                  <c:v>50.68519592</c:v>
                </c:pt>
                <c:pt idx="2742">
                  <c:v>50.68473816</c:v>
                </c:pt>
                <c:pt idx="2743">
                  <c:v>50.68185425</c:v>
                </c:pt>
                <c:pt idx="2744">
                  <c:v>50.67764282</c:v>
                </c:pt>
                <c:pt idx="2745">
                  <c:v>50.67574194</c:v>
                </c:pt>
                <c:pt idx="2746">
                  <c:v>50.67398071</c:v>
                </c:pt>
                <c:pt idx="2747">
                  <c:v>50.6727626</c:v>
                </c:pt>
                <c:pt idx="2748">
                  <c:v>50.67173767</c:v>
                </c:pt>
                <c:pt idx="2749">
                  <c:v>50.66950394</c:v>
                </c:pt>
                <c:pt idx="2750">
                  <c:v>50.66838669</c:v>
                </c:pt>
                <c:pt idx="2751">
                  <c:v>50.66725159</c:v>
                </c:pt>
                <c:pt idx="2752">
                  <c:v>50.66615295</c:v>
                </c:pt>
                <c:pt idx="2753">
                  <c:v>50.66512803</c:v>
                </c:pt>
                <c:pt idx="2754">
                  <c:v>50.66381836</c:v>
                </c:pt>
                <c:pt idx="2755">
                  <c:v>50.66290283</c:v>
                </c:pt>
                <c:pt idx="2756">
                  <c:v>50.6618042</c:v>
                </c:pt>
                <c:pt idx="2757">
                  <c:v>50.66056824</c:v>
                </c:pt>
                <c:pt idx="2758">
                  <c:v>50.6594696</c:v>
                </c:pt>
                <c:pt idx="2759">
                  <c:v>50.65837097</c:v>
                </c:pt>
                <c:pt idx="2760">
                  <c:v>50.6572607</c:v>
                </c:pt>
                <c:pt idx="2761">
                  <c:v>50.65621948</c:v>
                </c:pt>
                <c:pt idx="2762">
                  <c:v>50.65512085</c:v>
                </c:pt>
                <c:pt idx="2763">
                  <c:v>50.65411377</c:v>
                </c:pt>
                <c:pt idx="2764">
                  <c:v>50.6519165</c:v>
                </c:pt>
                <c:pt idx="2765">
                  <c:v>50.65090942</c:v>
                </c:pt>
                <c:pt idx="2766">
                  <c:v>50.64825439</c:v>
                </c:pt>
                <c:pt idx="2767">
                  <c:v>50.64725197</c:v>
                </c:pt>
                <c:pt idx="2768">
                  <c:v>50.64604161</c:v>
                </c:pt>
                <c:pt idx="2769">
                  <c:v>50.64505005</c:v>
                </c:pt>
                <c:pt idx="2770">
                  <c:v>50.64403987</c:v>
                </c:pt>
                <c:pt idx="2771">
                  <c:v>50.64292261</c:v>
                </c:pt>
                <c:pt idx="2772">
                  <c:v>50.64171225</c:v>
                </c:pt>
                <c:pt idx="2773">
                  <c:v>50.64070129</c:v>
                </c:pt>
                <c:pt idx="2774">
                  <c:v>50.64017603</c:v>
                </c:pt>
                <c:pt idx="2775">
                  <c:v>50.63896567</c:v>
                </c:pt>
                <c:pt idx="2776">
                  <c:v>50.63742945</c:v>
                </c:pt>
                <c:pt idx="2777">
                  <c:v>50.63639832</c:v>
                </c:pt>
                <c:pt idx="2778">
                  <c:v>50.63510184</c:v>
                </c:pt>
                <c:pt idx="2779">
                  <c:v>50.6341095</c:v>
                </c:pt>
                <c:pt idx="2780">
                  <c:v>50.63200378</c:v>
                </c:pt>
                <c:pt idx="2781">
                  <c:v>50.62993454</c:v>
                </c:pt>
                <c:pt idx="2782">
                  <c:v>50.62825866</c:v>
                </c:pt>
                <c:pt idx="2783">
                  <c:v>50.62728882</c:v>
                </c:pt>
                <c:pt idx="2784">
                  <c:v>50.62630346</c:v>
                </c:pt>
                <c:pt idx="2785">
                  <c:v>50.62518311</c:v>
                </c:pt>
                <c:pt idx="2786">
                  <c:v>50.62408447</c:v>
                </c:pt>
                <c:pt idx="2787">
                  <c:v>50.62309136</c:v>
                </c:pt>
                <c:pt idx="2788">
                  <c:v>50.62211376</c:v>
                </c:pt>
                <c:pt idx="2789">
                  <c:v>50.62110901</c:v>
                </c:pt>
                <c:pt idx="2790">
                  <c:v>50.62057754</c:v>
                </c:pt>
                <c:pt idx="2791">
                  <c:v>50.61848269</c:v>
                </c:pt>
                <c:pt idx="2792">
                  <c:v>50.61741199</c:v>
                </c:pt>
                <c:pt idx="2793">
                  <c:v>50.61629473</c:v>
                </c:pt>
                <c:pt idx="2794">
                  <c:v>50.615643</c:v>
                </c:pt>
                <c:pt idx="2795">
                  <c:v>50.61456299</c:v>
                </c:pt>
                <c:pt idx="2796">
                  <c:v>50.61336194</c:v>
                </c:pt>
                <c:pt idx="2797">
                  <c:v>50.61236572</c:v>
                </c:pt>
                <c:pt idx="2798">
                  <c:v>50.61126709</c:v>
                </c:pt>
                <c:pt idx="2799">
                  <c:v>50.60907913</c:v>
                </c:pt>
                <c:pt idx="2800">
                  <c:v>50.60754291</c:v>
                </c:pt>
                <c:pt idx="2801">
                  <c:v>50.60633255</c:v>
                </c:pt>
                <c:pt idx="2802">
                  <c:v>50.60577393</c:v>
                </c:pt>
                <c:pt idx="2803">
                  <c:v>50.60472107</c:v>
                </c:pt>
                <c:pt idx="2804">
                  <c:v>50.6041446</c:v>
                </c:pt>
                <c:pt idx="2805">
                  <c:v>50.60316467</c:v>
                </c:pt>
                <c:pt idx="2806">
                  <c:v>50.60032731</c:v>
                </c:pt>
                <c:pt idx="2807">
                  <c:v>50.59881592</c:v>
                </c:pt>
                <c:pt idx="2808">
                  <c:v>50.59786005</c:v>
                </c:pt>
                <c:pt idx="2809">
                  <c:v>50.59684753</c:v>
                </c:pt>
                <c:pt idx="2810">
                  <c:v>50.59542847</c:v>
                </c:pt>
                <c:pt idx="2811">
                  <c:v>50.59446173</c:v>
                </c:pt>
                <c:pt idx="2812">
                  <c:v>50.59381</c:v>
                </c:pt>
                <c:pt idx="2813">
                  <c:v>50.59249878</c:v>
                </c:pt>
                <c:pt idx="2814">
                  <c:v>50.59121704</c:v>
                </c:pt>
                <c:pt idx="2815">
                  <c:v>50.58710648</c:v>
                </c:pt>
                <c:pt idx="2816">
                  <c:v>50.58612888</c:v>
                </c:pt>
                <c:pt idx="2817">
                  <c:v>50.58494568</c:v>
                </c:pt>
                <c:pt idx="2818">
                  <c:v>50.58398748</c:v>
                </c:pt>
                <c:pt idx="2819">
                  <c:v>50.58254436</c:v>
                </c:pt>
                <c:pt idx="2820">
                  <c:v>50.58193918</c:v>
                </c:pt>
                <c:pt idx="2821">
                  <c:v>50.58073425</c:v>
                </c:pt>
                <c:pt idx="2822">
                  <c:v>50.57942536</c:v>
                </c:pt>
                <c:pt idx="2823">
                  <c:v>50.57826233</c:v>
                </c:pt>
                <c:pt idx="2824">
                  <c:v>50.57780457</c:v>
                </c:pt>
                <c:pt idx="2825">
                  <c:v>50.57612015</c:v>
                </c:pt>
                <c:pt idx="2826">
                  <c:v>50.57546842</c:v>
                </c:pt>
                <c:pt idx="2827">
                  <c:v>50.57427979</c:v>
                </c:pt>
                <c:pt idx="2828">
                  <c:v>50.57318736</c:v>
                </c:pt>
                <c:pt idx="2829">
                  <c:v>50.57203674</c:v>
                </c:pt>
                <c:pt idx="2830">
                  <c:v>50.56997681</c:v>
                </c:pt>
                <c:pt idx="2831">
                  <c:v>50.56857869</c:v>
                </c:pt>
                <c:pt idx="2832">
                  <c:v>50.56759644</c:v>
                </c:pt>
                <c:pt idx="2833">
                  <c:v>50.56654358</c:v>
                </c:pt>
                <c:pt idx="2834">
                  <c:v>50.56438899</c:v>
                </c:pt>
                <c:pt idx="2835">
                  <c:v>50.56331828</c:v>
                </c:pt>
                <c:pt idx="2836">
                  <c:v>50.56280621</c:v>
                </c:pt>
                <c:pt idx="2837">
                  <c:v>50.56126999</c:v>
                </c:pt>
                <c:pt idx="2838">
                  <c:v>50.56085102</c:v>
                </c:pt>
                <c:pt idx="2839">
                  <c:v>50.55819754</c:v>
                </c:pt>
                <c:pt idx="2840">
                  <c:v>50.55679321</c:v>
                </c:pt>
                <c:pt idx="2841">
                  <c:v>50.55560303</c:v>
                </c:pt>
                <c:pt idx="2842">
                  <c:v>50.55465957</c:v>
                </c:pt>
                <c:pt idx="2843">
                  <c:v>50.55154057</c:v>
                </c:pt>
                <c:pt idx="2844">
                  <c:v>50.55046987</c:v>
                </c:pt>
                <c:pt idx="2845">
                  <c:v>50.54930606</c:v>
                </c:pt>
                <c:pt idx="2846">
                  <c:v>50.54823536</c:v>
                </c:pt>
                <c:pt idx="2847">
                  <c:v>50.54727173</c:v>
                </c:pt>
                <c:pt idx="2848">
                  <c:v>50.54608154</c:v>
                </c:pt>
                <c:pt idx="2849">
                  <c:v>50.54502869</c:v>
                </c:pt>
                <c:pt idx="2850">
                  <c:v>50.54393005</c:v>
                </c:pt>
                <c:pt idx="2851">
                  <c:v>50.54168701</c:v>
                </c:pt>
                <c:pt idx="2852">
                  <c:v>50.54008872</c:v>
                </c:pt>
                <c:pt idx="2853">
                  <c:v>50.53892491</c:v>
                </c:pt>
                <c:pt idx="2854">
                  <c:v>50.53785421</c:v>
                </c:pt>
                <c:pt idx="2855">
                  <c:v>50.53688049</c:v>
                </c:pt>
                <c:pt idx="2856">
                  <c:v>50.5356197</c:v>
                </c:pt>
                <c:pt idx="2857">
                  <c:v>50.534549</c:v>
                </c:pt>
                <c:pt idx="2858">
                  <c:v>50.53404236</c:v>
                </c:pt>
                <c:pt idx="2859">
                  <c:v>50.53287312</c:v>
                </c:pt>
                <c:pt idx="2860">
                  <c:v>50.53033447</c:v>
                </c:pt>
                <c:pt idx="2861">
                  <c:v>50.52905584</c:v>
                </c:pt>
                <c:pt idx="2862">
                  <c:v>50.52813721</c:v>
                </c:pt>
                <c:pt idx="2863">
                  <c:v>50.52700754</c:v>
                </c:pt>
                <c:pt idx="2864">
                  <c:v>50.52607727</c:v>
                </c:pt>
                <c:pt idx="2865">
                  <c:v>50.5250989</c:v>
                </c:pt>
                <c:pt idx="2866">
                  <c:v>50.5241213</c:v>
                </c:pt>
                <c:pt idx="2867">
                  <c:v>50.5231437</c:v>
                </c:pt>
                <c:pt idx="2868">
                  <c:v>50.52230576</c:v>
                </c:pt>
                <c:pt idx="2869">
                  <c:v>50.52137472</c:v>
                </c:pt>
                <c:pt idx="2870">
                  <c:v>50.52049023</c:v>
                </c:pt>
                <c:pt idx="2871">
                  <c:v>50.51951263</c:v>
                </c:pt>
                <c:pt idx="2872">
                  <c:v>50.51870728</c:v>
                </c:pt>
                <c:pt idx="2873">
                  <c:v>50.5178833</c:v>
                </c:pt>
                <c:pt idx="2874">
                  <c:v>50.51709191</c:v>
                </c:pt>
                <c:pt idx="2875">
                  <c:v>50.51620742</c:v>
                </c:pt>
                <c:pt idx="2876">
                  <c:v>50.51545715</c:v>
                </c:pt>
                <c:pt idx="2877">
                  <c:v>50.5147643</c:v>
                </c:pt>
                <c:pt idx="2878">
                  <c:v>50.51387981</c:v>
                </c:pt>
                <c:pt idx="2879">
                  <c:v>50.51280911</c:v>
                </c:pt>
                <c:pt idx="2880">
                  <c:v>50.51220393</c:v>
                </c:pt>
                <c:pt idx="2881">
                  <c:v>50.51152039</c:v>
                </c:pt>
                <c:pt idx="2882">
                  <c:v>50.51069641</c:v>
                </c:pt>
                <c:pt idx="2883">
                  <c:v>50.50996399</c:v>
                </c:pt>
                <c:pt idx="2884">
                  <c:v>50.50918579</c:v>
                </c:pt>
                <c:pt idx="2885">
                  <c:v>50.5085907</c:v>
                </c:pt>
                <c:pt idx="2886">
                  <c:v>50.50776672</c:v>
                </c:pt>
                <c:pt idx="2887">
                  <c:v>50.50694352</c:v>
                </c:pt>
                <c:pt idx="2888">
                  <c:v>50.50616455</c:v>
                </c:pt>
                <c:pt idx="2889">
                  <c:v>50.50547791</c:v>
                </c:pt>
                <c:pt idx="2890">
                  <c:v>50.50474548</c:v>
                </c:pt>
                <c:pt idx="2891">
                  <c:v>50.50401306</c:v>
                </c:pt>
                <c:pt idx="2892">
                  <c:v>50.50321935</c:v>
                </c:pt>
                <c:pt idx="2893">
                  <c:v>50.50250244</c:v>
                </c:pt>
                <c:pt idx="2894">
                  <c:v>50.50177002</c:v>
                </c:pt>
                <c:pt idx="2895">
                  <c:v>50.50117493</c:v>
                </c:pt>
                <c:pt idx="2896">
                  <c:v>50.50035095</c:v>
                </c:pt>
                <c:pt idx="2897">
                  <c:v>50.50000724</c:v>
                </c:pt>
                <c:pt idx="2898">
                  <c:v>50.49893188</c:v>
                </c:pt>
                <c:pt idx="2899">
                  <c:v>50.49805205</c:v>
                </c:pt>
                <c:pt idx="2900">
                  <c:v>50.49769592</c:v>
                </c:pt>
                <c:pt idx="2901">
                  <c:v>50.4969635</c:v>
                </c:pt>
                <c:pt idx="2902">
                  <c:v>50.49623108</c:v>
                </c:pt>
                <c:pt idx="2903">
                  <c:v>50.49539857</c:v>
                </c:pt>
                <c:pt idx="2904">
                  <c:v>50.49465373</c:v>
                </c:pt>
                <c:pt idx="2905">
                  <c:v>50.49385071</c:v>
                </c:pt>
                <c:pt idx="2906">
                  <c:v>50.49321061</c:v>
                </c:pt>
                <c:pt idx="2907">
                  <c:v>50.49241923</c:v>
                </c:pt>
                <c:pt idx="2908">
                  <c:v>50.49206543</c:v>
                </c:pt>
                <c:pt idx="2909">
                  <c:v>50.49105835</c:v>
                </c:pt>
                <c:pt idx="2910">
                  <c:v>50.49041748</c:v>
                </c:pt>
                <c:pt idx="2911">
                  <c:v>50.4894104</c:v>
                </c:pt>
                <c:pt idx="2912">
                  <c:v>50.48878815</c:v>
                </c:pt>
                <c:pt idx="2913">
                  <c:v>50.48812866</c:v>
                </c:pt>
                <c:pt idx="2914">
                  <c:v>50.48735046</c:v>
                </c:pt>
                <c:pt idx="2915">
                  <c:v>50.4868927</c:v>
                </c:pt>
                <c:pt idx="2916">
                  <c:v>50.48613467</c:v>
                </c:pt>
                <c:pt idx="2917">
                  <c:v>50.48538984</c:v>
                </c:pt>
                <c:pt idx="2918">
                  <c:v>50.48469543</c:v>
                </c:pt>
                <c:pt idx="2919">
                  <c:v>50.48403982</c:v>
                </c:pt>
                <c:pt idx="2920">
                  <c:v>50.48301567</c:v>
                </c:pt>
                <c:pt idx="2921">
                  <c:v>50.4826355</c:v>
                </c:pt>
                <c:pt idx="2922">
                  <c:v>50.4818573</c:v>
                </c:pt>
                <c:pt idx="2923">
                  <c:v>50.48106048</c:v>
                </c:pt>
                <c:pt idx="2924">
                  <c:v>50.48031564</c:v>
                </c:pt>
                <c:pt idx="2925">
                  <c:v>50.47961426</c:v>
                </c:pt>
                <c:pt idx="2926">
                  <c:v>50.47888184</c:v>
                </c:pt>
                <c:pt idx="2927">
                  <c:v>50.47814941</c:v>
                </c:pt>
                <c:pt idx="2928">
                  <c:v>50.47741699</c:v>
                </c:pt>
                <c:pt idx="2929">
                  <c:v>50.47668457</c:v>
                </c:pt>
                <c:pt idx="2930">
                  <c:v>50.47598629</c:v>
                </c:pt>
                <c:pt idx="2931">
                  <c:v>50.47517395</c:v>
                </c:pt>
                <c:pt idx="2932">
                  <c:v>50.47445006</c:v>
                </c:pt>
                <c:pt idx="2933">
                  <c:v>50.47366333</c:v>
                </c:pt>
                <c:pt idx="2934">
                  <c:v>50.47300694</c:v>
                </c:pt>
                <c:pt idx="2935">
                  <c:v>50.47221556</c:v>
                </c:pt>
                <c:pt idx="2936">
                  <c:v>50.47147072</c:v>
                </c:pt>
                <c:pt idx="2937">
                  <c:v>50.47072588</c:v>
                </c:pt>
                <c:pt idx="2938">
                  <c:v>50.46986389</c:v>
                </c:pt>
                <c:pt idx="2939">
                  <c:v>50.46918966</c:v>
                </c:pt>
                <c:pt idx="2940">
                  <c:v>50.46849138</c:v>
                </c:pt>
                <c:pt idx="2941">
                  <c:v>50.46775818</c:v>
                </c:pt>
                <c:pt idx="2942">
                  <c:v>50.46716309</c:v>
                </c:pt>
                <c:pt idx="2943">
                  <c:v>50.46634997</c:v>
                </c:pt>
                <c:pt idx="2944">
                  <c:v>50.46569824</c:v>
                </c:pt>
                <c:pt idx="2945">
                  <c:v>50.46481375</c:v>
                </c:pt>
                <c:pt idx="2946">
                  <c:v>50.46406891</c:v>
                </c:pt>
                <c:pt idx="2947">
                  <c:v>50.46340942</c:v>
                </c:pt>
                <c:pt idx="2948">
                  <c:v>50.46258545</c:v>
                </c:pt>
                <c:pt idx="2949">
                  <c:v>50.46192751</c:v>
                </c:pt>
                <c:pt idx="2950">
                  <c:v>50.46125793</c:v>
                </c:pt>
                <c:pt idx="2951">
                  <c:v>50.46053094</c:v>
                </c:pt>
                <c:pt idx="2952">
                  <c:v>50.45983887</c:v>
                </c:pt>
                <c:pt idx="2953">
                  <c:v>50.45904127</c:v>
                </c:pt>
                <c:pt idx="2954">
                  <c:v>50.45824988</c:v>
                </c:pt>
                <c:pt idx="2955">
                  <c:v>50.45750505</c:v>
                </c:pt>
                <c:pt idx="2956">
                  <c:v>50.45676021</c:v>
                </c:pt>
                <c:pt idx="2957">
                  <c:v>50.45596882</c:v>
                </c:pt>
                <c:pt idx="2958">
                  <c:v>50.45522399</c:v>
                </c:pt>
                <c:pt idx="2959">
                  <c:v>50.45439148</c:v>
                </c:pt>
                <c:pt idx="2960">
                  <c:v>50.45373432</c:v>
                </c:pt>
                <c:pt idx="2961">
                  <c:v>50.45329285</c:v>
                </c:pt>
                <c:pt idx="2962">
                  <c:v>50.45256042</c:v>
                </c:pt>
                <c:pt idx="2963">
                  <c:v>50.45177912</c:v>
                </c:pt>
                <c:pt idx="2964">
                  <c:v>50.45094118</c:v>
                </c:pt>
                <c:pt idx="2965">
                  <c:v>50.4502429</c:v>
                </c:pt>
                <c:pt idx="2966">
                  <c:v>50.44940186</c:v>
                </c:pt>
                <c:pt idx="2967">
                  <c:v>50.44876099</c:v>
                </c:pt>
                <c:pt idx="2968">
                  <c:v>50.44796184</c:v>
                </c:pt>
                <c:pt idx="2969">
                  <c:v>50.447217</c:v>
                </c:pt>
                <c:pt idx="2970">
                  <c:v>50.44670493</c:v>
                </c:pt>
                <c:pt idx="2971">
                  <c:v>50.44587708</c:v>
                </c:pt>
                <c:pt idx="2972">
                  <c:v>50.44521526</c:v>
                </c:pt>
                <c:pt idx="2973">
                  <c:v>50.44436646</c:v>
                </c:pt>
                <c:pt idx="2974">
                  <c:v>50.44367903</c:v>
                </c:pt>
                <c:pt idx="2975">
                  <c:v>50.44307385</c:v>
                </c:pt>
                <c:pt idx="2976">
                  <c:v>50.44230652</c:v>
                </c:pt>
                <c:pt idx="2977">
                  <c:v>50.44139797</c:v>
                </c:pt>
                <c:pt idx="2978">
                  <c:v>50.44065314</c:v>
                </c:pt>
                <c:pt idx="2979">
                  <c:v>50.43992615</c:v>
                </c:pt>
                <c:pt idx="2980">
                  <c:v>50.43919373</c:v>
                </c:pt>
                <c:pt idx="2981">
                  <c:v>50.43841863</c:v>
                </c:pt>
                <c:pt idx="2982">
                  <c:v>50.43758069</c:v>
                </c:pt>
                <c:pt idx="2983">
                  <c:v>50.43702206</c:v>
                </c:pt>
                <c:pt idx="2984">
                  <c:v>50.43627723</c:v>
                </c:pt>
                <c:pt idx="2985">
                  <c:v>50.43548584</c:v>
                </c:pt>
                <c:pt idx="2986">
                  <c:v>50.43479919</c:v>
                </c:pt>
                <c:pt idx="2987">
                  <c:v>50.43406677</c:v>
                </c:pt>
                <c:pt idx="2988">
                  <c:v>50.43320478</c:v>
                </c:pt>
                <c:pt idx="2989">
                  <c:v>50.43241882</c:v>
                </c:pt>
                <c:pt idx="2990">
                  <c:v>50.43176166</c:v>
                </c:pt>
                <c:pt idx="2991">
                  <c:v>50.43110993</c:v>
                </c:pt>
                <c:pt idx="2992">
                  <c:v>50.43031311</c:v>
                </c:pt>
                <c:pt idx="2993">
                  <c:v>50.42958069</c:v>
                </c:pt>
                <c:pt idx="2994">
                  <c:v>50.42907715</c:v>
                </c:pt>
                <c:pt idx="2995">
                  <c:v>50.42834473</c:v>
                </c:pt>
                <c:pt idx="2996">
                  <c:v>50.4276123</c:v>
                </c:pt>
                <c:pt idx="2997">
                  <c:v>50.42673402</c:v>
                </c:pt>
                <c:pt idx="2998">
                  <c:v>50.42605591</c:v>
                </c:pt>
                <c:pt idx="2999">
                  <c:v>50.4252909</c:v>
                </c:pt>
                <c:pt idx="3000">
                  <c:v>50.42445374</c:v>
                </c:pt>
                <c:pt idx="3001">
                  <c:v>50.42367554</c:v>
                </c:pt>
                <c:pt idx="3002">
                  <c:v>50.42300984</c:v>
                </c:pt>
                <c:pt idx="3003">
                  <c:v>50.422265</c:v>
                </c:pt>
                <c:pt idx="3004">
                  <c:v>50.42184448</c:v>
                </c:pt>
                <c:pt idx="3005">
                  <c:v>50.4208374</c:v>
                </c:pt>
                <c:pt idx="3006">
                  <c:v>50.42010498</c:v>
                </c:pt>
                <c:pt idx="3007">
                  <c:v>50.41928101</c:v>
                </c:pt>
                <c:pt idx="3008">
                  <c:v>50.41863393</c:v>
                </c:pt>
                <c:pt idx="3009">
                  <c:v>50.41795349</c:v>
                </c:pt>
                <c:pt idx="3010">
                  <c:v>50.41731262</c:v>
                </c:pt>
                <c:pt idx="3011">
                  <c:v>50.41663218</c:v>
                </c:pt>
                <c:pt idx="3012">
                  <c:v>50.41588735</c:v>
                </c:pt>
                <c:pt idx="3013">
                  <c:v>50.41509596</c:v>
                </c:pt>
                <c:pt idx="3014">
                  <c:v>50.41442871</c:v>
                </c:pt>
                <c:pt idx="3015">
                  <c:v>50.41369629</c:v>
                </c:pt>
                <c:pt idx="3016">
                  <c:v>50.41295456</c:v>
                </c:pt>
                <c:pt idx="3017">
                  <c:v>50.41220972</c:v>
                </c:pt>
                <c:pt idx="3018">
                  <c:v>50.41127014</c:v>
                </c:pt>
                <c:pt idx="3019">
                  <c:v>50.41072083</c:v>
                </c:pt>
                <c:pt idx="3020">
                  <c:v>50.409789</c:v>
                </c:pt>
                <c:pt idx="3021">
                  <c:v>50.40918383</c:v>
                </c:pt>
                <c:pt idx="3022">
                  <c:v>50.40834589</c:v>
                </c:pt>
                <c:pt idx="3023">
                  <c:v>50.40774071</c:v>
                </c:pt>
                <c:pt idx="3024">
                  <c:v>50.40710449</c:v>
                </c:pt>
                <c:pt idx="3025">
                  <c:v>50.40620448</c:v>
                </c:pt>
                <c:pt idx="3026">
                  <c:v>50.4055993</c:v>
                </c:pt>
                <c:pt idx="3027">
                  <c:v>50.40485447</c:v>
                </c:pt>
                <c:pt idx="3028">
                  <c:v>50.4039917</c:v>
                </c:pt>
                <c:pt idx="3029">
                  <c:v>50.40316772</c:v>
                </c:pt>
                <c:pt idx="3030">
                  <c:v>50.4024353</c:v>
                </c:pt>
                <c:pt idx="3031">
                  <c:v>50.40178202</c:v>
                </c:pt>
                <c:pt idx="3032">
                  <c:v>50.40094408</c:v>
                </c:pt>
                <c:pt idx="3033">
                  <c:v>50.40019924</c:v>
                </c:pt>
                <c:pt idx="3034">
                  <c:v>50.39959406</c:v>
                </c:pt>
                <c:pt idx="3035">
                  <c:v>50.39866302</c:v>
                </c:pt>
                <c:pt idx="3036">
                  <c:v>50.39790344</c:v>
                </c:pt>
                <c:pt idx="3037">
                  <c:v>50.39717102</c:v>
                </c:pt>
                <c:pt idx="3038">
                  <c:v>50.39647506</c:v>
                </c:pt>
                <c:pt idx="3039">
                  <c:v>50.39563712</c:v>
                </c:pt>
                <c:pt idx="3040">
                  <c:v>50.39489229</c:v>
                </c:pt>
                <c:pt idx="3041">
                  <c:v>50.39424133</c:v>
                </c:pt>
                <c:pt idx="3042">
                  <c:v>50.39341736</c:v>
                </c:pt>
                <c:pt idx="3043">
                  <c:v>50.39270433</c:v>
                </c:pt>
                <c:pt idx="3044">
                  <c:v>50.39176941</c:v>
                </c:pt>
                <c:pt idx="3045">
                  <c:v>50.39130777</c:v>
                </c:pt>
                <c:pt idx="3046">
                  <c:v>50.39023706</c:v>
                </c:pt>
                <c:pt idx="3047">
                  <c:v>50.38989258</c:v>
                </c:pt>
                <c:pt idx="3048">
                  <c:v>50.38865429</c:v>
                </c:pt>
                <c:pt idx="3049">
                  <c:v>50.38804911</c:v>
                </c:pt>
                <c:pt idx="3050">
                  <c:v>50.38725772</c:v>
                </c:pt>
                <c:pt idx="3051">
                  <c:v>50.38650513</c:v>
                </c:pt>
                <c:pt idx="3052">
                  <c:v>50.38567495</c:v>
                </c:pt>
                <c:pt idx="3053">
                  <c:v>50.38483701</c:v>
                </c:pt>
                <c:pt idx="3054">
                  <c:v>50.38407898</c:v>
                </c:pt>
                <c:pt idx="3055">
                  <c:v>50.38320768</c:v>
                </c:pt>
                <c:pt idx="3056">
                  <c:v>50.38206482</c:v>
                </c:pt>
                <c:pt idx="3057">
                  <c:v>50.38114929</c:v>
                </c:pt>
                <c:pt idx="3058">
                  <c:v>50.38022833</c:v>
                </c:pt>
                <c:pt idx="3059">
                  <c:v>50.37922668</c:v>
                </c:pt>
                <c:pt idx="3060">
                  <c:v>50.37873866</c:v>
                </c:pt>
                <c:pt idx="3061">
                  <c:v>50.37766796</c:v>
                </c:pt>
                <c:pt idx="3062">
                  <c:v>50.37669036</c:v>
                </c:pt>
                <c:pt idx="3063">
                  <c:v>50.37571277</c:v>
                </c:pt>
                <c:pt idx="3064">
                  <c:v>50.37464207</c:v>
                </c:pt>
                <c:pt idx="3065">
                  <c:v>50.37373352</c:v>
                </c:pt>
                <c:pt idx="3066">
                  <c:v>50.37264032</c:v>
                </c:pt>
                <c:pt idx="3067">
                  <c:v>50.37161617</c:v>
                </c:pt>
                <c:pt idx="3068">
                  <c:v>50.37062073</c:v>
                </c:pt>
                <c:pt idx="3069">
                  <c:v>50.36956787</c:v>
                </c:pt>
                <c:pt idx="3070">
                  <c:v>50.36856079</c:v>
                </c:pt>
                <c:pt idx="3071">
                  <c:v>50.36751957</c:v>
                </c:pt>
                <c:pt idx="3072">
                  <c:v>50.36663818</c:v>
                </c:pt>
                <c:pt idx="3073">
                  <c:v>50.36547127</c:v>
                </c:pt>
                <c:pt idx="3074">
                  <c:v>50.36444092</c:v>
                </c:pt>
                <c:pt idx="3075">
                  <c:v>50.36332987</c:v>
                </c:pt>
                <c:pt idx="3076">
                  <c:v>50.36238098</c:v>
                </c:pt>
                <c:pt idx="3077">
                  <c:v>50.36114192</c:v>
                </c:pt>
                <c:pt idx="3078">
                  <c:v>50.36007121</c:v>
                </c:pt>
                <c:pt idx="3079">
                  <c:v>50.35904707</c:v>
                </c:pt>
                <c:pt idx="3080">
                  <c:v>50.35788326</c:v>
                </c:pt>
                <c:pt idx="3081">
                  <c:v>50.35704532</c:v>
                </c:pt>
                <c:pt idx="3082">
                  <c:v>50.35602117</c:v>
                </c:pt>
                <c:pt idx="3083">
                  <c:v>50.35485736</c:v>
                </c:pt>
                <c:pt idx="3084">
                  <c:v>50.35395813</c:v>
                </c:pt>
                <c:pt idx="3085">
                  <c:v>50.35280907</c:v>
                </c:pt>
                <c:pt idx="3086">
                  <c:v>50.35206423</c:v>
                </c:pt>
                <c:pt idx="3087">
                  <c:v>50.35112</c:v>
                </c:pt>
                <c:pt idx="3088">
                  <c:v>50.34996938</c:v>
                </c:pt>
                <c:pt idx="3089">
                  <c:v>50.34892273</c:v>
                </c:pt>
                <c:pt idx="3090">
                  <c:v>50.34791565</c:v>
                </c:pt>
                <c:pt idx="3091">
                  <c:v>50.34657107</c:v>
                </c:pt>
                <c:pt idx="3092">
                  <c:v>50.34582623</c:v>
                </c:pt>
                <c:pt idx="3093">
                  <c:v>50.34442966</c:v>
                </c:pt>
                <c:pt idx="3094">
                  <c:v>50.34359172</c:v>
                </c:pt>
                <c:pt idx="3095">
                  <c:v>50.34247447</c:v>
                </c:pt>
                <c:pt idx="3096">
                  <c:v>50.34145032</c:v>
                </c:pt>
                <c:pt idx="3097">
                  <c:v>50.34042617</c:v>
                </c:pt>
                <c:pt idx="3098">
                  <c:v>50.33930892</c:v>
                </c:pt>
                <c:pt idx="3099">
                  <c:v>50.33833132</c:v>
                </c:pt>
                <c:pt idx="3100">
                  <c:v>50.33784485</c:v>
                </c:pt>
                <c:pt idx="3101">
                  <c:v>50.33674622</c:v>
                </c:pt>
                <c:pt idx="3102">
                  <c:v>50.33544508</c:v>
                </c:pt>
                <c:pt idx="3103">
                  <c:v>50.33496094</c:v>
                </c:pt>
                <c:pt idx="3104">
                  <c:v>50.33345032</c:v>
                </c:pt>
                <c:pt idx="3105">
                  <c:v>50.33248901</c:v>
                </c:pt>
                <c:pt idx="3106">
                  <c:v>50.33171082</c:v>
                </c:pt>
                <c:pt idx="3107">
                  <c:v>50.33051054</c:v>
                </c:pt>
                <c:pt idx="3108">
                  <c:v>50.32965088</c:v>
                </c:pt>
                <c:pt idx="3109">
                  <c:v>50.32878811</c:v>
                </c:pt>
                <c:pt idx="3110">
                  <c:v>50.32781051</c:v>
                </c:pt>
                <c:pt idx="3111">
                  <c:v>50.32667542</c:v>
                </c:pt>
                <c:pt idx="3112">
                  <c:v>50.32571411</c:v>
                </c:pt>
                <c:pt idx="3113">
                  <c:v>50.32483117</c:v>
                </c:pt>
                <c:pt idx="3114">
                  <c:v>50.32369995</c:v>
                </c:pt>
                <c:pt idx="3115">
                  <c:v>50.32320184</c:v>
                </c:pt>
                <c:pt idx="3116">
                  <c:v>50.3222708</c:v>
                </c:pt>
                <c:pt idx="3117">
                  <c:v>50.32113647</c:v>
                </c:pt>
                <c:pt idx="3118">
                  <c:v>50.32008284</c:v>
                </c:pt>
                <c:pt idx="3119">
                  <c:v>50.3191518</c:v>
                </c:pt>
                <c:pt idx="3120">
                  <c:v>50.31826731</c:v>
                </c:pt>
                <c:pt idx="3121">
                  <c:v>50.31742859</c:v>
                </c:pt>
                <c:pt idx="3122">
                  <c:v>50.31646729</c:v>
                </c:pt>
                <c:pt idx="3123">
                  <c:v>50.31541443</c:v>
                </c:pt>
                <c:pt idx="3124">
                  <c:v>50.31440347</c:v>
                </c:pt>
                <c:pt idx="3125">
                  <c:v>50.3135376</c:v>
                </c:pt>
                <c:pt idx="3126">
                  <c:v>50.31257629</c:v>
                </c:pt>
                <c:pt idx="3127">
                  <c:v>50.31156921</c:v>
                </c:pt>
                <c:pt idx="3128">
                  <c:v>50.31067929</c:v>
                </c:pt>
                <c:pt idx="3129">
                  <c:v>50.30974825</c:v>
                </c:pt>
                <c:pt idx="3130">
                  <c:v>50.30882263</c:v>
                </c:pt>
                <c:pt idx="3131">
                  <c:v>50.30786133</c:v>
                </c:pt>
                <c:pt idx="3132">
                  <c:v>50.30690002</c:v>
                </c:pt>
                <c:pt idx="3133">
                  <c:v>50.30597751</c:v>
                </c:pt>
                <c:pt idx="3134">
                  <c:v>50.30499992</c:v>
                </c:pt>
                <c:pt idx="3135">
                  <c:v>50.30406887</c:v>
                </c:pt>
                <c:pt idx="3136">
                  <c:v>50.30291748</c:v>
                </c:pt>
                <c:pt idx="3137">
                  <c:v>50.30200195</c:v>
                </c:pt>
                <c:pt idx="3138">
                  <c:v>50.30122375</c:v>
                </c:pt>
                <c:pt idx="3139">
                  <c:v>50.30029814</c:v>
                </c:pt>
                <c:pt idx="3140">
                  <c:v>50.29932054</c:v>
                </c:pt>
                <c:pt idx="3141">
                  <c:v>50.2984826</c:v>
                </c:pt>
                <c:pt idx="3142">
                  <c:v>50.29742432</c:v>
                </c:pt>
                <c:pt idx="3143">
                  <c:v>50.29657396</c:v>
                </c:pt>
                <c:pt idx="3144">
                  <c:v>50.29563904</c:v>
                </c:pt>
                <c:pt idx="3145">
                  <c:v>50.29431152</c:v>
                </c:pt>
                <c:pt idx="3146">
                  <c:v>50.29345496</c:v>
                </c:pt>
                <c:pt idx="3147">
                  <c:v>50.29266357</c:v>
                </c:pt>
                <c:pt idx="3148">
                  <c:v>50.29165649</c:v>
                </c:pt>
                <c:pt idx="3149">
                  <c:v>50.29064941</c:v>
                </c:pt>
                <c:pt idx="3150">
                  <c:v>50.28959656</c:v>
                </c:pt>
                <c:pt idx="3151">
                  <c:v>50.28856698</c:v>
                </c:pt>
                <c:pt idx="3152">
                  <c:v>50.28735352</c:v>
                </c:pt>
                <c:pt idx="3153">
                  <c:v>50.28625488</c:v>
                </c:pt>
                <c:pt idx="3154">
                  <c:v>50.28533936</c:v>
                </c:pt>
                <c:pt idx="3155">
                  <c:v>50.28419107</c:v>
                </c:pt>
                <c:pt idx="3156">
                  <c:v>50.28256174</c:v>
                </c:pt>
                <c:pt idx="3157">
                  <c:v>50.28158414</c:v>
                </c:pt>
                <c:pt idx="3158">
                  <c:v>50.28028068</c:v>
                </c:pt>
                <c:pt idx="3159">
                  <c:v>50.27902377</c:v>
                </c:pt>
                <c:pt idx="3160">
                  <c:v>50.27827893</c:v>
                </c:pt>
                <c:pt idx="3161">
                  <c:v>50.27677917</c:v>
                </c:pt>
                <c:pt idx="3162">
                  <c:v>50.27549744</c:v>
                </c:pt>
                <c:pt idx="3163">
                  <c:v>50.27413578</c:v>
                </c:pt>
                <c:pt idx="3164">
                  <c:v>50.27270508</c:v>
                </c:pt>
                <c:pt idx="3165">
                  <c:v>50.27156067</c:v>
                </c:pt>
                <c:pt idx="3166">
                  <c:v>50.27017884</c:v>
                </c:pt>
                <c:pt idx="3167">
                  <c:v>50.26873572</c:v>
                </c:pt>
                <c:pt idx="3168">
                  <c:v>50.26771157</c:v>
                </c:pt>
                <c:pt idx="3169">
                  <c:v>50.26634216</c:v>
                </c:pt>
                <c:pt idx="3170">
                  <c:v>50.2650581</c:v>
                </c:pt>
                <c:pt idx="3171">
                  <c:v>50.26391602</c:v>
                </c:pt>
                <c:pt idx="3172">
                  <c:v>50.26273049</c:v>
                </c:pt>
                <c:pt idx="3173">
                  <c:v>50.26133392</c:v>
                </c:pt>
                <c:pt idx="3174">
                  <c:v>50.25993347</c:v>
                </c:pt>
                <c:pt idx="3175">
                  <c:v>50.25877355</c:v>
                </c:pt>
                <c:pt idx="3176">
                  <c:v>50.25765629</c:v>
                </c:pt>
                <c:pt idx="3177">
                  <c:v>50.25612007</c:v>
                </c:pt>
                <c:pt idx="3178">
                  <c:v>50.25537523</c:v>
                </c:pt>
                <c:pt idx="3179">
                  <c:v>50.2540741</c:v>
                </c:pt>
                <c:pt idx="3180">
                  <c:v>50.25283813</c:v>
                </c:pt>
                <c:pt idx="3181">
                  <c:v>50.2515564</c:v>
                </c:pt>
                <c:pt idx="3182">
                  <c:v>50.25002172</c:v>
                </c:pt>
                <c:pt idx="3183">
                  <c:v>50.24862671</c:v>
                </c:pt>
                <c:pt idx="3184">
                  <c:v>50.2475079</c:v>
                </c:pt>
                <c:pt idx="3185">
                  <c:v>50.24611134</c:v>
                </c:pt>
                <c:pt idx="3186">
                  <c:v>50.24473572</c:v>
                </c:pt>
                <c:pt idx="3187">
                  <c:v>50.24372864</c:v>
                </c:pt>
                <c:pt idx="3188">
                  <c:v>50.2422475</c:v>
                </c:pt>
                <c:pt idx="3189">
                  <c:v>50.24099059</c:v>
                </c:pt>
                <c:pt idx="3190">
                  <c:v>50.24024575</c:v>
                </c:pt>
                <c:pt idx="3191">
                  <c:v>50.2389679</c:v>
                </c:pt>
                <c:pt idx="3192">
                  <c:v>50.23768616</c:v>
                </c:pt>
                <c:pt idx="3193">
                  <c:v>50.23628881</c:v>
                </c:pt>
                <c:pt idx="3194">
                  <c:v>50.23452759</c:v>
                </c:pt>
                <c:pt idx="3195">
                  <c:v>50.23340258</c:v>
                </c:pt>
                <c:pt idx="3196">
                  <c:v>50.23274231</c:v>
                </c:pt>
                <c:pt idx="3197">
                  <c:v>50.23098186</c:v>
                </c:pt>
                <c:pt idx="3198">
                  <c:v>50.22981262</c:v>
                </c:pt>
                <c:pt idx="3199">
                  <c:v>50.2287008</c:v>
                </c:pt>
                <c:pt idx="3200">
                  <c:v>50.22756958</c:v>
                </c:pt>
                <c:pt idx="3201">
                  <c:v>50.22619629</c:v>
                </c:pt>
                <c:pt idx="3202">
                  <c:v>50.22496033</c:v>
                </c:pt>
                <c:pt idx="3203">
                  <c:v>50.22358005</c:v>
                </c:pt>
                <c:pt idx="3204">
                  <c:v>50.22227659</c:v>
                </c:pt>
                <c:pt idx="3205">
                  <c:v>50.22093201</c:v>
                </c:pt>
                <c:pt idx="3206">
                  <c:v>50.21985587</c:v>
                </c:pt>
                <c:pt idx="3207">
                  <c:v>50.21869207</c:v>
                </c:pt>
                <c:pt idx="3208">
                  <c:v>50.21738861</c:v>
                </c:pt>
                <c:pt idx="3209">
                  <c:v>50.21627135</c:v>
                </c:pt>
                <c:pt idx="3210">
                  <c:v>50.2151541</c:v>
                </c:pt>
                <c:pt idx="3211">
                  <c:v>50.21406555</c:v>
                </c:pt>
                <c:pt idx="3212">
                  <c:v>50.21305925</c:v>
                </c:pt>
                <c:pt idx="3213">
                  <c:v>50.21214294</c:v>
                </c:pt>
                <c:pt idx="3214">
                  <c:v>50.21109009</c:v>
                </c:pt>
                <c:pt idx="3215">
                  <c:v>50.2100799</c:v>
                </c:pt>
                <c:pt idx="3216">
                  <c:v>50.20916748</c:v>
                </c:pt>
                <c:pt idx="3217">
                  <c:v>50.20820618</c:v>
                </c:pt>
                <c:pt idx="3218">
                  <c:v>50.20700746</c:v>
                </c:pt>
                <c:pt idx="3219">
                  <c:v>50.20626262</c:v>
                </c:pt>
                <c:pt idx="3220">
                  <c:v>50.20533158</c:v>
                </c:pt>
                <c:pt idx="3221">
                  <c:v>50.20436096</c:v>
                </c:pt>
                <c:pt idx="3222">
                  <c:v>50.20351604</c:v>
                </c:pt>
                <c:pt idx="3223">
                  <c:v>50.20225913</c:v>
                </c:pt>
                <c:pt idx="3224">
                  <c:v>50.20170593</c:v>
                </c:pt>
                <c:pt idx="3225">
                  <c:v>50.20079041</c:v>
                </c:pt>
                <c:pt idx="3226">
                  <c:v>50.19950867</c:v>
                </c:pt>
                <c:pt idx="3227">
                  <c:v>50.19859314</c:v>
                </c:pt>
                <c:pt idx="3228">
                  <c:v>50.19763184</c:v>
                </c:pt>
                <c:pt idx="3229">
                  <c:v>50.19726563</c:v>
                </c:pt>
                <c:pt idx="3230">
                  <c:v>50.19625389</c:v>
                </c:pt>
                <c:pt idx="3231">
                  <c:v>50.19527629</c:v>
                </c:pt>
                <c:pt idx="3232">
                  <c:v>50.19429016</c:v>
                </c:pt>
                <c:pt idx="3233">
                  <c:v>50.19350731</c:v>
                </c:pt>
                <c:pt idx="3234">
                  <c:v>50.19252971</c:v>
                </c:pt>
                <c:pt idx="3235">
                  <c:v>50.19136047</c:v>
                </c:pt>
                <c:pt idx="3236">
                  <c:v>50.19094693</c:v>
                </c:pt>
                <c:pt idx="3237">
                  <c:v>50.18998718</c:v>
                </c:pt>
                <c:pt idx="3238">
                  <c:v>50.18889864</c:v>
                </c:pt>
                <c:pt idx="3239">
                  <c:v>50.18792725</c:v>
                </c:pt>
                <c:pt idx="3240">
                  <c:v>50.18712965</c:v>
                </c:pt>
                <c:pt idx="3241">
                  <c:v>50.1862793</c:v>
                </c:pt>
                <c:pt idx="3242">
                  <c:v>50.18545377</c:v>
                </c:pt>
                <c:pt idx="3243">
                  <c:v>50.18467712</c:v>
                </c:pt>
                <c:pt idx="3244">
                  <c:v>50.18380737</c:v>
                </c:pt>
                <c:pt idx="3245">
                  <c:v>50.1828934</c:v>
                </c:pt>
                <c:pt idx="3246">
                  <c:v>50.18179321</c:v>
                </c:pt>
                <c:pt idx="3247">
                  <c:v>50.18087769</c:v>
                </c:pt>
                <c:pt idx="3248">
                  <c:v>50.18000716</c:v>
                </c:pt>
                <c:pt idx="3249">
                  <c:v>50.17949508</c:v>
                </c:pt>
                <c:pt idx="3250">
                  <c:v>50.17861059</c:v>
                </c:pt>
                <c:pt idx="3251">
                  <c:v>50.17758179</c:v>
                </c:pt>
                <c:pt idx="3252">
                  <c:v>50.17675781</c:v>
                </c:pt>
                <c:pt idx="3253">
                  <c:v>50.17581746</c:v>
                </c:pt>
                <c:pt idx="3254">
                  <c:v>50.17493296</c:v>
                </c:pt>
                <c:pt idx="3255">
                  <c:v>50.17405701</c:v>
                </c:pt>
                <c:pt idx="3256">
                  <c:v>50.17378235</c:v>
                </c:pt>
                <c:pt idx="3257">
                  <c:v>50.17295837</c:v>
                </c:pt>
                <c:pt idx="3258">
                  <c:v>50.17213983</c:v>
                </c:pt>
                <c:pt idx="3259">
                  <c:v>50.17149353</c:v>
                </c:pt>
                <c:pt idx="3260">
                  <c:v>50.17055705</c:v>
                </c:pt>
                <c:pt idx="3261">
                  <c:v>50.16985877</c:v>
                </c:pt>
                <c:pt idx="3262">
                  <c:v>50.16920704</c:v>
                </c:pt>
                <c:pt idx="3263">
                  <c:v>50.16864841</c:v>
                </c:pt>
                <c:pt idx="3264">
                  <c:v>50.16799668</c:v>
                </c:pt>
                <c:pt idx="3265">
                  <c:v>50.16746521</c:v>
                </c:pt>
                <c:pt idx="3266">
                  <c:v>50.16687943</c:v>
                </c:pt>
                <c:pt idx="3267">
                  <c:v>50.16627425</c:v>
                </c:pt>
                <c:pt idx="3268">
                  <c:v>50.16571562</c:v>
                </c:pt>
                <c:pt idx="3269">
                  <c:v>50.16513062</c:v>
                </c:pt>
                <c:pt idx="3270">
                  <c:v>50.1645813</c:v>
                </c:pt>
                <c:pt idx="3271">
                  <c:v>50.16403198</c:v>
                </c:pt>
                <c:pt idx="3272">
                  <c:v>50.16348267</c:v>
                </c:pt>
                <c:pt idx="3273">
                  <c:v>50.16288757</c:v>
                </c:pt>
                <c:pt idx="3274">
                  <c:v>50.16241041</c:v>
                </c:pt>
                <c:pt idx="3275">
                  <c:v>50.16197205</c:v>
                </c:pt>
                <c:pt idx="3276">
                  <c:v>50.16143282</c:v>
                </c:pt>
                <c:pt idx="3277">
                  <c:v>50.16087341</c:v>
                </c:pt>
                <c:pt idx="3278">
                  <c:v>50.16045522</c:v>
                </c:pt>
                <c:pt idx="3279">
                  <c:v>50.15989659</c:v>
                </c:pt>
                <c:pt idx="3280">
                  <c:v>50.15943107</c:v>
                </c:pt>
                <c:pt idx="3281">
                  <c:v>50.15905865</c:v>
                </c:pt>
                <c:pt idx="3282">
                  <c:v>50.15831382</c:v>
                </c:pt>
                <c:pt idx="3283">
                  <c:v>50.15798795</c:v>
                </c:pt>
                <c:pt idx="3284">
                  <c:v>50.15757751</c:v>
                </c:pt>
                <c:pt idx="3285">
                  <c:v>50.15716553</c:v>
                </c:pt>
                <c:pt idx="3286">
                  <c:v>50.15670776</c:v>
                </c:pt>
                <c:pt idx="3287">
                  <c:v>50.15629578</c:v>
                </c:pt>
                <c:pt idx="3288">
                  <c:v>50.15584655</c:v>
                </c:pt>
                <c:pt idx="3289">
                  <c:v>50.15542758</c:v>
                </c:pt>
                <c:pt idx="3290">
                  <c:v>50.15487671</c:v>
                </c:pt>
                <c:pt idx="3291">
                  <c:v>50.15449653</c:v>
                </c:pt>
                <c:pt idx="3292">
                  <c:v>50.15409851</c:v>
                </c:pt>
                <c:pt idx="3293">
                  <c:v>50.1537517</c:v>
                </c:pt>
                <c:pt idx="3294">
                  <c:v>50.15336609</c:v>
                </c:pt>
                <c:pt idx="3295">
                  <c:v>50.15286255</c:v>
                </c:pt>
                <c:pt idx="3296">
                  <c:v>50.15249634</c:v>
                </c:pt>
                <c:pt idx="3297">
                  <c:v>50.15216892</c:v>
                </c:pt>
                <c:pt idx="3298">
                  <c:v>50.15174995</c:v>
                </c:pt>
                <c:pt idx="3299">
                  <c:v>50.15137753</c:v>
                </c:pt>
                <c:pt idx="3300">
                  <c:v>50.1512146</c:v>
                </c:pt>
                <c:pt idx="3301">
                  <c:v>50.15066528</c:v>
                </c:pt>
                <c:pt idx="3302">
                  <c:v>50.15039063</c:v>
                </c:pt>
                <c:pt idx="3303">
                  <c:v>50.15002441</c:v>
                </c:pt>
                <c:pt idx="3304">
                  <c:v>50.14974976</c:v>
                </c:pt>
                <c:pt idx="3305">
                  <c:v>50.14937579</c:v>
                </c:pt>
                <c:pt idx="3306">
                  <c:v>50.14904992</c:v>
                </c:pt>
                <c:pt idx="3307">
                  <c:v>50.1486969</c:v>
                </c:pt>
                <c:pt idx="3308">
                  <c:v>50.14839819</c:v>
                </c:pt>
                <c:pt idx="3309">
                  <c:v>50.14802577</c:v>
                </c:pt>
                <c:pt idx="3310">
                  <c:v>50.1477356</c:v>
                </c:pt>
                <c:pt idx="3311">
                  <c:v>50.14732749</c:v>
                </c:pt>
                <c:pt idx="3312">
                  <c:v>50.14704895</c:v>
                </c:pt>
                <c:pt idx="3313">
                  <c:v>50.14667576</c:v>
                </c:pt>
                <c:pt idx="3314">
                  <c:v>50.1463623</c:v>
                </c:pt>
                <c:pt idx="3315">
                  <c:v>50.14607058</c:v>
                </c:pt>
                <c:pt idx="3316">
                  <c:v>50.14574471</c:v>
                </c:pt>
                <c:pt idx="3317">
                  <c:v>50.14549255</c:v>
                </c:pt>
                <c:pt idx="3318">
                  <c:v>50.14513953</c:v>
                </c:pt>
                <c:pt idx="3319">
                  <c:v>50.14486022</c:v>
                </c:pt>
                <c:pt idx="3320">
                  <c:v>50.14453435</c:v>
                </c:pt>
                <c:pt idx="3321">
                  <c:v>50.14421082</c:v>
                </c:pt>
                <c:pt idx="3322">
                  <c:v>50.14392917</c:v>
                </c:pt>
                <c:pt idx="3323">
                  <c:v>50.14360331</c:v>
                </c:pt>
                <c:pt idx="3324">
                  <c:v>50.14324951</c:v>
                </c:pt>
                <c:pt idx="3325">
                  <c:v>50.14295158</c:v>
                </c:pt>
                <c:pt idx="3326">
                  <c:v>50.14265442</c:v>
                </c:pt>
                <c:pt idx="3327">
                  <c:v>50.14239295</c:v>
                </c:pt>
                <c:pt idx="3328">
                  <c:v>50.14201355</c:v>
                </c:pt>
                <c:pt idx="3329">
                  <c:v>50.14164811</c:v>
                </c:pt>
                <c:pt idx="3330">
                  <c:v>50.1413688</c:v>
                </c:pt>
                <c:pt idx="3331">
                  <c:v>50.14105225</c:v>
                </c:pt>
                <c:pt idx="3332">
                  <c:v>50.14073181</c:v>
                </c:pt>
                <c:pt idx="3333">
                  <c:v>50.14043776</c:v>
                </c:pt>
                <c:pt idx="3334">
                  <c:v>50.14009094</c:v>
                </c:pt>
                <c:pt idx="3335">
                  <c:v>50.13978603</c:v>
                </c:pt>
                <c:pt idx="3336">
                  <c:v>50.13945007</c:v>
                </c:pt>
                <c:pt idx="3337">
                  <c:v>50.13918085</c:v>
                </c:pt>
                <c:pt idx="3338">
                  <c:v>50.13885498</c:v>
                </c:pt>
                <c:pt idx="3339">
                  <c:v>50.13852911</c:v>
                </c:pt>
                <c:pt idx="3340">
                  <c:v>50.13825989</c:v>
                </c:pt>
                <c:pt idx="3341">
                  <c:v>50.13798523</c:v>
                </c:pt>
                <c:pt idx="3342">
                  <c:v>50.13761902</c:v>
                </c:pt>
                <c:pt idx="3343">
                  <c:v>50.13720703</c:v>
                </c:pt>
                <c:pt idx="3344">
                  <c:v>50.13689979</c:v>
                </c:pt>
                <c:pt idx="3345">
                  <c:v>50.13657392</c:v>
                </c:pt>
                <c:pt idx="3346">
                  <c:v>50.13642883</c:v>
                </c:pt>
                <c:pt idx="3347">
                  <c:v>50.13597107</c:v>
                </c:pt>
                <c:pt idx="3348">
                  <c:v>50.13560486</c:v>
                </c:pt>
                <c:pt idx="3349">
                  <c:v>50.13545667</c:v>
                </c:pt>
                <c:pt idx="3350">
                  <c:v>50.13510132</c:v>
                </c:pt>
                <c:pt idx="3351">
                  <c:v>50.13471183</c:v>
                </c:pt>
                <c:pt idx="3352">
                  <c:v>50.13446045</c:v>
                </c:pt>
                <c:pt idx="3353">
                  <c:v>50.13414001</c:v>
                </c:pt>
                <c:pt idx="3354">
                  <c:v>50.13382734</c:v>
                </c:pt>
                <c:pt idx="3355">
                  <c:v>50.13354492</c:v>
                </c:pt>
                <c:pt idx="3356">
                  <c:v>50.13312906</c:v>
                </c:pt>
                <c:pt idx="3357">
                  <c:v>50.13294285</c:v>
                </c:pt>
                <c:pt idx="3358">
                  <c:v>50.13253784</c:v>
                </c:pt>
                <c:pt idx="3359">
                  <c:v>50.13229111</c:v>
                </c:pt>
                <c:pt idx="3360">
                  <c:v>50.13196525</c:v>
                </c:pt>
                <c:pt idx="3361">
                  <c:v>50.13166809</c:v>
                </c:pt>
                <c:pt idx="3362">
                  <c:v>50.13140662</c:v>
                </c:pt>
                <c:pt idx="3363">
                  <c:v>50.13108076</c:v>
                </c:pt>
                <c:pt idx="3364">
                  <c:v>50.13075256</c:v>
                </c:pt>
                <c:pt idx="3365">
                  <c:v>50.13033592</c:v>
                </c:pt>
                <c:pt idx="3366">
                  <c:v>50.13005661</c:v>
                </c:pt>
                <c:pt idx="3367">
                  <c:v>50.12973074</c:v>
                </c:pt>
                <c:pt idx="3368">
                  <c:v>50.12947083</c:v>
                </c:pt>
                <c:pt idx="3369">
                  <c:v>50.12921867</c:v>
                </c:pt>
                <c:pt idx="3370">
                  <c:v>50.1288928</c:v>
                </c:pt>
                <c:pt idx="3371">
                  <c:v>50.12861349</c:v>
                </c:pt>
                <c:pt idx="3372">
                  <c:v>50.12833417</c:v>
                </c:pt>
                <c:pt idx="3373">
                  <c:v>50.12805176</c:v>
                </c:pt>
                <c:pt idx="3374">
                  <c:v>50.12773132</c:v>
                </c:pt>
                <c:pt idx="3375">
                  <c:v>50.12735658</c:v>
                </c:pt>
                <c:pt idx="3376">
                  <c:v>50.12709045</c:v>
                </c:pt>
                <c:pt idx="3377">
                  <c:v>50.12690735</c:v>
                </c:pt>
                <c:pt idx="3378">
                  <c:v>50.12663269</c:v>
                </c:pt>
                <c:pt idx="3379">
                  <c:v>50.1262207</c:v>
                </c:pt>
                <c:pt idx="3380">
                  <c:v>50.12612915</c:v>
                </c:pt>
                <c:pt idx="3381">
                  <c:v>50.12582035</c:v>
                </c:pt>
                <c:pt idx="3382">
                  <c:v>50.1254425</c:v>
                </c:pt>
                <c:pt idx="3383">
                  <c:v>50.12516862</c:v>
                </c:pt>
                <c:pt idx="3384">
                  <c:v>50.12489319</c:v>
                </c:pt>
                <c:pt idx="3385">
                  <c:v>50.12474965</c:v>
                </c:pt>
                <c:pt idx="3386">
                  <c:v>50.12447034</c:v>
                </c:pt>
                <c:pt idx="3387">
                  <c:v>50.12411499</c:v>
                </c:pt>
                <c:pt idx="3388">
                  <c:v>50.12381861</c:v>
                </c:pt>
                <c:pt idx="3389">
                  <c:v>50.1236324</c:v>
                </c:pt>
                <c:pt idx="3390">
                  <c:v>50.12335309</c:v>
                </c:pt>
                <c:pt idx="3391">
                  <c:v>50.12307377</c:v>
                </c:pt>
                <c:pt idx="3392">
                  <c:v>50.12287903</c:v>
                </c:pt>
                <c:pt idx="3393">
                  <c:v>50.12260437</c:v>
                </c:pt>
                <c:pt idx="3394">
                  <c:v>50.12232971</c:v>
                </c:pt>
                <c:pt idx="3395">
                  <c:v>50.12219238</c:v>
                </c:pt>
                <c:pt idx="3396">
                  <c:v>50.12195652</c:v>
                </c:pt>
                <c:pt idx="3397">
                  <c:v>50.1216772</c:v>
                </c:pt>
                <c:pt idx="3398">
                  <c:v>50.12145996</c:v>
                </c:pt>
                <c:pt idx="3399">
                  <c:v>50.12125823</c:v>
                </c:pt>
                <c:pt idx="3400">
                  <c:v>50.12095642</c:v>
                </c:pt>
                <c:pt idx="3401">
                  <c:v>50.12072754</c:v>
                </c:pt>
                <c:pt idx="3402">
                  <c:v>50.12049866</c:v>
                </c:pt>
                <c:pt idx="3403">
                  <c:v>50.12023409</c:v>
                </c:pt>
                <c:pt idx="3404">
                  <c:v>50.12000132</c:v>
                </c:pt>
                <c:pt idx="3405">
                  <c:v>50.11976624</c:v>
                </c:pt>
                <c:pt idx="3406">
                  <c:v>50.11953735</c:v>
                </c:pt>
                <c:pt idx="3407">
                  <c:v>50.1192627</c:v>
                </c:pt>
                <c:pt idx="3408">
                  <c:v>50.11907028</c:v>
                </c:pt>
                <c:pt idx="3409">
                  <c:v>50.11879097</c:v>
                </c:pt>
                <c:pt idx="3410">
                  <c:v>50.11857605</c:v>
                </c:pt>
                <c:pt idx="3411">
                  <c:v>50.118372</c:v>
                </c:pt>
                <c:pt idx="3412">
                  <c:v>50.11809268</c:v>
                </c:pt>
                <c:pt idx="3413">
                  <c:v>50.11781337</c:v>
                </c:pt>
                <c:pt idx="3414">
                  <c:v>50.11761475</c:v>
                </c:pt>
                <c:pt idx="3415">
                  <c:v>50.11734009</c:v>
                </c:pt>
                <c:pt idx="3416">
                  <c:v>50.11706853</c:v>
                </c:pt>
                <c:pt idx="3417">
                  <c:v>50.11692888</c:v>
                </c:pt>
                <c:pt idx="3418">
                  <c:v>50.11669612</c:v>
                </c:pt>
                <c:pt idx="3419">
                  <c:v>50.11642456</c:v>
                </c:pt>
                <c:pt idx="3420">
                  <c:v>50.11619568</c:v>
                </c:pt>
                <c:pt idx="3421">
                  <c:v>50.1159668</c:v>
                </c:pt>
                <c:pt idx="3422">
                  <c:v>50.11576507</c:v>
                </c:pt>
                <c:pt idx="3423">
                  <c:v>50.11550903</c:v>
                </c:pt>
                <c:pt idx="3424">
                  <c:v>50.115253</c:v>
                </c:pt>
                <c:pt idx="3425">
                  <c:v>50.11506679</c:v>
                </c:pt>
                <c:pt idx="3426">
                  <c:v>50.11483403</c:v>
                </c:pt>
                <c:pt idx="3427">
                  <c:v>50.11455471</c:v>
                </c:pt>
                <c:pt idx="3428">
                  <c:v>50.11432195</c:v>
                </c:pt>
                <c:pt idx="3429">
                  <c:v>50.11413574</c:v>
                </c:pt>
                <c:pt idx="3430">
                  <c:v>50.11390686</c:v>
                </c:pt>
                <c:pt idx="3431">
                  <c:v>50.11367022</c:v>
                </c:pt>
                <c:pt idx="3432">
                  <c:v>50.1134491</c:v>
                </c:pt>
                <c:pt idx="3433">
                  <c:v>50.1132047</c:v>
                </c:pt>
                <c:pt idx="3434">
                  <c:v>50.11297194</c:v>
                </c:pt>
                <c:pt idx="3435">
                  <c:v>50.11276245</c:v>
                </c:pt>
                <c:pt idx="3436">
                  <c:v>50.11253357</c:v>
                </c:pt>
                <c:pt idx="3437">
                  <c:v>50.11230469</c:v>
                </c:pt>
                <c:pt idx="3438">
                  <c:v>50.11208744</c:v>
                </c:pt>
                <c:pt idx="3439">
                  <c:v>50.11180115</c:v>
                </c:pt>
                <c:pt idx="3440">
                  <c:v>50.11166847</c:v>
                </c:pt>
                <c:pt idx="3441">
                  <c:v>50.11143494</c:v>
                </c:pt>
                <c:pt idx="3442">
                  <c:v>50.11120295</c:v>
                </c:pt>
                <c:pt idx="3443">
                  <c:v>50.1109314</c:v>
                </c:pt>
                <c:pt idx="3444">
                  <c:v>50.11069088</c:v>
                </c:pt>
                <c:pt idx="3445">
                  <c:v>50.11045812</c:v>
                </c:pt>
                <c:pt idx="3446">
                  <c:v>50.11022535</c:v>
                </c:pt>
                <c:pt idx="3447">
                  <c:v>50.10997009</c:v>
                </c:pt>
                <c:pt idx="3448">
                  <c:v>50.10969543</c:v>
                </c:pt>
                <c:pt idx="3449">
                  <c:v>50.10943397</c:v>
                </c:pt>
                <c:pt idx="3450">
                  <c:v>50.10932922</c:v>
                </c:pt>
                <c:pt idx="3451">
                  <c:v>50.10906155</c:v>
                </c:pt>
                <c:pt idx="3452">
                  <c:v>50.10873568</c:v>
                </c:pt>
                <c:pt idx="3453">
                  <c:v>50.10850292</c:v>
                </c:pt>
                <c:pt idx="3454">
                  <c:v>50.10827637</c:v>
                </c:pt>
                <c:pt idx="3455">
                  <c:v>50.10809326</c:v>
                </c:pt>
                <c:pt idx="3456">
                  <c:v>50.10785119</c:v>
                </c:pt>
                <c:pt idx="3457">
                  <c:v>50.10757188</c:v>
                </c:pt>
                <c:pt idx="3458">
                  <c:v>50.10733912</c:v>
                </c:pt>
                <c:pt idx="3459">
                  <c:v>50.1070598</c:v>
                </c:pt>
                <c:pt idx="3460">
                  <c:v>50.1068573</c:v>
                </c:pt>
                <c:pt idx="3461">
                  <c:v>50.10659428</c:v>
                </c:pt>
                <c:pt idx="3462">
                  <c:v>50.10635376</c:v>
                </c:pt>
                <c:pt idx="3463">
                  <c:v>50.10608221</c:v>
                </c:pt>
                <c:pt idx="3464">
                  <c:v>50.105896</c:v>
                </c:pt>
                <c:pt idx="3465">
                  <c:v>50.10562134</c:v>
                </c:pt>
                <c:pt idx="3466">
                  <c:v>50.10539246</c:v>
                </c:pt>
                <c:pt idx="3467">
                  <c:v>50.10516357</c:v>
                </c:pt>
                <c:pt idx="3468">
                  <c:v>50.1049184</c:v>
                </c:pt>
                <c:pt idx="3469">
                  <c:v>50.10470581</c:v>
                </c:pt>
                <c:pt idx="3470">
                  <c:v>50.10447693</c:v>
                </c:pt>
                <c:pt idx="3471">
                  <c:v>50.10424805</c:v>
                </c:pt>
                <c:pt idx="3472">
                  <c:v>50.10392761</c:v>
                </c:pt>
                <c:pt idx="3473">
                  <c:v>50.10379028</c:v>
                </c:pt>
                <c:pt idx="3474">
                  <c:v>50.10342407</c:v>
                </c:pt>
                <c:pt idx="3475">
                  <c:v>50.10328907</c:v>
                </c:pt>
                <c:pt idx="3476">
                  <c:v>50.10305786</c:v>
                </c:pt>
                <c:pt idx="3477">
                  <c:v>50.102777</c:v>
                </c:pt>
                <c:pt idx="3478">
                  <c:v>50.10254423</c:v>
                </c:pt>
                <c:pt idx="3479">
                  <c:v>50.10232544</c:v>
                </c:pt>
                <c:pt idx="3480">
                  <c:v>50.10198561</c:v>
                </c:pt>
                <c:pt idx="3481">
                  <c:v>50.10170629</c:v>
                </c:pt>
                <c:pt idx="3482">
                  <c:v>50.10147353</c:v>
                </c:pt>
                <c:pt idx="3483">
                  <c:v>50.10122681</c:v>
                </c:pt>
                <c:pt idx="3484">
                  <c:v>50.10096146</c:v>
                </c:pt>
                <c:pt idx="3485">
                  <c:v>50.10076904</c:v>
                </c:pt>
                <c:pt idx="3486">
                  <c:v>50.10058594</c:v>
                </c:pt>
                <c:pt idx="3487">
                  <c:v>50.10026318</c:v>
                </c:pt>
                <c:pt idx="3488">
                  <c:v>50.10007697</c:v>
                </c:pt>
                <c:pt idx="3489">
                  <c:v>50.09979765</c:v>
                </c:pt>
                <c:pt idx="3490">
                  <c:v>50.09953308</c:v>
                </c:pt>
                <c:pt idx="3491">
                  <c:v>50.09925842</c:v>
                </c:pt>
                <c:pt idx="3492">
                  <c:v>50.09900626</c:v>
                </c:pt>
                <c:pt idx="3493">
                  <c:v>50.0987735</c:v>
                </c:pt>
                <c:pt idx="3494">
                  <c:v>50.098526</c:v>
                </c:pt>
                <c:pt idx="3495">
                  <c:v>50.09825134</c:v>
                </c:pt>
                <c:pt idx="3496">
                  <c:v>50.09802246</c:v>
                </c:pt>
                <c:pt idx="3497">
                  <c:v>50.09788901</c:v>
                </c:pt>
                <c:pt idx="3498">
                  <c:v>50.09751892</c:v>
                </c:pt>
                <c:pt idx="3499">
                  <c:v>50.09728383</c:v>
                </c:pt>
                <c:pt idx="3500">
                  <c:v>50.09709762</c:v>
                </c:pt>
                <c:pt idx="3501">
                  <c:v>50.0967865</c:v>
                </c:pt>
                <c:pt idx="3502">
                  <c:v>50.09664917</c:v>
                </c:pt>
                <c:pt idx="3503">
                  <c:v>50.09642029</c:v>
                </c:pt>
                <c:pt idx="3504">
                  <c:v>50.09616658</c:v>
                </c:pt>
                <c:pt idx="3505">
                  <c:v>50.09570106</c:v>
                </c:pt>
                <c:pt idx="3506">
                  <c:v>50.09546829</c:v>
                </c:pt>
                <c:pt idx="3507">
                  <c:v>50.09528209</c:v>
                </c:pt>
                <c:pt idx="3508">
                  <c:v>50.09500122</c:v>
                </c:pt>
                <c:pt idx="3509">
                  <c:v>50.09477234</c:v>
                </c:pt>
                <c:pt idx="3510">
                  <c:v>50.09458923</c:v>
                </c:pt>
                <c:pt idx="3511">
                  <c:v>50.09430449</c:v>
                </c:pt>
                <c:pt idx="3512">
                  <c:v>50.09369931</c:v>
                </c:pt>
                <c:pt idx="3513">
                  <c:v>50.09344482</c:v>
                </c:pt>
                <c:pt idx="3514">
                  <c:v>50.09321594</c:v>
                </c:pt>
                <c:pt idx="3515">
                  <c:v>50.09294128</c:v>
                </c:pt>
                <c:pt idx="3516">
                  <c:v>50.09267516</c:v>
                </c:pt>
                <c:pt idx="3517">
                  <c:v>50.0924424</c:v>
                </c:pt>
                <c:pt idx="3518">
                  <c:v>50.09225464</c:v>
                </c:pt>
                <c:pt idx="3519">
                  <c:v>50.09197998</c:v>
                </c:pt>
                <c:pt idx="3520">
                  <c:v>50.09183722</c:v>
                </c:pt>
                <c:pt idx="3521">
                  <c:v>50.09152222</c:v>
                </c:pt>
                <c:pt idx="3522">
                  <c:v>50.09133911</c:v>
                </c:pt>
                <c:pt idx="3523">
                  <c:v>50.09099928</c:v>
                </c:pt>
                <c:pt idx="3524">
                  <c:v>50.09088135</c:v>
                </c:pt>
                <c:pt idx="3525">
                  <c:v>50.09046936</c:v>
                </c:pt>
                <c:pt idx="3526">
                  <c:v>50.09024048</c:v>
                </c:pt>
                <c:pt idx="3527">
                  <c:v>50.09005737</c:v>
                </c:pt>
                <c:pt idx="3528">
                  <c:v>50.08978271</c:v>
                </c:pt>
                <c:pt idx="3529">
                  <c:v>50.08950806</c:v>
                </c:pt>
                <c:pt idx="3530">
                  <c:v>50.08927685</c:v>
                </c:pt>
                <c:pt idx="3531">
                  <c:v>50.08909607</c:v>
                </c:pt>
                <c:pt idx="3532">
                  <c:v>50.08885788</c:v>
                </c:pt>
                <c:pt idx="3533">
                  <c:v>50.08863831</c:v>
                </c:pt>
                <c:pt idx="3534">
                  <c:v>50.08836365</c:v>
                </c:pt>
                <c:pt idx="3535">
                  <c:v>50.08813477</c:v>
                </c:pt>
                <c:pt idx="3536">
                  <c:v>50.08786011</c:v>
                </c:pt>
                <c:pt idx="3537">
                  <c:v>50.087677</c:v>
                </c:pt>
                <c:pt idx="3538">
                  <c:v>50.08740234</c:v>
                </c:pt>
                <c:pt idx="3539">
                  <c:v>50.08680958</c:v>
                </c:pt>
                <c:pt idx="3540">
                  <c:v>50.08662337</c:v>
                </c:pt>
                <c:pt idx="3541">
                  <c:v>50.08639061</c:v>
                </c:pt>
                <c:pt idx="3542">
                  <c:v>50.0862975</c:v>
                </c:pt>
                <c:pt idx="3543">
                  <c:v>50.08589172</c:v>
                </c:pt>
                <c:pt idx="3544">
                  <c:v>50.08564577</c:v>
                </c:pt>
                <c:pt idx="3545">
                  <c:v>50.08541301</c:v>
                </c:pt>
                <c:pt idx="3546">
                  <c:v>50.08493042</c:v>
                </c:pt>
                <c:pt idx="3547">
                  <c:v>50.08470154</c:v>
                </c:pt>
                <c:pt idx="3548">
                  <c:v>50.08448197</c:v>
                </c:pt>
                <c:pt idx="3549">
                  <c:v>50.08424377</c:v>
                </c:pt>
                <c:pt idx="3550">
                  <c:v>50.08396989</c:v>
                </c:pt>
                <c:pt idx="3551">
                  <c:v>50.08369446</c:v>
                </c:pt>
                <c:pt idx="3552">
                  <c:v>50.0834198</c:v>
                </c:pt>
                <c:pt idx="3553">
                  <c:v>50.0831785</c:v>
                </c:pt>
                <c:pt idx="3554">
                  <c:v>50.08294574</c:v>
                </c:pt>
                <c:pt idx="3555">
                  <c:v>50.08268738</c:v>
                </c:pt>
                <c:pt idx="3556">
                  <c:v>50.08248022</c:v>
                </c:pt>
                <c:pt idx="3557">
                  <c:v>50.08229401</c:v>
                </c:pt>
                <c:pt idx="3558">
                  <c:v>50.08200073</c:v>
                </c:pt>
                <c:pt idx="3559">
                  <c:v>50.08172607</c:v>
                </c:pt>
                <c:pt idx="3560">
                  <c:v>50.08145607</c:v>
                </c:pt>
                <c:pt idx="3561">
                  <c:v>50.08122331</c:v>
                </c:pt>
                <c:pt idx="3562">
                  <c:v>50.08099055</c:v>
                </c:pt>
                <c:pt idx="3563">
                  <c:v>50.08075779</c:v>
                </c:pt>
                <c:pt idx="3564">
                  <c:v>50.08047847</c:v>
                </c:pt>
                <c:pt idx="3565">
                  <c:v>50.08026123</c:v>
                </c:pt>
                <c:pt idx="3566">
                  <c:v>50.07991985</c:v>
                </c:pt>
                <c:pt idx="3567">
                  <c:v>50.07968709</c:v>
                </c:pt>
                <c:pt idx="3568">
                  <c:v>50.07948303</c:v>
                </c:pt>
                <c:pt idx="3569">
                  <c:v>50.07922156</c:v>
                </c:pt>
                <c:pt idx="3570">
                  <c:v>50.07903535</c:v>
                </c:pt>
                <c:pt idx="3571">
                  <c:v>50.07875604</c:v>
                </c:pt>
                <c:pt idx="3572">
                  <c:v>50.07852328</c:v>
                </c:pt>
                <c:pt idx="3573">
                  <c:v>50.07829285</c:v>
                </c:pt>
                <c:pt idx="3574">
                  <c:v>50.07792664</c:v>
                </c:pt>
                <c:pt idx="3575">
                  <c:v>50.07778931</c:v>
                </c:pt>
                <c:pt idx="3576">
                  <c:v>50.07754568</c:v>
                </c:pt>
                <c:pt idx="3577">
                  <c:v>50.07728577</c:v>
                </c:pt>
                <c:pt idx="3578">
                  <c:v>50.07701111</c:v>
                </c:pt>
                <c:pt idx="3579">
                  <c:v>50.07680085</c:v>
                </c:pt>
                <c:pt idx="3580">
                  <c:v>50.07646179</c:v>
                </c:pt>
                <c:pt idx="3581">
                  <c:v>50.07618713</c:v>
                </c:pt>
                <c:pt idx="3582">
                  <c:v>50.07596291</c:v>
                </c:pt>
                <c:pt idx="3583">
                  <c:v>50.07582325</c:v>
                </c:pt>
                <c:pt idx="3584">
                  <c:v>50.07554626</c:v>
                </c:pt>
                <c:pt idx="3585">
                  <c:v>50.07536316</c:v>
                </c:pt>
                <c:pt idx="3586">
                  <c:v>50.0750885</c:v>
                </c:pt>
                <c:pt idx="3587">
                  <c:v>50.07476807</c:v>
                </c:pt>
                <c:pt idx="3588">
                  <c:v>50.07463074</c:v>
                </c:pt>
                <c:pt idx="3589">
                  <c:v>50.07428703</c:v>
                </c:pt>
                <c:pt idx="3590">
                  <c:v>50.07417297</c:v>
                </c:pt>
                <c:pt idx="3591">
                  <c:v>50.07391461</c:v>
                </c:pt>
                <c:pt idx="3592">
                  <c:v>50.07368185</c:v>
                </c:pt>
                <c:pt idx="3593">
                  <c:v>50.07340253</c:v>
                </c:pt>
                <c:pt idx="3594">
                  <c:v>50.07316977</c:v>
                </c:pt>
                <c:pt idx="3595">
                  <c:v>50.07298279</c:v>
                </c:pt>
                <c:pt idx="3596">
                  <c:v>50.07270425</c:v>
                </c:pt>
                <c:pt idx="3597">
                  <c:v>50.07247149</c:v>
                </c:pt>
                <c:pt idx="3598">
                  <c:v>50.07228528</c:v>
                </c:pt>
                <c:pt idx="3599">
                  <c:v>50.07219218</c:v>
                </c:pt>
                <c:pt idx="3600">
                  <c:v>50.07186631</c:v>
                </c:pt>
                <c:pt idx="3601">
                  <c:v>50.07165527</c:v>
                </c:pt>
                <c:pt idx="3602">
                  <c:v>50.07140079</c:v>
                </c:pt>
                <c:pt idx="3603">
                  <c:v>50.07128906</c:v>
                </c:pt>
                <c:pt idx="3604">
                  <c:v>50.07102837</c:v>
                </c:pt>
                <c:pt idx="3605">
                  <c:v>50.07079561</c:v>
                </c:pt>
                <c:pt idx="3606">
                  <c:v>50.0706094</c:v>
                </c:pt>
                <c:pt idx="3607">
                  <c:v>50.07037664</c:v>
                </c:pt>
                <c:pt idx="3608">
                  <c:v>50.07014388</c:v>
                </c:pt>
                <c:pt idx="3609">
                  <c:v>50.06995767</c:v>
                </c:pt>
                <c:pt idx="3610">
                  <c:v>50.06982422</c:v>
                </c:pt>
                <c:pt idx="3611">
                  <c:v>50.06959534</c:v>
                </c:pt>
                <c:pt idx="3612">
                  <c:v>50.06941223</c:v>
                </c:pt>
                <c:pt idx="3613">
                  <c:v>50.06913757</c:v>
                </c:pt>
                <c:pt idx="3614">
                  <c:v>50.06898007</c:v>
                </c:pt>
                <c:pt idx="3615">
                  <c:v>50.06874731</c:v>
                </c:pt>
                <c:pt idx="3616">
                  <c:v>50.0685611</c:v>
                </c:pt>
                <c:pt idx="3617">
                  <c:v>50.06837489</c:v>
                </c:pt>
                <c:pt idx="3618">
                  <c:v>50.06809558</c:v>
                </c:pt>
                <c:pt idx="3619">
                  <c:v>50.06795592</c:v>
                </c:pt>
                <c:pt idx="3620">
                  <c:v>50.06771851</c:v>
                </c:pt>
                <c:pt idx="3621">
                  <c:v>50.06753695</c:v>
                </c:pt>
                <c:pt idx="3622">
                  <c:v>50.06730419</c:v>
                </c:pt>
                <c:pt idx="3623">
                  <c:v>50.06711798</c:v>
                </c:pt>
                <c:pt idx="3624">
                  <c:v>50.06689453</c:v>
                </c:pt>
                <c:pt idx="3625">
                  <c:v>50.06669901</c:v>
                </c:pt>
                <c:pt idx="3626">
                  <c:v>50.06648254</c:v>
                </c:pt>
                <c:pt idx="3627">
                  <c:v>50.06629944</c:v>
                </c:pt>
                <c:pt idx="3628">
                  <c:v>50.06611633</c:v>
                </c:pt>
                <c:pt idx="3629">
                  <c:v>50.06588745</c:v>
                </c:pt>
                <c:pt idx="3630">
                  <c:v>50.06572141</c:v>
                </c:pt>
                <c:pt idx="3631">
                  <c:v>50.06547546</c:v>
                </c:pt>
                <c:pt idx="3632">
                  <c:v>50.06542969</c:v>
                </c:pt>
                <c:pt idx="3633">
                  <c:v>50.06511624</c:v>
                </c:pt>
                <c:pt idx="3634">
                  <c:v>50.06492615</c:v>
                </c:pt>
                <c:pt idx="3635">
                  <c:v>50.06474304</c:v>
                </c:pt>
                <c:pt idx="3636">
                  <c:v>50.06451106</c:v>
                </c:pt>
                <c:pt idx="3637">
                  <c:v>50.06433105</c:v>
                </c:pt>
                <c:pt idx="3638">
                  <c:v>50.06410217</c:v>
                </c:pt>
                <c:pt idx="3639">
                  <c:v>50.06391907</c:v>
                </c:pt>
                <c:pt idx="3640">
                  <c:v>50.06381277</c:v>
                </c:pt>
                <c:pt idx="3641">
                  <c:v>50.06359863</c:v>
                </c:pt>
                <c:pt idx="3642">
                  <c:v>50.0633938</c:v>
                </c:pt>
                <c:pt idx="3643">
                  <c:v>50.06314087</c:v>
                </c:pt>
                <c:pt idx="3644">
                  <c:v>50.06297483</c:v>
                </c:pt>
                <c:pt idx="3645">
                  <c:v>50.06277466</c:v>
                </c:pt>
                <c:pt idx="3646">
                  <c:v>50.06255586</c:v>
                </c:pt>
                <c:pt idx="3647">
                  <c:v>50.06236965</c:v>
                </c:pt>
                <c:pt idx="3648">
                  <c:v>50.06217957</c:v>
                </c:pt>
                <c:pt idx="3649">
                  <c:v>50.06195068</c:v>
                </c:pt>
                <c:pt idx="3650">
                  <c:v>50.06176447</c:v>
                </c:pt>
                <c:pt idx="3651">
                  <c:v>50.06153171</c:v>
                </c:pt>
                <c:pt idx="3652">
                  <c:v>50.06129895</c:v>
                </c:pt>
                <c:pt idx="3653">
                  <c:v>50.06111274</c:v>
                </c:pt>
                <c:pt idx="3654">
                  <c:v>50.06089783</c:v>
                </c:pt>
                <c:pt idx="3655">
                  <c:v>50.06071472</c:v>
                </c:pt>
                <c:pt idx="3656">
                  <c:v>50.06046101</c:v>
                </c:pt>
                <c:pt idx="3657">
                  <c:v>50.0602748</c:v>
                </c:pt>
                <c:pt idx="3658">
                  <c:v>50.06008859</c:v>
                </c:pt>
                <c:pt idx="3659">
                  <c:v>50.05989075</c:v>
                </c:pt>
                <c:pt idx="3660">
                  <c:v>50.05966187</c:v>
                </c:pt>
                <c:pt idx="3661">
                  <c:v>50.05947876</c:v>
                </c:pt>
                <c:pt idx="3662">
                  <c:v>50.05924988</c:v>
                </c:pt>
                <c:pt idx="3663">
                  <c:v>50.05906677</c:v>
                </c:pt>
                <c:pt idx="3664">
                  <c:v>50.05883789</c:v>
                </c:pt>
                <c:pt idx="3665">
                  <c:v>50.05864547</c:v>
                </c:pt>
                <c:pt idx="3666">
                  <c:v>50.05841271</c:v>
                </c:pt>
                <c:pt idx="3667">
                  <c:v>50.05827306</c:v>
                </c:pt>
                <c:pt idx="3668">
                  <c:v>50.05801392</c:v>
                </c:pt>
                <c:pt idx="3669">
                  <c:v>50.05778503</c:v>
                </c:pt>
                <c:pt idx="3670">
                  <c:v>50.05751038</c:v>
                </c:pt>
                <c:pt idx="3671">
                  <c:v>50.05741882</c:v>
                </c:pt>
                <c:pt idx="3672">
                  <c:v>50.05718994</c:v>
                </c:pt>
                <c:pt idx="3673">
                  <c:v>50.05696106</c:v>
                </c:pt>
                <c:pt idx="3674">
                  <c:v>50.05678339</c:v>
                </c:pt>
                <c:pt idx="3675">
                  <c:v>50.05654907</c:v>
                </c:pt>
                <c:pt idx="3676">
                  <c:v>50.05632019</c:v>
                </c:pt>
                <c:pt idx="3677">
                  <c:v>50.05613165</c:v>
                </c:pt>
                <c:pt idx="3678">
                  <c:v>50.05589889</c:v>
                </c:pt>
                <c:pt idx="3679">
                  <c:v>50.05571268</c:v>
                </c:pt>
                <c:pt idx="3680">
                  <c:v>50.05547992</c:v>
                </c:pt>
                <c:pt idx="3681">
                  <c:v>50.05531311</c:v>
                </c:pt>
                <c:pt idx="3682">
                  <c:v>50.0550144</c:v>
                </c:pt>
                <c:pt idx="3683">
                  <c:v>50.05485535</c:v>
                </c:pt>
                <c:pt idx="3684">
                  <c:v>50.05462646</c:v>
                </c:pt>
                <c:pt idx="3685">
                  <c:v>50.05440922</c:v>
                </c:pt>
                <c:pt idx="3686">
                  <c:v>50.05421448</c:v>
                </c:pt>
                <c:pt idx="3687">
                  <c:v>50.0539856</c:v>
                </c:pt>
                <c:pt idx="3688">
                  <c:v>50.05380404</c:v>
                </c:pt>
                <c:pt idx="3689">
                  <c:v>50.05357361</c:v>
                </c:pt>
                <c:pt idx="3690">
                  <c:v>50.05334473</c:v>
                </c:pt>
                <c:pt idx="3691">
                  <c:v>50.05316162</c:v>
                </c:pt>
                <c:pt idx="3692">
                  <c:v>50.0529661</c:v>
                </c:pt>
                <c:pt idx="3693">
                  <c:v>50.05273334</c:v>
                </c:pt>
                <c:pt idx="3694">
                  <c:v>50.05250058</c:v>
                </c:pt>
                <c:pt idx="3695">
                  <c:v>50.05233765</c:v>
                </c:pt>
                <c:pt idx="3696">
                  <c:v>50.05210876</c:v>
                </c:pt>
                <c:pt idx="3697">
                  <c:v>50.05187988</c:v>
                </c:pt>
                <c:pt idx="3698">
                  <c:v>50.0518023</c:v>
                </c:pt>
                <c:pt idx="3699">
                  <c:v>50.05156953</c:v>
                </c:pt>
                <c:pt idx="3700">
                  <c:v>50.05138333</c:v>
                </c:pt>
                <c:pt idx="3701">
                  <c:v>50.05105746</c:v>
                </c:pt>
                <c:pt idx="3702">
                  <c:v>50.05096436</c:v>
                </c:pt>
                <c:pt idx="3703">
                  <c:v>50.05073159</c:v>
                </c:pt>
                <c:pt idx="3704">
                  <c:v>50.05046082</c:v>
                </c:pt>
                <c:pt idx="3705">
                  <c:v>50.05026607</c:v>
                </c:pt>
                <c:pt idx="3706">
                  <c:v>50.0500946</c:v>
                </c:pt>
                <c:pt idx="3707">
                  <c:v>50.04986572</c:v>
                </c:pt>
                <c:pt idx="3708">
                  <c:v>50.04968262</c:v>
                </c:pt>
                <c:pt idx="3709">
                  <c:v>50.04947468</c:v>
                </c:pt>
                <c:pt idx="3710">
                  <c:v>50.04917908</c:v>
                </c:pt>
                <c:pt idx="3711">
                  <c:v>50.04896261</c:v>
                </c:pt>
                <c:pt idx="3712">
                  <c:v>50.0487764</c:v>
                </c:pt>
                <c:pt idx="3713">
                  <c:v>50.04853821</c:v>
                </c:pt>
                <c:pt idx="3714">
                  <c:v>50.04835743</c:v>
                </c:pt>
                <c:pt idx="3715">
                  <c:v>50.04817122</c:v>
                </c:pt>
                <c:pt idx="3716">
                  <c:v>50.04793846</c:v>
                </c:pt>
                <c:pt idx="3717">
                  <c:v>50.04766846</c:v>
                </c:pt>
                <c:pt idx="3718">
                  <c:v>50.04747294</c:v>
                </c:pt>
                <c:pt idx="3719">
                  <c:v>50.04725647</c:v>
                </c:pt>
                <c:pt idx="3720">
                  <c:v>50.04707336</c:v>
                </c:pt>
                <c:pt idx="3721">
                  <c:v>50.04684448</c:v>
                </c:pt>
                <c:pt idx="3722">
                  <c:v>50.04666138</c:v>
                </c:pt>
                <c:pt idx="3723">
                  <c:v>50.04638672</c:v>
                </c:pt>
                <c:pt idx="3724">
                  <c:v>50.04626258</c:v>
                </c:pt>
                <c:pt idx="3725">
                  <c:v>50.04602051</c:v>
                </c:pt>
                <c:pt idx="3726">
                  <c:v>50.0458374</c:v>
                </c:pt>
                <c:pt idx="3727">
                  <c:v>50.04561085</c:v>
                </c:pt>
                <c:pt idx="3728">
                  <c:v>50.04542542</c:v>
                </c:pt>
                <c:pt idx="3729">
                  <c:v>50.04528809</c:v>
                </c:pt>
                <c:pt idx="3730">
                  <c:v>50.04483032</c:v>
                </c:pt>
                <c:pt idx="3731">
                  <c:v>50.04441833</c:v>
                </c:pt>
                <c:pt idx="3732">
                  <c:v>50.04416773</c:v>
                </c:pt>
                <c:pt idx="3733">
                  <c:v>50.04388842</c:v>
                </c:pt>
                <c:pt idx="3734">
                  <c:v>50.04373169</c:v>
                </c:pt>
                <c:pt idx="3735">
                  <c:v>50.04354858</c:v>
                </c:pt>
                <c:pt idx="3736">
                  <c:v>50.04337634</c:v>
                </c:pt>
                <c:pt idx="3737">
                  <c:v>50.04318237</c:v>
                </c:pt>
                <c:pt idx="3738">
                  <c:v>50.04299927</c:v>
                </c:pt>
                <c:pt idx="3739">
                  <c:v>50.04281771</c:v>
                </c:pt>
                <c:pt idx="3740">
                  <c:v>50.04272461</c:v>
                </c:pt>
              </c:numCache>
            </c:numRef>
          </c:yVal>
        </c:ser>
        <c:ser>
          <c:idx val="1"/>
          <c:order val="1"/>
          <c:tx>
            <c:v>Cluster 1 (180 flights)</c:v>
          </c:tx>
          <c:spPr>
            <a:ln xmlns:a="http://schemas.openxmlformats.org/drawingml/2006/main" w="23813">
              <a:solidFill>
                <a:srgbClr val="E28726"/>
              </a:solidFill>
            </a:ln>
          </c:spPr>
          <c:marker>
            <c:symbol val="none"/>
          </c:marker>
          <c:xVal>
            <c:numRef>
              <c:f>'Chart Data'!$C$2:$C$3595</c:f>
              <c:numCache>
                <c:formatCode>General</c:formatCode>
                <c:ptCount val="3594"/>
                <c:pt idx="0">
                  <c:v>-0.45921326</c:v>
                </c:pt>
                <c:pt idx="1">
                  <c:v>-0.46035767</c:v>
                </c:pt>
                <c:pt idx="2">
                  <c:v>-0.46188354</c:v>
                </c:pt>
                <c:pt idx="3">
                  <c:v>-0.46295166</c:v>
                </c:pt>
                <c:pt idx="4">
                  <c:v>-0.46379089</c:v>
                </c:pt>
                <c:pt idx="5">
                  <c:v>-0.46508789</c:v>
                </c:pt>
                <c:pt idx="6">
                  <c:v>-0.46615601</c:v>
                </c:pt>
                <c:pt idx="7">
                  <c:v>-0.46669625</c:v>
                </c:pt>
                <c:pt idx="8">
                  <c:v>-0.46780973</c:v>
                </c:pt>
                <c:pt idx="9">
                  <c:v>-0.46884898</c:v>
                </c:pt>
                <c:pt idx="10">
                  <c:v>-0.47035217</c:v>
                </c:pt>
                <c:pt idx="11">
                  <c:v>-0.47159556</c:v>
                </c:pt>
                <c:pt idx="12">
                  <c:v>-0.47196672</c:v>
                </c:pt>
                <c:pt idx="13">
                  <c:v>-0.47411944</c:v>
                </c:pt>
                <c:pt idx="14">
                  <c:v>-0.4750061</c:v>
                </c:pt>
                <c:pt idx="15">
                  <c:v>-0.47599792</c:v>
                </c:pt>
                <c:pt idx="16">
                  <c:v>-0.47723719</c:v>
                </c:pt>
                <c:pt idx="17">
                  <c:v>-0.4782022</c:v>
                </c:pt>
                <c:pt idx="18">
                  <c:v>-0.47912598</c:v>
                </c:pt>
                <c:pt idx="19">
                  <c:v>-0.48013223</c:v>
                </c:pt>
                <c:pt idx="20">
                  <c:v>-0.48154264</c:v>
                </c:pt>
                <c:pt idx="21">
                  <c:v>-0.48198803</c:v>
                </c:pt>
                <c:pt idx="22">
                  <c:v>-0.48339844</c:v>
                </c:pt>
                <c:pt idx="23">
                  <c:v>-0.48436345</c:v>
                </c:pt>
                <c:pt idx="24">
                  <c:v>-0.48530579</c:v>
                </c:pt>
                <c:pt idx="25">
                  <c:v>-0.48592232</c:v>
                </c:pt>
                <c:pt idx="26">
                  <c:v>-0.48837198</c:v>
                </c:pt>
                <c:pt idx="27">
                  <c:v>-0.48948546</c:v>
                </c:pt>
                <c:pt idx="28">
                  <c:v>-0.49041748</c:v>
                </c:pt>
                <c:pt idx="29">
                  <c:v>-0.49134126</c:v>
                </c:pt>
                <c:pt idx="30">
                  <c:v>-0.49255371</c:v>
                </c:pt>
                <c:pt idx="31">
                  <c:v>-0.49293518</c:v>
                </c:pt>
                <c:pt idx="32">
                  <c:v>-0.49572094</c:v>
                </c:pt>
                <c:pt idx="33">
                  <c:v>-0.49779944</c:v>
                </c:pt>
                <c:pt idx="34">
                  <c:v>-0.49873352</c:v>
                </c:pt>
                <c:pt idx="35">
                  <c:v>-0.49995422</c:v>
                </c:pt>
                <c:pt idx="36">
                  <c:v>-0.50102234</c:v>
                </c:pt>
                <c:pt idx="37">
                  <c:v>-0.50203066</c:v>
                </c:pt>
                <c:pt idx="38">
                  <c:v>-0.50361633</c:v>
                </c:pt>
                <c:pt idx="39">
                  <c:v>-0.50468445</c:v>
                </c:pt>
                <c:pt idx="40">
                  <c:v>-0.50574225</c:v>
                </c:pt>
                <c:pt idx="41">
                  <c:v>-0.50712585</c:v>
                </c:pt>
                <c:pt idx="42">
                  <c:v>-0.50804138</c:v>
                </c:pt>
                <c:pt idx="43">
                  <c:v>-0.50918579</c:v>
                </c:pt>
                <c:pt idx="44">
                  <c:v>-0.51019617</c:v>
                </c:pt>
                <c:pt idx="45">
                  <c:v>-0.51139832</c:v>
                </c:pt>
                <c:pt idx="46">
                  <c:v>-0.51264582</c:v>
                </c:pt>
                <c:pt idx="47">
                  <c:v>-0.51368713</c:v>
                </c:pt>
                <c:pt idx="48">
                  <c:v>-0.51487278</c:v>
                </c:pt>
                <c:pt idx="49">
                  <c:v>-0.51606049</c:v>
                </c:pt>
                <c:pt idx="50">
                  <c:v>-0.51734924</c:v>
                </c:pt>
                <c:pt idx="51">
                  <c:v>-0.51818848</c:v>
                </c:pt>
                <c:pt idx="52">
                  <c:v>-0.51940918</c:v>
                </c:pt>
                <c:pt idx="53">
                  <c:v>-0.52062988</c:v>
                </c:pt>
                <c:pt idx="54">
                  <c:v>-0.52192688</c:v>
                </c:pt>
                <c:pt idx="55">
                  <c:v>-0.52296407</c:v>
                </c:pt>
                <c:pt idx="56">
                  <c:v>-0.52406311</c:v>
                </c:pt>
                <c:pt idx="57">
                  <c:v>-0.52536011</c:v>
                </c:pt>
                <c:pt idx="58">
                  <c:v>-0.52667566</c:v>
                </c:pt>
                <c:pt idx="59">
                  <c:v>-0.52786337</c:v>
                </c:pt>
                <c:pt idx="60">
                  <c:v>-0.52912532</c:v>
                </c:pt>
                <c:pt idx="61">
                  <c:v>-0.53016663</c:v>
                </c:pt>
                <c:pt idx="62">
                  <c:v>-0.53131104</c:v>
                </c:pt>
                <c:pt idx="63">
                  <c:v>-0.53239152</c:v>
                </c:pt>
                <c:pt idx="64">
                  <c:v>-0.5337277</c:v>
                </c:pt>
                <c:pt idx="65">
                  <c:v>-0.53474426</c:v>
                </c:pt>
                <c:pt idx="66">
                  <c:v>-0.53611755</c:v>
                </c:pt>
                <c:pt idx="67">
                  <c:v>-0.53706814</c:v>
                </c:pt>
                <c:pt idx="68">
                  <c:v>-0.53817749</c:v>
                </c:pt>
                <c:pt idx="69">
                  <c:v>-0.53855896</c:v>
                </c:pt>
                <c:pt idx="70">
                  <c:v>-0.53966625</c:v>
                </c:pt>
                <c:pt idx="71">
                  <c:v>-0.54055704</c:v>
                </c:pt>
                <c:pt idx="72">
                  <c:v>-0.54130554</c:v>
                </c:pt>
                <c:pt idx="73">
                  <c:v>-0.54248707</c:v>
                </c:pt>
                <c:pt idx="74">
                  <c:v>-0.54293246</c:v>
                </c:pt>
                <c:pt idx="75">
                  <c:v>-0.54374901</c:v>
                </c:pt>
                <c:pt idx="76">
                  <c:v>-0.54443359</c:v>
                </c:pt>
                <c:pt idx="77">
                  <c:v>-0.54496765</c:v>
                </c:pt>
                <c:pt idx="78">
                  <c:v>-0.54560481</c:v>
                </c:pt>
                <c:pt idx="79">
                  <c:v>-0.54603577</c:v>
                </c:pt>
                <c:pt idx="80">
                  <c:v>-0.54649559</c:v>
                </c:pt>
                <c:pt idx="81">
                  <c:v>-0.54686675</c:v>
                </c:pt>
                <c:pt idx="82">
                  <c:v>-0.54710388</c:v>
                </c:pt>
                <c:pt idx="83">
                  <c:v>-0.54733276</c:v>
                </c:pt>
                <c:pt idx="84">
                  <c:v>-0.54733276</c:v>
                </c:pt>
                <c:pt idx="85">
                  <c:v>-0.54746061</c:v>
                </c:pt>
                <c:pt idx="86">
                  <c:v>-0.54740906</c:v>
                </c:pt>
                <c:pt idx="87">
                  <c:v>-0.54733276</c:v>
                </c:pt>
                <c:pt idx="88">
                  <c:v>-0.54716368</c:v>
                </c:pt>
                <c:pt idx="89">
                  <c:v>-0.54695129</c:v>
                </c:pt>
                <c:pt idx="90">
                  <c:v>-0.54656982</c:v>
                </c:pt>
                <c:pt idx="91">
                  <c:v>-0.54618835</c:v>
                </c:pt>
                <c:pt idx="92">
                  <c:v>-0.54573059</c:v>
                </c:pt>
                <c:pt idx="93">
                  <c:v>-0.54523365</c:v>
                </c:pt>
                <c:pt idx="94">
                  <c:v>-0.54466248</c:v>
                </c:pt>
                <c:pt idx="95">
                  <c:v>-0.54405212</c:v>
                </c:pt>
                <c:pt idx="96">
                  <c:v>-0.54321289</c:v>
                </c:pt>
                <c:pt idx="97">
                  <c:v>-0.54260254</c:v>
                </c:pt>
                <c:pt idx="98">
                  <c:v>-0.54176331</c:v>
                </c:pt>
                <c:pt idx="99">
                  <c:v>-0.54085396</c:v>
                </c:pt>
                <c:pt idx="100">
                  <c:v>-0.53962708</c:v>
                </c:pt>
                <c:pt idx="101">
                  <c:v>-0.53855277</c:v>
                </c:pt>
                <c:pt idx="102">
                  <c:v>-0.53751353</c:v>
                </c:pt>
                <c:pt idx="103">
                  <c:v>-0.53640005</c:v>
                </c:pt>
                <c:pt idx="104">
                  <c:v>-0.53565979</c:v>
                </c:pt>
                <c:pt idx="105">
                  <c:v>-0.53432155</c:v>
                </c:pt>
                <c:pt idx="106">
                  <c:v>-0.5329895</c:v>
                </c:pt>
                <c:pt idx="107">
                  <c:v>-0.5316925</c:v>
                </c:pt>
                <c:pt idx="108">
                  <c:v>-0.53053572</c:v>
                </c:pt>
                <c:pt idx="109">
                  <c:v>-0.52927378</c:v>
                </c:pt>
                <c:pt idx="110">
                  <c:v>-0.5280304</c:v>
                </c:pt>
                <c:pt idx="111">
                  <c:v>-0.52689836</c:v>
                </c:pt>
                <c:pt idx="112">
                  <c:v>-0.52563642</c:v>
                </c:pt>
                <c:pt idx="113">
                  <c:v>-0.52422601</c:v>
                </c:pt>
                <c:pt idx="114">
                  <c:v>-0.52296407</c:v>
                </c:pt>
                <c:pt idx="115">
                  <c:v>-0.52155366</c:v>
                </c:pt>
                <c:pt idx="116">
                  <c:v>-0.52017212</c:v>
                </c:pt>
                <c:pt idx="117">
                  <c:v>-0.519104</c:v>
                </c:pt>
                <c:pt idx="118">
                  <c:v>-0.51791629</c:v>
                </c:pt>
                <c:pt idx="119">
                  <c:v>-0.51681519</c:v>
                </c:pt>
                <c:pt idx="120">
                  <c:v>-0.51539241</c:v>
                </c:pt>
                <c:pt idx="121">
                  <c:v>-0.51442739</c:v>
                </c:pt>
                <c:pt idx="122">
                  <c:v>-0.51330566</c:v>
                </c:pt>
                <c:pt idx="123">
                  <c:v>-0.51200867</c:v>
                </c:pt>
                <c:pt idx="124">
                  <c:v>-0.51078796</c:v>
                </c:pt>
                <c:pt idx="125">
                  <c:v>-0.50949097</c:v>
                </c:pt>
                <c:pt idx="126">
                  <c:v>-0.50834656</c:v>
                </c:pt>
                <c:pt idx="127">
                  <c:v>-0.50743103</c:v>
                </c:pt>
                <c:pt idx="128">
                  <c:v>-0.50603918</c:v>
                </c:pt>
                <c:pt idx="129">
                  <c:v>-0.50498962</c:v>
                </c:pt>
                <c:pt idx="130">
                  <c:v>-0.50358953</c:v>
                </c:pt>
                <c:pt idx="131">
                  <c:v>-0.50240182</c:v>
                </c:pt>
                <c:pt idx="132">
                  <c:v>-0.50140381</c:v>
                </c:pt>
                <c:pt idx="133">
                  <c:v>-0.50024909</c:v>
                </c:pt>
                <c:pt idx="134">
                  <c:v>-0.49928407</c:v>
                </c:pt>
                <c:pt idx="135">
                  <c:v>-0.49781799</c:v>
                </c:pt>
                <c:pt idx="136">
                  <c:v>-0.49697876</c:v>
                </c:pt>
                <c:pt idx="137">
                  <c:v>-0.49575806</c:v>
                </c:pt>
                <c:pt idx="138">
                  <c:v>-0.49468169</c:v>
                </c:pt>
                <c:pt idx="139">
                  <c:v>-0.49331665</c:v>
                </c:pt>
                <c:pt idx="140">
                  <c:v>-0.49232483</c:v>
                </c:pt>
                <c:pt idx="141">
                  <c:v>-0.49102783</c:v>
                </c:pt>
                <c:pt idx="142">
                  <c:v>-0.48988342</c:v>
                </c:pt>
                <c:pt idx="143">
                  <c:v>-0.48881737</c:v>
                </c:pt>
                <c:pt idx="144">
                  <c:v>-0.4875946</c:v>
                </c:pt>
                <c:pt idx="145">
                  <c:v>-0.4863739</c:v>
                </c:pt>
                <c:pt idx="146">
                  <c:v>-0.48503154</c:v>
                </c:pt>
                <c:pt idx="147">
                  <c:v>-0.4838562</c:v>
                </c:pt>
                <c:pt idx="148">
                  <c:v>-0.48210144</c:v>
                </c:pt>
                <c:pt idx="149">
                  <c:v>-0.48146841</c:v>
                </c:pt>
                <c:pt idx="150">
                  <c:v>-0.480058</c:v>
                </c:pt>
                <c:pt idx="151">
                  <c:v>-0.47836304</c:v>
                </c:pt>
                <c:pt idx="152">
                  <c:v>-0.47723719</c:v>
                </c:pt>
                <c:pt idx="153">
                  <c:v>-0.47582678</c:v>
                </c:pt>
                <c:pt idx="154">
                  <c:v>-0.4744906</c:v>
                </c:pt>
                <c:pt idx="155">
                  <c:v>-0.47332764</c:v>
                </c:pt>
                <c:pt idx="156">
                  <c:v>-0.47248634</c:v>
                </c:pt>
                <c:pt idx="157">
                  <c:v>-0.47092747</c:v>
                </c:pt>
                <c:pt idx="158">
                  <c:v>-0.46974182</c:v>
                </c:pt>
                <c:pt idx="159">
                  <c:v>-0.46810666</c:v>
                </c:pt>
                <c:pt idx="160">
                  <c:v>-0.46691895</c:v>
                </c:pt>
                <c:pt idx="161">
                  <c:v>-0.46554565</c:v>
                </c:pt>
                <c:pt idx="162">
                  <c:v>-0.46394967</c:v>
                </c:pt>
                <c:pt idx="163">
                  <c:v>-0.46261349</c:v>
                </c:pt>
                <c:pt idx="164">
                  <c:v>-0.46112061</c:v>
                </c:pt>
                <c:pt idx="165">
                  <c:v>-0.46020508</c:v>
                </c:pt>
                <c:pt idx="166">
                  <c:v>-0.45829773</c:v>
                </c:pt>
                <c:pt idx="167">
                  <c:v>-0.45776367</c:v>
                </c:pt>
                <c:pt idx="168">
                  <c:v>-0.45608108</c:v>
                </c:pt>
                <c:pt idx="169">
                  <c:v>-0.45433044</c:v>
                </c:pt>
                <c:pt idx="170">
                  <c:v>-0.4531118</c:v>
                </c:pt>
                <c:pt idx="171">
                  <c:v>-0.45173645</c:v>
                </c:pt>
                <c:pt idx="172">
                  <c:v>-0.45036316</c:v>
                </c:pt>
                <c:pt idx="173">
                  <c:v>-0.44902905</c:v>
                </c:pt>
                <c:pt idx="174">
                  <c:v>-0.44754028</c:v>
                </c:pt>
                <c:pt idx="175">
                  <c:v>-0.44624329</c:v>
                </c:pt>
                <c:pt idx="176">
                  <c:v>-0.44487</c:v>
                </c:pt>
                <c:pt idx="177">
                  <c:v>-0.44338742</c:v>
                </c:pt>
                <c:pt idx="178">
                  <c:v>-0.44212548</c:v>
                </c:pt>
                <c:pt idx="179">
                  <c:v>-0.4407893</c:v>
                </c:pt>
                <c:pt idx="180">
                  <c:v>-0.43952942</c:v>
                </c:pt>
                <c:pt idx="181">
                  <c:v>-0.43807983</c:v>
                </c:pt>
                <c:pt idx="182">
                  <c:v>-0.43670654</c:v>
                </c:pt>
                <c:pt idx="183">
                  <c:v>-0.43529614</c:v>
                </c:pt>
                <c:pt idx="184">
                  <c:v>-0.43395996</c:v>
                </c:pt>
                <c:pt idx="185">
                  <c:v>-0.43266296</c:v>
                </c:pt>
                <c:pt idx="186">
                  <c:v>-0.43128761</c:v>
                </c:pt>
                <c:pt idx="187">
                  <c:v>-0.43006897</c:v>
                </c:pt>
                <c:pt idx="188">
                  <c:v>-0.42854103</c:v>
                </c:pt>
                <c:pt idx="189">
                  <c:v>-0.42705639</c:v>
                </c:pt>
                <c:pt idx="190">
                  <c:v>-0.42579651</c:v>
                </c:pt>
                <c:pt idx="191">
                  <c:v>-0.42442322</c:v>
                </c:pt>
                <c:pt idx="192">
                  <c:v>-0.42297363</c:v>
                </c:pt>
                <c:pt idx="193">
                  <c:v>-0.42160034</c:v>
                </c:pt>
                <c:pt idx="194">
                  <c:v>-0.42007446</c:v>
                </c:pt>
                <c:pt idx="195">
                  <c:v>-0.41881664</c:v>
                </c:pt>
                <c:pt idx="196">
                  <c:v>-0.41748047</c:v>
                </c:pt>
                <c:pt idx="197">
                  <c:v>-0.4159216</c:v>
                </c:pt>
                <c:pt idx="198">
                  <c:v>-0.41488235</c:v>
                </c:pt>
                <c:pt idx="199">
                  <c:v>-0.41347194</c:v>
                </c:pt>
                <c:pt idx="200">
                  <c:v>-0.41221</c:v>
                </c:pt>
                <c:pt idx="201">
                  <c:v>-0.4107666</c:v>
                </c:pt>
                <c:pt idx="202">
                  <c:v>-0.40938919</c:v>
                </c:pt>
                <c:pt idx="203">
                  <c:v>-0.40797878</c:v>
                </c:pt>
                <c:pt idx="204">
                  <c:v>-0.40649414</c:v>
                </c:pt>
                <c:pt idx="205">
                  <c:v>-0.40496826</c:v>
                </c:pt>
                <c:pt idx="206">
                  <c:v>-0.40359497</c:v>
                </c:pt>
                <c:pt idx="207">
                  <c:v>-0.40226292</c:v>
                </c:pt>
                <c:pt idx="208">
                  <c:v>-0.40100098</c:v>
                </c:pt>
                <c:pt idx="209">
                  <c:v>-0.39970398</c:v>
                </c:pt>
                <c:pt idx="210">
                  <c:v>-0.39832863</c:v>
                </c:pt>
                <c:pt idx="211">
                  <c:v>-0.39691822</c:v>
                </c:pt>
                <c:pt idx="212">
                  <c:v>-0.39558204</c:v>
                </c:pt>
                <c:pt idx="213">
                  <c:v>-0.39409741</c:v>
                </c:pt>
                <c:pt idx="214">
                  <c:v>-0.39283752</c:v>
                </c:pt>
                <c:pt idx="215">
                  <c:v>-0.39131165</c:v>
                </c:pt>
                <c:pt idx="216">
                  <c:v>-0.39008888</c:v>
                </c:pt>
                <c:pt idx="217">
                  <c:v>-0.38882694</c:v>
                </c:pt>
                <c:pt idx="218">
                  <c:v>-0.38757324</c:v>
                </c:pt>
                <c:pt idx="219">
                  <c:v>-0.38622882</c:v>
                </c:pt>
                <c:pt idx="220">
                  <c:v>-0.38459572</c:v>
                </c:pt>
                <c:pt idx="221">
                  <c:v>-0.38291931</c:v>
                </c:pt>
                <c:pt idx="222">
                  <c:v>-0.38139343</c:v>
                </c:pt>
                <c:pt idx="223">
                  <c:v>-0.37984487</c:v>
                </c:pt>
                <c:pt idx="224">
                  <c:v>-0.37858293</c:v>
                </c:pt>
                <c:pt idx="225">
                  <c:v>-0.37650443</c:v>
                </c:pt>
                <c:pt idx="226">
                  <c:v>-0.37506104</c:v>
                </c:pt>
                <c:pt idx="227">
                  <c:v>-0.37360939</c:v>
                </c:pt>
                <c:pt idx="228">
                  <c:v>-0.37193298</c:v>
                </c:pt>
                <c:pt idx="229">
                  <c:v>-0.37033081</c:v>
                </c:pt>
                <c:pt idx="230">
                  <c:v>-0.36885854</c:v>
                </c:pt>
                <c:pt idx="231">
                  <c:v>-0.36700274</c:v>
                </c:pt>
                <c:pt idx="232">
                  <c:v>-0.36536964</c:v>
                </c:pt>
                <c:pt idx="233">
                  <c:v>-0.36366231</c:v>
                </c:pt>
                <c:pt idx="234">
                  <c:v>-0.36210344</c:v>
                </c:pt>
                <c:pt idx="235">
                  <c:v>-0.3603961</c:v>
                </c:pt>
                <c:pt idx="236">
                  <c:v>-0.35868877</c:v>
                </c:pt>
                <c:pt idx="237">
                  <c:v>-0.35697937</c:v>
                </c:pt>
                <c:pt idx="238">
                  <c:v>-0.35549679</c:v>
                </c:pt>
                <c:pt idx="239">
                  <c:v>-0.35339355</c:v>
                </c:pt>
                <c:pt idx="240">
                  <c:v>-0.35185943</c:v>
                </c:pt>
                <c:pt idx="241">
                  <c:v>-0.34957886</c:v>
                </c:pt>
                <c:pt idx="242">
                  <c:v>-0.34767151</c:v>
                </c:pt>
                <c:pt idx="243">
                  <c:v>-0.34681166</c:v>
                </c:pt>
                <c:pt idx="244">
                  <c:v>-0.34423828</c:v>
                </c:pt>
                <c:pt idx="245">
                  <c:v>-0.3425062</c:v>
                </c:pt>
                <c:pt idx="246">
                  <c:v>-0.34156799</c:v>
                </c:pt>
                <c:pt idx="247">
                  <c:v>-0.33916576</c:v>
                </c:pt>
                <c:pt idx="248">
                  <c:v>-0.3373842</c:v>
                </c:pt>
                <c:pt idx="249">
                  <c:v>-0.33567686</c:v>
                </c:pt>
                <c:pt idx="250">
                  <c:v>-0.33411799</c:v>
                </c:pt>
                <c:pt idx="251">
                  <c:v>-0.33218384</c:v>
                </c:pt>
                <c:pt idx="252">
                  <c:v>-0.33055486</c:v>
                </c:pt>
                <c:pt idx="253">
                  <c:v>-0.32869906</c:v>
                </c:pt>
                <c:pt idx="254">
                  <c:v>-0.32707214</c:v>
                </c:pt>
                <c:pt idx="255">
                  <c:v>-0.32535862</c:v>
                </c:pt>
                <c:pt idx="256">
                  <c:v>-0.32357706</c:v>
                </c:pt>
                <c:pt idx="257">
                  <c:v>-0.32203674</c:v>
                </c:pt>
                <c:pt idx="258">
                  <c:v>-0.3200531</c:v>
                </c:pt>
                <c:pt idx="259">
                  <c:v>-0.31829834</c:v>
                </c:pt>
                <c:pt idx="260">
                  <c:v>-0.31654358</c:v>
                </c:pt>
                <c:pt idx="261">
                  <c:v>-0.31478882</c:v>
                </c:pt>
                <c:pt idx="262">
                  <c:v>-0.31303612</c:v>
                </c:pt>
                <c:pt idx="263">
                  <c:v>-0.31143188</c:v>
                </c:pt>
                <c:pt idx="264">
                  <c:v>-0.30967712</c:v>
                </c:pt>
                <c:pt idx="265">
                  <c:v>-0.30761719</c:v>
                </c:pt>
                <c:pt idx="266">
                  <c:v>-0.30601501</c:v>
                </c:pt>
                <c:pt idx="267">
                  <c:v>-0.30410767</c:v>
                </c:pt>
                <c:pt idx="268">
                  <c:v>-0.30235291</c:v>
                </c:pt>
                <c:pt idx="269">
                  <c:v>-0.30059814</c:v>
                </c:pt>
                <c:pt idx="270">
                  <c:v>-0.2986145</c:v>
                </c:pt>
                <c:pt idx="271">
                  <c:v>-0.29707625</c:v>
                </c:pt>
                <c:pt idx="272">
                  <c:v>-0.2961731</c:v>
                </c:pt>
                <c:pt idx="273">
                  <c:v>-0.29403274</c:v>
                </c:pt>
                <c:pt idx="274">
                  <c:v>-0.29158309</c:v>
                </c:pt>
                <c:pt idx="275">
                  <c:v>-0.28999329</c:v>
                </c:pt>
                <c:pt idx="276">
                  <c:v>-0.28808594</c:v>
                </c:pt>
                <c:pt idx="277">
                  <c:v>-0.28653531</c:v>
                </c:pt>
                <c:pt idx="278">
                  <c:v>-0.28475375</c:v>
                </c:pt>
                <c:pt idx="279">
                  <c:v>-0.28319488</c:v>
                </c:pt>
                <c:pt idx="280">
                  <c:v>-0.28160095</c:v>
                </c:pt>
                <c:pt idx="281">
                  <c:v>-0.27984619</c:v>
                </c:pt>
                <c:pt idx="282">
                  <c:v>-0.27777594</c:v>
                </c:pt>
                <c:pt idx="283">
                  <c:v>-0.27599438</c:v>
                </c:pt>
                <c:pt idx="284">
                  <c:v>-0.27458397</c:v>
                </c:pt>
                <c:pt idx="285">
                  <c:v>-0.2730251</c:v>
                </c:pt>
                <c:pt idx="286">
                  <c:v>-0.27050121</c:v>
                </c:pt>
                <c:pt idx="287">
                  <c:v>-0.26893616</c:v>
                </c:pt>
                <c:pt idx="288">
                  <c:v>-0.26716078</c:v>
                </c:pt>
                <c:pt idx="289">
                  <c:v>-0.26575037</c:v>
                </c:pt>
                <c:pt idx="290">
                  <c:v>-0.26329041</c:v>
                </c:pt>
                <c:pt idx="291">
                  <c:v>-0.26174184</c:v>
                </c:pt>
                <c:pt idx="292">
                  <c:v>-0.25996028</c:v>
                </c:pt>
                <c:pt idx="293">
                  <c:v>-0.2583313</c:v>
                </c:pt>
                <c:pt idx="294">
                  <c:v>-0.25654561</c:v>
                </c:pt>
                <c:pt idx="295">
                  <c:v>-0.25483827</c:v>
                </c:pt>
                <c:pt idx="296">
                  <c:v>-0.25283813</c:v>
                </c:pt>
                <c:pt idx="297">
                  <c:v>-0.25179476</c:v>
                </c:pt>
                <c:pt idx="298">
                  <c:v>-0.25016785</c:v>
                </c:pt>
                <c:pt idx="299">
                  <c:v>-0.24748931</c:v>
                </c:pt>
                <c:pt idx="300">
                  <c:v>-0.2457428</c:v>
                </c:pt>
                <c:pt idx="301">
                  <c:v>-0.24391174</c:v>
                </c:pt>
                <c:pt idx="302">
                  <c:v>-0.24284363</c:v>
                </c:pt>
                <c:pt idx="303">
                  <c:v>-0.24036304</c:v>
                </c:pt>
                <c:pt idx="304">
                  <c:v>-0.2393238</c:v>
                </c:pt>
                <c:pt idx="305">
                  <c:v>-0.23754223</c:v>
                </c:pt>
                <c:pt idx="306">
                  <c:v>-0.23553797</c:v>
                </c:pt>
                <c:pt idx="307">
                  <c:v>-0.23361206</c:v>
                </c:pt>
                <c:pt idx="308">
                  <c:v>-0.23197483</c:v>
                </c:pt>
                <c:pt idx="309">
                  <c:v>-0.23017883</c:v>
                </c:pt>
                <c:pt idx="310">
                  <c:v>-0.22826324</c:v>
                </c:pt>
                <c:pt idx="311">
                  <c:v>-0.22648167</c:v>
                </c:pt>
                <c:pt idx="312">
                  <c:v>-0.22447741</c:v>
                </c:pt>
                <c:pt idx="313">
                  <c:v>-0.22293091</c:v>
                </c:pt>
                <c:pt idx="314">
                  <c:v>-0.22109985</c:v>
                </c:pt>
                <c:pt idx="315">
                  <c:v>-0.2191925</c:v>
                </c:pt>
                <c:pt idx="316">
                  <c:v>-0.21736145</c:v>
                </c:pt>
                <c:pt idx="317">
                  <c:v>-0.21579227</c:v>
                </c:pt>
                <c:pt idx="318">
                  <c:v>-0.21400452</c:v>
                </c:pt>
                <c:pt idx="319">
                  <c:v>-0.21200644</c:v>
                </c:pt>
                <c:pt idx="320">
                  <c:v>-0.21022487</c:v>
                </c:pt>
                <c:pt idx="321">
                  <c:v>-0.20843506</c:v>
                </c:pt>
                <c:pt idx="322">
                  <c:v>-0.20698547</c:v>
                </c:pt>
                <c:pt idx="323">
                  <c:v>-0.2053998</c:v>
                </c:pt>
                <c:pt idx="324">
                  <c:v>-0.20339553</c:v>
                </c:pt>
                <c:pt idx="325">
                  <c:v>-0.20179749</c:v>
                </c:pt>
                <c:pt idx="326">
                  <c:v>-0.1998324</c:v>
                </c:pt>
                <c:pt idx="327">
                  <c:v>-0.19729614</c:v>
                </c:pt>
                <c:pt idx="328">
                  <c:v>-0.19567541</c:v>
                </c:pt>
                <c:pt idx="329">
                  <c:v>-0.194265</c:v>
                </c:pt>
                <c:pt idx="330">
                  <c:v>-0.19226074</c:v>
                </c:pt>
                <c:pt idx="331">
                  <c:v>-0.19065857</c:v>
                </c:pt>
                <c:pt idx="332">
                  <c:v>-0.18869761</c:v>
                </c:pt>
                <c:pt idx="333">
                  <c:v>-0.18684387</c:v>
                </c:pt>
                <c:pt idx="334">
                  <c:v>-0.18491178</c:v>
                </c:pt>
                <c:pt idx="335">
                  <c:v>-0.18364984</c:v>
                </c:pt>
                <c:pt idx="336">
                  <c:v>-0.18179404</c:v>
                </c:pt>
                <c:pt idx="337">
                  <c:v>-0.18001247</c:v>
                </c:pt>
                <c:pt idx="338">
                  <c:v>-0.17784119</c:v>
                </c:pt>
                <c:pt idx="339">
                  <c:v>-0.17601013</c:v>
                </c:pt>
                <c:pt idx="340">
                  <c:v>-0.17417908</c:v>
                </c:pt>
                <c:pt idx="341">
                  <c:v>-0.17221812</c:v>
                </c:pt>
                <c:pt idx="342">
                  <c:v>-0.17112732</c:v>
                </c:pt>
                <c:pt idx="343">
                  <c:v>-0.16929626</c:v>
                </c:pt>
                <c:pt idx="344">
                  <c:v>-0.16746727</c:v>
                </c:pt>
                <c:pt idx="345">
                  <c:v>-0.16471863</c:v>
                </c:pt>
                <c:pt idx="346">
                  <c:v>-0.16326904</c:v>
                </c:pt>
                <c:pt idx="347">
                  <c:v>-0.1612854</c:v>
                </c:pt>
                <c:pt idx="348">
                  <c:v>-0.15967292</c:v>
                </c:pt>
                <c:pt idx="349">
                  <c:v>-0.15800476</c:v>
                </c:pt>
                <c:pt idx="350">
                  <c:v>-0.15602112</c:v>
                </c:pt>
                <c:pt idx="351">
                  <c:v>-0.15419006</c:v>
                </c:pt>
                <c:pt idx="352">
                  <c:v>-0.15254665</c:v>
                </c:pt>
                <c:pt idx="353">
                  <c:v>-0.15075684</c:v>
                </c:pt>
                <c:pt idx="354">
                  <c:v>-0.14930725</c:v>
                </c:pt>
                <c:pt idx="355">
                  <c:v>-0.14732361</c:v>
                </c:pt>
                <c:pt idx="356">
                  <c:v>-0.14564308</c:v>
                </c:pt>
                <c:pt idx="357">
                  <c:v>-0.14363882</c:v>
                </c:pt>
                <c:pt idx="358">
                  <c:v>-0.14178302</c:v>
                </c:pt>
                <c:pt idx="359">
                  <c:v>-0.13970452</c:v>
                </c:pt>
                <c:pt idx="360">
                  <c:v>-0.13763428</c:v>
                </c:pt>
                <c:pt idx="361">
                  <c:v>-0.13584446</c:v>
                </c:pt>
                <c:pt idx="362">
                  <c:v>-0.13412476</c:v>
                </c:pt>
                <c:pt idx="363">
                  <c:v>-0.13191223</c:v>
                </c:pt>
                <c:pt idx="364">
                  <c:v>-0.12985229</c:v>
                </c:pt>
                <c:pt idx="365">
                  <c:v>-0.12763977</c:v>
                </c:pt>
                <c:pt idx="366">
                  <c:v>-0.12574892</c:v>
                </c:pt>
                <c:pt idx="367">
                  <c:v>-0.12367042</c:v>
                </c:pt>
                <c:pt idx="368">
                  <c:v>-0.12176514</c:v>
                </c:pt>
                <c:pt idx="369">
                  <c:v>-0.1196619</c:v>
                </c:pt>
                <c:pt idx="370">
                  <c:v>-0.11750917</c:v>
                </c:pt>
                <c:pt idx="371">
                  <c:v>-0.11520386</c:v>
                </c:pt>
                <c:pt idx="372">
                  <c:v>-0.11320372</c:v>
                </c:pt>
                <c:pt idx="373">
                  <c:v>-0.11045714</c:v>
                </c:pt>
                <c:pt idx="374">
                  <c:v>-0.10912096</c:v>
                </c:pt>
                <c:pt idx="375">
                  <c:v>-0.10604858</c:v>
                </c:pt>
                <c:pt idx="376">
                  <c:v>-0.10391235</c:v>
                </c:pt>
                <c:pt idx="377">
                  <c:v>-0.10169983</c:v>
                </c:pt>
                <c:pt idx="378">
                  <c:v>-0.10017395</c:v>
                </c:pt>
                <c:pt idx="379">
                  <c:v>-0.09820887</c:v>
                </c:pt>
                <c:pt idx="380">
                  <c:v>-0.09605614</c:v>
                </c:pt>
                <c:pt idx="381">
                  <c:v>-0.09338379</c:v>
                </c:pt>
                <c:pt idx="382">
                  <c:v>-0.09162903</c:v>
                </c:pt>
                <c:pt idx="383">
                  <c:v>-0.0892268</c:v>
                </c:pt>
                <c:pt idx="384">
                  <c:v>-0.08633175</c:v>
                </c:pt>
                <c:pt idx="385">
                  <c:v>-0.08455019</c:v>
                </c:pt>
                <c:pt idx="386">
                  <c:v>-0.0818634</c:v>
                </c:pt>
                <c:pt idx="387">
                  <c:v>-0.07965088</c:v>
                </c:pt>
                <c:pt idx="388">
                  <c:v>-0.07764662</c:v>
                </c:pt>
                <c:pt idx="389">
                  <c:v>-0.07537842</c:v>
                </c:pt>
                <c:pt idx="390">
                  <c:v>-0.07334116</c:v>
                </c:pt>
                <c:pt idx="391">
                  <c:v>-0.07089151</c:v>
                </c:pt>
                <c:pt idx="392">
                  <c:v>-0.06881714</c:v>
                </c:pt>
                <c:pt idx="393">
                  <c:v>-0.06680875</c:v>
                </c:pt>
                <c:pt idx="394">
                  <c:v>-0.06454468</c:v>
                </c:pt>
                <c:pt idx="395">
                  <c:v>-0.06161252</c:v>
                </c:pt>
                <c:pt idx="396">
                  <c:v>-0.05953402</c:v>
                </c:pt>
                <c:pt idx="397">
                  <c:v>-0.05723283</c:v>
                </c:pt>
                <c:pt idx="398">
                  <c:v>-0.05545126</c:v>
                </c:pt>
                <c:pt idx="399">
                  <c:v>-0.05310059</c:v>
                </c:pt>
                <c:pt idx="400">
                  <c:v>-0.05062619</c:v>
                </c:pt>
                <c:pt idx="401">
                  <c:v>-0.048325</c:v>
                </c:pt>
                <c:pt idx="402">
                  <c:v>-0.04587534</c:v>
                </c:pt>
                <c:pt idx="403">
                  <c:v>-0.04379272</c:v>
                </c:pt>
                <c:pt idx="404">
                  <c:v>-0.04171835</c:v>
                </c:pt>
                <c:pt idx="405">
                  <c:v>-0.0392687</c:v>
                </c:pt>
                <c:pt idx="406">
                  <c:v>-0.03723145</c:v>
                </c:pt>
                <c:pt idx="407">
                  <c:v>-0.03474055</c:v>
                </c:pt>
                <c:pt idx="408">
                  <c:v>-0.03242493</c:v>
                </c:pt>
                <c:pt idx="409">
                  <c:v>-0.0302124</c:v>
                </c:pt>
                <c:pt idx="410">
                  <c:v>-0.02792358</c:v>
                </c:pt>
                <c:pt idx="411">
                  <c:v>-0.02540588</c:v>
                </c:pt>
                <c:pt idx="412">
                  <c:v>-0.02293767</c:v>
                </c:pt>
                <c:pt idx="413">
                  <c:v>-0.02090454</c:v>
                </c:pt>
                <c:pt idx="414">
                  <c:v>-0.01863222</c:v>
                </c:pt>
                <c:pt idx="415">
                  <c:v>-0.01663208</c:v>
                </c:pt>
                <c:pt idx="416">
                  <c:v>-0.01410407</c:v>
                </c:pt>
                <c:pt idx="417">
                  <c:v>-0.01182556</c:v>
                </c:pt>
                <c:pt idx="418">
                  <c:v>-0.00979862</c:v>
                </c:pt>
                <c:pt idx="419">
                  <c:v>-0.00778198</c:v>
                </c:pt>
                <c:pt idx="420">
                  <c:v>-0.0055674</c:v>
                </c:pt>
                <c:pt idx="421">
                  <c:v>-0.00259399</c:v>
                </c:pt>
                <c:pt idx="422">
                  <c:v>-0.00015259</c:v>
                </c:pt>
                <c:pt idx="423">
                  <c:v>0.00096502</c:v>
                </c:pt>
                <c:pt idx="424">
                  <c:v>0.00415699</c:v>
                </c:pt>
                <c:pt idx="425">
                  <c:v>0.00660664</c:v>
                </c:pt>
                <c:pt idx="426">
                  <c:v>0.00869751</c:v>
                </c:pt>
                <c:pt idx="427">
                  <c:v>0.01068115</c:v>
                </c:pt>
                <c:pt idx="428">
                  <c:v>0.01321329</c:v>
                </c:pt>
                <c:pt idx="429">
                  <c:v>0.01506909</c:v>
                </c:pt>
                <c:pt idx="430">
                  <c:v>0.01731873</c:v>
                </c:pt>
                <c:pt idx="431">
                  <c:v>0.01937454</c:v>
                </c:pt>
                <c:pt idx="432">
                  <c:v>0.02174377</c:v>
                </c:pt>
                <c:pt idx="433">
                  <c:v>0.02471924</c:v>
                </c:pt>
                <c:pt idx="434">
                  <c:v>0.02685547</c:v>
                </c:pt>
                <c:pt idx="435">
                  <c:v>0.02917316</c:v>
                </c:pt>
                <c:pt idx="436">
                  <c:v>0.03154858</c:v>
                </c:pt>
                <c:pt idx="437">
                  <c:v>0.03399823</c:v>
                </c:pt>
                <c:pt idx="438">
                  <c:v>0.03684998</c:v>
                </c:pt>
                <c:pt idx="439">
                  <c:v>0.03808099</c:v>
                </c:pt>
                <c:pt idx="440">
                  <c:v>0.04045641</c:v>
                </c:pt>
                <c:pt idx="441">
                  <c:v>0.04312876</c:v>
                </c:pt>
                <c:pt idx="442">
                  <c:v>0.04609804</c:v>
                </c:pt>
                <c:pt idx="443">
                  <c:v>0.04877039</c:v>
                </c:pt>
                <c:pt idx="444">
                  <c:v>0.05129428</c:v>
                </c:pt>
                <c:pt idx="445">
                  <c:v>0.05322431</c:v>
                </c:pt>
                <c:pt idx="446">
                  <c:v>0.05574819</c:v>
                </c:pt>
                <c:pt idx="447">
                  <c:v>0.05849477</c:v>
                </c:pt>
                <c:pt idx="448">
                  <c:v>0.06049904</c:v>
                </c:pt>
                <c:pt idx="449">
                  <c:v>0.06302292</c:v>
                </c:pt>
                <c:pt idx="450">
                  <c:v>0.06532411</c:v>
                </c:pt>
                <c:pt idx="451">
                  <c:v>0.06888725</c:v>
                </c:pt>
                <c:pt idx="452">
                  <c:v>0.07096574</c:v>
                </c:pt>
                <c:pt idx="453">
                  <c:v>0.07354736</c:v>
                </c:pt>
                <c:pt idx="454">
                  <c:v>0.07614136</c:v>
                </c:pt>
                <c:pt idx="455">
                  <c:v>0.0787601</c:v>
                </c:pt>
                <c:pt idx="456">
                  <c:v>0.08163452</c:v>
                </c:pt>
                <c:pt idx="457">
                  <c:v>0.08369446</c:v>
                </c:pt>
                <c:pt idx="458">
                  <c:v>0.08633175</c:v>
                </c:pt>
                <c:pt idx="459">
                  <c:v>0.08872986</c:v>
                </c:pt>
                <c:pt idx="460">
                  <c:v>0.09140015</c:v>
                </c:pt>
                <c:pt idx="461">
                  <c:v>0.09407043</c:v>
                </c:pt>
                <c:pt idx="462">
                  <c:v>0.0970459</c:v>
                </c:pt>
                <c:pt idx="463">
                  <c:v>0.09971619</c:v>
                </c:pt>
                <c:pt idx="464">
                  <c:v>0.10238647</c:v>
                </c:pt>
                <c:pt idx="465">
                  <c:v>0.10536194</c:v>
                </c:pt>
                <c:pt idx="466">
                  <c:v>0.10837864</c:v>
                </c:pt>
                <c:pt idx="467">
                  <c:v>0.1108551</c:v>
                </c:pt>
                <c:pt idx="468">
                  <c:v>0.11357488</c:v>
                </c:pt>
                <c:pt idx="469">
                  <c:v>0.11657715</c:v>
                </c:pt>
                <c:pt idx="470">
                  <c:v>0.11936497</c:v>
                </c:pt>
                <c:pt idx="471">
                  <c:v>0.12211155</c:v>
                </c:pt>
                <c:pt idx="472">
                  <c:v>0.12485813</c:v>
                </c:pt>
                <c:pt idx="473">
                  <c:v>0.12797588</c:v>
                </c:pt>
                <c:pt idx="474">
                  <c:v>0.12931824</c:v>
                </c:pt>
                <c:pt idx="475">
                  <c:v>0.13242979</c:v>
                </c:pt>
                <c:pt idx="476">
                  <c:v>0.13580322</c:v>
                </c:pt>
                <c:pt idx="477">
                  <c:v>0.13836835</c:v>
                </c:pt>
                <c:pt idx="478">
                  <c:v>0.14091492</c:v>
                </c:pt>
                <c:pt idx="479">
                  <c:v>0.14404297</c:v>
                </c:pt>
                <c:pt idx="480">
                  <c:v>0.14772157</c:v>
                </c:pt>
                <c:pt idx="481">
                  <c:v>0.15060425</c:v>
                </c:pt>
                <c:pt idx="482">
                  <c:v>0.15342712</c:v>
                </c:pt>
                <c:pt idx="483">
                  <c:v>0.15632629</c:v>
                </c:pt>
                <c:pt idx="484">
                  <c:v>0.15803981</c:v>
                </c:pt>
                <c:pt idx="485">
                  <c:v>0.16120911</c:v>
                </c:pt>
                <c:pt idx="486">
                  <c:v>0.16410828</c:v>
                </c:pt>
                <c:pt idx="487">
                  <c:v>0.16700745</c:v>
                </c:pt>
                <c:pt idx="488">
                  <c:v>0.17021179</c:v>
                </c:pt>
                <c:pt idx="489">
                  <c:v>0.1728862</c:v>
                </c:pt>
                <c:pt idx="490">
                  <c:v>0.17578125</c:v>
                </c:pt>
                <c:pt idx="491">
                  <c:v>0.17875671</c:v>
                </c:pt>
                <c:pt idx="492">
                  <c:v>0.18253636</c:v>
                </c:pt>
                <c:pt idx="493">
                  <c:v>0.184021</c:v>
                </c:pt>
                <c:pt idx="494">
                  <c:v>0.18758413</c:v>
                </c:pt>
                <c:pt idx="495">
                  <c:v>0.19134521</c:v>
                </c:pt>
                <c:pt idx="496">
                  <c:v>0.19432068</c:v>
                </c:pt>
                <c:pt idx="497">
                  <c:v>0.19699097</c:v>
                </c:pt>
                <c:pt idx="498">
                  <c:v>0.20027779</c:v>
                </c:pt>
                <c:pt idx="499">
                  <c:v>0.20317284</c:v>
                </c:pt>
                <c:pt idx="500">
                  <c:v>0.20584106</c:v>
                </c:pt>
                <c:pt idx="501">
                  <c:v>0.2091217</c:v>
                </c:pt>
                <c:pt idx="502">
                  <c:v>0.21178374</c:v>
                </c:pt>
                <c:pt idx="503">
                  <c:v>0.21537781</c:v>
                </c:pt>
                <c:pt idx="504">
                  <c:v>0.21801923</c:v>
                </c:pt>
                <c:pt idx="505">
                  <c:v>0.22039465</c:v>
                </c:pt>
                <c:pt idx="506">
                  <c:v>0.2230835</c:v>
                </c:pt>
                <c:pt idx="507">
                  <c:v>0.22603628</c:v>
                </c:pt>
                <c:pt idx="508">
                  <c:v>0.22907979</c:v>
                </c:pt>
                <c:pt idx="509">
                  <c:v>0.23204907</c:v>
                </c:pt>
                <c:pt idx="510">
                  <c:v>0.235672</c:v>
                </c:pt>
                <c:pt idx="511">
                  <c:v>0.23835878</c:v>
                </c:pt>
                <c:pt idx="512">
                  <c:v>0.2419281</c:v>
                </c:pt>
                <c:pt idx="513">
                  <c:v>0.2446685</c:v>
                </c:pt>
                <c:pt idx="514">
                  <c:v>0.24763777</c:v>
                </c:pt>
                <c:pt idx="515">
                  <c:v>0.25097821</c:v>
                </c:pt>
                <c:pt idx="516">
                  <c:v>0.25367737</c:v>
                </c:pt>
                <c:pt idx="517">
                  <c:v>0.256991</c:v>
                </c:pt>
                <c:pt idx="518">
                  <c:v>0.25878906</c:v>
                </c:pt>
                <c:pt idx="519">
                  <c:v>0.262113</c:v>
                </c:pt>
                <c:pt idx="520">
                  <c:v>0.26515651</c:v>
                </c:pt>
                <c:pt idx="521">
                  <c:v>0.26878357</c:v>
                </c:pt>
                <c:pt idx="522">
                  <c:v>0.27122498</c:v>
                </c:pt>
                <c:pt idx="523">
                  <c:v>0.27450562</c:v>
                </c:pt>
                <c:pt idx="524">
                  <c:v>0.27816772</c:v>
                </c:pt>
                <c:pt idx="525">
                  <c:v>0.2800029</c:v>
                </c:pt>
                <c:pt idx="526">
                  <c:v>0.28266907</c:v>
                </c:pt>
                <c:pt idx="527">
                  <c:v>0.28601569</c:v>
                </c:pt>
                <c:pt idx="528">
                  <c:v>0.28938293</c:v>
                </c:pt>
                <c:pt idx="529">
                  <c:v>0.29266357</c:v>
                </c:pt>
                <c:pt idx="530">
                  <c:v>0.29571533</c:v>
                </c:pt>
                <c:pt idx="531">
                  <c:v>0.29908051</c:v>
                </c:pt>
                <c:pt idx="532">
                  <c:v>0.30242095</c:v>
                </c:pt>
                <c:pt idx="533">
                  <c:v>0.30783988</c:v>
                </c:pt>
                <c:pt idx="534">
                  <c:v>0.31089783</c:v>
                </c:pt>
                <c:pt idx="535">
                  <c:v>0.31394958</c:v>
                </c:pt>
                <c:pt idx="536">
                  <c:v>0.31697041</c:v>
                </c:pt>
                <c:pt idx="537">
                  <c:v>0.31967163</c:v>
                </c:pt>
                <c:pt idx="538">
                  <c:v>0.32238934</c:v>
                </c:pt>
                <c:pt idx="539">
                  <c:v>0.32669067</c:v>
                </c:pt>
                <c:pt idx="540">
                  <c:v>0.32852173</c:v>
                </c:pt>
                <c:pt idx="541">
                  <c:v>0.33187866</c:v>
                </c:pt>
                <c:pt idx="542">
                  <c:v>0.33523147</c:v>
                </c:pt>
                <c:pt idx="543">
                  <c:v>0.33859253</c:v>
                </c:pt>
                <c:pt idx="544">
                  <c:v>0.34194946</c:v>
                </c:pt>
                <c:pt idx="545">
                  <c:v>0.34439087</c:v>
                </c:pt>
                <c:pt idx="546">
                  <c:v>0.34683228</c:v>
                </c:pt>
                <c:pt idx="547">
                  <c:v>0.35018921</c:v>
                </c:pt>
                <c:pt idx="548">
                  <c:v>0.35324097</c:v>
                </c:pt>
                <c:pt idx="549">
                  <c:v>0.35629272</c:v>
                </c:pt>
                <c:pt idx="550">
                  <c:v>0.35964966</c:v>
                </c:pt>
                <c:pt idx="551">
                  <c:v>0.36240036</c:v>
                </c:pt>
                <c:pt idx="552">
                  <c:v>0.36611196</c:v>
                </c:pt>
                <c:pt idx="553">
                  <c:v>0.36856162</c:v>
                </c:pt>
                <c:pt idx="554">
                  <c:v>0.37197629</c:v>
                </c:pt>
                <c:pt idx="555">
                  <c:v>0.37561365</c:v>
                </c:pt>
                <c:pt idx="556">
                  <c:v>0.37750244</c:v>
                </c:pt>
                <c:pt idx="557">
                  <c:v>0.3805542</c:v>
                </c:pt>
                <c:pt idx="558">
                  <c:v>0.38392763</c:v>
                </c:pt>
                <c:pt idx="559">
                  <c:v>0.38793615</c:v>
                </c:pt>
                <c:pt idx="560">
                  <c:v>0.39070129</c:v>
                </c:pt>
                <c:pt idx="561">
                  <c:v>0.39380048</c:v>
                </c:pt>
                <c:pt idx="562">
                  <c:v>0.39691822</c:v>
                </c:pt>
                <c:pt idx="563">
                  <c:v>0.39962769</c:v>
                </c:pt>
                <c:pt idx="564">
                  <c:v>0.40306091</c:v>
                </c:pt>
                <c:pt idx="565">
                  <c:v>0.40611267</c:v>
                </c:pt>
                <c:pt idx="566">
                  <c:v>0.4095459</c:v>
                </c:pt>
                <c:pt idx="567">
                  <c:v>0.41228423</c:v>
                </c:pt>
                <c:pt idx="568">
                  <c:v>0.41540197</c:v>
                </c:pt>
                <c:pt idx="569">
                  <c:v>0.41877747</c:v>
                </c:pt>
                <c:pt idx="570">
                  <c:v>0.42059821</c:v>
                </c:pt>
                <c:pt idx="571">
                  <c:v>0.42371595</c:v>
                </c:pt>
                <c:pt idx="572">
                  <c:v>0.42839256</c:v>
                </c:pt>
                <c:pt idx="573">
                  <c:v>0.43143607</c:v>
                </c:pt>
                <c:pt idx="574">
                  <c:v>0.43304443</c:v>
                </c:pt>
                <c:pt idx="575">
                  <c:v>0.43640962</c:v>
                </c:pt>
                <c:pt idx="576">
                  <c:v>0.43952942</c:v>
                </c:pt>
                <c:pt idx="577">
                  <c:v>0.44294203</c:v>
                </c:pt>
                <c:pt idx="578">
                  <c:v>0.44539168</c:v>
                </c:pt>
                <c:pt idx="579">
                  <c:v>0.44975281</c:v>
                </c:pt>
                <c:pt idx="580">
                  <c:v>0.45280457</c:v>
                </c:pt>
                <c:pt idx="581">
                  <c:v>0.45623779</c:v>
                </c:pt>
                <c:pt idx="582">
                  <c:v>0.45905036</c:v>
                </c:pt>
                <c:pt idx="583">
                  <c:v>0.46209387</c:v>
                </c:pt>
                <c:pt idx="584">
                  <c:v>0.46521161</c:v>
                </c:pt>
                <c:pt idx="585">
                  <c:v>0.46707153</c:v>
                </c:pt>
                <c:pt idx="586">
                  <c:v>0.46988822</c:v>
                </c:pt>
                <c:pt idx="587">
                  <c:v>0.47300596</c:v>
                </c:pt>
                <c:pt idx="588">
                  <c:v>0.47668457</c:v>
                </c:pt>
                <c:pt idx="589">
                  <c:v>0.48042297</c:v>
                </c:pt>
                <c:pt idx="590">
                  <c:v>0.48355103</c:v>
                </c:pt>
                <c:pt idx="591">
                  <c:v>0.48666464</c:v>
                </c:pt>
                <c:pt idx="592">
                  <c:v>0.4901123</c:v>
                </c:pt>
                <c:pt idx="593">
                  <c:v>0.49290013</c:v>
                </c:pt>
                <c:pt idx="594">
                  <c:v>0.49572094</c:v>
                </c:pt>
                <c:pt idx="595">
                  <c:v>0.49850464</c:v>
                </c:pt>
                <c:pt idx="596">
                  <c:v>0.50255028</c:v>
                </c:pt>
                <c:pt idx="597">
                  <c:v>0.50537109</c:v>
                </c:pt>
                <c:pt idx="598">
                  <c:v>0.50880432</c:v>
                </c:pt>
                <c:pt idx="599">
                  <c:v>0.51200867</c:v>
                </c:pt>
                <c:pt idx="600">
                  <c:v>0.51390777</c:v>
                </c:pt>
                <c:pt idx="601">
                  <c:v>0.51828745</c:v>
                </c:pt>
                <c:pt idx="602">
                  <c:v>0.52116394</c:v>
                </c:pt>
                <c:pt idx="603">
                  <c:v>0.52430024</c:v>
                </c:pt>
                <c:pt idx="604">
                  <c:v>0.52749221</c:v>
                </c:pt>
                <c:pt idx="605">
                  <c:v>0.53031921</c:v>
                </c:pt>
                <c:pt idx="606">
                  <c:v>0.53343077</c:v>
                </c:pt>
                <c:pt idx="607">
                  <c:v>0.53627014</c:v>
                </c:pt>
                <c:pt idx="608">
                  <c:v>0.53977966</c:v>
                </c:pt>
                <c:pt idx="609">
                  <c:v>0.54263553</c:v>
                </c:pt>
                <c:pt idx="610">
                  <c:v>0.54611206</c:v>
                </c:pt>
                <c:pt idx="611">
                  <c:v>0.54924011</c:v>
                </c:pt>
                <c:pt idx="612">
                  <c:v>0.55274963</c:v>
                </c:pt>
                <c:pt idx="613">
                  <c:v>0.55595398</c:v>
                </c:pt>
                <c:pt idx="614">
                  <c:v>0.55908203</c:v>
                </c:pt>
                <c:pt idx="615">
                  <c:v>0.56290085</c:v>
                </c:pt>
                <c:pt idx="616">
                  <c:v>0.56483088</c:v>
                </c:pt>
                <c:pt idx="617">
                  <c:v>0.56770325</c:v>
                </c:pt>
                <c:pt idx="618">
                  <c:v>0.57052612</c:v>
                </c:pt>
                <c:pt idx="619">
                  <c:v>0.57373047</c:v>
                </c:pt>
                <c:pt idx="620">
                  <c:v>0.57722762</c:v>
                </c:pt>
                <c:pt idx="621">
                  <c:v>0.57884216</c:v>
                </c:pt>
                <c:pt idx="622">
                  <c:v>0.58425903</c:v>
                </c:pt>
                <c:pt idx="623">
                  <c:v>0.5909729</c:v>
                </c:pt>
                <c:pt idx="624">
                  <c:v>0.59417725</c:v>
                </c:pt>
                <c:pt idx="625">
                  <c:v>0.59704755</c:v>
                </c:pt>
                <c:pt idx="626">
                  <c:v>0.60061068</c:v>
                </c:pt>
                <c:pt idx="627">
                  <c:v>0.60380266</c:v>
                </c:pt>
                <c:pt idx="628">
                  <c:v>0.60699463</c:v>
                </c:pt>
                <c:pt idx="629">
                  <c:v>0.60929582</c:v>
                </c:pt>
                <c:pt idx="630">
                  <c:v>0.61374974</c:v>
                </c:pt>
                <c:pt idx="631">
                  <c:v>0.61694171</c:v>
                </c:pt>
                <c:pt idx="632">
                  <c:v>0.61983676</c:v>
                </c:pt>
                <c:pt idx="633">
                  <c:v>0.62339783</c:v>
                </c:pt>
                <c:pt idx="634">
                  <c:v>0.62530518</c:v>
                </c:pt>
                <c:pt idx="635">
                  <c:v>0.62948691</c:v>
                </c:pt>
                <c:pt idx="636">
                  <c:v>0.63270569</c:v>
                </c:pt>
                <c:pt idx="637">
                  <c:v>0.63564816</c:v>
                </c:pt>
                <c:pt idx="638">
                  <c:v>0.63921129</c:v>
                </c:pt>
                <c:pt idx="639">
                  <c:v>0.64208984</c:v>
                </c:pt>
                <c:pt idx="640">
                  <c:v>0.65190496</c:v>
                </c:pt>
                <c:pt idx="641">
                  <c:v>0.65509693</c:v>
                </c:pt>
                <c:pt idx="642">
                  <c:v>0.65803528</c:v>
                </c:pt>
                <c:pt idx="643">
                  <c:v>0.66162109</c:v>
                </c:pt>
                <c:pt idx="644">
                  <c:v>0.66291809</c:v>
                </c:pt>
                <c:pt idx="645">
                  <c:v>0.6678772</c:v>
                </c:pt>
                <c:pt idx="646">
                  <c:v>0.67047119</c:v>
                </c:pt>
                <c:pt idx="647">
                  <c:v>0.67402608</c:v>
                </c:pt>
                <c:pt idx="648">
                  <c:v>0.67892539</c:v>
                </c:pt>
                <c:pt idx="649">
                  <c:v>0.68191528</c:v>
                </c:pt>
                <c:pt idx="650">
                  <c:v>0.68519592</c:v>
                </c:pt>
                <c:pt idx="651">
                  <c:v>0.68840027</c:v>
                </c:pt>
                <c:pt idx="652">
                  <c:v>0.69035711</c:v>
                </c:pt>
                <c:pt idx="653">
                  <c:v>0.69495949</c:v>
                </c:pt>
                <c:pt idx="654">
                  <c:v>0.6975576</c:v>
                </c:pt>
                <c:pt idx="655">
                  <c:v>0.70119497</c:v>
                </c:pt>
                <c:pt idx="656">
                  <c:v>0.70411682</c:v>
                </c:pt>
                <c:pt idx="657">
                  <c:v>0.70739746</c:v>
                </c:pt>
                <c:pt idx="658">
                  <c:v>0.71098328</c:v>
                </c:pt>
                <c:pt idx="659">
                  <c:v>0.71388863</c:v>
                </c:pt>
                <c:pt idx="660">
                  <c:v>0.71715484</c:v>
                </c:pt>
                <c:pt idx="661">
                  <c:v>0.72105408</c:v>
                </c:pt>
                <c:pt idx="662">
                  <c:v>0.72398418</c:v>
                </c:pt>
                <c:pt idx="663">
                  <c:v>0.72725038</c:v>
                </c:pt>
                <c:pt idx="664">
                  <c:v>0.73051659</c:v>
                </c:pt>
                <c:pt idx="665">
                  <c:v>0.73379517</c:v>
                </c:pt>
                <c:pt idx="666">
                  <c:v>0.73734593</c:v>
                </c:pt>
                <c:pt idx="667">
                  <c:v>0.74028015</c:v>
                </c:pt>
                <c:pt idx="668">
                  <c:v>0.74386597</c:v>
                </c:pt>
                <c:pt idx="669">
                  <c:v>0.74584961</c:v>
                </c:pt>
                <c:pt idx="670">
                  <c:v>0.74877765</c:v>
                </c:pt>
                <c:pt idx="671">
                  <c:v>0.75241089</c:v>
                </c:pt>
                <c:pt idx="672">
                  <c:v>0.7559967</c:v>
                </c:pt>
                <c:pt idx="673">
                  <c:v>0.75927734</c:v>
                </c:pt>
                <c:pt idx="674">
                  <c:v>0.76221363</c:v>
                </c:pt>
                <c:pt idx="675">
                  <c:v>0.765851</c:v>
                </c:pt>
                <c:pt idx="676">
                  <c:v>0.77011108</c:v>
                </c:pt>
                <c:pt idx="677">
                  <c:v>0.77339172</c:v>
                </c:pt>
                <c:pt idx="678">
                  <c:v>0.77668886</c:v>
                </c:pt>
                <c:pt idx="679">
                  <c:v>0.77964783</c:v>
                </c:pt>
                <c:pt idx="680">
                  <c:v>0.78330994</c:v>
                </c:pt>
                <c:pt idx="681">
                  <c:v>0.78659058</c:v>
                </c:pt>
                <c:pt idx="682">
                  <c:v>0.78960522</c:v>
                </c:pt>
                <c:pt idx="683">
                  <c:v>0.79324258</c:v>
                </c:pt>
                <c:pt idx="684">
                  <c:v>0.7958407</c:v>
                </c:pt>
                <c:pt idx="685">
                  <c:v>0.79918114</c:v>
                </c:pt>
                <c:pt idx="686">
                  <c:v>0.80253601</c:v>
                </c:pt>
                <c:pt idx="687">
                  <c:v>0.80615894</c:v>
                </c:pt>
                <c:pt idx="688">
                  <c:v>0.80949938</c:v>
                </c:pt>
                <c:pt idx="689">
                  <c:v>0.81283569</c:v>
                </c:pt>
                <c:pt idx="690">
                  <c:v>0.81611633</c:v>
                </c:pt>
                <c:pt idx="691">
                  <c:v>0.81947327</c:v>
                </c:pt>
                <c:pt idx="692">
                  <c:v>0.8227869</c:v>
                </c:pt>
                <c:pt idx="693">
                  <c:v>0.82649231</c:v>
                </c:pt>
                <c:pt idx="694">
                  <c:v>0.82946777</c:v>
                </c:pt>
                <c:pt idx="695">
                  <c:v>0.83317937</c:v>
                </c:pt>
                <c:pt idx="696">
                  <c:v>0.83618164</c:v>
                </c:pt>
                <c:pt idx="697">
                  <c:v>0.83919216</c:v>
                </c:pt>
                <c:pt idx="698">
                  <c:v>0.84290376</c:v>
                </c:pt>
                <c:pt idx="699">
                  <c:v>0.84594727</c:v>
                </c:pt>
                <c:pt idx="700">
                  <c:v>0.8493042</c:v>
                </c:pt>
                <c:pt idx="701">
                  <c:v>0.85225698</c:v>
                </c:pt>
                <c:pt idx="702">
                  <c:v>0.8556366</c:v>
                </c:pt>
                <c:pt idx="703">
                  <c:v>0.85938325</c:v>
                </c:pt>
                <c:pt idx="704">
                  <c:v>0.86309485</c:v>
                </c:pt>
                <c:pt idx="705">
                  <c:v>0.86710337</c:v>
                </c:pt>
                <c:pt idx="706">
                  <c:v>0.86883545</c:v>
                </c:pt>
                <c:pt idx="707">
                  <c:v>0.87249756</c:v>
                </c:pt>
                <c:pt idx="708">
                  <c:v>0.87556581</c:v>
                </c:pt>
                <c:pt idx="709">
                  <c:v>0.87860107</c:v>
                </c:pt>
                <c:pt idx="710">
                  <c:v>0.88195801</c:v>
                </c:pt>
                <c:pt idx="711">
                  <c:v>0.88736869</c:v>
                </c:pt>
                <c:pt idx="712">
                  <c:v>0.88905334</c:v>
                </c:pt>
                <c:pt idx="713">
                  <c:v>0.89278762</c:v>
                </c:pt>
                <c:pt idx="714">
                  <c:v>0.89622498</c:v>
                </c:pt>
                <c:pt idx="715">
                  <c:v>0.89958191</c:v>
                </c:pt>
                <c:pt idx="716">
                  <c:v>0.90301514</c:v>
                </c:pt>
                <c:pt idx="717">
                  <c:v>0.90675354</c:v>
                </c:pt>
                <c:pt idx="718">
                  <c:v>0.91011047</c:v>
                </c:pt>
                <c:pt idx="719">
                  <c:v>0.91320141</c:v>
                </c:pt>
                <c:pt idx="720">
                  <c:v>0.91659546</c:v>
                </c:pt>
                <c:pt idx="721">
                  <c:v>0.91995239</c:v>
                </c:pt>
                <c:pt idx="722">
                  <c:v>0.92338562</c:v>
                </c:pt>
                <c:pt idx="723">
                  <c:v>0.92745394</c:v>
                </c:pt>
                <c:pt idx="724">
                  <c:v>0.93086861</c:v>
                </c:pt>
                <c:pt idx="725">
                  <c:v>0.93391418</c:v>
                </c:pt>
                <c:pt idx="726">
                  <c:v>0.93732679</c:v>
                </c:pt>
                <c:pt idx="727">
                  <c:v>0.94074146</c:v>
                </c:pt>
                <c:pt idx="728">
                  <c:v>0.9438324</c:v>
                </c:pt>
                <c:pt idx="729">
                  <c:v>0.9475708</c:v>
                </c:pt>
                <c:pt idx="730">
                  <c:v>0.95100403</c:v>
                </c:pt>
                <c:pt idx="731">
                  <c:v>0.9547713</c:v>
                </c:pt>
                <c:pt idx="732">
                  <c:v>0.95680237</c:v>
                </c:pt>
                <c:pt idx="733">
                  <c:v>0.9619718</c:v>
                </c:pt>
                <c:pt idx="734">
                  <c:v>0.96538647</c:v>
                </c:pt>
                <c:pt idx="735">
                  <c:v>0.96880114</c:v>
                </c:pt>
                <c:pt idx="736">
                  <c:v>0.97221375</c:v>
                </c:pt>
                <c:pt idx="737">
                  <c:v>0.97533355</c:v>
                </c:pt>
                <c:pt idx="738">
                  <c:v>0.97839355</c:v>
                </c:pt>
                <c:pt idx="739">
                  <c:v>0.98213196</c:v>
                </c:pt>
                <c:pt idx="740">
                  <c:v>0.98487854</c:v>
                </c:pt>
                <c:pt idx="741">
                  <c:v>0.98831177</c:v>
                </c:pt>
                <c:pt idx="742">
                  <c:v>0.99173881</c:v>
                </c:pt>
                <c:pt idx="743">
                  <c:v>0.99515348</c:v>
                </c:pt>
                <c:pt idx="744">
                  <c:v>0.99864238</c:v>
                </c:pt>
                <c:pt idx="745">
                  <c:v>1.00204468</c:v>
                </c:pt>
                <c:pt idx="746">
                  <c:v>1.00547791</c:v>
                </c:pt>
                <c:pt idx="747">
                  <c:v>1.00896062</c:v>
                </c:pt>
                <c:pt idx="748">
                  <c:v>1.01272583</c:v>
                </c:pt>
                <c:pt idx="749">
                  <c:v>1.01586419</c:v>
                </c:pt>
                <c:pt idx="750">
                  <c:v>1.0189077</c:v>
                </c:pt>
                <c:pt idx="751">
                  <c:v>1.02373278</c:v>
                </c:pt>
                <c:pt idx="752">
                  <c:v>1.02722168</c:v>
                </c:pt>
                <c:pt idx="753">
                  <c:v>1.02892901</c:v>
                </c:pt>
                <c:pt idx="754">
                  <c:v>1.03271484</c:v>
                </c:pt>
                <c:pt idx="755">
                  <c:v>1.03622437</c:v>
                </c:pt>
                <c:pt idx="756">
                  <c:v>1.03998957</c:v>
                </c:pt>
                <c:pt idx="757">
                  <c:v>1.04415894</c:v>
                </c:pt>
                <c:pt idx="758">
                  <c:v>1.04726431</c:v>
                </c:pt>
                <c:pt idx="759">
                  <c:v>1.05075321</c:v>
                </c:pt>
                <c:pt idx="760">
                  <c:v>1.05491638</c:v>
                </c:pt>
                <c:pt idx="761">
                  <c:v>1.05802794</c:v>
                </c:pt>
                <c:pt idx="762">
                  <c:v>1.06144261</c:v>
                </c:pt>
                <c:pt idx="763">
                  <c:v>1.06530267</c:v>
                </c:pt>
                <c:pt idx="764">
                  <c:v>1.06704712</c:v>
                </c:pt>
                <c:pt idx="765">
                  <c:v>1.07087006</c:v>
                </c:pt>
                <c:pt idx="766">
                  <c:v>1.07467651</c:v>
                </c:pt>
                <c:pt idx="767">
                  <c:v>1.07849121</c:v>
                </c:pt>
                <c:pt idx="768">
                  <c:v>1.08123779</c:v>
                </c:pt>
                <c:pt idx="769">
                  <c:v>1.08474731</c:v>
                </c:pt>
                <c:pt idx="770">
                  <c:v>1.08856201</c:v>
                </c:pt>
                <c:pt idx="771">
                  <c:v>1.09306542</c:v>
                </c:pt>
                <c:pt idx="772">
                  <c:v>1.09655432</c:v>
                </c:pt>
                <c:pt idx="773">
                  <c:v>1.09863281</c:v>
                </c:pt>
                <c:pt idx="774">
                  <c:v>1.10390328</c:v>
                </c:pt>
                <c:pt idx="775">
                  <c:v>1.10565186</c:v>
                </c:pt>
                <c:pt idx="776">
                  <c:v>1.10908508</c:v>
                </c:pt>
                <c:pt idx="777">
                  <c:v>1.11258842</c:v>
                </c:pt>
                <c:pt idx="778">
                  <c:v>1.11607732</c:v>
                </c:pt>
                <c:pt idx="779">
                  <c:v>1.11956622</c:v>
                </c:pt>
                <c:pt idx="780">
                  <c:v>1.12304688</c:v>
                </c:pt>
                <c:pt idx="781">
                  <c:v>1.12684095</c:v>
                </c:pt>
                <c:pt idx="782">
                  <c:v>1.13067627</c:v>
                </c:pt>
                <c:pt idx="783">
                  <c:v>1.13449097</c:v>
                </c:pt>
                <c:pt idx="784">
                  <c:v>1.1383469</c:v>
                </c:pt>
                <c:pt idx="785">
                  <c:v>1.14151001</c:v>
                </c:pt>
                <c:pt idx="786">
                  <c:v>1.14569587</c:v>
                </c:pt>
                <c:pt idx="787">
                  <c:v>1.14844245</c:v>
                </c:pt>
                <c:pt idx="788">
                  <c:v>1.15158081</c:v>
                </c:pt>
                <c:pt idx="789">
                  <c:v>1.15579141</c:v>
                </c:pt>
                <c:pt idx="790">
                  <c:v>1.15861223</c:v>
                </c:pt>
                <c:pt idx="791">
                  <c:v>1.16210113</c:v>
                </c:pt>
                <c:pt idx="792">
                  <c:v>1.16596119</c:v>
                </c:pt>
                <c:pt idx="793">
                  <c:v>1.16912842</c:v>
                </c:pt>
                <c:pt idx="794">
                  <c:v>1.17263794</c:v>
                </c:pt>
                <c:pt idx="795">
                  <c:v>1.17613096</c:v>
                </c:pt>
                <c:pt idx="796">
                  <c:v>1.17961987</c:v>
                </c:pt>
                <c:pt idx="797">
                  <c:v>1.183183</c:v>
                </c:pt>
                <c:pt idx="798">
                  <c:v>1.18667603</c:v>
                </c:pt>
                <c:pt idx="799">
                  <c:v>1.18986388</c:v>
                </c:pt>
                <c:pt idx="800">
                  <c:v>1.19342701</c:v>
                </c:pt>
                <c:pt idx="801">
                  <c:v>1.19766235</c:v>
                </c:pt>
                <c:pt idx="802">
                  <c:v>1.2008502</c:v>
                </c:pt>
                <c:pt idx="803">
                  <c:v>1.20441334</c:v>
                </c:pt>
                <c:pt idx="804">
                  <c:v>1.20758057</c:v>
                </c:pt>
                <c:pt idx="805">
                  <c:v>1.21183653</c:v>
                </c:pt>
                <c:pt idx="806">
                  <c:v>1.21539966</c:v>
                </c:pt>
                <c:pt idx="807">
                  <c:v>1.21932983</c:v>
                </c:pt>
                <c:pt idx="808">
                  <c:v>1.22141245</c:v>
                </c:pt>
                <c:pt idx="809">
                  <c:v>1.22535706</c:v>
                </c:pt>
                <c:pt idx="810">
                  <c:v>1.22962952</c:v>
                </c:pt>
                <c:pt idx="811">
                  <c:v>1.23351226</c:v>
                </c:pt>
                <c:pt idx="812">
                  <c:v>1.23603615</c:v>
                </c:pt>
                <c:pt idx="813">
                  <c:v>1.23924255</c:v>
                </c:pt>
                <c:pt idx="814">
                  <c:v>1.24279125</c:v>
                </c:pt>
                <c:pt idx="815">
                  <c:v>1.24671936</c:v>
                </c:pt>
                <c:pt idx="816">
                  <c:v>1.25022888</c:v>
                </c:pt>
                <c:pt idx="817">
                  <c:v>1.25414874</c:v>
                </c:pt>
                <c:pt idx="818">
                  <c:v>1.25846863</c:v>
                </c:pt>
                <c:pt idx="819">
                  <c:v>1.26164617</c:v>
                </c:pt>
                <c:pt idx="820">
                  <c:v>1.26586914</c:v>
                </c:pt>
                <c:pt idx="821">
                  <c:v>1.26765896</c:v>
                </c:pt>
                <c:pt idx="822">
                  <c:v>1.27159119</c:v>
                </c:pt>
                <c:pt idx="823">
                  <c:v>1.27515638</c:v>
                </c:pt>
                <c:pt idx="824">
                  <c:v>1.27871952</c:v>
                </c:pt>
                <c:pt idx="825">
                  <c:v>1.28295074</c:v>
                </c:pt>
                <c:pt idx="826">
                  <c:v>1.2865448</c:v>
                </c:pt>
                <c:pt idx="827">
                  <c:v>1.29005432</c:v>
                </c:pt>
                <c:pt idx="828">
                  <c:v>1.29219055</c:v>
                </c:pt>
                <c:pt idx="829">
                  <c:v>1.29616402</c:v>
                </c:pt>
                <c:pt idx="830">
                  <c:v>1.29966736</c:v>
                </c:pt>
                <c:pt idx="831">
                  <c:v>1.30325317</c:v>
                </c:pt>
                <c:pt idx="832">
                  <c:v>1.30821228</c:v>
                </c:pt>
                <c:pt idx="833">
                  <c:v>1.3117981</c:v>
                </c:pt>
                <c:pt idx="834">
                  <c:v>1.31500244</c:v>
                </c:pt>
                <c:pt idx="835">
                  <c:v>1.31858826</c:v>
                </c:pt>
                <c:pt idx="836">
                  <c:v>1.32177404</c:v>
                </c:pt>
                <c:pt idx="837">
                  <c:v>1.32570834</c:v>
                </c:pt>
                <c:pt idx="838">
                  <c:v>1.32888794</c:v>
                </c:pt>
                <c:pt idx="839">
                  <c:v>1.33247375</c:v>
                </c:pt>
                <c:pt idx="840">
                  <c:v>1.33602658</c:v>
                </c:pt>
                <c:pt idx="841">
                  <c:v>1.33918762</c:v>
                </c:pt>
                <c:pt idx="842">
                  <c:v>1.34277344</c:v>
                </c:pt>
                <c:pt idx="843">
                  <c:v>1.34775523</c:v>
                </c:pt>
                <c:pt idx="844">
                  <c:v>1.35065027</c:v>
                </c:pt>
                <c:pt idx="845">
                  <c:v>1.35451033</c:v>
                </c:pt>
                <c:pt idx="846">
                  <c:v>1.35740538</c:v>
                </c:pt>
                <c:pt idx="847">
                  <c:v>1.36054993</c:v>
                </c:pt>
                <c:pt idx="848">
                  <c:v>1.36482857</c:v>
                </c:pt>
                <c:pt idx="849">
                  <c:v>1.36839171</c:v>
                </c:pt>
                <c:pt idx="850">
                  <c:v>1.37229919</c:v>
                </c:pt>
                <c:pt idx="851">
                  <c:v>1.37588913</c:v>
                </c:pt>
                <c:pt idx="852">
                  <c:v>1.37901306</c:v>
                </c:pt>
                <c:pt idx="853">
                  <c:v>1.38259888</c:v>
                </c:pt>
                <c:pt idx="854">
                  <c:v>1.38613314</c:v>
                </c:pt>
                <c:pt idx="855">
                  <c:v>1.38895396</c:v>
                </c:pt>
                <c:pt idx="856">
                  <c:v>1.39244286</c:v>
                </c:pt>
                <c:pt idx="857">
                  <c:v>1.39602661</c:v>
                </c:pt>
                <c:pt idx="858">
                  <c:v>1.39953613</c:v>
                </c:pt>
                <c:pt idx="859">
                  <c:v>1.40268687</c:v>
                </c:pt>
                <c:pt idx="860">
                  <c:v>1.40654693</c:v>
                </c:pt>
                <c:pt idx="861">
                  <c:v>1.40936774</c:v>
                </c:pt>
                <c:pt idx="862">
                  <c:v>1.41464233</c:v>
                </c:pt>
                <c:pt idx="863">
                  <c:v>1.41822815</c:v>
                </c:pt>
                <c:pt idx="864">
                  <c:v>1.42027984</c:v>
                </c:pt>
                <c:pt idx="865">
                  <c:v>1.42525338</c:v>
                </c:pt>
                <c:pt idx="866">
                  <c:v>1.42874228</c:v>
                </c:pt>
                <c:pt idx="867">
                  <c:v>1.43260234</c:v>
                </c:pt>
                <c:pt idx="868">
                  <c:v>1.43440247</c:v>
                </c:pt>
                <c:pt idx="869">
                  <c:v>1.43750165</c:v>
                </c:pt>
                <c:pt idx="870">
                  <c:v>1.44136171</c:v>
                </c:pt>
                <c:pt idx="871">
                  <c:v>1.44492484</c:v>
                </c:pt>
                <c:pt idx="872">
                  <c:v>1.44982415</c:v>
                </c:pt>
                <c:pt idx="873">
                  <c:v>1.45294189</c:v>
                </c:pt>
                <c:pt idx="874">
                  <c:v>1.45576271</c:v>
                </c:pt>
                <c:pt idx="875">
                  <c:v>1.45925161</c:v>
                </c:pt>
                <c:pt idx="876">
                  <c:v>1.46278381</c:v>
                </c:pt>
                <c:pt idx="877">
                  <c:v>1.46629333</c:v>
                </c:pt>
                <c:pt idx="878">
                  <c:v>1.47008947</c:v>
                </c:pt>
                <c:pt idx="879">
                  <c:v>1.47394954</c:v>
                </c:pt>
                <c:pt idx="880">
                  <c:v>1.47743844</c:v>
                </c:pt>
                <c:pt idx="881">
                  <c:v>1.4812985</c:v>
                </c:pt>
                <c:pt idx="882">
                  <c:v>1.4847874</c:v>
                </c:pt>
                <c:pt idx="883">
                  <c:v>1.48820207</c:v>
                </c:pt>
                <c:pt idx="884">
                  <c:v>1.49032593</c:v>
                </c:pt>
                <c:pt idx="885">
                  <c:v>1.49480871</c:v>
                </c:pt>
                <c:pt idx="886">
                  <c:v>1.49866877</c:v>
                </c:pt>
                <c:pt idx="887">
                  <c:v>1.50177002</c:v>
                </c:pt>
                <c:pt idx="888">
                  <c:v>1.50527954</c:v>
                </c:pt>
                <c:pt idx="889">
                  <c:v>1.50909424</c:v>
                </c:pt>
                <c:pt idx="890">
                  <c:v>1.51252747</c:v>
                </c:pt>
                <c:pt idx="891">
                  <c:v>1.51603699</c:v>
                </c:pt>
                <c:pt idx="892">
                  <c:v>1.51985168</c:v>
                </c:pt>
                <c:pt idx="893">
                  <c:v>1.52259827</c:v>
                </c:pt>
                <c:pt idx="894">
                  <c:v>1.52643152</c:v>
                </c:pt>
                <c:pt idx="895">
                  <c:v>1.52992249</c:v>
                </c:pt>
                <c:pt idx="896">
                  <c:v>1.53303817</c:v>
                </c:pt>
                <c:pt idx="897">
                  <c:v>1.53645283</c:v>
                </c:pt>
                <c:pt idx="898">
                  <c:v>1.53991699</c:v>
                </c:pt>
                <c:pt idx="899">
                  <c:v>1.54305948</c:v>
                </c:pt>
                <c:pt idx="900">
                  <c:v>1.54654838</c:v>
                </c:pt>
                <c:pt idx="901">
                  <c:v>1.54998779</c:v>
                </c:pt>
                <c:pt idx="902">
                  <c:v>1.55342102</c:v>
                </c:pt>
                <c:pt idx="903">
                  <c:v>1.55656969</c:v>
                </c:pt>
                <c:pt idx="904">
                  <c:v>1.5599823</c:v>
                </c:pt>
                <c:pt idx="905">
                  <c:v>1.56349182</c:v>
                </c:pt>
                <c:pt idx="906">
                  <c:v>1.56692505</c:v>
                </c:pt>
                <c:pt idx="907">
                  <c:v>1.57073975</c:v>
                </c:pt>
                <c:pt idx="908">
                  <c:v>1.57417297</c:v>
                </c:pt>
                <c:pt idx="909">
                  <c:v>1.57691956</c:v>
                </c:pt>
                <c:pt idx="910">
                  <c:v>1.58106623</c:v>
                </c:pt>
                <c:pt idx="911">
                  <c:v>1.58455514</c:v>
                </c:pt>
                <c:pt idx="912">
                  <c:v>1.58796981</c:v>
                </c:pt>
                <c:pt idx="913">
                  <c:v>1.59145871</c:v>
                </c:pt>
                <c:pt idx="914">
                  <c:v>1.59484863</c:v>
                </c:pt>
                <c:pt idx="915">
                  <c:v>1.59799112</c:v>
                </c:pt>
                <c:pt idx="916">
                  <c:v>1.60214811</c:v>
                </c:pt>
                <c:pt idx="917">
                  <c:v>1.60593394</c:v>
                </c:pt>
                <c:pt idx="918">
                  <c:v>1.60903931</c:v>
                </c:pt>
                <c:pt idx="919">
                  <c:v>1.61320867</c:v>
                </c:pt>
                <c:pt idx="920">
                  <c:v>1.61499023</c:v>
                </c:pt>
                <c:pt idx="921">
                  <c:v>1.61877606</c:v>
                </c:pt>
                <c:pt idx="922">
                  <c:v>1.62055969</c:v>
                </c:pt>
                <c:pt idx="923">
                  <c:v>1.62538271</c:v>
                </c:pt>
                <c:pt idx="924">
                  <c:v>1.6330719</c:v>
                </c:pt>
                <c:pt idx="925">
                  <c:v>1.63658142</c:v>
                </c:pt>
                <c:pt idx="926">
                  <c:v>1.63970947</c:v>
                </c:pt>
                <c:pt idx="927">
                  <c:v>1.64321899</c:v>
                </c:pt>
                <c:pt idx="928">
                  <c:v>1.64672852</c:v>
                </c:pt>
                <c:pt idx="929">
                  <c:v>1.64987925</c:v>
                </c:pt>
                <c:pt idx="930">
                  <c:v>1.65412903</c:v>
                </c:pt>
                <c:pt idx="931">
                  <c:v>1.65730244</c:v>
                </c:pt>
                <c:pt idx="932">
                  <c:v>1.66079135</c:v>
                </c:pt>
                <c:pt idx="933">
                  <c:v>1.66465141</c:v>
                </c:pt>
                <c:pt idx="934">
                  <c:v>1.66821454</c:v>
                </c:pt>
                <c:pt idx="935">
                  <c:v>1.67205811</c:v>
                </c:pt>
                <c:pt idx="936">
                  <c:v>1.6759491</c:v>
                </c:pt>
                <c:pt idx="937">
                  <c:v>1.67945862</c:v>
                </c:pt>
                <c:pt idx="938">
                  <c:v>1.68120513</c:v>
                </c:pt>
                <c:pt idx="939">
                  <c:v>1.68513942</c:v>
                </c:pt>
                <c:pt idx="940">
                  <c:v>1.68899536</c:v>
                </c:pt>
                <c:pt idx="941">
                  <c:v>1.69250488</c:v>
                </c:pt>
                <c:pt idx="942">
                  <c:v>1.69639587</c:v>
                </c:pt>
                <c:pt idx="943">
                  <c:v>1.69954042</c:v>
                </c:pt>
                <c:pt idx="944">
                  <c:v>1.70310356</c:v>
                </c:pt>
                <c:pt idx="945">
                  <c:v>1.70661926</c:v>
                </c:pt>
                <c:pt idx="946">
                  <c:v>1.71012878</c:v>
                </c:pt>
                <c:pt idx="947">
                  <c:v>1.71363831</c:v>
                </c:pt>
                <c:pt idx="948">
                  <c:v>1.71713339</c:v>
                </c:pt>
                <c:pt idx="949">
                  <c:v>1.72103882</c:v>
                </c:pt>
                <c:pt idx="950">
                  <c:v>1.72454834</c:v>
                </c:pt>
                <c:pt idx="951">
                  <c:v>1.72843933</c:v>
                </c:pt>
                <c:pt idx="952">
                  <c:v>1.73160862</c:v>
                </c:pt>
                <c:pt idx="953">
                  <c:v>1.73477173</c:v>
                </c:pt>
                <c:pt idx="954">
                  <c:v>1.73866272</c:v>
                </c:pt>
                <c:pt idx="955">
                  <c:v>1.74217224</c:v>
                </c:pt>
                <c:pt idx="956">
                  <c:v>1.74568176</c:v>
                </c:pt>
                <c:pt idx="957">
                  <c:v>1.74920159</c:v>
                </c:pt>
                <c:pt idx="958">
                  <c:v>1.75308228</c:v>
                </c:pt>
                <c:pt idx="959">
                  <c:v>1.7565918</c:v>
                </c:pt>
                <c:pt idx="960">
                  <c:v>1.76048279</c:v>
                </c:pt>
                <c:pt idx="961">
                  <c:v>1.7640686</c:v>
                </c:pt>
                <c:pt idx="962">
                  <c:v>1.76582955</c:v>
                </c:pt>
                <c:pt idx="963">
                  <c:v>1.77110002</c:v>
                </c:pt>
                <c:pt idx="964">
                  <c:v>1.77466315</c:v>
                </c:pt>
                <c:pt idx="965">
                  <c:v>1.77822629</c:v>
                </c:pt>
                <c:pt idx="966">
                  <c:v>1.7817688</c:v>
                </c:pt>
                <c:pt idx="967">
                  <c:v>1.78527832</c:v>
                </c:pt>
                <c:pt idx="968">
                  <c:v>1.78743105</c:v>
                </c:pt>
                <c:pt idx="969">
                  <c:v>1.79275513</c:v>
                </c:pt>
                <c:pt idx="970">
                  <c:v>1.79589349</c:v>
                </c:pt>
                <c:pt idx="971">
                  <c:v>1.79945662</c:v>
                </c:pt>
                <c:pt idx="972">
                  <c:v>1.8026486</c:v>
                </c:pt>
                <c:pt idx="973">
                  <c:v>1.80621173</c:v>
                </c:pt>
                <c:pt idx="974">
                  <c:v>1.80977486</c:v>
                </c:pt>
                <c:pt idx="975">
                  <c:v>1.8132782</c:v>
                </c:pt>
                <c:pt idx="976">
                  <c:v>1.81645574</c:v>
                </c:pt>
                <c:pt idx="977">
                  <c:v>1.82076119</c:v>
                </c:pt>
                <c:pt idx="978">
                  <c:v>1.82387893</c:v>
                </c:pt>
                <c:pt idx="979">
                  <c:v>1.82785034</c:v>
                </c:pt>
                <c:pt idx="980">
                  <c:v>1.83135986</c:v>
                </c:pt>
                <c:pt idx="981">
                  <c:v>1.83380127</c:v>
                </c:pt>
                <c:pt idx="982">
                  <c:v>1.83701799</c:v>
                </c:pt>
                <c:pt idx="983">
                  <c:v>1.8409729</c:v>
                </c:pt>
                <c:pt idx="984">
                  <c:v>1.85127258</c:v>
                </c:pt>
                <c:pt idx="985">
                  <c:v>1.85624406</c:v>
                </c:pt>
                <c:pt idx="986">
                  <c:v>1.85980719</c:v>
                </c:pt>
                <c:pt idx="987">
                  <c:v>1.86262801</c:v>
                </c:pt>
                <c:pt idx="988">
                  <c:v>1.8665623</c:v>
                </c:pt>
                <c:pt idx="989">
                  <c:v>1.87012544</c:v>
                </c:pt>
                <c:pt idx="990">
                  <c:v>1.87438965</c:v>
                </c:pt>
                <c:pt idx="991">
                  <c:v>1.87621246</c:v>
                </c:pt>
                <c:pt idx="992">
                  <c:v>1.87977559</c:v>
                </c:pt>
                <c:pt idx="993">
                  <c:v>1.88370988</c:v>
                </c:pt>
                <c:pt idx="994">
                  <c:v>1.88727302</c:v>
                </c:pt>
                <c:pt idx="995">
                  <c:v>1.89083615</c:v>
                </c:pt>
                <c:pt idx="996">
                  <c:v>1.89447351</c:v>
                </c:pt>
                <c:pt idx="997">
                  <c:v>1.89840781</c:v>
                </c:pt>
                <c:pt idx="998">
                  <c:v>1.90162659</c:v>
                </c:pt>
                <c:pt idx="999">
                  <c:v>1.90627639</c:v>
                </c:pt>
                <c:pt idx="1000">
                  <c:v>1.90986633</c:v>
                </c:pt>
                <c:pt idx="1001">
                  <c:v>1.91345215</c:v>
                </c:pt>
                <c:pt idx="1002">
                  <c:v>1.91558838</c:v>
                </c:pt>
                <c:pt idx="1003">
                  <c:v>1.92314148</c:v>
                </c:pt>
                <c:pt idx="1004">
                  <c:v>1.92672729</c:v>
                </c:pt>
                <c:pt idx="1005">
                  <c:v>1.93061829</c:v>
                </c:pt>
                <c:pt idx="1006">
                  <c:v>1.93389068</c:v>
                </c:pt>
                <c:pt idx="1007">
                  <c:v>1.93782497</c:v>
                </c:pt>
                <c:pt idx="1008">
                  <c:v>1.94099426</c:v>
                </c:pt>
                <c:pt idx="1009">
                  <c:v>1.94458008</c:v>
                </c:pt>
                <c:pt idx="1010">
                  <c:v>1.94814321</c:v>
                </c:pt>
                <c:pt idx="1011">
                  <c:v>1.95178058</c:v>
                </c:pt>
                <c:pt idx="1012">
                  <c:v>1.95495605</c:v>
                </c:pt>
                <c:pt idx="1013">
                  <c:v>1.95892334</c:v>
                </c:pt>
                <c:pt idx="1014">
                  <c:v>1.96209882</c:v>
                </c:pt>
                <c:pt idx="1015">
                  <c:v>1.9657135</c:v>
                </c:pt>
                <c:pt idx="1016">
                  <c:v>1.96998596</c:v>
                </c:pt>
                <c:pt idx="1017">
                  <c:v>1.9739017</c:v>
                </c:pt>
                <c:pt idx="1018">
                  <c:v>1.97608948</c:v>
                </c:pt>
                <c:pt idx="1019">
                  <c:v>1.98355185</c:v>
                </c:pt>
                <c:pt idx="1020">
                  <c:v>1.98783875</c:v>
                </c:pt>
                <c:pt idx="1021">
                  <c:v>1.99112351</c:v>
                </c:pt>
                <c:pt idx="1022">
                  <c:v>1.9947052</c:v>
                </c:pt>
                <c:pt idx="1023">
                  <c:v>1.99862094</c:v>
                </c:pt>
                <c:pt idx="1024">
                  <c:v>2.00042725</c:v>
                </c:pt>
                <c:pt idx="1025">
                  <c:v>2.00975573</c:v>
                </c:pt>
                <c:pt idx="1026">
                  <c:v>2.01331886</c:v>
                </c:pt>
                <c:pt idx="1027">
                  <c:v>2.01690674</c:v>
                </c:pt>
                <c:pt idx="1028">
                  <c:v>2.02081629</c:v>
                </c:pt>
                <c:pt idx="1029">
                  <c:v>2.02475058</c:v>
                </c:pt>
                <c:pt idx="1030">
                  <c:v>2.02659607</c:v>
                </c:pt>
                <c:pt idx="1031">
                  <c:v>2.03018188</c:v>
                </c:pt>
                <c:pt idx="1032">
                  <c:v>2.03414917</c:v>
                </c:pt>
                <c:pt idx="1033">
                  <c:v>2.03737001</c:v>
                </c:pt>
                <c:pt idx="1034">
                  <c:v>2.04093315</c:v>
                </c:pt>
                <c:pt idx="1035">
                  <c:v>2.04635208</c:v>
                </c:pt>
                <c:pt idx="1036">
                  <c:v>2.04956055</c:v>
                </c:pt>
                <c:pt idx="1037">
                  <c:v>2.05207825</c:v>
                </c:pt>
                <c:pt idx="1038">
                  <c:v>2.05635071</c:v>
                </c:pt>
                <c:pt idx="1039">
                  <c:v>2.06038192</c:v>
                </c:pt>
                <c:pt idx="1040">
                  <c:v>2.06216348</c:v>
                </c:pt>
                <c:pt idx="1041">
                  <c:v>2.06646893</c:v>
                </c:pt>
                <c:pt idx="1042">
                  <c:v>2.07003207</c:v>
                </c:pt>
                <c:pt idx="1043">
                  <c:v>2.07435608</c:v>
                </c:pt>
                <c:pt idx="1044">
                  <c:v>2.07760373</c:v>
                </c:pt>
                <c:pt idx="1045">
                  <c:v>2.08049877</c:v>
                </c:pt>
                <c:pt idx="1046">
                  <c:v>2.08480835</c:v>
                </c:pt>
                <c:pt idx="1047">
                  <c:v>2.08839417</c:v>
                </c:pt>
                <c:pt idx="1048">
                  <c:v>2.09197998</c:v>
                </c:pt>
                <c:pt idx="1049">
                  <c:v>2.09556786</c:v>
                </c:pt>
                <c:pt idx="1050">
                  <c:v>2.09877014</c:v>
                </c:pt>
                <c:pt idx="1051">
                  <c:v>2.10098267</c:v>
                </c:pt>
                <c:pt idx="1052">
                  <c:v>2.10632324</c:v>
                </c:pt>
                <c:pt idx="1053">
                  <c:v>2.10922241</c:v>
                </c:pt>
                <c:pt idx="1054">
                  <c:v>2.11280823</c:v>
                </c:pt>
                <c:pt idx="1055">
                  <c:v>2.11677551</c:v>
                </c:pt>
                <c:pt idx="1056">
                  <c:v>2.11999017</c:v>
                </c:pt>
                <c:pt idx="1057">
                  <c:v>2.1235533</c:v>
                </c:pt>
                <c:pt idx="1058">
                  <c:v>2.128898</c:v>
                </c:pt>
                <c:pt idx="1059">
                  <c:v>2.1307373</c:v>
                </c:pt>
                <c:pt idx="1060">
                  <c:v>2.13394577</c:v>
                </c:pt>
                <c:pt idx="1061">
                  <c:v>2.13821411</c:v>
                </c:pt>
                <c:pt idx="1062">
                  <c:v>2.1414432</c:v>
                </c:pt>
                <c:pt idx="1063">
                  <c:v>2.14649097</c:v>
                </c:pt>
                <c:pt idx="1064">
                  <c:v>2.15042527</c:v>
                </c:pt>
                <c:pt idx="1065">
                  <c:v>2.15362549</c:v>
                </c:pt>
                <c:pt idx="1066">
                  <c:v>2.1572113</c:v>
                </c:pt>
                <c:pt idx="1067">
                  <c:v>2.16074351</c:v>
                </c:pt>
                <c:pt idx="1068">
                  <c:v>2.16363855</c:v>
                </c:pt>
                <c:pt idx="1069">
                  <c:v>2.16682434</c:v>
                </c:pt>
                <c:pt idx="1070">
                  <c:v>2.17079163</c:v>
                </c:pt>
                <c:pt idx="1071">
                  <c:v>2.17395679</c:v>
                </c:pt>
                <c:pt idx="1072">
                  <c:v>2.1786499</c:v>
                </c:pt>
                <c:pt idx="1073">
                  <c:v>2.18254089</c:v>
                </c:pt>
                <c:pt idx="1074">
                  <c:v>2.18575967</c:v>
                </c:pt>
                <c:pt idx="1075">
                  <c:v>2.18932281</c:v>
                </c:pt>
                <c:pt idx="1076">
                  <c:v>2.1925354</c:v>
                </c:pt>
                <c:pt idx="1077">
                  <c:v>2.1950531</c:v>
                </c:pt>
                <c:pt idx="1078">
                  <c:v>2.19856262</c:v>
                </c:pt>
                <c:pt idx="1079">
                  <c:v>2.20214844</c:v>
                </c:pt>
                <c:pt idx="1080">
                  <c:v>2.20748901</c:v>
                </c:pt>
                <c:pt idx="1081">
                  <c:v>2.21070161</c:v>
                </c:pt>
                <c:pt idx="1082">
                  <c:v>2.21427917</c:v>
                </c:pt>
                <c:pt idx="1083">
                  <c:v>2.21786499</c:v>
                </c:pt>
                <c:pt idx="1084">
                  <c:v>2.22109408</c:v>
                </c:pt>
                <c:pt idx="1085">
                  <c:v>2.22324681</c:v>
                </c:pt>
                <c:pt idx="1086">
                  <c:v>2.22824097</c:v>
                </c:pt>
                <c:pt idx="1087">
                  <c:v>2.23182678</c:v>
                </c:pt>
                <c:pt idx="1088">
                  <c:v>2.23396301</c:v>
                </c:pt>
                <c:pt idx="1089">
                  <c:v>2.237854</c:v>
                </c:pt>
                <c:pt idx="1090">
                  <c:v>2.24143982</c:v>
                </c:pt>
                <c:pt idx="1091">
                  <c:v>2.24502563</c:v>
                </c:pt>
                <c:pt idx="1092">
                  <c:v>2.24891663</c:v>
                </c:pt>
                <c:pt idx="1093">
                  <c:v>2.25250244</c:v>
                </c:pt>
                <c:pt idx="1094">
                  <c:v>2.25608826</c:v>
                </c:pt>
                <c:pt idx="1095">
                  <c:v>2.25969469</c:v>
                </c:pt>
                <c:pt idx="1096">
                  <c:v>2.26325783</c:v>
                </c:pt>
                <c:pt idx="1097">
                  <c:v>2.26719212</c:v>
                </c:pt>
                <c:pt idx="1098">
                  <c:v>2.27043152</c:v>
                </c:pt>
                <c:pt idx="1099">
                  <c:v>2.27401733</c:v>
                </c:pt>
                <c:pt idx="1100">
                  <c:v>2.27758459</c:v>
                </c:pt>
                <c:pt idx="1101">
                  <c:v>2.2808075</c:v>
                </c:pt>
                <c:pt idx="1102">
                  <c:v>2.2857666</c:v>
                </c:pt>
                <c:pt idx="1103">
                  <c:v>2.28938747</c:v>
                </c:pt>
                <c:pt idx="1104">
                  <c:v>2.29263306</c:v>
                </c:pt>
                <c:pt idx="1105">
                  <c:v>2.29584565</c:v>
                </c:pt>
                <c:pt idx="1106">
                  <c:v>2.29972839</c:v>
                </c:pt>
                <c:pt idx="1107">
                  <c:v>2.30334308</c:v>
                </c:pt>
                <c:pt idx="1108">
                  <c:v>2.30690621</c:v>
                </c:pt>
                <c:pt idx="1109">
                  <c:v>2.31018066</c:v>
                </c:pt>
                <c:pt idx="1110">
                  <c:v>2.31373555</c:v>
                </c:pt>
                <c:pt idx="1111">
                  <c:v>2.31765747</c:v>
                </c:pt>
                <c:pt idx="1112">
                  <c:v>2.32086182</c:v>
                </c:pt>
                <c:pt idx="1113">
                  <c:v>2.32412802</c:v>
                </c:pt>
                <c:pt idx="1114">
                  <c:v>2.3273468</c:v>
                </c:pt>
                <c:pt idx="1115">
                  <c:v>2.33093262</c:v>
                </c:pt>
                <c:pt idx="1116">
                  <c:v>2.3359309</c:v>
                </c:pt>
                <c:pt idx="1117">
                  <c:v>2.33808363</c:v>
                </c:pt>
                <c:pt idx="1118">
                  <c:v>2.34305717</c:v>
                </c:pt>
                <c:pt idx="1119">
                  <c:v>2.34519958</c:v>
                </c:pt>
                <c:pt idx="1120">
                  <c:v>2.3487854</c:v>
                </c:pt>
                <c:pt idx="1121">
                  <c:v>2.35237122</c:v>
                </c:pt>
                <c:pt idx="1122">
                  <c:v>2.35595703</c:v>
                </c:pt>
                <c:pt idx="1123">
                  <c:v>2.35953666</c:v>
                </c:pt>
                <c:pt idx="1124">
                  <c:v>2.36419678</c:v>
                </c:pt>
                <c:pt idx="1125">
                  <c:v>2.36816406</c:v>
                </c:pt>
                <c:pt idx="1126">
                  <c:v>2.37030029</c:v>
                </c:pt>
                <c:pt idx="1127">
                  <c:v>2.37388611</c:v>
                </c:pt>
                <c:pt idx="1128">
                  <c:v>2.37785339</c:v>
                </c:pt>
                <c:pt idx="1129">
                  <c:v>2.38143921</c:v>
                </c:pt>
                <c:pt idx="1130">
                  <c:v>2.38462706</c:v>
                </c:pt>
                <c:pt idx="1131">
                  <c:v>2.38967896</c:v>
                </c:pt>
                <c:pt idx="1132">
                  <c:v>2.39257813</c:v>
                </c:pt>
                <c:pt idx="1133">
                  <c:v>2.39616394</c:v>
                </c:pt>
                <c:pt idx="1134">
                  <c:v>2.39969614</c:v>
                </c:pt>
                <c:pt idx="1135">
                  <c:v>2.40259119</c:v>
                </c:pt>
                <c:pt idx="1136">
                  <c:v>2.40622856</c:v>
                </c:pt>
                <c:pt idx="1137">
                  <c:v>2.41016285</c:v>
                </c:pt>
                <c:pt idx="1138">
                  <c:v>2.41372598</c:v>
                </c:pt>
                <c:pt idx="1139">
                  <c:v>2.41736335</c:v>
                </c:pt>
                <c:pt idx="1140">
                  <c:v>2.42092648</c:v>
                </c:pt>
                <c:pt idx="1141">
                  <c:v>2.42486077</c:v>
                </c:pt>
                <c:pt idx="1142">
                  <c:v>2.4281311</c:v>
                </c:pt>
                <c:pt idx="1143">
                  <c:v>2.43202209</c:v>
                </c:pt>
                <c:pt idx="1144">
                  <c:v>2.43560791</c:v>
                </c:pt>
                <c:pt idx="1145">
                  <c:v>2.43919373</c:v>
                </c:pt>
                <c:pt idx="1146">
                  <c:v>2.44277954</c:v>
                </c:pt>
                <c:pt idx="1147">
                  <c:v>2.44638804</c:v>
                </c:pt>
                <c:pt idx="1148">
                  <c:v>2.44928308</c:v>
                </c:pt>
                <c:pt idx="1149">
                  <c:v>2.45323181</c:v>
                </c:pt>
                <c:pt idx="1150">
                  <c:v>2.45678051</c:v>
                </c:pt>
                <c:pt idx="1151">
                  <c:v>2.46041788</c:v>
                </c:pt>
                <c:pt idx="1152">
                  <c:v>2.46505737</c:v>
                </c:pt>
                <c:pt idx="1153">
                  <c:v>2.46865762</c:v>
                </c:pt>
                <c:pt idx="1154">
                  <c:v>2.47192383</c:v>
                </c:pt>
                <c:pt idx="1155">
                  <c:v>2.4751158</c:v>
                </c:pt>
                <c:pt idx="1156">
                  <c:v>2.47947693</c:v>
                </c:pt>
                <c:pt idx="1157">
                  <c:v>2.48268746</c:v>
                </c:pt>
                <c:pt idx="1158">
                  <c:v>2.48664856</c:v>
                </c:pt>
                <c:pt idx="1159">
                  <c:v>2.48877448</c:v>
                </c:pt>
                <c:pt idx="1160">
                  <c:v>2.49382225</c:v>
                </c:pt>
                <c:pt idx="1161">
                  <c:v>2.49597498</c:v>
                </c:pt>
                <c:pt idx="1162">
                  <c:v>2.4999835</c:v>
                </c:pt>
                <c:pt idx="1163">
                  <c:v>2.50320435</c:v>
                </c:pt>
                <c:pt idx="1164">
                  <c:v>2.50679016</c:v>
                </c:pt>
                <c:pt idx="1165">
                  <c:v>2.51075745</c:v>
                </c:pt>
                <c:pt idx="1166">
                  <c:v>2.51441956</c:v>
                </c:pt>
                <c:pt idx="1167">
                  <c:v>2.51802187</c:v>
                </c:pt>
                <c:pt idx="1168">
                  <c:v>2.52197266</c:v>
                </c:pt>
                <c:pt idx="1169">
                  <c:v>2.52563477</c:v>
                </c:pt>
                <c:pt idx="1170">
                  <c:v>2.52960205</c:v>
                </c:pt>
                <c:pt idx="1171">
                  <c:v>2.53318787</c:v>
                </c:pt>
                <c:pt idx="1172">
                  <c:v>2.53684998</c:v>
                </c:pt>
                <c:pt idx="1173">
                  <c:v>2.54081107</c:v>
                </c:pt>
                <c:pt idx="1174">
                  <c:v>2.54295349</c:v>
                </c:pt>
                <c:pt idx="1175">
                  <c:v>2.5466156</c:v>
                </c:pt>
                <c:pt idx="1176">
                  <c:v>2.54986737</c:v>
                </c:pt>
                <c:pt idx="1177">
                  <c:v>2.55380167</c:v>
                </c:pt>
                <c:pt idx="1178">
                  <c:v>2.55892367</c:v>
                </c:pt>
                <c:pt idx="1179">
                  <c:v>2.56181872</c:v>
                </c:pt>
                <c:pt idx="1180">
                  <c:v>2.56507874</c:v>
                </c:pt>
                <c:pt idx="1181">
                  <c:v>2.56946461</c:v>
                </c:pt>
                <c:pt idx="1182">
                  <c:v>2.57310197</c:v>
                </c:pt>
                <c:pt idx="1183">
                  <c:v>2.57667542</c:v>
                </c:pt>
                <c:pt idx="1184">
                  <c:v>2.57993131</c:v>
                </c:pt>
                <c:pt idx="1185">
                  <c:v>2.58356868</c:v>
                </c:pt>
                <c:pt idx="1186">
                  <c:v>2.58720398</c:v>
                </c:pt>
                <c:pt idx="1187">
                  <c:v>2.59086609</c:v>
                </c:pt>
                <c:pt idx="1188">
                  <c:v>2.59410961</c:v>
                </c:pt>
                <c:pt idx="1189">
                  <c:v>2.59811814</c:v>
                </c:pt>
                <c:pt idx="1190">
                  <c:v>2.60215759</c:v>
                </c:pt>
                <c:pt idx="1191">
                  <c:v>2.60539287</c:v>
                </c:pt>
                <c:pt idx="1192">
                  <c:v>2.60940139</c:v>
                </c:pt>
                <c:pt idx="1193">
                  <c:v>2.61303876</c:v>
                </c:pt>
                <c:pt idx="1194">
                  <c:v>2.61627197</c:v>
                </c:pt>
                <c:pt idx="1195">
                  <c:v>2.61994233</c:v>
                </c:pt>
                <c:pt idx="1196">
                  <c:v>2.62350546</c:v>
                </c:pt>
                <c:pt idx="1197">
                  <c:v>2.62680054</c:v>
                </c:pt>
                <c:pt idx="1198">
                  <c:v>2.63076782</c:v>
                </c:pt>
                <c:pt idx="1199">
                  <c:v>2.63478872</c:v>
                </c:pt>
                <c:pt idx="1200">
                  <c:v>2.63877869</c:v>
                </c:pt>
                <c:pt idx="1201">
                  <c:v>2.64094997</c:v>
                </c:pt>
                <c:pt idx="1202">
                  <c:v>2.64458734</c:v>
                </c:pt>
                <c:pt idx="1203">
                  <c:v>2.6482247</c:v>
                </c:pt>
                <c:pt idx="1204">
                  <c:v>2.65258789</c:v>
                </c:pt>
                <c:pt idx="1205">
                  <c:v>2.65579636</c:v>
                </c:pt>
                <c:pt idx="1206">
                  <c:v>2.65983582</c:v>
                </c:pt>
                <c:pt idx="1207">
                  <c:v>2.6638031</c:v>
                </c:pt>
                <c:pt idx="1208">
                  <c:v>2.66738892</c:v>
                </c:pt>
                <c:pt idx="1209">
                  <c:v>2.67066956</c:v>
                </c:pt>
                <c:pt idx="1210">
                  <c:v>2.67433167</c:v>
                </c:pt>
                <c:pt idx="1211">
                  <c:v>2.67828864</c:v>
                </c:pt>
                <c:pt idx="1212">
                  <c:v>2.68229717</c:v>
                </c:pt>
                <c:pt idx="1213">
                  <c:v>2.68409729</c:v>
                </c:pt>
                <c:pt idx="1214">
                  <c:v>2.68768311</c:v>
                </c:pt>
                <c:pt idx="1215">
                  <c:v>2.69134521</c:v>
                </c:pt>
                <c:pt idx="1216">
                  <c:v>2.69676208</c:v>
                </c:pt>
                <c:pt idx="1217">
                  <c:v>2.69897461</c:v>
                </c:pt>
                <c:pt idx="1218">
                  <c:v>2.70263672</c:v>
                </c:pt>
                <c:pt idx="1219">
                  <c:v>2.70627408</c:v>
                </c:pt>
                <c:pt idx="1220">
                  <c:v>2.70991145</c:v>
                </c:pt>
                <c:pt idx="1221">
                  <c:v>2.7142334</c:v>
                </c:pt>
                <c:pt idx="1222">
                  <c:v>2.71829966</c:v>
                </c:pt>
                <c:pt idx="1223">
                  <c:v>2.72119471</c:v>
                </c:pt>
                <c:pt idx="1224">
                  <c:v>2.72483207</c:v>
                </c:pt>
                <c:pt idx="1225">
                  <c:v>2.72850037</c:v>
                </c:pt>
                <c:pt idx="1226">
                  <c:v>2.73255219</c:v>
                </c:pt>
                <c:pt idx="1227">
                  <c:v>2.73656072</c:v>
                </c:pt>
                <c:pt idx="1228">
                  <c:v>2.73986816</c:v>
                </c:pt>
                <c:pt idx="1229">
                  <c:v>2.74316736</c:v>
                </c:pt>
                <c:pt idx="1230">
                  <c:v>2.74757385</c:v>
                </c:pt>
                <c:pt idx="1231">
                  <c:v>2.75088748</c:v>
                </c:pt>
                <c:pt idx="1232">
                  <c:v>2.75452485</c:v>
                </c:pt>
                <c:pt idx="1233">
                  <c:v>2.75823645</c:v>
                </c:pt>
                <c:pt idx="1234">
                  <c:v>2.76150265</c:v>
                </c:pt>
                <c:pt idx="1235">
                  <c:v>2.76521425</c:v>
                </c:pt>
                <c:pt idx="1236">
                  <c:v>2.76855469</c:v>
                </c:pt>
                <c:pt idx="1237">
                  <c:v>2.77293437</c:v>
                </c:pt>
                <c:pt idx="1238">
                  <c:v>2.77590365</c:v>
                </c:pt>
                <c:pt idx="1239">
                  <c:v>2.78038025</c:v>
                </c:pt>
                <c:pt idx="1240">
                  <c:v>2.78404236</c:v>
                </c:pt>
                <c:pt idx="1241">
                  <c:v>2.78846741</c:v>
                </c:pt>
                <c:pt idx="1242">
                  <c:v>2.79067581</c:v>
                </c:pt>
                <c:pt idx="1243">
                  <c:v>2.79396057</c:v>
                </c:pt>
                <c:pt idx="1244">
                  <c:v>2.79769897</c:v>
                </c:pt>
                <c:pt idx="1245">
                  <c:v>2.80326843</c:v>
                </c:pt>
                <c:pt idx="1246">
                  <c:v>2.80507681</c:v>
                </c:pt>
                <c:pt idx="1247">
                  <c:v>2.81027304</c:v>
                </c:pt>
                <c:pt idx="1248">
                  <c:v>2.8125</c:v>
                </c:pt>
                <c:pt idx="1249">
                  <c:v>2.81799316</c:v>
                </c:pt>
                <c:pt idx="1250">
                  <c:v>2.82170476</c:v>
                </c:pt>
                <c:pt idx="1251">
                  <c:v>2.82394409</c:v>
                </c:pt>
                <c:pt idx="1252">
                  <c:v>2.8276062</c:v>
                </c:pt>
                <c:pt idx="1253">
                  <c:v>2.8313446</c:v>
                </c:pt>
                <c:pt idx="1254">
                  <c:v>2.83538818</c:v>
                </c:pt>
                <c:pt idx="1255">
                  <c:v>2.83905029</c:v>
                </c:pt>
                <c:pt idx="1256">
                  <c:v>2.84315779</c:v>
                </c:pt>
                <c:pt idx="1257">
                  <c:v>2.84686939</c:v>
                </c:pt>
                <c:pt idx="1258">
                  <c:v>2.85095215</c:v>
                </c:pt>
                <c:pt idx="1259">
                  <c:v>2.85499573</c:v>
                </c:pt>
                <c:pt idx="1260">
                  <c:v>2.85830111</c:v>
                </c:pt>
                <c:pt idx="1261">
                  <c:v>2.86238387</c:v>
                </c:pt>
                <c:pt idx="1262">
                  <c:v>2.86535315</c:v>
                </c:pt>
                <c:pt idx="1263">
                  <c:v>2.86906474</c:v>
                </c:pt>
                <c:pt idx="1264">
                  <c:v>2.87307327</c:v>
                </c:pt>
                <c:pt idx="1265">
                  <c:v>2.87678487</c:v>
                </c:pt>
                <c:pt idx="1266">
                  <c:v>2.87975414</c:v>
                </c:pt>
                <c:pt idx="1267">
                  <c:v>2.8838369</c:v>
                </c:pt>
                <c:pt idx="1268">
                  <c:v>2.88787842</c:v>
                </c:pt>
                <c:pt idx="1269">
                  <c:v>2.89154053</c:v>
                </c:pt>
                <c:pt idx="1270">
                  <c:v>2.8956604</c:v>
                </c:pt>
                <c:pt idx="1271">
                  <c:v>2.89932251</c:v>
                </c:pt>
                <c:pt idx="1272">
                  <c:v>2.90153503</c:v>
                </c:pt>
                <c:pt idx="1273">
                  <c:v>2.90595802</c:v>
                </c:pt>
                <c:pt idx="1274">
                  <c:v>2.90931702</c:v>
                </c:pt>
                <c:pt idx="1275">
                  <c:v>2.91338122</c:v>
                </c:pt>
                <c:pt idx="1276">
                  <c:v>2.91740417</c:v>
                </c:pt>
                <c:pt idx="1277">
                  <c:v>2.92076111</c:v>
                </c:pt>
                <c:pt idx="1278">
                  <c:v>2.92442322</c:v>
                </c:pt>
                <c:pt idx="1279">
                  <c:v>2.9284668</c:v>
                </c:pt>
                <c:pt idx="1280">
                  <c:v>2.93253306</c:v>
                </c:pt>
                <c:pt idx="1281">
                  <c:v>2.93624466</c:v>
                </c:pt>
                <c:pt idx="1282">
                  <c:v>2.93991089</c:v>
                </c:pt>
                <c:pt idx="1283">
                  <c:v>2.943573</c:v>
                </c:pt>
                <c:pt idx="1284">
                  <c:v>2.94685982</c:v>
                </c:pt>
                <c:pt idx="1285">
                  <c:v>2.95127869</c:v>
                </c:pt>
                <c:pt idx="1286">
                  <c:v>2.95457995</c:v>
                </c:pt>
                <c:pt idx="1287">
                  <c:v>2.95646667</c:v>
                </c:pt>
                <c:pt idx="1288">
                  <c:v>2.96088966</c:v>
                </c:pt>
                <c:pt idx="1289">
                  <c:v>2.96417236</c:v>
                </c:pt>
                <c:pt idx="1290">
                  <c:v>2.96783447</c:v>
                </c:pt>
                <c:pt idx="1291">
                  <c:v>2.97340393</c:v>
                </c:pt>
                <c:pt idx="1292">
                  <c:v>2.97670107</c:v>
                </c:pt>
                <c:pt idx="1293">
                  <c:v>2.98034668</c:v>
                </c:pt>
                <c:pt idx="1294">
                  <c:v>2.98367887</c:v>
                </c:pt>
                <c:pt idx="1295">
                  <c:v>2.9876709</c:v>
                </c:pt>
                <c:pt idx="1296">
                  <c:v>2.99102783</c:v>
                </c:pt>
                <c:pt idx="1297">
                  <c:v>2.99324036</c:v>
                </c:pt>
                <c:pt idx="1298">
                  <c:v>2.99800564</c:v>
                </c:pt>
                <c:pt idx="1299">
                  <c:v>3.00201416</c:v>
                </c:pt>
                <c:pt idx="1300">
                  <c:v>3.00572576</c:v>
                </c:pt>
                <c:pt idx="1301">
                  <c:v>3.00899196</c:v>
                </c:pt>
                <c:pt idx="1302">
                  <c:v>3.01270356</c:v>
                </c:pt>
                <c:pt idx="1303">
                  <c:v>3.01597595</c:v>
                </c:pt>
                <c:pt idx="1304">
                  <c:v>3.01968136</c:v>
                </c:pt>
                <c:pt idx="1305">
                  <c:v>3.02331873</c:v>
                </c:pt>
                <c:pt idx="1306">
                  <c:v>3.02742004</c:v>
                </c:pt>
                <c:pt idx="1307">
                  <c:v>3.03103885</c:v>
                </c:pt>
                <c:pt idx="1308">
                  <c:v>3.03436279</c:v>
                </c:pt>
                <c:pt idx="1309">
                  <c:v>3.03913013</c:v>
                </c:pt>
                <c:pt idx="1310">
                  <c:v>3.04321289</c:v>
                </c:pt>
                <c:pt idx="1311">
                  <c:v>3.04610794</c:v>
                </c:pt>
                <c:pt idx="1312">
                  <c:v>3.04981953</c:v>
                </c:pt>
                <c:pt idx="1313">
                  <c:v>3.05382806</c:v>
                </c:pt>
                <c:pt idx="1314">
                  <c:v>3.05709839</c:v>
                </c:pt>
                <c:pt idx="1315">
                  <c:v>3.0604347</c:v>
                </c:pt>
                <c:pt idx="1316">
                  <c:v>3.06480408</c:v>
                </c:pt>
                <c:pt idx="1317">
                  <c:v>3.06815482</c:v>
                </c:pt>
                <c:pt idx="1318">
                  <c:v>3.07144165</c:v>
                </c:pt>
                <c:pt idx="1319">
                  <c:v>3.07542956</c:v>
                </c:pt>
                <c:pt idx="1320">
                  <c:v>3.07914734</c:v>
                </c:pt>
                <c:pt idx="1321">
                  <c:v>3.08280945</c:v>
                </c:pt>
                <c:pt idx="1322">
                  <c:v>3.08686128</c:v>
                </c:pt>
                <c:pt idx="1323">
                  <c:v>3.08898926</c:v>
                </c:pt>
                <c:pt idx="1324">
                  <c:v>3.09228021</c:v>
                </c:pt>
                <c:pt idx="1325">
                  <c:v>3.09747644</c:v>
                </c:pt>
                <c:pt idx="1326">
                  <c:v>3.10000033</c:v>
                </c:pt>
                <c:pt idx="1327">
                  <c:v>3.10512233</c:v>
                </c:pt>
                <c:pt idx="1328">
                  <c:v>3.10734929</c:v>
                </c:pt>
                <c:pt idx="1329">
                  <c:v>3.11103821</c:v>
                </c:pt>
                <c:pt idx="1330">
                  <c:v>3.11499518</c:v>
                </c:pt>
                <c:pt idx="1331">
                  <c:v>3.11904907</c:v>
                </c:pt>
                <c:pt idx="1332">
                  <c:v>3.12271531</c:v>
                </c:pt>
                <c:pt idx="1333">
                  <c:v>3.12599182</c:v>
                </c:pt>
                <c:pt idx="1334">
                  <c:v>3.12932195</c:v>
                </c:pt>
                <c:pt idx="1335">
                  <c:v>3.13333047</c:v>
                </c:pt>
                <c:pt idx="1336">
                  <c:v>3.13659668</c:v>
                </c:pt>
                <c:pt idx="1337">
                  <c:v>3.14025879</c:v>
                </c:pt>
                <c:pt idx="1338">
                  <c:v>3.14468796</c:v>
                </c:pt>
                <c:pt idx="1339">
                  <c:v>3.14796448</c:v>
                </c:pt>
                <c:pt idx="1340">
                  <c:v>3.15162659</c:v>
                </c:pt>
                <c:pt idx="1341">
                  <c:v>3.15490723</c:v>
                </c:pt>
                <c:pt idx="1342">
                  <c:v>3.1589405</c:v>
                </c:pt>
                <c:pt idx="1343">
                  <c:v>3.16294902</c:v>
                </c:pt>
                <c:pt idx="1344">
                  <c:v>3.16619873</c:v>
                </c:pt>
                <c:pt idx="1345">
                  <c:v>3.16986084</c:v>
                </c:pt>
                <c:pt idx="1346">
                  <c:v>3.17390442</c:v>
                </c:pt>
                <c:pt idx="1347">
                  <c:v>3.17720155</c:v>
                </c:pt>
                <c:pt idx="1348">
                  <c:v>3.1804657</c:v>
                </c:pt>
                <c:pt idx="1349">
                  <c:v>3.18450928</c:v>
                </c:pt>
                <c:pt idx="1350">
                  <c:v>3.18922713</c:v>
                </c:pt>
                <c:pt idx="1351">
                  <c:v>3.19282532</c:v>
                </c:pt>
                <c:pt idx="1352">
                  <c:v>3.1961307</c:v>
                </c:pt>
                <c:pt idx="1353">
                  <c:v>3.19976807</c:v>
                </c:pt>
                <c:pt idx="1354">
                  <c:v>3.20377659</c:v>
                </c:pt>
                <c:pt idx="1355">
                  <c:v>3.20741396</c:v>
                </c:pt>
                <c:pt idx="1356">
                  <c:v>3.2106781</c:v>
                </c:pt>
                <c:pt idx="1357">
                  <c:v>3.21472168</c:v>
                </c:pt>
                <c:pt idx="1358">
                  <c:v>3.2183075</c:v>
                </c:pt>
                <c:pt idx="1359">
                  <c:v>3.22159226</c:v>
                </c:pt>
                <c:pt idx="1360">
                  <c:v>3.22486877</c:v>
                </c:pt>
                <c:pt idx="1361">
                  <c:v>3.22849583</c:v>
                </c:pt>
                <c:pt idx="1362">
                  <c:v>3.23173523</c:v>
                </c:pt>
                <c:pt idx="1363">
                  <c:v>3.23539734</c:v>
                </c:pt>
                <c:pt idx="1364">
                  <c:v>3.23936462</c:v>
                </c:pt>
                <c:pt idx="1365">
                  <c:v>3.24267413</c:v>
                </c:pt>
                <c:pt idx="1366">
                  <c:v>3.24699402</c:v>
                </c:pt>
                <c:pt idx="1367">
                  <c:v>3.25024579</c:v>
                </c:pt>
                <c:pt idx="1368">
                  <c:v>3.2535553</c:v>
                </c:pt>
                <c:pt idx="1369">
                  <c:v>3.25752258</c:v>
                </c:pt>
                <c:pt idx="1370">
                  <c:v>3.26078673</c:v>
                </c:pt>
                <c:pt idx="1371">
                  <c:v>3.26408386</c:v>
                </c:pt>
                <c:pt idx="1372">
                  <c:v>3.26805115</c:v>
                </c:pt>
                <c:pt idx="1373">
                  <c:v>3.27163696</c:v>
                </c:pt>
                <c:pt idx="1374">
                  <c:v>3.2748908</c:v>
                </c:pt>
                <c:pt idx="1375">
                  <c:v>3.27857971</c:v>
                </c:pt>
                <c:pt idx="1376">
                  <c:v>3.28253669</c:v>
                </c:pt>
                <c:pt idx="1377">
                  <c:v>3.28617405</c:v>
                </c:pt>
                <c:pt idx="1378">
                  <c:v>3.28979492</c:v>
                </c:pt>
                <c:pt idx="1379">
                  <c:v>3.29448803</c:v>
                </c:pt>
                <c:pt idx="1380">
                  <c:v>3.29738308</c:v>
                </c:pt>
                <c:pt idx="1381">
                  <c:v>3.3013916</c:v>
                </c:pt>
                <c:pt idx="1382">
                  <c:v>3.30459595</c:v>
                </c:pt>
                <c:pt idx="1383">
                  <c:v>3.30784978</c:v>
                </c:pt>
                <c:pt idx="1384">
                  <c:v>3.31185831</c:v>
                </c:pt>
                <c:pt idx="1385">
                  <c:v>3.31549567</c:v>
                </c:pt>
                <c:pt idx="1386">
                  <c:v>3.3190588</c:v>
                </c:pt>
                <c:pt idx="1387">
                  <c:v>3.32306733</c:v>
                </c:pt>
                <c:pt idx="1388">
                  <c:v>3.32596238</c:v>
                </c:pt>
                <c:pt idx="1389">
                  <c:v>3.32959974</c:v>
                </c:pt>
                <c:pt idx="1390">
                  <c:v>3.33320618</c:v>
                </c:pt>
                <c:pt idx="1391">
                  <c:v>3.33679199</c:v>
                </c:pt>
                <c:pt idx="1392">
                  <c:v>3.34147685</c:v>
                </c:pt>
                <c:pt idx="1393">
                  <c:v>3.34365845</c:v>
                </c:pt>
                <c:pt idx="1394">
                  <c:v>3.34877014</c:v>
                </c:pt>
                <c:pt idx="1395">
                  <c:v>3.35159302</c:v>
                </c:pt>
                <c:pt idx="1396">
                  <c:v>3.3556366</c:v>
                </c:pt>
                <c:pt idx="1397">
                  <c:v>3.35884713</c:v>
                </c:pt>
                <c:pt idx="1398">
                  <c:v>3.36250305</c:v>
                </c:pt>
                <c:pt idx="1399">
                  <c:v>3.36608887</c:v>
                </c:pt>
                <c:pt idx="1400">
                  <c:v>3.36931383</c:v>
                </c:pt>
                <c:pt idx="1401">
                  <c:v>3.37371826</c:v>
                </c:pt>
                <c:pt idx="1402">
                  <c:v>3.37695972</c:v>
                </c:pt>
                <c:pt idx="1403">
                  <c:v>3.38059709</c:v>
                </c:pt>
                <c:pt idx="1404">
                  <c:v>3.38423445</c:v>
                </c:pt>
                <c:pt idx="1405">
                  <c:v>3.38783264</c:v>
                </c:pt>
                <c:pt idx="1406">
                  <c:v>3.39106379</c:v>
                </c:pt>
                <c:pt idx="1407">
                  <c:v>3.39470116</c:v>
                </c:pt>
                <c:pt idx="1408">
                  <c:v>3.39836121</c:v>
                </c:pt>
                <c:pt idx="1409">
                  <c:v>3.40160473</c:v>
                </c:pt>
                <c:pt idx="1410">
                  <c:v>3.40672673</c:v>
                </c:pt>
                <c:pt idx="1411">
                  <c:v>3.40888977</c:v>
                </c:pt>
                <c:pt idx="1412">
                  <c:v>3.41255188</c:v>
                </c:pt>
                <c:pt idx="1413">
                  <c:v>3.41726767</c:v>
                </c:pt>
                <c:pt idx="1414">
                  <c:v>3.41986579</c:v>
                </c:pt>
                <c:pt idx="1415">
                  <c:v>3.42384338</c:v>
                </c:pt>
                <c:pt idx="1416">
                  <c:v>3.42788284</c:v>
                </c:pt>
                <c:pt idx="1417">
                  <c:v>3.43189136</c:v>
                </c:pt>
                <c:pt idx="1418">
                  <c:v>3.43521118</c:v>
                </c:pt>
                <c:pt idx="1419">
                  <c:v>3.43887329</c:v>
                </c:pt>
                <c:pt idx="1420">
                  <c:v>3.44324885</c:v>
                </c:pt>
                <c:pt idx="1421">
                  <c:v>3.44540158</c:v>
                </c:pt>
                <c:pt idx="1422">
                  <c:v>3.44911318</c:v>
                </c:pt>
                <c:pt idx="1423">
                  <c:v>3.45352173</c:v>
                </c:pt>
                <c:pt idx="1424">
                  <c:v>3.45718384</c:v>
                </c:pt>
                <c:pt idx="1425">
                  <c:v>3.46084182</c:v>
                </c:pt>
                <c:pt idx="1426">
                  <c:v>3.46412659</c:v>
                </c:pt>
                <c:pt idx="1427">
                  <c:v>3.4677887</c:v>
                </c:pt>
                <c:pt idx="1428">
                  <c:v>3.47145699</c:v>
                </c:pt>
                <c:pt idx="1429">
                  <c:v>3.47509436</c:v>
                </c:pt>
                <c:pt idx="1430">
                  <c:v>3.47880595</c:v>
                </c:pt>
                <c:pt idx="1431">
                  <c:v>3.48243713</c:v>
                </c:pt>
                <c:pt idx="1432">
                  <c:v>3.48609924</c:v>
                </c:pt>
                <c:pt idx="1433">
                  <c:v>3.48976135</c:v>
                </c:pt>
                <c:pt idx="1434">
                  <c:v>3.49342965</c:v>
                </c:pt>
                <c:pt idx="1435">
                  <c:v>3.4967804</c:v>
                </c:pt>
                <c:pt idx="1436">
                  <c:v>3.50077861</c:v>
                </c:pt>
                <c:pt idx="1437">
                  <c:v>3.50448608</c:v>
                </c:pt>
                <c:pt idx="1438">
                  <c:v>3.50814819</c:v>
                </c:pt>
                <c:pt idx="1439">
                  <c:v>3.5118103</c:v>
                </c:pt>
                <c:pt idx="1440">
                  <c:v>3.51585388</c:v>
                </c:pt>
                <c:pt idx="1441">
                  <c:v>3.5191139</c:v>
                </c:pt>
                <c:pt idx="1442">
                  <c:v>3.52241516</c:v>
                </c:pt>
                <c:pt idx="1443">
                  <c:v>3.52790833</c:v>
                </c:pt>
                <c:pt idx="1444">
                  <c:v>3.52972907</c:v>
                </c:pt>
                <c:pt idx="1445">
                  <c:v>3.53378296</c:v>
                </c:pt>
                <c:pt idx="1446">
                  <c:v>3.53744919</c:v>
                </c:pt>
                <c:pt idx="1447">
                  <c:v>3.54108656</c:v>
                </c:pt>
                <c:pt idx="1448">
                  <c:v>3.5458374</c:v>
                </c:pt>
                <c:pt idx="1449">
                  <c:v>3.54911804</c:v>
                </c:pt>
                <c:pt idx="1450">
                  <c:v>3.55244405</c:v>
                </c:pt>
                <c:pt idx="1451">
                  <c:v>3.55608141</c:v>
                </c:pt>
                <c:pt idx="1452">
                  <c:v>3.56008994</c:v>
                </c:pt>
                <c:pt idx="1453">
                  <c:v>3.56298498</c:v>
                </c:pt>
                <c:pt idx="1454">
                  <c:v>3.56706774</c:v>
                </c:pt>
                <c:pt idx="1455">
                  <c:v>3.5710144</c:v>
                </c:pt>
                <c:pt idx="1456">
                  <c:v>3.57434247</c:v>
                </c:pt>
                <c:pt idx="1457">
                  <c:v>3.57797984</c:v>
                </c:pt>
                <c:pt idx="1458">
                  <c:v>3.58198836</c:v>
                </c:pt>
                <c:pt idx="1459">
                  <c:v>3.58562573</c:v>
                </c:pt>
                <c:pt idx="1460">
                  <c:v>3.58926309</c:v>
                </c:pt>
                <c:pt idx="1461">
                  <c:v>3.59291077</c:v>
                </c:pt>
                <c:pt idx="1462">
                  <c:v>3.59624089</c:v>
                </c:pt>
                <c:pt idx="1463">
                  <c:v>3.60062058</c:v>
                </c:pt>
                <c:pt idx="1464">
                  <c:v>3.6046291</c:v>
                </c:pt>
                <c:pt idx="1465">
                  <c:v>3.60786438</c:v>
                </c:pt>
                <c:pt idx="1466">
                  <c:v>3.61152649</c:v>
                </c:pt>
                <c:pt idx="1467">
                  <c:v>3.61479888</c:v>
                </c:pt>
                <c:pt idx="1468">
                  <c:v>3.61806509</c:v>
                </c:pt>
                <c:pt idx="1469">
                  <c:v>3.62170245</c:v>
                </c:pt>
                <c:pt idx="1470">
                  <c:v>3.62571716</c:v>
                </c:pt>
                <c:pt idx="1471">
                  <c:v>3.62968445</c:v>
                </c:pt>
                <c:pt idx="1472">
                  <c:v>3.63265991</c:v>
                </c:pt>
                <c:pt idx="1473">
                  <c:v>3.63625191</c:v>
                </c:pt>
                <c:pt idx="1474">
                  <c:v>3.63988928</c:v>
                </c:pt>
                <c:pt idx="1475">
                  <c:v>3.64278432</c:v>
                </c:pt>
                <c:pt idx="1476">
                  <c:v>3.64646912</c:v>
                </c:pt>
                <c:pt idx="1477">
                  <c:v>3.65043022</c:v>
                </c:pt>
                <c:pt idx="1478">
                  <c:v>3.65414181</c:v>
                </c:pt>
                <c:pt idx="1479">
                  <c:v>3.65815034</c:v>
                </c:pt>
                <c:pt idx="1480">
                  <c:v>3.6617877</c:v>
                </c:pt>
                <c:pt idx="1481">
                  <c:v>3.66542507</c:v>
                </c:pt>
                <c:pt idx="1482">
                  <c:v>3.66943359</c:v>
                </c:pt>
                <c:pt idx="1483">
                  <c:v>3.67307096</c:v>
                </c:pt>
                <c:pt idx="1484">
                  <c:v>3.67637634</c:v>
                </c:pt>
                <c:pt idx="1485">
                  <c:v>3.68034363</c:v>
                </c:pt>
                <c:pt idx="1486">
                  <c:v>3.68435422</c:v>
                </c:pt>
                <c:pt idx="1487">
                  <c:v>3.68766785</c:v>
                </c:pt>
                <c:pt idx="1488">
                  <c:v>3.69133202</c:v>
                </c:pt>
                <c:pt idx="1489">
                  <c:v>3.6946106</c:v>
                </c:pt>
                <c:pt idx="1490">
                  <c:v>3.69786443</c:v>
                </c:pt>
                <c:pt idx="1491">
                  <c:v>3.70157603</c:v>
                </c:pt>
                <c:pt idx="1492">
                  <c:v>3.70521545</c:v>
                </c:pt>
                <c:pt idx="1493">
                  <c:v>3.70887756</c:v>
                </c:pt>
                <c:pt idx="1494">
                  <c:v>3.71285928</c:v>
                </c:pt>
                <c:pt idx="1495">
                  <c:v>3.71686781</c:v>
                </c:pt>
                <c:pt idx="1496">
                  <c:v>3.72016907</c:v>
                </c:pt>
                <c:pt idx="1497">
                  <c:v>3.72347445</c:v>
                </c:pt>
                <c:pt idx="1498">
                  <c:v>3.72711182</c:v>
                </c:pt>
                <c:pt idx="1499">
                  <c:v>3.73077393</c:v>
                </c:pt>
                <c:pt idx="1500">
                  <c:v>3.73519897</c:v>
                </c:pt>
                <c:pt idx="1501">
                  <c:v>3.73884046</c:v>
                </c:pt>
                <c:pt idx="1502">
                  <c:v>3.74247783</c:v>
                </c:pt>
                <c:pt idx="1503">
                  <c:v>3.74611519</c:v>
                </c:pt>
                <c:pt idx="1504">
                  <c:v>3.74908447</c:v>
                </c:pt>
                <c:pt idx="1505">
                  <c:v>3.753093</c:v>
                </c:pt>
                <c:pt idx="1506">
                  <c:v>3.75640869</c:v>
                </c:pt>
                <c:pt idx="1507">
                  <c:v>3.7600708</c:v>
                </c:pt>
                <c:pt idx="1508">
                  <c:v>3.76411438</c:v>
                </c:pt>
                <c:pt idx="1509">
                  <c:v>3.76741976</c:v>
                </c:pt>
                <c:pt idx="1510">
                  <c:v>3.77105713</c:v>
                </c:pt>
                <c:pt idx="1511">
                  <c:v>3.77506565</c:v>
                </c:pt>
                <c:pt idx="1512">
                  <c:v>3.77870302</c:v>
                </c:pt>
                <c:pt idx="1513">
                  <c:v>3.78204346</c:v>
                </c:pt>
                <c:pt idx="1514">
                  <c:v>3.78568082</c:v>
                </c:pt>
                <c:pt idx="1515">
                  <c:v>3.78898621</c:v>
                </c:pt>
                <c:pt idx="1516">
                  <c:v>3.79228747</c:v>
                </c:pt>
                <c:pt idx="1517">
                  <c:v>3.79778063</c:v>
                </c:pt>
                <c:pt idx="1518">
                  <c:v>3.80104065</c:v>
                </c:pt>
                <c:pt idx="1519">
                  <c:v>3.80470276</c:v>
                </c:pt>
                <c:pt idx="1520">
                  <c:v>3.8083958</c:v>
                </c:pt>
                <c:pt idx="1521">
                  <c:v>3.81129084</c:v>
                </c:pt>
                <c:pt idx="1522">
                  <c:v>3.81454468</c:v>
                </c:pt>
                <c:pt idx="1523">
                  <c:v>3.81820679</c:v>
                </c:pt>
                <c:pt idx="1524">
                  <c:v>3.82190601</c:v>
                </c:pt>
                <c:pt idx="1525">
                  <c:v>3.82554338</c:v>
                </c:pt>
                <c:pt idx="1526">
                  <c:v>3.82957458</c:v>
                </c:pt>
                <c:pt idx="1527">
                  <c:v>3.83430481</c:v>
                </c:pt>
                <c:pt idx="1528">
                  <c:v>3.83756895</c:v>
                </c:pt>
                <c:pt idx="1529">
                  <c:v>3.84120632</c:v>
                </c:pt>
                <c:pt idx="1530">
                  <c:v>3.84521484</c:v>
                </c:pt>
                <c:pt idx="1531">
                  <c:v>3.8474418</c:v>
                </c:pt>
                <c:pt idx="1532">
                  <c:v>3.85107917</c:v>
                </c:pt>
                <c:pt idx="1533">
                  <c:v>3.85471653</c:v>
                </c:pt>
                <c:pt idx="1534">
                  <c:v>3.8602097</c:v>
                </c:pt>
                <c:pt idx="1535">
                  <c:v>3.86352539</c:v>
                </c:pt>
                <c:pt idx="1536">
                  <c:v>3.86711327</c:v>
                </c:pt>
                <c:pt idx="1537">
                  <c:v>3.87082487</c:v>
                </c:pt>
                <c:pt idx="1538">
                  <c:v>3.87405396</c:v>
                </c:pt>
                <c:pt idx="1539">
                  <c:v>3.87772844</c:v>
                </c:pt>
                <c:pt idx="1540">
                  <c:v>3.8813658</c:v>
                </c:pt>
                <c:pt idx="1541">
                  <c:v>3.88534546</c:v>
                </c:pt>
                <c:pt idx="1542">
                  <c:v>3.88717651</c:v>
                </c:pt>
                <c:pt idx="1543">
                  <c:v>3.89264906</c:v>
                </c:pt>
                <c:pt idx="1544">
                  <c:v>3.89450073</c:v>
                </c:pt>
                <c:pt idx="1545">
                  <c:v>3.89846802</c:v>
                </c:pt>
                <c:pt idx="1546">
                  <c:v>3.90213013</c:v>
                </c:pt>
                <c:pt idx="1547">
                  <c:v>3.90579224</c:v>
                </c:pt>
                <c:pt idx="1548">
                  <c:v>3.91091012</c:v>
                </c:pt>
                <c:pt idx="1549">
                  <c:v>3.91418457</c:v>
                </c:pt>
                <c:pt idx="1550">
                  <c:v>3.91744253</c:v>
                </c:pt>
                <c:pt idx="1551">
                  <c:v>3.92145105</c:v>
                </c:pt>
                <c:pt idx="1552">
                  <c:v>3.92547607</c:v>
                </c:pt>
                <c:pt idx="1553">
                  <c:v>3.92913818</c:v>
                </c:pt>
                <c:pt idx="1554">
                  <c:v>3.93310547</c:v>
                </c:pt>
                <c:pt idx="1555">
                  <c:v>3.93637167</c:v>
                </c:pt>
                <c:pt idx="1556">
                  <c:v>3.94000904</c:v>
                </c:pt>
                <c:pt idx="1557">
                  <c:v>3.94401756</c:v>
                </c:pt>
                <c:pt idx="1558">
                  <c:v>3.94584656</c:v>
                </c:pt>
                <c:pt idx="1559">
                  <c:v>3.94950867</c:v>
                </c:pt>
                <c:pt idx="1560">
                  <c:v>3.95389041</c:v>
                </c:pt>
                <c:pt idx="1561">
                  <c:v>3.95752778</c:v>
                </c:pt>
                <c:pt idx="1562">
                  <c:v>3.96116514</c:v>
                </c:pt>
                <c:pt idx="1563">
                  <c:v>3.96443135</c:v>
                </c:pt>
                <c:pt idx="1564">
                  <c:v>3.96947912</c:v>
                </c:pt>
                <c:pt idx="1565">
                  <c:v>3.9724484</c:v>
                </c:pt>
                <c:pt idx="1566">
                  <c:v>3.9768219</c:v>
                </c:pt>
                <c:pt idx="1567">
                  <c:v>3.97860965</c:v>
                </c:pt>
                <c:pt idx="1568">
                  <c:v>3.98373166</c:v>
                </c:pt>
                <c:pt idx="1569">
                  <c:v>3.98735046</c:v>
                </c:pt>
                <c:pt idx="1570">
                  <c:v>3.99130332</c:v>
                </c:pt>
                <c:pt idx="1571">
                  <c:v>3.99459839</c:v>
                </c:pt>
                <c:pt idx="1572">
                  <c:v>3.99679648</c:v>
                </c:pt>
                <c:pt idx="1573">
                  <c:v>4.00184425</c:v>
                </c:pt>
                <c:pt idx="1574">
                  <c:v>4.00512695</c:v>
                </c:pt>
                <c:pt idx="1575">
                  <c:v>4.00917053</c:v>
                </c:pt>
                <c:pt idx="1576">
                  <c:v>4.0120697</c:v>
                </c:pt>
                <c:pt idx="1577">
                  <c:v>4.01639371</c:v>
                </c:pt>
                <c:pt idx="1578">
                  <c:v>4.02003108</c:v>
                </c:pt>
                <c:pt idx="1579">
                  <c:v>4.02328491</c:v>
                </c:pt>
                <c:pt idx="1580">
                  <c:v>4.02732849</c:v>
                </c:pt>
                <c:pt idx="1581">
                  <c:v>4.03022766</c:v>
                </c:pt>
                <c:pt idx="1582">
                  <c:v>4.03346706</c:v>
                </c:pt>
                <c:pt idx="1583">
                  <c:v>4.0385437</c:v>
                </c:pt>
                <c:pt idx="1584">
                  <c:v>4.04185527</c:v>
                </c:pt>
                <c:pt idx="1585">
                  <c:v>4.04475032</c:v>
                </c:pt>
                <c:pt idx="1586">
                  <c:v>4.04801652</c:v>
                </c:pt>
                <c:pt idx="1587">
                  <c:v>4.05197144</c:v>
                </c:pt>
                <c:pt idx="1588">
                  <c:v>4.05487061</c:v>
                </c:pt>
                <c:pt idx="1589">
                  <c:v>4.05891418</c:v>
                </c:pt>
                <c:pt idx="1590">
                  <c:v>4.06286291</c:v>
                </c:pt>
                <c:pt idx="1591">
                  <c:v>4.06650028</c:v>
                </c:pt>
                <c:pt idx="1592">
                  <c:v>4.0705088</c:v>
                </c:pt>
                <c:pt idx="1593">
                  <c:v>4.0737915</c:v>
                </c:pt>
                <c:pt idx="1594">
                  <c:v>4.07778353</c:v>
                </c:pt>
                <c:pt idx="1595">
                  <c:v>4.0814209</c:v>
                </c:pt>
                <c:pt idx="1596">
                  <c:v>4.08500671</c:v>
                </c:pt>
                <c:pt idx="1597">
                  <c:v>4.08832447</c:v>
                </c:pt>
                <c:pt idx="1598">
                  <c:v>4.09233299</c:v>
                </c:pt>
                <c:pt idx="1599">
                  <c:v>4.09629822</c:v>
                </c:pt>
                <c:pt idx="1600">
                  <c:v>4.09953349</c:v>
                </c:pt>
                <c:pt idx="1601">
                  <c:v>4.10354202</c:v>
                </c:pt>
                <c:pt idx="1602">
                  <c:v>4.10643706</c:v>
                </c:pt>
                <c:pt idx="1603">
                  <c:v>4.1104126</c:v>
                </c:pt>
                <c:pt idx="1604">
                  <c:v>4.11369324</c:v>
                </c:pt>
                <c:pt idx="1605">
                  <c:v>4.11735535</c:v>
                </c:pt>
                <c:pt idx="1606">
                  <c:v>4.12061537</c:v>
                </c:pt>
                <c:pt idx="1607">
                  <c:v>4.12454966</c:v>
                </c:pt>
                <c:pt idx="1608">
                  <c:v>4.12857056</c:v>
                </c:pt>
                <c:pt idx="1609">
                  <c:v>4.13215637</c:v>
                </c:pt>
                <c:pt idx="1610">
                  <c:v>4.13619995</c:v>
                </c:pt>
                <c:pt idx="1611">
                  <c:v>4.13939605</c:v>
                </c:pt>
                <c:pt idx="1612">
                  <c:v>4.14303341</c:v>
                </c:pt>
                <c:pt idx="1613">
                  <c:v>4.14665222</c:v>
                </c:pt>
                <c:pt idx="1614">
                  <c:v>4.14993699</c:v>
                </c:pt>
                <c:pt idx="1615">
                  <c:v>4.15320319</c:v>
                </c:pt>
                <c:pt idx="1616">
                  <c:v>4.15684056</c:v>
                </c:pt>
                <c:pt idx="1617">
                  <c:v>4.16040369</c:v>
                </c:pt>
                <c:pt idx="1618">
                  <c:v>4.16404724</c:v>
                </c:pt>
                <c:pt idx="1619">
                  <c:v>4.16763306</c:v>
                </c:pt>
                <c:pt idx="1620">
                  <c:v>4.17235503</c:v>
                </c:pt>
                <c:pt idx="1621">
                  <c:v>4.17602539</c:v>
                </c:pt>
                <c:pt idx="1622">
                  <c:v>4.17884827</c:v>
                </c:pt>
                <c:pt idx="1623">
                  <c:v>4.18289597</c:v>
                </c:pt>
                <c:pt idx="1624">
                  <c:v>4.18608794</c:v>
                </c:pt>
                <c:pt idx="1625">
                  <c:v>4.18972531</c:v>
                </c:pt>
                <c:pt idx="1626">
                  <c:v>4.19262035</c:v>
                </c:pt>
                <c:pt idx="1627">
                  <c:v>4.19625772</c:v>
                </c:pt>
                <c:pt idx="1628">
                  <c:v>4.20019201</c:v>
                </c:pt>
                <c:pt idx="1629">
                  <c:v>4.20382938</c:v>
                </c:pt>
                <c:pt idx="1630">
                  <c:v>4.20707703</c:v>
                </c:pt>
                <c:pt idx="1631">
                  <c:v>4.21104431</c:v>
                </c:pt>
                <c:pt idx="1632">
                  <c:v>4.21470642</c:v>
                </c:pt>
                <c:pt idx="1633">
                  <c:v>4.21867371</c:v>
                </c:pt>
                <c:pt idx="1634">
                  <c:v>4.22194197</c:v>
                </c:pt>
                <c:pt idx="1635">
                  <c:v>4.22550511</c:v>
                </c:pt>
                <c:pt idx="1636">
                  <c:v>4.23025595</c:v>
                </c:pt>
                <c:pt idx="1637">
                  <c:v>4.23389332</c:v>
                </c:pt>
                <c:pt idx="1638">
                  <c:v>4.23604604</c:v>
                </c:pt>
                <c:pt idx="1639">
                  <c:v>4.24072266</c:v>
                </c:pt>
                <c:pt idx="1640">
                  <c:v>4.2440033</c:v>
                </c:pt>
                <c:pt idx="1641">
                  <c:v>4.24758911</c:v>
                </c:pt>
                <c:pt idx="1642">
                  <c:v>4.25118936</c:v>
                </c:pt>
                <c:pt idx="1643">
                  <c:v>4.25482673</c:v>
                </c:pt>
                <c:pt idx="1644">
                  <c:v>4.25846409</c:v>
                </c:pt>
                <c:pt idx="1645">
                  <c:v>4.2617303</c:v>
                </c:pt>
                <c:pt idx="1646">
                  <c:v>4.26567078</c:v>
                </c:pt>
                <c:pt idx="1647">
                  <c:v>4.2689308</c:v>
                </c:pt>
                <c:pt idx="1648">
                  <c:v>4.27293932</c:v>
                </c:pt>
                <c:pt idx="1649">
                  <c:v>4.27650245</c:v>
                </c:pt>
                <c:pt idx="1650">
                  <c:v>4.28013982</c:v>
                </c:pt>
                <c:pt idx="1651">
                  <c:v>4.28414835</c:v>
                </c:pt>
                <c:pt idx="1652">
                  <c:v>4.2881012</c:v>
                </c:pt>
                <c:pt idx="1653">
                  <c:v>4.29100037</c:v>
                </c:pt>
                <c:pt idx="1654">
                  <c:v>4.29420471</c:v>
                </c:pt>
                <c:pt idx="1655">
                  <c:v>4.2989205</c:v>
                </c:pt>
                <c:pt idx="1656">
                  <c:v>4.30255787</c:v>
                </c:pt>
                <c:pt idx="1657">
                  <c:v>4.30618286</c:v>
                </c:pt>
                <c:pt idx="1658">
                  <c:v>4.30938721</c:v>
                </c:pt>
                <c:pt idx="1659">
                  <c:v>4.31266785</c:v>
                </c:pt>
                <c:pt idx="1660">
                  <c:v>4.31663513</c:v>
                </c:pt>
                <c:pt idx="1661">
                  <c:v>4.32022095</c:v>
                </c:pt>
                <c:pt idx="1662">
                  <c:v>4.32350159</c:v>
                </c:pt>
                <c:pt idx="1663">
                  <c:v>4.32785034</c:v>
                </c:pt>
                <c:pt idx="1664">
                  <c:v>4.33106294</c:v>
                </c:pt>
                <c:pt idx="1665">
                  <c:v>4.33432914</c:v>
                </c:pt>
                <c:pt idx="1666">
                  <c:v>4.33761597</c:v>
                </c:pt>
                <c:pt idx="1667">
                  <c:v>4.34160387</c:v>
                </c:pt>
                <c:pt idx="1668">
                  <c:v>4.34479585</c:v>
                </c:pt>
                <c:pt idx="1669">
                  <c:v>4.34883118</c:v>
                </c:pt>
                <c:pt idx="1670">
                  <c:v>4.35207058</c:v>
                </c:pt>
                <c:pt idx="1671">
                  <c:v>4.35600487</c:v>
                </c:pt>
                <c:pt idx="1672">
                  <c:v>4.35997009</c:v>
                </c:pt>
                <c:pt idx="1673">
                  <c:v>4.36320537</c:v>
                </c:pt>
                <c:pt idx="1674">
                  <c:v>4.36683655</c:v>
                </c:pt>
                <c:pt idx="1675">
                  <c:v>4.37042236</c:v>
                </c:pt>
                <c:pt idx="1676">
                  <c:v>4.37367207</c:v>
                </c:pt>
                <c:pt idx="1677">
                  <c:v>4.37728882</c:v>
                </c:pt>
                <c:pt idx="1678">
                  <c:v>4.38087463</c:v>
                </c:pt>
                <c:pt idx="1679">
                  <c:v>4.38453674</c:v>
                </c:pt>
                <c:pt idx="1680">
                  <c:v>4.38850403</c:v>
                </c:pt>
                <c:pt idx="1681">
                  <c:v>4.39208984</c:v>
                </c:pt>
                <c:pt idx="1682">
                  <c:v>4.39567566</c:v>
                </c:pt>
                <c:pt idx="1683">
                  <c:v>4.39928209</c:v>
                </c:pt>
                <c:pt idx="1684">
                  <c:v>4.40254211</c:v>
                </c:pt>
                <c:pt idx="1685">
                  <c:v>4.40722491</c:v>
                </c:pt>
                <c:pt idx="1686">
                  <c:v>4.41085815</c:v>
                </c:pt>
                <c:pt idx="1687">
                  <c:v>4.41368103</c:v>
                </c:pt>
                <c:pt idx="1688">
                  <c:v>4.41732046</c:v>
                </c:pt>
                <c:pt idx="1689">
                  <c:v>4.42054749</c:v>
                </c:pt>
                <c:pt idx="1690">
                  <c:v>4.4241333</c:v>
                </c:pt>
                <c:pt idx="1691">
                  <c:v>4.42810059</c:v>
                </c:pt>
                <c:pt idx="1692">
                  <c:v>4.43201838</c:v>
                </c:pt>
                <c:pt idx="1693">
                  <c:v>4.43595886</c:v>
                </c:pt>
                <c:pt idx="1694">
                  <c:v>4.43992615</c:v>
                </c:pt>
                <c:pt idx="1695">
                  <c:v>4.44166854</c:v>
                </c:pt>
                <c:pt idx="1696">
                  <c:v>4.44671631</c:v>
                </c:pt>
                <c:pt idx="1697">
                  <c:v>4.44924019</c:v>
                </c:pt>
                <c:pt idx="1698">
                  <c:v>4.45280333</c:v>
                </c:pt>
                <c:pt idx="1699">
                  <c:v>4.45602417</c:v>
                </c:pt>
                <c:pt idx="1700">
                  <c:v>4.45991516</c:v>
                </c:pt>
                <c:pt idx="1701">
                  <c:v>4.46312157</c:v>
                </c:pt>
                <c:pt idx="1702">
                  <c:v>4.46675893</c:v>
                </c:pt>
                <c:pt idx="1703">
                  <c:v>4.47174072</c:v>
                </c:pt>
                <c:pt idx="1704">
                  <c:v>4.47492445</c:v>
                </c:pt>
                <c:pt idx="1705">
                  <c:v>4.47885874</c:v>
                </c:pt>
                <c:pt idx="1706">
                  <c:v>4.4821167</c:v>
                </c:pt>
                <c:pt idx="1707">
                  <c:v>4.48605924</c:v>
                </c:pt>
                <c:pt idx="1708">
                  <c:v>4.48999353</c:v>
                </c:pt>
                <c:pt idx="1709">
                  <c:v>4.49172974</c:v>
                </c:pt>
                <c:pt idx="1710">
                  <c:v>4.49531555</c:v>
                </c:pt>
                <c:pt idx="1711">
                  <c:v>4.49928284</c:v>
                </c:pt>
                <c:pt idx="1712">
                  <c:v>4.50320682</c:v>
                </c:pt>
                <c:pt idx="1713">
                  <c:v>4.50637817</c:v>
                </c:pt>
                <c:pt idx="1714">
                  <c:v>4.51070425</c:v>
                </c:pt>
                <c:pt idx="1715">
                  <c:v>4.51393127</c:v>
                </c:pt>
                <c:pt idx="1716">
                  <c:v>4.51708819</c:v>
                </c:pt>
                <c:pt idx="1717">
                  <c:v>4.52072144</c:v>
                </c:pt>
                <c:pt idx="1718">
                  <c:v>4.52430725</c:v>
                </c:pt>
                <c:pt idx="1719">
                  <c:v>4.52748067</c:v>
                </c:pt>
                <c:pt idx="1720">
                  <c:v>4.53141496</c:v>
                </c:pt>
                <c:pt idx="1721">
                  <c:v>4.53460693</c:v>
                </c:pt>
                <c:pt idx="1722">
                  <c:v>4.53857422</c:v>
                </c:pt>
                <c:pt idx="1723">
                  <c:v>4.54216003</c:v>
                </c:pt>
                <c:pt idx="1724">
                  <c:v>4.54537057</c:v>
                </c:pt>
                <c:pt idx="1725">
                  <c:v>4.55041834</c:v>
                </c:pt>
                <c:pt idx="1726">
                  <c:v>4.55286799</c:v>
                </c:pt>
                <c:pt idx="1727">
                  <c:v>4.55757141</c:v>
                </c:pt>
                <c:pt idx="1728">
                  <c:v>4.56115723</c:v>
                </c:pt>
                <c:pt idx="1729">
                  <c:v>4.56326047</c:v>
                </c:pt>
                <c:pt idx="1730">
                  <c:v>4.56830824</c:v>
                </c:pt>
                <c:pt idx="1731">
                  <c:v>4.57187137</c:v>
                </c:pt>
                <c:pt idx="1732">
                  <c:v>4.57542419</c:v>
                </c:pt>
                <c:pt idx="1733">
                  <c:v>4.57870071</c:v>
                </c:pt>
                <c:pt idx="1734">
                  <c:v>4.58226384</c:v>
                </c:pt>
                <c:pt idx="1735">
                  <c:v>4.58580017</c:v>
                </c:pt>
                <c:pt idx="1736">
                  <c:v>4.58938599</c:v>
                </c:pt>
                <c:pt idx="1737">
                  <c:v>4.59265632</c:v>
                </c:pt>
                <c:pt idx="1738">
                  <c:v>4.59625244</c:v>
                </c:pt>
                <c:pt idx="1739">
                  <c:v>4.59983826</c:v>
                </c:pt>
                <c:pt idx="1740">
                  <c:v>4.60371688</c:v>
                </c:pt>
                <c:pt idx="1741">
                  <c:v>4.60765117</c:v>
                </c:pt>
                <c:pt idx="1742">
                  <c:v>4.61090088</c:v>
                </c:pt>
                <c:pt idx="1743">
                  <c:v>4.61448669</c:v>
                </c:pt>
                <c:pt idx="1744">
                  <c:v>4.61804364</c:v>
                </c:pt>
                <c:pt idx="1745">
                  <c:v>4.62203979</c:v>
                </c:pt>
                <c:pt idx="1746">
                  <c:v>4.62417603</c:v>
                </c:pt>
                <c:pt idx="1747">
                  <c:v>4.62806702</c:v>
                </c:pt>
                <c:pt idx="1748">
                  <c:v>4.63207348</c:v>
                </c:pt>
                <c:pt idx="1749">
                  <c:v>4.63563661</c:v>
                </c:pt>
                <c:pt idx="1750">
                  <c:v>4.63920593</c:v>
                </c:pt>
                <c:pt idx="1751">
                  <c:v>4.64246595</c:v>
                </c:pt>
                <c:pt idx="1752">
                  <c:v>4.64569092</c:v>
                </c:pt>
                <c:pt idx="1753">
                  <c:v>4.6507057</c:v>
                </c:pt>
                <c:pt idx="1754">
                  <c:v>4.65393066</c:v>
                </c:pt>
                <c:pt idx="1755">
                  <c:v>4.65751648</c:v>
                </c:pt>
                <c:pt idx="1756">
                  <c:v>4.66109817</c:v>
                </c:pt>
                <c:pt idx="1757">
                  <c:v>4.6646613</c:v>
                </c:pt>
                <c:pt idx="1758">
                  <c:v>4.66755635</c:v>
                </c:pt>
                <c:pt idx="1759">
                  <c:v>4.6710968</c:v>
                </c:pt>
                <c:pt idx="1760">
                  <c:v>4.67505378</c:v>
                </c:pt>
                <c:pt idx="1761">
                  <c:v>4.67861691</c:v>
                </c:pt>
                <c:pt idx="1762">
                  <c:v>4.68223572</c:v>
                </c:pt>
                <c:pt idx="1763">
                  <c:v>4.68582153</c:v>
                </c:pt>
                <c:pt idx="1764">
                  <c:v>4.6897517</c:v>
                </c:pt>
                <c:pt idx="1765">
                  <c:v>4.693686</c:v>
                </c:pt>
                <c:pt idx="1766">
                  <c:v>4.69583872</c:v>
                </c:pt>
                <c:pt idx="1767">
                  <c:v>4.69947609</c:v>
                </c:pt>
                <c:pt idx="1768">
                  <c:v>4.70341038</c:v>
                </c:pt>
                <c:pt idx="1769">
                  <c:v>4.70697351</c:v>
                </c:pt>
                <c:pt idx="1770">
                  <c:v>4.7102356</c:v>
                </c:pt>
                <c:pt idx="1771">
                  <c:v>4.71557617</c:v>
                </c:pt>
                <c:pt idx="1772">
                  <c:v>4.71847534</c:v>
                </c:pt>
                <c:pt idx="1773">
                  <c:v>4.72174567</c:v>
                </c:pt>
                <c:pt idx="1774">
                  <c:v>4.72567996</c:v>
                </c:pt>
                <c:pt idx="1775">
                  <c:v>4.72885132</c:v>
                </c:pt>
                <c:pt idx="1776">
                  <c:v>4.73251343</c:v>
                </c:pt>
                <c:pt idx="1777">
                  <c:v>4.73607244</c:v>
                </c:pt>
                <c:pt idx="1778">
                  <c:v>4.73896748</c:v>
                </c:pt>
                <c:pt idx="1779">
                  <c:v>4.7428894</c:v>
                </c:pt>
                <c:pt idx="1780">
                  <c:v>4.74683607</c:v>
                </c:pt>
                <c:pt idx="1781">
                  <c:v>4.7504425</c:v>
                </c:pt>
                <c:pt idx="1782">
                  <c:v>4.75366541</c:v>
                </c:pt>
                <c:pt idx="1783">
                  <c:v>4.75722854</c:v>
                </c:pt>
                <c:pt idx="1784">
                  <c:v>4.76116284</c:v>
                </c:pt>
                <c:pt idx="1785">
                  <c:v>4.7644043</c:v>
                </c:pt>
                <c:pt idx="1786">
                  <c:v>4.76836333</c:v>
                </c:pt>
                <c:pt idx="1787">
                  <c:v>4.77229763</c:v>
                </c:pt>
                <c:pt idx="1788">
                  <c:v>4.77554321</c:v>
                </c:pt>
                <c:pt idx="1789">
                  <c:v>4.77912903</c:v>
                </c:pt>
                <c:pt idx="1790">
                  <c:v>4.78233337</c:v>
                </c:pt>
                <c:pt idx="1791">
                  <c:v>4.78591919</c:v>
                </c:pt>
                <c:pt idx="1792">
                  <c:v>4.79092985</c:v>
                </c:pt>
                <c:pt idx="1793">
                  <c:v>4.79241448</c:v>
                </c:pt>
                <c:pt idx="1794">
                  <c:v>4.79774475</c:v>
                </c:pt>
                <c:pt idx="1795">
                  <c:v>4.80139655</c:v>
                </c:pt>
                <c:pt idx="1796">
                  <c:v>4.80529785</c:v>
                </c:pt>
                <c:pt idx="1797">
                  <c:v>4.80852282</c:v>
                </c:pt>
                <c:pt idx="1798">
                  <c:v>4.81208595</c:v>
                </c:pt>
                <c:pt idx="1799">
                  <c:v>4.81460984</c:v>
                </c:pt>
                <c:pt idx="1800">
                  <c:v>4.818573</c:v>
                </c:pt>
                <c:pt idx="1801">
                  <c:v>4.82215881</c:v>
                </c:pt>
                <c:pt idx="1802">
                  <c:v>4.82648695</c:v>
                </c:pt>
                <c:pt idx="1803">
                  <c:v>4.83008134</c:v>
                </c:pt>
                <c:pt idx="1804">
                  <c:v>4.83362298</c:v>
                </c:pt>
                <c:pt idx="1805">
                  <c:v>4.83576594</c:v>
                </c:pt>
                <c:pt idx="1806">
                  <c:v>4.83969437</c:v>
                </c:pt>
                <c:pt idx="1807">
                  <c:v>4.84437685</c:v>
                </c:pt>
                <c:pt idx="1808">
                  <c:v>4.8480064</c:v>
                </c:pt>
                <c:pt idx="1809">
                  <c:v>4.85154804</c:v>
                </c:pt>
                <c:pt idx="1810">
                  <c:v>4.85476932</c:v>
                </c:pt>
                <c:pt idx="1811">
                  <c:v>4.85877785</c:v>
                </c:pt>
                <c:pt idx="1812">
                  <c:v>4.86234098</c:v>
                </c:pt>
                <c:pt idx="1813">
                  <c:v>4.86516179</c:v>
                </c:pt>
                <c:pt idx="1814">
                  <c:v>4.86875032</c:v>
                </c:pt>
                <c:pt idx="1815">
                  <c:v>4.87199113</c:v>
                </c:pt>
                <c:pt idx="1816">
                  <c:v>4.87629658</c:v>
                </c:pt>
                <c:pt idx="1817">
                  <c:v>4.87988121</c:v>
                </c:pt>
                <c:pt idx="1818">
                  <c:v>4.88277235</c:v>
                </c:pt>
                <c:pt idx="1819">
                  <c:v>4.88638627</c:v>
                </c:pt>
                <c:pt idx="1820">
                  <c:v>4.89028931</c:v>
                </c:pt>
                <c:pt idx="1821">
                  <c:v>4.8935184</c:v>
                </c:pt>
                <c:pt idx="1822">
                  <c:v>4.89751715</c:v>
                </c:pt>
                <c:pt idx="1823">
                  <c:v>4.90109005</c:v>
                </c:pt>
                <c:pt idx="1824">
                  <c:v>4.90465319</c:v>
                </c:pt>
                <c:pt idx="1825">
                  <c:v>4.90828665</c:v>
                </c:pt>
                <c:pt idx="1826">
                  <c:v>4.91222485</c:v>
                </c:pt>
                <c:pt idx="1827">
                  <c:v>4.91578798</c:v>
                </c:pt>
                <c:pt idx="1828">
                  <c:v>4.91972227</c:v>
                </c:pt>
                <c:pt idx="1829">
                  <c:v>4.92295918</c:v>
                </c:pt>
                <c:pt idx="1830">
                  <c:v>4.92618045</c:v>
                </c:pt>
                <c:pt idx="1831">
                  <c:v>4.92982563</c:v>
                </c:pt>
                <c:pt idx="1832">
                  <c:v>4.93375211</c:v>
                </c:pt>
                <c:pt idx="1833">
                  <c:v>4.93731524</c:v>
                </c:pt>
                <c:pt idx="1834">
                  <c:v>4.94132377</c:v>
                </c:pt>
                <c:pt idx="1835">
                  <c:v>4.9434765</c:v>
                </c:pt>
                <c:pt idx="1836">
                  <c:v>4.9473893</c:v>
                </c:pt>
                <c:pt idx="1837">
                  <c:v>4.95136462</c:v>
                </c:pt>
                <c:pt idx="1838">
                  <c:v>4.95570133</c:v>
                </c:pt>
                <c:pt idx="1839">
                  <c:v>4.95891674</c:v>
                </c:pt>
                <c:pt idx="1840">
                  <c:v>4.9624955</c:v>
                </c:pt>
                <c:pt idx="1841">
                  <c:v>4.96574608</c:v>
                </c:pt>
                <c:pt idx="1842">
                  <c:v>4.96972335</c:v>
                </c:pt>
                <c:pt idx="1843">
                  <c:v>4.97331774</c:v>
                </c:pt>
                <c:pt idx="1844">
                  <c:v>4.97724031</c:v>
                </c:pt>
                <c:pt idx="1845">
                  <c:v>4.98013145</c:v>
                </c:pt>
                <c:pt idx="1846">
                  <c:v>4.98410677</c:v>
                </c:pt>
                <c:pt idx="1847">
                  <c:v>4.98734758</c:v>
                </c:pt>
                <c:pt idx="1848">
                  <c:v>4.99091071</c:v>
                </c:pt>
                <c:pt idx="1849">
                  <c:v>4.99523765</c:v>
                </c:pt>
                <c:pt idx="1850">
                  <c:v>4.99812879</c:v>
                </c:pt>
                <c:pt idx="1851">
                  <c:v>5.00174271</c:v>
                </c:pt>
                <c:pt idx="1852">
                  <c:v>5.00564575</c:v>
                </c:pt>
                <c:pt idx="1853">
                  <c:v>5.00894907</c:v>
                </c:pt>
                <c:pt idx="1854">
                  <c:v>5.0128736</c:v>
                </c:pt>
                <c:pt idx="1855">
                  <c:v>5.0164465</c:v>
                </c:pt>
                <c:pt idx="1856">
                  <c:v>5.01974005</c:v>
                </c:pt>
                <c:pt idx="1857">
                  <c:v>5.02372123</c:v>
                </c:pt>
                <c:pt idx="1858">
                  <c:v>5.0269132</c:v>
                </c:pt>
                <c:pt idx="1859">
                  <c:v>5.03055057</c:v>
                </c:pt>
                <c:pt idx="1860">
                  <c:v>5.0341137</c:v>
                </c:pt>
                <c:pt idx="1861">
                  <c:v>5.03846018</c:v>
                </c:pt>
                <c:pt idx="1862">
                  <c:v>5.04135132</c:v>
                </c:pt>
                <c:pt idx="1863">
                  <c:v>5.04496524</c:v>
                </c:pt>
                <c:pt idx="1864">
                  <c:v>5.04886828</c:v>
                </c:pt>
                <c:pt idx="1865">
                  <c:v>5.0524822</c:v>
                </c:pt>
                <c:pt idx="1866">
                  <c:v>5.0557152</c:v>
                </c:pt>
                <c:pt idx="1867">
                  <c:v>5.05972373</c:v>
                </c:pt>
                <c:pt idx="1868">
                  <c:v>5.06368537</c:v>
                </c:pt>
                <c:pt idx="1869">
                  <c:v>5.06657651</c:v>
                </c:pt>
                <c:pt idx="1870">
                  <c:v>5.07055182</c:v>
                </c:pt>
                <c:pt idx="1871">
                  <c:v>5.07449588</c:v>
                </c:pt>
                <c:pt idx="1872">
                  <c:v>5.07770739</c:v>
                </c:pt>
                <c:pt idx="1873">
                  <c:v>5.08168271</c:v>
                </c:pt>
                <c:pt idx="1874">
                  <c:v>5.08385106</c:v>
                </c:pt>
                <c:pt idx="1875">
                  <c:v>5.08746499</c:v>
                </c:pt>
                <c:pt idx="1876">
                  <c:v>5.0914403</c:v>
                </c:pt>
                <c:pt idx="1877">
                  <c:v>5.09609738</c:v>
                </c:pt>
                <c:pt idx="1878">
                  <c:v>5.09966051</c:v>
                </c:pt>
                <c:pt idx="1879">
                  <c:v>5.10293258</c:v>
                </c:pt>
                <c:pt idx="1880">
                  <c:v>5.10656408</c:v>
                </c:pt>
                <c:pt idx="1881">
                  <c:v>5.10979903</c:v>
                </c:pt>
                <c:pt idx="1882">
                  <c:v>5.11334068</c:v>
                </c:pt>
                <c:pt idx="1883">
                  <c:v>5.11769888</c:v>
                </c:pt>
                <c:pt idx="1884">
                  <c:v>5.1216527</c:v>
                </c:pt>
                <c:pt idx="1885">
                  <c:v>5.12341474</c:v>
                </c:pt>
                <c:pt idx="1886">
                  <c:v>5.12851916</c:v>
                </c:pt>
                <c:pt idx="1887">
                  <c:v>5.13133802</c:v>
                </c:pt>
                <c:pt idx="1888">
                  <c:v>5.13495194</c:v>
                </c:pt>
                <c:pt idx="1889">
                  <c:v>5.13892726</c:v>
                </c:pt>
                <c:pt idx="1890">
                  <c:v>5.14254118</c:v>
                </c:pt>
                <c:pt idx="1891">
                  <c:v>5.14615511</c:v>
                </c:pt>
                <c:pt idx="1892">
                  <c:v>5.15005814</c:v>
                </c:pt>
                <c:pt idx="1893">
                  <c:v>5.15333021</c:v>
                </c:pt>
                <c:pt idx="1894">
                  <c:v>5.15728599</c:v>
                </c:pt>
                <c:pt idx="1895">
                  <c:v>5.16053852</c:v>
                </c:pt>
                <c:pt idx="1896">
                  <c:v>5.16342966</c:v>
                </c:pt>
                <c:pt idx="1897">
                  <c:v>5.16704359</c:v>
                </c:pt>
                <c:pt idx="1898">
                  <c:v>5.17065751</c:v>
                </c:pt>
                <c:pt idx="1899">
                  <c:v>5.17426362</c:v>
                </c:pt>
                <c:pt idx="1900">
                  <c:v>5.17782675</c:v>
                </c:pt>
                <c:pt idx="1901">
                  <c:v>5.18186067</c:v>
                </c:pt>
                <c:pt idx="1902">
                  <c:v>5.1851132</c:v>
                </c:pt>
                <c:pt idx="1903">
                  <c:v>5.18903578</c:v>
                </c:pt>
                <c:pt idx="1904">
                  <c:v>5.19226877</c:v>
                </c:pt>
                <c:pt idx="1905">
                  <c:v>5.19593935</c:v>
                </c:pt>
                <c:pt idx="1906">
                  <c:v>5.19950248</c:v>
                </c:pt>
                <c:pt idx="1907">
                  <c:v>5.20313985</c:v>
                </c:pt>
                <c:pt idx="1908">
                  <c:v>5.20707414</c:v>
                </c:pt>
                <c:pt idx="1909">
                  <c:v>5.21033839</c:v>
                </c:pt>
                <c:pt idx="1910">
                  <c:v>5.21395232</c:v>
                </c:pt>
                <c:pt idx="1911">
                  <c:v>5.21754084</c:v>
                </c:pt>
                <c:pt idx="1912">
                  <c:v>5.22074649</c:v>
                </c:pt>
                <c:pt idx="1913">
                  <c:v>5.22436042</c:v>
                </c:pt>
                <c:pt idx="1914">
                  <c:v>5.22941991</c:v>
                </c:pt>
                <c:pt idx="1915">
                  <c:v>5.23298109</c:v>
                </c:pt>
                <c:pt idx="1916">
                  <c:v>5.23621409</c:v>
                </c:pt>
                <c:pt idx="1917">
                  <c:v>5.23943927</c:v>
                </c:pt>
                <c:pt idx="1918">
                  <c:v>5.24308054</c:v>
                </c:pt>
                <c:pt idx="1919">
                  <c:v>5.24626861</c:v>
                </c:pt>
                <c:pt idx="1920">
                  <c:v>5.25057406</c:v>
                </c:pt>
                <c:pt idx="1921">
                  <c:v>5.25413915</c:v>
                </c:pt>
                <c:pt idx="1922">
                  <c:v>5.25775307</c:v>
                </c:pt>
                <c:pt idx="1923">
                  <c:v>5.26133769</c:v>
                </c:pt>
                <c:pt idx="1924">
                  <c:v>5.26415851</c:v>
                </c:pt>
                <c:pt idx="1925">
                  <c:v>5.26772164</c:v>
                </c:pt>
                <c:pt idx="1926">
                  <c:v>5.27135901</c:v>
                </c:pt>
                <c:pt idx="1927">
                  <c:v>5.27488307</c:v>
                </c:pt>
                <c:pt idx="1928">
                  <c:v>5.27885643</c:v>
                </c:pt>
                <c:pt idx="1929">
                  <c:v>5.28203864</c:v>
                </c:pt>
                <c:pt idx="1930">
                  <c:v>5.28561154</c:v>
                </c:pt>
                <c:pt idx="1931">
                  <c:v>5.2895556</c:v>
                </c:pt>
                <c:pt idx="1932">
                  <c:v>5.29273781</c:v>
                </c:pt>
                <c:pt idx="1933">
                  <c:v>5.29707256</c:v>
                </c:pt>
                <c:pt idx="1934">
                  <c:v>5.30061421</c:v>
                </c:pt>
                <c:pt idx="1935">
                  <c:v>5.30350535</c:v>
                </c:pt>
                <c:pt idx="1936">
                  <c:v>5.30740838</c:v>
                </c:pt>
                <c:pt idx="1937">
                  <c:v>5.31095003</c:v>
                </c:pt>
                <c:pt idx="1938">
                  <c:v>5.31456395</c:v>
                </c:pt>
                <c:pt idx="1939">
                  <c:v>5.31846699</c:v>
                </c:pt>
                <c:pt idx="1940">
                  <c:v>5.32128585</c:v>
                </c:pt>
                <c:pt idx="1941">
                  <c:v>5.32450908</c:v>
                </c:pt>
                <c:pt idx="1942">
                  <c:v>5.32955685</c:v>
                </c:pt>
                <c:pt idx="1943">
                  <c:v>5.33133842</c:v>
                </c:pt>
                <c:pt idx="1944">
                  <c:v>5.3352356</c:v>
                </c:pt>
                <c:pt idx="1945">
                  <c:v>5.33877724</c:v>
                </c:pt>
                <c:pt idx="1946">
                  <c:v>5.34306707</c:v>
                </c:pt>
                <c:pt idx="1947">
                  <c:v>5.34701699</c:v>
                </c:pt>
                <c:pt idx="1948">
                  <c:v>5.35055863</c:v>
                </c:pt>
                <c:pt idx="1949">
                  <c:v>5.3538307</c:v>
                </c:pt>
                <c:pt idx="1950">
                  <c:v>5.35769076</c:v>
                </c:pt>
                <c:pt idx="1951">
                  <c:v>5.36096673</c:v>
                </c:pt>
                <c:pt idx="1952">
                  <c:v>5.36450838</c:v>
                </c:pt>
                <c:pt idx="1953">
                  <c:v>5.36882555</c:v>
                </c:pt>
                <c:pt idx="1954">
                  <c:v>5.37202534</c:v>
                </c:pt>
                <c:pt idx="1955">
                  <c:v>5.3752095</c:v>
                </c:pt>
                <c:pt idx="1956">
                  <c:v>5.37914379</c:v>
                </c:pt>
                <c:pt idx="1957">
                  <c:v>5.38270693</c:v>
                </c:pt>
                <c:pt idx="1958">
                  <c:v>5.38597508</c:v>
                </c:pt>
                <c:pt idx="1959">
                  <c:v>5.38916511</c:v>
                </c:pt>
                <c:pt idx="1960">
                  <c:v>5.39276926</c:v>
                </c:pt>
                <c:pt idx="1961">
                  <c:v>5.39631091</c:v>
                </c:pt>
                <c:pt idx="1962">
                  <c:v>5.39955758</c:v>
                </c:pt>
                <c:pt idx="1963">
                  <c:v>5.40312071</c:v>
                </c:pt>
                <c:pt idx="1964">
                  <c:v>5.40671901</c:v>
                </c:pt>
                <c:pt idx="1965">
                  <c:v>5.41210278</c:v>
                </c:pt>
                <c:pt idx="1966">
                  <c:v>5.41495875</c:v>
                </c:pt>
                <c:pt idx="1967">
                  <c:v>5.41784989</c:v>
                </c:pt>
                <c:pt idx="1968">
                  <c:v>5.42175293</c:v>
                </c:pt>
                <c:pt idx="1969">
                  <c:v>5.42568722</c:v>
                </c:pt>
                <c:pt idx="1970">
                  <c:v>5.42932459</c:v>
                </c:pt>
                <c:pt idx="1971">
                  <c:v>5.43252242</c:v>
                </c:pt>
                <c:pt idx="1972">
                  <c:v>5.43682201</c:v>
                </c:pt>
                <c:pt idx="1973">
                  <c:v>5.44038515</c:v>
                </c:pt>
                <c:pt idx="1974">
                  <c:v>5.44358103</c:v>
                </c:pt>
                <c:pt idx="1975">
                  <c:v>5.44712267</c:v>
                </c:pt>
                <c:pt idx="1976">
                  <c:v>5.45070339</c:v>
                </c:pt>
                <c:pt idx="1977">
                  <c:v>5.45391685</c:v>
                </c:pt>
                <c:pt idx="1978">
                  <c:v>5.4574585</c:v>
                </c:pt>
                <c:pt idx="1979">
                  <c:v>5.46102163</c:v>
                </c:pt>
                <c:pt idx="1980">
                  <c:v>5.46418039</c:v>
                </c:pt>
                <c:pt idx="1981">
                  <c:v>5.46772204</c:v>
                </c:pt>
                <c:pt idx="1982">
                  <c:v>5.47126564</c:v>
                </c:pt>
                <c:pt idx="1983">
                  <c:v>5.47588951</c:v>
                </c:pt>
                <c:pt idx="1984">
                  <c:v>5.47979254</c:v>
                </c:pt>
                <c:pt idx="1985">
                  <c:v>5.48292005</c:v>
                </c:pt>
                <c:pt idx="1986">
                  <c:v>5.48615305</c:v>
                </c:pt>
                <c:pt idx="1987">
                  <c:v>5.48967516</c:v>
                </c:pt>
                <c:pt idx="1988">
                  <c:v>5.49316406</c:v>
                </c:pt>
                <c:pt idx="1989">
                  <c:v>5.49634432</c:v>
                </c:pt>
                <c:pt idx="1990">
                  <c:v>5.49984494</c:v>
                </c:pt>
                <c:pt idx="1991">
                  <c:v>5.50299394</c:v>
                </c:pt>
                <c:pt idx="1992">
                  <c:v>5.50615465</c:v>
                </c:pt>
                <c:pt idx="1993">
                  <c:v>5.50928216</c:v>
                </c:pt>
                <c:pt idx="1994">
                  <c:v>5.51350362</c:v>
                </c:pt>
                <c:pt idx="1995">
                  <c:v>5.51730507</c:v>
                </c:pt>
                <c:pt idx="1996">
                  <c:v>5.52085258</c:v>
                </c:pt>
                <c:pt idx="1997">
                  <c:v>5.52467748</c:v>
                </c:pt>
                <c:pt idx="1998">
                  <c:v>5.52814684</c:v>
                </c:pt>
                <c:pt idx="1999">
                  <c:v>5.53161621</c:v>
                </c:pt>
                <c:pt idx="2000">
                  <c:v>5.53510511</c:v>
                </c:pt>
                <c:pt idx="2001">
                  <c:v>5.53851978</c:v>
                </c:pt>
                <c:pt idx="2002">
                  <c:v>5.54200868</c:v>
                </c:pt>
                <c:pt idx="2003">
                  <c:v>5.54579451</c:v>
                </c:pt>
                <c:pt idx="2004">
                  <c:v>5.54896304</c:v>
                </c:pt>
                <c:pt idx="2005">
                  <c:v>5.55236013</c:v>
                </c:pt>
                <c:pt idx="2006">
                  <c:v>5.55619089</c:v>
                </c:pt>
                <c:pt idx="2007">
                  <c:v>5.55958798</c:v>
                </c:pt>
                <c:pt idx="2008">
                  <c:v>5.56305735</c:v>
                </c:pt>
                <c:pt idx="2009">
                  <c:v>5.56681583</c:v>
                </c:pt>
                <c:pt idx="2010">
                  <c:v>5.56883963</c:v>
                </c:pt>
                <c:pt idx="2011">
                  <c:v>5.5729595</c:v>
                </c:pt>
                <c:pt idx="2012">
                  <c:v>5.57671798</c:v>
                </c:pt>
                <c:pt idx="2013">
                  <c:v>5.58011507</c:v>
                </c:pt>
                <c:pt idx="2014">
                  <c:v>5.58313318</c:v>
                </c:pt>
                <c:pt idx="2015">
                  <c:v>5.58691901</c:v>
                </c:pt>
                <c:pt idx="2016">
                  <c:v>5.59025945</c:v>
                </c:pt>
                <c:pt idx="2017">
                  <c:v>5.59196874</c:v>
                </c:pt>
                <c:pt idx="2018">
                  <c:v>5.59536583</c:v>
                </c:pt>
                <c:pt idx="2019">
                  <c:v>5.59905203</c:v>
                </c:pt>
                <c:pt idx="2020">
                  <c:v>5.60273042</c:v>
                </c:pt>
                <c:pt idx="2021">
                  <c:v>5.60642443</c:v>
                </c:pt>
                <c:pt idx="2022">
                  <c:v>5.60978245</c:v>
                </c:pt>
                <c:pt idx="2023">
                  <c:v>5.61319712</c:v>
                </c:pt>
                <c:pt idx="2024">
                  <c:v>5.61653756</c:v>
                </c:pt>
                <c:pt idx="2025">
                  <c:v>5.62017492</c:v>
                </c:pt>
                <c:pt idx="2026">
                  <c:v>5.62384354</c:v>
                </c:pt>
                <c:pt idx="2027">
                  <c:v>5.62716835</c:v>
                </c:pt>
                <c:pt idx="2028">
                  <c:v>5.62883076</c:v>
                </c:pt>
                <c:pt idx="2029">
                  <c:v>5.6338336</c:v>
                </c:pt>
                <c:pt idx="2030">
                  <c:v>5.63717404</c:v>
                </c:pt>
                <c:pt idx="2031">
                  <c:v>5.64046759</c:v>
                </c:pt>
                <c:pt idx="2032">
                  <c:v>5.6431419</c:v>
                </c:pt>
                <c:pt idx="2033">
                  <c:v>5.64639443</c:v>
                </c:pt>
                <c:pt idx="2034">
                  <c:v>5.64935785</c:v>
                </c:pt>
                <c:pt idx="2035">
                  <c:v>5.65268266</c:v>
                </c:pt>
                <c:pt idx="2036">
                  <c:v>5.65632588</c:v>
                </c:pt>
                <c:pt idx="2037">
                  <c:v>5.65962139</c:v>
                </c:pt>
                <c:pt idx="2038">
                  <c:v>5.66287392</c:v>
                </c:pt>
                <c:pt idx="2039">
                  <c:v>5.66612645</c:v>
                </c:pt>
                <c:pt idx="2040">
                  <c:v>5.66908987</c:v>
                </c:pt>
                <c:pt idx="2041">
                  <c:v>5.6723424</c:v>
                </c:pt>
                <c:pt idx="2042">
                  <c:v>5.67631772</c:v>
                </c:pt>
                <c:pt idx="2043">
                  <c:v>5.67985936</c:v>
                </c:pt>
                <c:pt idx="2044">
                  <c:v>5.68318417</c:v>
                </c:pt>
                <c:pt idx="2045">
                  <c:v>5.68672582</c:v>
                </c:pt>
                <c:pt idx="2046">
                  <c:v>5.68965603</c:v>
                </c:pt>
                <c:pt idx="2047">
                  <c:v>5.69292223</c:v>
                </c:pt>
                <c:pt idx="2048">
                  <c:v>5.69583291</c:v>
                </c:pt>
                <c:pt idx="2049">
                  <c:v>5.69937455</c:v>
                </c:pt>
                <c:pt idx="2050">
                  <c:v>5.70132607</c:v>
                </c:pt>
                <c:pt idx="2051">
                  <c:v>5.70486771</c:v>
                </c:pt>
                <c:pt idx="2052">
                  <c:v>5.70812025</c:v>
                </c:pt>
                <c:pt idx="2053">
                  <c:v>5.71229677</c:v>
                </c:pt>
                <c:pt idx="2054">
                  <c:v>5.71556298</c:v>
                </c:pt>
                <c:pt idx="2055">
                  <c:v>5.71751645</c:v>
                </c:pt>
                <c:pt idx="2056">
                  <c:v>5.72105614</c:v>
                </c:pt>
                <c:pt idx="2057">
                  <c:v>5.72424811</c:v>
                </c:pt>
                <c:pt idx="2058">
                  <c:v>5.72781125</c:v>
                </c:pt>
                <c:pt idx="2059">
                  <c:v>5.73107745</c:v>
                </c:pt>
                <c:pt idx="2060">
                  <c:v>5.73392366</c:v>
                </c:pt>
                <c:pt idx="2061">
                  <c:v>5.73783256</c:v>
                </c:pt>
                <c:pt idx="2062">
                  <c:v>5.74136834</c:v>
                </c:pt>
                <c:pt idx="2063">
                  <c:v>5.74462088</c:v>
                </c:pt>
                <c:pt idx="2064">
                  <c:v>5.7465177</c:v>
                </c:pt>
                <c:pt idx="2065">
                  <c:v>5.75134277</c:v>
                </c:pt>
                <c:pt idx="2066">
                  <c:v>5.75264379</c:v>
                </c:pt>
                <c:pt idx="2067">
                  <c:v>5.75618543</c:v>
                </c:pt>
                <c:pt idx="2068">
                  <c:v>5.75943796</c:v>
                </c:pt>
                <c:pt idx="2069">
                  <c:v>5.76297961</c:v>
                </c:pt>
                <c:pt idx="2070">
                  <c:v>5.76615986</c:v>
                </c:pt>
                <c:pt idx="2071">
                  <c:v>5.76941239</c:v>
                </c:pt>
                <c:pt idx="2072">
                  <c:v>5.77288176</c:v>
                </c:pt>
                <c:pt idx="2073">
                  <c:v>5.77613429</c:v>
                </c:pt>
                <c:pt idx="2074">
                  <c:v>5.77903129</c:v>
                </c:pt>
                <c:pt idx="2075">
                  <c:v>5.78220568</c:v>
                </c:pt>
                <c:pt idx="2076">
                  <c:v>5.78545821</c:v>
                </c:pt>
                <c:pt idx="2077">
                  <c:v>5.78831028</c:v>
                </c:pt>
                <c:pt idx="2078">
                  <c:v>5.79179918</c:v>
                </c:pt>
                <c:pt idx="2079">
                  <c:v>5.79470986</c:v>
                </c:pt>
                <c:pt idx="2080">
                  <c:v>5.79789011</c:v>
                </c:pt>
                <c:pt idx="2081">
                  <c:v>5.80266049</c:v>
                </c:pt>
                <c:pt idx="2082">
                  <c:v>5.80553209</c:v>
                </c:pt>
                <c:pt idx="2083">
                  <c:v>5.80714176</c:v>
                </c:pt>
                <c:pt idx="2084">
                  <c:v>5.81035717</c:v>
                </c:pt>
                <c:pt idx="2085">
                  <c:v>5.814143</c:v>
                </c:pt>
                <c:pt idx="2086">
                  <c:v>5.81827264</c:v>
                </c:pt>
                <c:pt idx="2087">
                  <c:v>5.82023002</c:v>
                </c:pt>
                <c:pt idx="2088">
                  <c:v>5.82401585</c:v>
                </c:pt>
                <c:pt idx="2089">
                  <c:v>5.82752429</c:v>
                </c:pt>
                <c:pt idx="2090">
                  <c:v>5.83069672</c:v>
                </c:pt>
                <c:pt idx="2091">
                  <c:v>5.8338887</c:v>
                </c:pt>
                <c:pt idx="2092">
                  <c:v>5.83700644</c:v>
                </c:pt>
                <c:pt idx="2093">
                  <c:v>5.8402453</c:v>
                </c:pt>
                <c:pt idx="2094">
                  <c:v>5.84368732</c:v>
                </c:pt>
                <c:pt idx="2095">
                  <c:v>5.84530479</c:v>
                </c:pt>
                <c:pt idx="2096">
                  <c:v>5.84877416</c:v>
                </c:pt>
                <c:pt idx="2097">
                  <c:v>5.85222399</c:v>
                </c:pt>
                <c:pt idx="2098">
                  <c:v>5.85506238</c:v>
                </c:pt>
                <c:pt idx="2099">
                  <c:v>5.85883063</c:v>
                </c:pt>
                <c:pt idx="2100">
                  <c:v>5.86202261</c:v>
                </c:pt>
                <c:pt idx="2101">
                  <c:v>5.86514035</c:v>
                </c:pt>
                <c:pt idx="2102">
                  <c:v>5.86862925</c:v>
                </c:pt>
                <c:pt idx="2103">
                  <c:v>5.8714696</c:v>
                </c:pt>
                <c:pt idx="2104">
                  <c:v>5.87493896</c:v>
                </c:pt>
                <c:pt idx="2105">
                  <c:v>5.87804694</c:v>
                </c:pt>
                <c:pt idx="2106">
                  <c:v>5.88122719</c:v>
                </c:pt>
                <c:pt idx="2107">
                  <c:v>5.88433517</c:v>
                </c:pt>
                <c:pt idx="2108">
                  <c:v>5.88748416</c:v>
                </c:pt>
                <c:pt idx="2109">
                  <c:v>5.89060191</c:v>
                </c:pt>
                <c:pt idx="2110">
                  <c:v>5.89344225</c:v>
                </c:pt>
                <c:pt idx="2111">
                  <c:v>5.89654046</c:v>
                </c:pt>
                <c:pt idx="2112">
                  <c:v>5.8996582</c:v>
                </c:pt>
                <c:pt idx="2113">
                  <c:v>5.90247706</c:v>
                </c:pt>
                <c:pt idx="2114">
                  <c:v>5.90529983</c:v>
                </c:pt>
                <c:pt idx="2115">
                  <c:v>5.9087145</c:v>
                </c:pt>
                <c:pt idx="2116">
                  <c:v>5.91151187</c:v>
                </c:pt>
                <c:pt idx="2117">
                  <c:v>5.91461985</c:v>
                </c:pt>
                <c:pt idx="2118">
                  <c:v>5.91903274</c:v>
                </c:pt>
                <c:pt idx="2119">
                  <c:v>5.92242592</c:v>
                </c:pt>
                <c:pt idx="2120">
                  <c:v>5.92400628</c:v>
                </c:pt>
                <c:pt idx="2121">
                  <c:v>5.92742095</c:v>
                </c:pt>
                <c:pt idx="2122">
                  <c:v>5.93146073</c:v>
                </c:pt>
                <c:pt idx="2123">
                  <c:v>5.93456871</c:v>
                </c:pt>
                <c:pt idx="2124">
                  <c:v>5.93766496</c:v>
                </c:pt>
                <c:pt idx="2125">
                  <c:v>5.9407827</c:v>
                </c:pt>
                <c:pt idx="2126">
                  <c:v>5.94390044</c:v>
                </c:pt>
                <c:pt idx="2127">
                  <c:v>5.9470006</c:v>
                </c:pt>
                <c:pt idx="2128">
                  <c:v>5.94976477</c:v>
                </c:pt>
                <c:pt idx="2129">
                  <c:v>5.95228865</c:v>
                </c:pt>
                <c:pt idx="2130">
                  <c:v>5.9554064</c:v>
                </c:pt>
                <c:pt idx="2131">
                  <c:v>5.95849288</c:v>
                </c:pt>
                <c:pt idx="2132">
                  <c:v>5.96167313</c:v>
                </c:pt>
                <c:pt idx="2133">
                  <c:v>5.96513078</c:v>
                </c:pt>
                <c:pt idx="2134">
                  <c:v>5.96890098</c:v>
                </c:pt>
                <c:pt idx="2135">
                  <c:v>5.97208123</c:v>
                </c:pt>
                <c:pt idx="2136">
                  <c:v>5.97396047</c:v>
                </c:pt>
                <c:pt idx="2137">
                  <c:v>5.97715636</c:v>
                </c:pt>
                <c:pt idx="2138">
                  <c:v>5.98198339</c:v>
                </c:pt>
                <c:pt idx="2139">
                  <c:v>5.98487648</c:v>
                </c:pt>
                <c:pt idx="2140">
                  <c:v>5.98812706</c:v>
                </c:pt>
                <c:pt idx="2141">
                  <c:v>5.99103773</c:v>
                </c:pt>
                <c:pt idx="2142">
                  <c:v>5.99463212</c:v>
                </c:pt>
                <c:pt idx="2143">
                  <c:v>5.99824604</c:v>
                </c:pt>
                <c:pt idx="2144">
                  <c:v>6.00120751</c:v>
                </c:pt>
                <c:pt idx="2145">
                  <c:v>6.00380562</c:v>
                </c:pt>
                <c:pt idx="2146">
                  <c:v>6.00713629</c:v>
                </c:pt>
                <c:pt idx="2147">
                  <c:v>6.01078343</c:v>
                </c:pt>
                <c:pt idx="2148">
                  <c:v>6.01404963</c:v>
                </c:pt>
                <c:pt idx="2149">
                  <c:v>6.01776123</c:v>
                </c:pt>
                <c:pt idx="2150">
                  <c:v>6.02072465</c:v>
                </c:pt>
                <c:pt idx="2151">
                  <c:v>6.02369979</c:v>
                </c:pt>
                <c:pt idx="2152">
                  <c:v>6.02741138</c:v>
                </c:pt>
                <c:pt idx="2153">
                  <c:v>6.03040996</c:v>
                </c:pt>
                <c:pt idx="2154">
                  <c:v>6.03379533</c:v>
                </c:pt>
                <c:pt idx="2155">
                  <c:v>6.03749325</c:v>
                </c:pt>
                <c:pt idx="2156">
                  <c:v>6.04081806</c:v>
                </c:pt>
                <c:pt idx="2157">
                  <c:v>6.04385376</c:v>
                </c:pt>
                <c:pt idx="2158">
                  <c:v>6.04686015</c:v>
                </c:pt>
                <c:pt idx="2159">
                  <c:v>6.0495325</c:v>
                </c:pt>
                <c:pt idx="2160">
                  <c:v>6.05324996</c:v>
                </c:pt>
                <c:pt idx="2161">
                  <c:v>6.05799495</c:v>
                </c:pt>
                <c:pt idx="2162">
                  <c:v>6.06133538</c:v>
                </c:pt>
                <c:pt idx="2163">
                  <c:v>6.06475005</c:v>
                </c:pt>
                <c:pt idx="2164">
                  <c:v>6.06846165</c:v>
                </c:pt>
                <c:pt idx="2165">
                  <c:v>6.07016312</c:v>
                </c:pt>
                <c:pt idx="2166">
                  <c:v>6.07388058</c:v>
                </c:pt>
                <c:pt idx="2167">
                  <c:v>6.07861971</c:v>
                </c:pt>
                <c:pt idx="2168">
                  <c:v>6.0806435</c:v>
                </c:pt>
                <c:pt idx="2169">
                  <c:v>6.08404059</c:v>
                </c:pt>
                <c:pt idx="2170">
                  <c:v>6.0873908</c:v>
                </c:pt>
                <c:pt idx="2171">
                  <c:v>6.09047338</c:v>
                </c:pt>
                <c:pt idx="2172">
                  <c:v>6.09517148</c:v>
                </c:pt>
                <c:pt idx="2173">
                  <c:v>6.09822866</c:v>
                </c:pt>
                <c:pt idx="2174">
                  <c:v>6.10194026</c:v>
                </c:pt>
                <c:pt idx="2175">
                  <c:v>6.10468684</c:v>
                </c:pt>
                <c:pt idx="2176">
                  <c:v>6.10839844</c:v>
                </c:pt>
                <c:pt idx="2177">
                  <c:v>6.11143413</c:v>
                </c:pt>
                <c:pt idx="2178">
                  <c:v>6.11515354</c:v>
                </c:pt>
                <c:pt idx="2179">
                  <c:v>6.11790013</c:v>
                </c:pt>
                <c:pt idx="2180">
                  <c:v>6.12191451</c:v>
                </c:pt>
                <c:pt idx="2181">
                  <c:v>6.12495216</c:v>
                </c:pt>
                <c:pt idx="2182">
                  <c:v>6.1279859</c:v>
                </c:pt>
                <c:pt idx="2183">
                  <c:v>6.13207843</c:v>
                </c:pt>
                <c:pt idx="2184">
                  <c:v>6.13541887</c:v>
                </c:pt>
                <c:pt idx="2185">
                  <c:v>6.13882768</c:v>
                </c:pt>
                <c:pt idx="2186">
                  <c:v>6.14222476</c:v>
                </c:pt>
                <c:pt idx="2187">
                  <c:v>6.14521748</c:v>
                </c:pt>
                <c:pt idx="2188">
                  <c:v>6.14858527</c:v>
                </c:pt>
                <c:pt idx="2189">
                  <c:v>6.15198236</c:v>
                </c:pt>
                <c:pt idx="2190">
                  <c:v>6.15530717</c:v>
                </c:pt>
                <c:pt idx="2191">
                  <c:v>6.15865347</c:v>
                </c:pt>
                <c:pt idx="2192">
                  <c:v>6.16206814</c:v>
                </c:pt>
                <c:pt idx="2193">
                  <c:v>6.16474049</c:v>
                </c:pt>
                <c:pt idx="2194">
                  <c:v>6.16971403</c:v>
                </c:pt>
                <c:pt idx="2195">
                  <c:v>6.17272628</c:v>
                </c:pt>
                <c:pt idx="2196">
                  <c:v>6.17641248</c:v>
                </c:pt>
                <c:pt idx="2197">
                  <c:v>6.17943841</c:v>
                </c:pt>
                <c:pt idx="2198">
                  <c:v>6.18277885</c:v>
                </c:pt>
                <c:pt idx="2199">
                  <c:v>6.18443539</c:v>
                </c:pt>
                <c:pt idx="2200">
                  <c:v>6.18975665</c:v>
                </c:pt>
                <c:pt idx="2201">
                  <c:v>6.1914464</c:v>
                </c:pt>
                <c:pt idx="2202">
                  <c:v>6.19607223</c:v>
                </c:pt>
                <c:pt idx="2203">
                  <c:v>6.19903564</c:v>
                </c:pt>
                <c:pt idx="2204">
                  <c:v>6.20200492</c:v>
                </c:pt>
                <c:pt idx="2205">
                  <c:v>6.20503476</c:v>
                </c:pt>
                <c:pt idx="2206">
                  <c:v>6.20831464</c:v>
                </c:pt>
                <c:pt idx="2207">
                  <c:v>6.21125071</c:v>
                </c:pt>
                <c:pt idx="2208">
                  <c:v>6.21492128</c:v>
                </c:pt>
                <c:pt idx="2209">
                  <c:v>6.21789056</c:v>
                </c:pt>
                <c:pt idx="2210">
                  <c:v>6.22281526</c:v>
                </c:pt>
                <c:pt idx="2211">
                  <c:v>6.22575915</c:v>
                </c:pt>
                <c:pt idx="2212">
                  <c:v>6.22932228</c:v>
                </c:pt>
                <c:pt idx="2213">
                  <c:v>6.23098273</c:v>
                </c:pt>
                <c:pt idx="2214">
                  <c:v>6.23423526</c:v>
                </c:pt>
                <c:pt idx="2215">
                  <c:v>6.23784919</c:v>
                </c:pt>
                <c:pt idx="2216">
                  <c:v>6.24142209</c:v>
                </c:pt>
                <c:pt idx="2217">
                  <c:v>6.24468829</c:v>
                </c:pt>
                <c:pt idx="2218">
                  <c:v>6.24758334</c:v>
                </c:pt>
                <c:pt idx="2219">
                  <c:v>6.2512207</c:v>
                </c:pt>
                <c:pt idx="2220">
                  <c:v>6.25411575</c:v>
                </c:pt>
                <c:pt idx="2221">
                  <c:v>6.25801488</c:v>
                </c:pt>
                <c:pt idx="2222">
                  <c:v>6.26094509</c:v>
                </c:pt>
                <c:pt idx="2223">
                  <c:v>6.26386944</c:v>
                </c:pt>
                <c:pt idx="2224">
                  <c:v>6.26676058</c:v>
                </c:pt>
                <c:pt idx="2225">
                  <c:v>6.27029831</c:v>
                </c:pt>
                <c:pt idx="2226">
                  <c:v>6.27319336</c:v>
                </c:pt>
                <c:pt idx="2227">
                  <c:v>6.27644589</c:v>
                </c:pt>
                <c:pt idx="2228">
                  <c:v>6.27998754</c:v>
                </c:pt>
                <c:pt idx="2229">
                  <c:v>6.28291774</c:v>
                </c:pt>
                <c:pt idx="2230">
                  <c:v>6.28610972</c:v>
                </c:pt>
                <c:pt idx="2231">
                  <c:v>6.28902235</c:v>
                </c:pt>
                <c:pt idx="2232">
                  <c:v>6.29256399</c:v>
                </c:pt>
                <c:pt idx="2233">
                  <c:v>6.29581652</c:v>
                </c:pt>
                <c:pt idx="2234">
                  <c:v>6.29939724</c:v>
                </c:pt>
                <c:pt idx="2235">
                  <c:v>6.3026107</c:v>
                </c:pt>
                <c:pt idx="2236">
                  <c:v>6.30548426</c:v>
                </c:pt>
                <c:pt idx="2237">
                  <c:v>6.3100124</c:v>
                </c:pt>
                <c:pt idx="2238">
                  <c:v>6.31193462</c:v>
                </c:pt>
                <c:pt idx="2239">
                  <c:v>6.31617366</c:v>
                </c:pt>
                <c:pt idx="2240">
                  <c:v>6.31936563</c:v>
                </c:pt>
                <c:pt idx="2241">
                  <c:v>6.32328234</c:v>
                </c:pt>
                <c:pt idx="2242">
                  <c:v>6.32612074</c:v>
                </c:pt>
                <c:pt idx="2243">
                  <c:v>6.32938694</c:v>
                </c:pt>
                <c:pt idx="2244">
                  <c:v>6.33260627</c:v>
                </c:pt>
                <c:pt idx="2245">
                  <c:v>6.33554819</c:v>
                </c:pt>
                <c:pt idx="2246">
                  <c:v>6.33838854</c:v>
                </c:pt>
                <c:pt idx="2247">
                  <c:v>6.34200637</c:v>
                </c:pt>
                <c:pt idx="2248">
                  <c:v>6.34549528</c:v>
                </c:pt>
                <c:pt idx="2249">
                  <c:v>6.34876148</c:v>
                </c:pt>
                <c:pt idx="2250">
                  <c:v>6.3519769</c:v>
                </c:pt>
                <c:pt idx="2251">
                  <c:v>6.35492273</c:v>
                </c:pt>
                <c:pt idx="2252">
                  <c:v>6.35811471</c:v>
                </c:pt>
                <c:pt idx="2253">
                  <c:v>6.3613731</c:v>
                </c:pt>
                <c:pt idx="2254">
                  <c:v>6.36427596</c:v>
                </c:pt>
                <c:pt idx="2255">
                  <c:v>6.36715538</c:v>
                </c:pt>
                <c:pt idx="2256">
                  <c:v>6.37073414</c:v>
                </c:pt>
                <c:pt idx="2257">
                  <c:v>6.37460006</c:v>
                </c:pt>
                <c:pt idx="2258">
                  <c:v>6.37785259</c:v>
                </c:pt>
                <c:pt idx="2259">
                  <c:v>6.37979043</c:v>
                </c:pt>
                <c:pt idx="2260">
                  <c:v>6.38464677</c:v>
                </c:pt>
                <c:pt idx="2261">
                  <c:v>6.38751056</c:v>
                </c:pt>
                <c:pt idx="2262">
                  <c:v>6.38981175</c:v>
                </c:pt>
                <c:pt idx="2263">
                  <c:v>6.39307795</c:v>
                </c:pt>
                <c:pt idx="2264">
                  <c:v>6.39599449</c:v>
                </c:pt>
                <c:pt idx="2265">
                  <c:v>6.39953613</c:v>
                </c:pt>
                <c:pt idx="2266">
                  <c:v>6.40278866</c:v>
                </c:pt>
                <c:pt idx="2267">
                  <c:v>6.4060412</c:v>
                </c:pt>
                <c:pt idx="2268">
                  <c:v>6.41022553</c:v>
                </c:pt>
                <c:pt idx="2269">
                  <c:v>6.41378867</c:v>
                </c:pt>
                <c:pt idx="2270">
                  <c:v>6.41673841</c:v>
                </c:pt>
                <c:pt idx="2271">
                  <c:v>6.41962955</c:v>
                </c:pt>
                <c:pt idx="2272">
                  <c:v>6.42254804</c:v>
                </c:pt>
                <c:pt idx="2273">
                  <c:v>6.42581424</c:v>
                </c:pt>
                <c:pt idx="2274">
                  <c:v>6.43004546</c:v>
                </c:pt>
                <c:pt idx="2275">
                  <c:v>6.43331167</c:v>
                </c:pt>
                <c:pt idx="2276">
                  <c:v>6.4362536</c:v>
                </c:pt>
                <c:pt idx="2277">
                  <c:v>6.43979524</c:v>
                </c:pt>
                <c:pt idx="2278">
                  <c:v>6.44304777</c:v>
                </c:pt>
                <c:pt idx="2279">
                  <c:v>6.44600533</c:v>
                </c:pt>
                <c:pt idx="2280">
                  <c:v>6.44926372</c:v>
                </c:pt>
                <c:pt idx="2281">
                  <c:v>6.45251625</c:v>
                </c:pt>
                <c:pt idx="2282">
                  <c:v>6.4547647</c:v>
                </c:pt>
                <c:pt idx="2283">
                  <c:v>6.45865992</c:v>
                </c:pt>
                <c:pt idx="2284">
                  <c:v>6.46198473</c:v>
                </c:pt>
                <c:pt idx="2285">
                  <c:v>6.46523727</c:v>
                </c:pt>
                <c:pt idx="2286">
                  <c:v>6.4674779</c:v>
                </c:pt>
                <c:pt idx="2287">
                  <c:v>6.47203144</c:v>
                </c:pt>
                <c:pt idx="2288">
                  <c:v>6.47528397</c:v>
                </c:pt>
                <c:pt idx="2289">
                  <c:v>6.4788979</c:v>
                </c:pt>
                <c:pt idx="2290">
                  <c:v>6.48178513</c:v>
                </c:pt>
                <c:pt idx="2291">
                  <c:v>6.48505134</c:v>
                </c:pt>
                <c:pt idx="2292">
                  <c:v>6.4886887</c:v>
                </c:pt>
                <c:pt idx="2293">
                  <c:v>6.49161891</c:v>
                </c:pt>
                <c:pt idx="2294">
                  <c:v>6.49447879</c:v>
                </c:pt>
                <c:pt idx="2295">
                  <c:v>6.49841309</c:v>
                </c:pt>
                <c:pt idx="2296">
                  <c:v>6.50138236</c:v>
                </c:pt>
                <c:pt idx="2297">
                  <c:v>6.50331239</c:v>
                </c:pt>
                <c:pt idx="2298">
                  <c:v>6.50687553</c:v>
                </c:pt>
                <c:pt idx="2299">
                  <c:v>6.5111341</c:v>
                </c:pt>
                <c:pt idx="2300">
                  <c:v>6.51431435</c:v>
                </c:pt>
                <c:pt idx="2301">
                  <c:v>6.51727777</c:v>
                </c:pt>
                <c:pt idx="2302">
                  <c:v>6.52016305</c:v>
                </c:pt>
                <c:pt idx="2303">
                  <c:v>6.52372618</c:v>
                </c:pt>
                <c:pt idx="2304">
                  <c:v>6.52667397</c:v>
                </c:pt>
                <c:pt idx="2305">
                  <c:v>6.5295905</c:v>
                </c:pt>
                <c:pt idx="2306">
                  <c:v>6.53641984</c:v>
                </c:pt>
                <c:pt idx="2307">
                  <c:v>6.53961182</c:v>
                </c:pt>
                <c:pt idx="2308">
                  <c:v>6.54286435</c:v>
                </c:pt>
                <c:pt idx="2309">
                  <c:v>6.54611688</c:v>
                </c:pt>
                <c:pt idx="2310">
                  <c:v>6.54903927</c:v>
                </c:pt>
                <c:pt idx="2311">
                  <c:v>6.55193432</c:v>
                </c:pt>
                <c:pt idx="2312">
                  <c:v>6.55520053</c:v>
                </c:pt>
                <c:pt idx="2313">
                  <c:v>6.55804283</c:v>
                </c:pt>
                <c:pt idx="2314">
                  <c:v>6.56195563</c:v>
                </c:pt>
                <c:pt idx="2315">
                  <c:v>6.56613802</c:v>
                </c:pt>
                <c:pt idx="2316">
                  <c:v>6.56811688</c:v>
                </c:pt>
                <c:pt idx="2317">
                  <c:v>6.57130886</c:v>
                </c:pt>
                <c:pt idx="2318">
                  <c:v>6.57777485</c:v>
                </c:pt>
                <c:pt idx="2319">
                  <c:v>6.58133017</c:v>
                </c:pt>
                <c:pt idx="2320">
                  <c:v>6.58493042</c:v>
                </c:pt>
                <c:pt idx="2321">
                  <c:v>6.58815951</c:v>
                </c:pt>
                <c:pt idx="2322">
                  <c:v>6.59135148</c:v>
                </c:pt>
                <c:pt idx="2323">
                  <c:v>6.59461769</c:v>
                </c:pt>
                <c:pt idx="2324">
                  <c:v>6.59818082</c:v>
                </c:pt>
                <c:pt idx="2325">
                  <c:v>6.6013728</c:v>
                </c:pt>
                <c:pt idx="2326">
                  <c:v>6.604639</c:v>
                </c:pt>
                <c:pt idx="2327">
                  <c:v>6.6084932</c:v>
                </c:pt>
                <c:pt idx="2328">
                  <c:v>6.61005793</c:v>
                </c:pt>
                <c:pt idx="2329">
                  <c:v>6.61332414</c:v>
                </c:pt>
                <c:pt idx="2330">
                  <c:v>6.61651611</c:v>
                </c:pt>
                <c:pt idx="2331">
                  <c:v>6.62134119</c:v>
                </c:pt>
                <c:pt idx="2332">
                  <c:v>6.6229489</c:v>
                </c:pt>
                <c:pt idx="2333">
                  <c:v>6.62616627</c:v>
                </c:pt>
                <c:pt idx="2334">
                  <c:v>6.62974307</c:v>
                </c:pt>
                <c:pt idx="2335">
                  <c:v>6.63262445</c:v>
                </c:pt>
                <c:pt idx="2336">
                  <c:v>6.63581447</c:v>
                </c:pt>
                <c:pt idx="2337">
                  <c:v>6.6397175</c:v>
                </c:pt>
                <c:pt idx="2338">
                  <c:v>6.64289776</c:v>
                </c:pt>
                <c:pt idx="2339">
                  <c:v>6.6464394</c:v>
                </c:pt>
                <c:pt idx="2340">
                  <c:v>6.64932663</c:v>
                </c:pt>
                <c:pt idx="2341">
                  <c:v>6.65287219</c:v>
                </c:pt>
                <c:pt idx="2342">
                  <c:v>6.65641383</c:v>
                </c:pt>
                <c:pt idx="2343">
                  <c:v>6.65959408</c:v>
                </c:pt>
                <c:pt idx="2344">
                  <c:v>6.66277434</c:v>
                </c:pt>
                <c:pt idx="2345">
                  <c:v>6.66501497</c:v>
                </c:pt>
                <c:pt idx="2346">
                  <c:v>6.66949624</c:v>
                </c:pt>
                <c:pt idx="2347">
                  <c:v>6.67241277</c:v>
                </c:pt>
                <c:pt idx="2348">
                  <c:v>6.67493666</c:v>
                </c:pt>
                <c:pt idx="2349">
                  <c:v>6.67816965</c:v>
                </c:pt>
                <c:pt idx="2350">
                  <c:v>6.68169176</c:v>
                </c:pt>
                <c:pt idx="2351">
                  <c:v>6.68518066</c:v>
                </c:pt>
                <c:pt idx="2352">
                  <c:v>6.68865003</c:v>
                </c:pt>
                <c:pt idx="2353">
                  <c:v>6.69183028</c:v>
                </c:pt>
                <c:pt idx="2354">
                  <c:v>6.69342041</c:v>
                </c:pt>
                <c:pt idx="2355">
                  <c:v>6.69787433</c:v>
                </c:pt>
                <c:pt idx="2356">
                  <c:v>6.70136323</c:v>
                </c:pt>
                <c:pt idx="2357">
                  <c:v>6.70296117</c:v>
                </c:pt>
                <c:pt idx="2358">
                  <c:v>6.70744243</c:v>
                </c:pt>
                <c:pt idx="2359">
                  <c:v>6.71056799</c:v>
                </c:pt>
                <c:pt idx="2360">
                  <c:v>6.71344155</c:v>
                </c:pt>
                <c:pt idx="2361">
                  <c:v>6.7166218</c:v>
                </c:pt>
                <c:pt idx="2362">
                  <c:v>6.71886243</c:v>
                </c:pt>
                <c:pt idx="2363">
                  <c:v>6.72197041</c:v>
                </c:pt>
                <c:pt idx="2364">
                  <c:v>6.72645167</c:v>
                </c:pt>
                <c:pt idx="2365">
                  <c:v>6.72862003</c:v>
                </c:pt>
                <c:pt idx="2366">
                  <c:v>6.73180028</c:v>
                </c:pt>
                <c:pt idx="2367">
                  <c:v>6.73461914</c:v>
                </c:pt>
                <c:pt idx="2368">
                  <c:v>6.73936999</c:v>
                </c:pt>
                <c:pt idx="2369">
                  <c:v>6.74256196</c:v>
                </c:pt>
                <c:pt idx="2370">
                  <c:v>6.74408762</c:v>
                </c:pt>
                <c:pt idx="2371">
                  <c:v>6.74755699</c:v>
                </c:pt>
                <c:pt idx="2372">
                  <c:v>6.75073724</c:v>
                </c:pt>
                <c:pt idx="2373">
                  <c:v>6.75481023</c:v>
                </c:pt>
                <c:pt idx="2374">
                  <c:v>6.75796509</c:v>
                </c:pt>
                <c:pt idx="2375">
                  <c:v>6.75956107</c:v>
                </c:pt>
                <c:pt idx="2376">
                  <c:v>6.76432559</c:v>
                </c:pt>
                <c:pt idx="2377">
                  <c:v>6.76779496</c:v>
                </c:pt>
                <c:pt idx="2378">
                  <c:v>6.77062163</c:v>
                </c:pt>
                <c:pt idx="2379">
                  <c:v>6.77373938</c:v>
                </c:pt>
                <c:pt idx="2380">
                  <c:v>6.77722828</c:v>
                </c:pt>
                <c:pt idx="2381">
                  <c:v>6.78001002</c:v>
                </c:pt>
                <c:pt idx="2382">
                  <c:v>6.78188926</c:v>
                </c:pt>
                <c:pt idx="2383">
                  <c:v>6.78509686</c:v>
                </c:pt>
                <c:pt idx="2384">
                  <c:v>6.78821461</c:v>
                </c:pt>
                <c:pt idx="2385">
                  <c:v>6.79133235</c:v>
                </c:pt>
                <c:pt idx="2386">
                  <c:v>6.79482125</c:v>
                </c:pt>
                <c:pt idx="2387">
                  <c:v>6.79793899</c:v>
                </c:pt>
                <c:pt idx="2388">
                  <c:v>6.80046288</c:v>
                </c:pt>
                <c:pt idx="2389">
                  <c:v>6.80386192</c:v>
                </c:pt>
                <c:pt idx="2390">
                  <c:v>6.80733129</c:v>
                </c:pt>
                <c:pt idx="2391">
                  <c:v>6.81043926</c:v>
                </c:pt>
                <c:pt idx="2392">
                  <c:v>6.81323077</c:v>
                </c:pt>
                <c:pt idx="2393">
                  <c:v>6.81665521</c:v>
                </c:pt>
                <c:pt idx="2394">
                  <c:v>6.82102513</c:v>
                </c:pt>
                <c:pt idx="2395">
                  <c:v>6.82388306</c:v>
                </c:pt>
                <c:pt idx="2396">
                  <c:v>6.82666675</c:v>
                </c:pt>
                <c:pt idx="2397">
                  <c:v>6.83002673</c:v>
                </c:pt>
                <c:pt idx="2398">
                  <c:v>6.83193722</c:v>
                </c:pt>
                <c:pt idx="2399">
                  <c:v>6.83530306</c:v>
                </c:pt>
                <c:pt idx="2400">
                  <c:v>6.83876656</c:v>
                </c:pt>
                <c:pt idx="2401">
                  <c:v>6.84180812</c:v>
                </c:pt>
                <c:pt idx="2402">
                  <c:v>6.84491609</c:v>
                </c:pt>
                <c:pt idx="2403">
                  <c:v>6.84804556</c:v>
                </c:pt>
                <c:pt idx="2404">
                  <c:v>6.85108907</c:v>
                </c:pt>
                <c:pt idx="2405">
                  <c:v>6.85387862</c:v>
                </c:pt>
                <c:pt idx="2406">
                  <c:v>6.85762148</c:v>
                </c:pt>
                <c:pt idx="2407">
                  <c:v>6.86038369</c:v>
                </c:pt>
                <c:pt idx="2408">
                  <c:v>6.86311464</c:v>
                </c:pt>
                <c:pt idx="2409">
                  <c:v>6.86623824</c:v>
                </c:pt>
                <c:pt idx="2410">
                  <c:v>6.86957282</c:v>
                </c:pt>
                <c:pt idx="2411">
                  <c:v>6.87269056</c:v>
                </c:pt>
                <c:pt idx="2412">
                  <c:v>6.876031</c:v>
                </c:pt>
                <c:pt idx="2413">
                  <c:v>6.87907451</c:v>
                </c:pt>
                <c:pt idx="2414">
                  <c:v>6.88185039</c:v>
                </c:pt>
                <c:pt idx="2415">
                  <c:v>6.88553269</c:v>
                </c:pt>
                <c:pt idx="2416">
                  <c:v>6.88886141</c:v>
                </c:pt>
                <c:pt idx="2417">
                  <c:v>6.89131887</c:v>
                </c:pt>
                <c:pt idx="2418">
                  <c:v>6.89436629</c:v>
                </c:pt>
                <c:pt idx="2419">
                  <c:v>6.89767938</c:v>
                </c:pt>
                <c:pt idx="2420">
                  <c:v>6.90071508</c:v>
                </c:pt>
                <c:pt idx="2421">
                  <c:v>6.90411216</c:v>
                </c:pt>
                <c:pt idx="2422">
                  <c:v>6.90649735</c:v>
                </c:pt>
                <c:pt idx="2423">
                  <c:v>6.90921268</c:v>
                </c:pt>
                <c:pt idx="2424">
                  <c:v>6.91255312</c:v>
                </c:pt>
                <c:pt idx="2425">
                  <c:v>6.91559663</c:v>
                </c:pt>
                <c:pt idx="2426">
                  <c:v>6.91864014</c:v>
                </c:pt>
                <c:pt idx="2427">
                  <c:v>6.92196495</c:v>
                </c:pt>
                <c:pt idx="2428">
                  <c:v>6.92528976</c:v>
                </c:pt>
                <c:pt idx="2429">
                  <c:v>6.92680565</c:v>
                </c:pt>
                <c:pt idx="2430">
                  <c:v>6.93044302</c:v>
                </c:pt>
                <c:pt idx="2431">
                  <c:v>6.93345722</c:v>
                </c:pt>
                <c:pt idx="2432">
                  <c:v>6.93615888</c:v>
                </c:pt>
                <c:pt idx="2433">
                  <c:v>6.93887811</c:v>
                </c:pt>
                <c:pt idx="2434">
                  <c:v>6.94306245</c:v>
                </c:pt>
                <c:pt idx="2435">
                  <c:v>6.94639507</c:v>
                </c:pt>
                <c:pt idx="2436">
                  <c:v>6.94914947</c:v>
                </c:pt>
                <c:pt idx="2437">
                  <c:v>6.95181596</c:v>
                </c:pt>
                <c:pt idx="2438">
                  <c:v>6.95456254</c:v>
                </c:pt>
                <c:pt idx="2439">
                  <c:v>6.95724075</c:v>
                </c:pt>
                <c:pt idx="2440">
                  <c:v>6.96028426</c:v>
                </c:pt>
                <c:pt idx="2441">
                  <c:v>6.96355046</c:v>
                </c:pt>
                <c:pt idx="2442">
                  <c:v>6.96659397</c:v>
                </c:pt>
                <c:pt idx="2443">
                  <c:v>6.96930735</c:v>
                </c:pt>
                <c:pt idx="2444">
                  <c:v>6.97227076</c:v>
                </c:pt>
                <c:pt idx="2445">
                  <c:v>6.97559557</c:v>
                </c:pt>
                <c:pt idx="2446">
                  <c:v>6.97863127</c:v>
                </c:pt>
                <c:pt idx="2447">
                  <c:v>6.98158883</c:v>
                </c:pt>
                <c:pt idx="2448">
                  <c:v>6.9849195</c:v>
                </c:pt>
                <c:pt idx="2449">
                  <c:v>6.98788292</c:v>
                </c:pt>
                <c:pt idx="2450">
                  <c:v>6.99120773</c:v>
                </c:pt>
                <c:pt idx="2451">
                  <c:v>6.99391133</c:v>
                </c:pt>
                <c:pt idx="2452">
                  <c:v>6.99720684</c:v>
                </c:pt>
                <c:pt idx="2453">
                  <c:v>7.00014681</c:v>
                </c:pt>
                <c:pt idx="2454">
                  <c:v>7.00284456</c:v>
                </c:pt>
                <c:pt idx="2455">
                  <c:v>7.00556575</c:v>
                </c:pt>
                <c:pt idx="2456">
                  <c:v>7.00883195</c:v>
                </c:pt>
                <c:pt idx="2457">
                  <c:v>7.01448139</c:v>
                </c:pt>
                <c:pt idx="2458">
                  <c:v>7.01744481</c:v>
                </c:pt>
                <c:pt idx="2459">
                  <c:v>7.02041214</c:v>
                </c:pt>
                <c:pt idx="2460">
                  <c:v>7.02366076</c:v>
                </c:pt>
                <c:pt idx="2461">
                  <c:v>7.02691329</c:v>
                </c:pt>
                <c:pt idx="2462">
                  <c:v>7.0296169</c:v>
                </c:pt>
                <c:pt idx="2463">
                  <c:v>7.03284013</c:v>
                </c:pt>
                <c:pt idx="2464">
                  <c:v>7.0349362</c:v>
                </c:pt>
                <c:pt idx="2465">
                  <c:v>7.03874743</c:v>
                </c:pt>
                <c:pt idx="2466">
                  <c:v>7.0417167</c:v>
                </c:pt>
                <c:pt idx="2467">
                  <c:v>7.04462152</c:v>
                </c:pt>
                <c:pt idx="2468">
                  <c:v>7.04758494</c:v>
                </c:pt>
                <c:pt idx="2469">
                  <c:v>7.05047607</c:v>
                </c:pt>
                <c:pt idx="2470">
                  <c:v>7.05344535</c:v>
                </c:pt>
                <c:pt idx="2471">
                  <c:v>7.05522692</c:v>
                </c:pt>
                <c:pt idx="2472">
                  <c:v>7.05930968</c:v>
                </c:pt>
                <c:pt idx="2473">
                  <c:v>7.06225747</c:v>
                </c:pt>
                <c:pt idx="2474">
                  <c:v>7.06487707</c:v>
                </c:pt>
                <c:pt idx="2475">
                  <c:v>7.06753379</c:v>
                </c:pt>
                <c:pt idx="2476">
                  <c:v>7.07103832</c:v>
                </c:pt>
                <c:pt idx="2477">
                  <c:v>7.07393337</c:v>
                </c:pt>
                <c:pt idx="2478">
                  <c:v>7.0765686</c:v>
                </c:pt>
                <c:pt idx="2479">
                  <c:v>7.08009462</c:v>
                </c:pt>
                <c:pt idx="2480">
                  <c:v>7.08148354</c:v>
                </c:pt>
                <c:pt idx="2481">
                  <c:v>7.08444696</c:v>
                </c:pt>
                <c:pt idx="2482">
                  <c:v>7.08762721</c:v>
                </c:pt>
                <c:pt idx="2483">
                  <c:v>7.09085825</c:v>
                </c:pt>
                <c:pt idx="2484">
                  <c:v>7.0937533</c:v>
                </c:pt>
                <c:pt idx="2485">
                  <c:v>7.09666202</c:v>
                </c:pt>
                <c:pt idx="2486">
                  <c:v>7.09955316</c:v>
                </c:pt>
                <c:pt idx="2487">
                  <c:v>7.1024443</c:v>
                </c:pt>
                <c:pt idx="2488">
                  <c:v>7.10562455</c:v>
                </c:pt>
                <c:pt idx="2489">
                  <c:v>7.10851569</c:v>
                </c:pt>
                <c:pt idx="2490">
                  <c:v>7.11112357</c:v>
                </c:pt>
                <c:pt idx="2491">
                  <c:v>7.11371974</c:v>
                </c:pt>
                <c:pt idx="2492">
                  <c:v>7.11682771</c:v>
                </c:pt>
                <c:pt idx="2493">
                  <c:v>7.11971885</c:v>
                </c:pt>
                <c:pt idx="2494">
                  <c:v>7.12203176</c:v>
                </c:pt>
                <c:pt idx="2495">
                  <c:v>7.12521202</c:v>
                </c:pt>
                <c:pt idx="2496">
                  <c:v>7.12810316</c:v>
                </c:pt>
                <c:pt idx="2497">
                  <c:v>7.13092202</c:v>
                </c:pt>
                <c:pt idx="2498">
                  <c:v>7.13242814</c:v>
                </c:pt>
                <c:pt idx="2499">
                  <c:v>7.14241429</c:v>
                </c:pt>
                <c:pt idx="2500">
                  <c:v>7.14497334</c:v>
                </c:pt>
                <c:pt idx="2501">
                  <c:v>7.14783518</c:v>
                </c:pt>
                <c:pt idx="2502">
                  <c:v>7.15188277</c:v>
                </c:pt>
                <c:pt idx="2503">
                  <c:v>7.15447503</c:v>
                </c:pt>
                <c:pt idx="2504">
                  <c:v>7.15961657</c:v>
                </c:pt>
                <c:pt idx="2505">
                  <c:v>7.16271478</c:v>
                </c:pt>
                <c:pt idx="2506">
                  <c:v>7.16560982</c:v>
                </c:pt>
                <c:pt idx="2507">
                  <c:v>7.16843454</c:v>
                </c:pt>
                <c:pt idx="2508">
                  <c:v>7.17102876</c:v>
                </c:pt>
                <c:pt idx="2509">
                  <c:v>7.17356632</c:v>
                </c:pt>
                <c:pt idx="2510">
                  <c:v>7.17644769</c:v>
                </c:pt>
                <c:pt idx="2511">
                  <c:v>7.17956543</c:v>
                </c:pt>
                <c:pt idx="2512">
                  <c:v>7.18208932</c:v>
                </c:pt>
                <c:pt idx="2513">
                  <c:v>7.18498632</c:v>
                </c:pt>
                <c:pt idx="2514">
                  <c:v>7.1881021</c:v>
                </c:pt>
                <c:pt idx="2515">
                  <c:v>7.19092292</c:v>
                </c:pt>
                <c:pt idx="2516">
                  <c:v>7.19404066</c:v>
                </c:pt>
                <c:pt idx="2517">
                  <c:v>7.19662315</c:v>
                </c:pt>
                <c:pt idx="2518">
                  <c:v>7.19916266</c:v>
                </c:pt>
                <c:pt idx="2519">
                  <c:v>7.20228041</c:v>
                </c:pt>
                <c:pt idx="2520">
                  <c:v>7.2062147</c:v>
                </c:pt>
                <c:pt idx="2521">
                  <c:v>7.20876593</c:v>
                </c:pt>
                <c:pt idx="2522">
                  <c:v>7.21078973</c:v>
                </c:pt>
                <c:pt idx="2523">
                  <c:v>7.21476505</c:v>
                </c:pt>
                <c:pt idx="2524">
                  <c:v>7.21616178</c:v>
                </c:pt>
                <c:pt idx="2525">
                  <c:v>7.220393</c:v>
                </c:pt>
                <c:pt idx="2526">
                  <c:v>7.22293251</c:v>
                </c:pt>
                <c:pt idx="2527">
                  <c:v>7.225515</c:v>
                </c:pt>
                <c:pt idx="2528">
                  <c:v>7.22828112</c:v>
                </c:pt>
                <c:pt idx="2529">
                  <c:v>7.23117226</c:v>
                </c:pt>
                <c:pt idx="2530">
                  <c:v>7.23399112</c:v>
                </c:pt>
                <c:pt idx="2531">
                  <c:v>7.23650133</c:v>
                </c:pt>
                <c:pt idx="2532">
                  <c:v>7.23961907</c:v>
                </c:pt>
                <c:pt idx="2533">
                  <c:v>7.24243989</c:v>
                </c:pt>
                <c:pt idx="2534">
                  <c:v>7.24526656</c:v>
                </c:pt>
                <c:pt idx="2535">
                  <c:v>7.24808542</c:v>
                </c:pt>
                <c:pt idx="2536">
                  <c:v>7.25112503</c:v>
                </c:pt>
                <c:pt idx="2537">
                  <c:v>7.25365087</c:v>
                </c:pt>
                <c:pt idx="2538">
                  <c:v>7.25675884</c:v>
                </c:pt>
                <c:pt idx="2539">
                  <c:v>7.25899947</c:v>
                </c:pt>
                <c:pt idx="2540">
                  <c:v>7.26181833</c:v>
                </c:pt>
                <c:pt idx="2541">
                  <c:v>7.26322483</c:v>
                </c:pt>
                <c:pt idx="2542">
                  <c:v>7.2699858</c:v>
                </c:pt>
                <c:pt idx="2543">
                  <c:v>7.27244327</c:v>
                </c:pt>
                <c:pt idx="2544">
                  <c:v>7.27554734</c:v>
                </c:pt>
                <c:pt idx="2545">
                  <c:v>7.27836815</c:v>
                </c:pt>
                <c:pt idx="2546">
                  <c:v>7.28111473</c:v>
                </c:pt>
                <c:pt idx="2547">
                  <c:v>7.28451377</c:v>
                </c:pt>
                <c:pt idx="2548">
                  <c:v>7.28726036</c:v>
                </c:pt>
                <c:pt idx="2549">
                  <c:v>7.28979987</c:v>
                </c:pt>
                <c:pt idx="2550">
                  <c:v>7.29260896</c:v>
                </c:pt>
                <c:pt idx="2551">
                  <c:v>7.29535555</c:v>
                </c:pt>
                <c:pt idx="2552">
                  <c:v>7.29677767</c:v>
                </c:pt>
                <c:pt idx="2553">
                  <c:v>7.30070415</c:v>
                </c:pt>
                <c:pt idx="2554">
                  <c:v>7.30375548</c:v>
                </c:pt>
                <c:pt idx="2555">
                  <c:v>7.30677554</c:v>
                </c:pt>
                <c:pt idx="2556">
                  <c:v>7.30988352</c:v>
                </c:pt>
                <c:pt idx="2557">
                  <c:v>7.3126301</c:v>
                </c:pt>
                <c:pt idx="2558">
                  <c:v>7.31511296</c:v>
                </c:pt>
                <c:pt idx="2559">
                  <c:v>7.31790643</c:v>
                </c:pt>
                <c:pt idx="2560">
                  <c:v>7.32097729</c:v>
                </c:pt>
                <c:pt idx="2561">
                  <c:v>7.32368871</c:v>
                </c:pt>
                <c:pt idx="2562">
                  <c:v>7.32650757</c:v>
                </c:pt>
                <c:pt idx="2563">
                  <c:v>7.32925415</c:v>
                </c:pt>
                <c:pt idx="2564">
                  <c:v>7.33174092</c:v>
                </c:pt>
                <c:pt idx="2565">
                  <c:v>7.33453048</c:v>
                </c:pt>
                <c:pt idx="2566">
                  <c:v>7.33727706</c:v>
                </c:pt>
                <c:pt idx="2567">
                  <c:v>7.34002364</c:v>
                </c:pt>
                <c:pt idx="2568">
                  <c:v>7.34277023</c:v>
                </c:pt>
                <c:pt idx="2569">
                  <c:v>7.34529997</c:v>
                </c:pt>
                <c:pt idx="2570">
                  <c:v>7.34829464</c:v>
                </c:pt>
                <c:pt idx="2571">
                  <c:v>7.35133815</c:v>
                </c:pt>
                <c:pt idx="2572">
                  <c:v>7.35408474</c:v>
                </c:pt>
                <c:pt idx="2573">
                  <c:v>7.35519822</c:v>
                </c:pt>
                <c:pt idx="2574">
                  <c:v>7.36262141</c:v>
                </c:pt>
                <c:pt idx="2575">
                  <c:v>7.3640201</c:v>
                </c:pt>
                <c:pt idx="2576">
                  <c:v>7.36705579</c:v>
                </c:pt>
                <c:pt idx="2577">
                  <c:v>7.36980237</c:v>
                </c:pt>
                <c:pt idx="2578">
                  <c:v>7.37254896</c:v>
                </c:pt>
                <c:pt idx="2579">
                  <c:v>7.37524084</c:v>
                </c:pt>
                <c:pt idx="2580">
                  <c:v>7.37883718</c:v>
                </c:pt>
                <c:pt idx="2581">
                  <c:v>7.38158377</c:v>
                </c:pt>
                <c:pt idx="2582">
                  <c:v>7.38454718</c:v>
                </c:pt>
                <c:pt idx="2583">
                  <c:v>7.38704372</c:v>
                </c:pt>
                <c:pt idx="2584">
                  <c:v>7.3897903</c:v>
                </c:pt>
                <c:pt idx="2585">
                  <c:v>7.39112648</c:v>
                </c:pt>
                <c:pt idx="2586">
                  <c:v>7.39661964</c:v>
                </c:pt>
                <c:pt idx="2587">
                  <c:v>7.40174946</c:v>
                </c:pt>
                <c:pt idx="2588">
                  <c:v>7.40612133</c:v>
                </c:pt>
                <c:pt idx="2589">
                  <c:v>7.40886791</c:v>
                </c:pt>
                <c:pt idx="2590">
                  <c:v>7.41154026</c:v>
                </c:pt>
                <c:pt idx="2591">
                  <c:v>7.41316946</c:v>
                </c:pt>
                <c:pt idx="2592">
                  <c:v>7.41591604</c:v>
                </c:pt>
                <c:pt idx="2593">
                  <c:v>7.41725612</c:v>
                </c:pt>
                <c:pt idx="2594">
                  <c:v>7.42237813</c:v>
                </c:pt>
                <c:pt idx="2595">
                  <c:v>7.42538452</c:v>
                </c:pt>
                <c:pt idx="2596">
                  <c:v>7.42675781</c:v>
                </c:pt>
                <c:pt idx="2597">
                  <c:v>7.43076634</c:v>
                </c:pt>
                <c:pt idx="2598">
                  <c:v>7.43326288</c:v>
                </c:pt>
                <c:pt idx="2599">
                  <c:v>7.43566565</c:v>
                </c:pt>
                <c:pt idx="2600">
                  <c:v>7.4389006</c:v>
                </c:pt>
                <c:pt idx="2601">
                  <c:v>7.44026803</c:v>
                </c:pt>
                <c:pt idx="2602">
                  <c:v>7.44190113</c:v>
                </c:pt>
                <c:pt idx="2603">
                  <c:v>7.44702313</c:v>
                </c:pt>
                <c:pt idx="2604">
                  <c:v>7.44945325</c:v>
                </c:pt>
                <c:pt idx="2605">
                  <c:v>7.45104338</c:v>
                </c:pt>
                <c:pt idx="2606">
                  <c:v>7.4540068</c:v>
                </c:pt>
                <c:pt idx="2607">
                  <c:v>7.45756407</c:v>
                </c:pt>
                <c:pt idx="2608">
                  <c:v>7.46023642</c:v>
                </c:pt>
                <c:pt idx="2609">
                  <c:v>7.4615726</c:v>
                </c:pt>
                <c:pt idx="2610">
                  <c:v>7.46773971</c:v>
                </c:pt>
                <c:pt idx="2611">
                  <c:v>7.47070312</c:v>
                </c:pt>
                <c:pt idx="2612">
                  <c:v>7.47395566</c:v>
                </c:pt>
                <c:pt idx="2613">
                  <c:v>7.47612401</c:v>
                </c:pt>
                <c:pt idx="2614">
                  <c:v>7.47800325</c:v>
                </c:pt>
                <c:pt idx="2615">
                  <c:v>7.48094713</c:v>
                </c:pt>
                <c:pt idx="2616">
                  <c:v>7.48599491</c:v>
                </c:pt>
                <c:pt idx="2617">
                  <c:v>7.49133961</c:v>
                </c:pt>
                <c:pt idx="2618">
                  <c:v>7.49433819</c:v>
                </c:pt>
                <c:pt idx="2619">
                  <c:v>7.49672338</c:v>
                </c:pt>
                <c:pt idx="2620">
                  <c:v>7.49939768</c:v>
                </c:pt>
                <c:pt idx="2621">
                  <c:v>7.50308388</c:v>
                </c:pt>
                <c:pt idx="2622">
                  <c:v>7.5057406</c:v>
                </c:pt>
                <c:pt idx="2623">
                  <c:v>7.50737371</c:v>
                </c:pt>
                <c:pt idx="2624">
                  <c:v>7.51081768</c:v>
                </c:pt>
                <c:pt idx="2625">
                  <c:v>7.51375765</c:v>
                </c:pt>
                <c:pt idx="2626">
                  <c:v>7.51613308</c:v>
                </c:pt>
                <c:pt idx="2627">
                  <c:v>7.51880543</c:v>
                </c:pt>
                <c:pt idx="2628">
                  <c:v>7.52095815</c:v>
                </c:pt>
                <c:pt idx="2629">
                  <c:v>7.52411692</c:v>
                </c:pt>
                <c:pt idx="2630">
                  <c:v>7.52679122</c:v>
                </c:pt>
                <c:pt idx="2631">
                  <c:v>7.5288873</c:v>
                </c:pt>
                <c:pt idx="2632">
                  <c:v>7.53148932</c:v>
                </c:pt>
                <c:pt idx="2633">
                  <c:v>7.53445274</c:v>
                </c:pt>
                <c:pt idx="2634">
                  <c:v>7.53573031</c:v>
                </c:pt>
                <c:pt idx="2635">
                  <c:v>7.53915084</c:v>
                </c:pt>
                <c:pt idx="2636">
                  <c:v>7.54074097</c:v>
                </c:pt>
                <c:pt idx="2637">
                  <c:v>7.54442717</c:v>
                </c:pt>
                <c:pt idx="2638">
                  <c:v>7.54575162</c:v>
                </c:pt>
                <c:pt idx="2639">
                  <c:v>7.54992033</c:v>
                </c:pt>
                <c:pt idx="2640">
                  <c:v>7.55093223</c:v>
                </c:pt>
                <c:pt idx="2641">
                  <c:v>7.5564254</c:v>
                </c:pt>
                <c:pt idx="2642">
                  <c:v>7.56293046</c:v>
                </c:pt>
                <c:pt idx="2643">
                  <c:v>7.56579425</c:v>
                </c:pt>
                <c:pt idx="2644">
                  <c:v>7.56787274</c:v>
                </c:pt>
                <c:pt idx="2645">
                  <c:v>7.57069356</c:v>
                </c:pt>
                <c:pt idx="2646">
                  <c:v>7.57348312</c:v>
                </c:pt>
                <c:pt idx="2647">
                  <c:v>7.57456729</c:v>
                </c:pt>
                <c:pt idx="2648">
                  <c:v>7.58064064</c:v>
                </c:pt>
                <c:pt idx="2649">
                  <c:v>7.58323876</c:v>
                </c:pt>
                <c:pt idx="2650">
                  <c:v>7.58680189</c:v>
                </c:pt>
                <c:pt idx="2651">
                  <c:v>7.59155273</c:v>
                </c:pt>
                <c:pt idx="2652">
                  <c:v>7.59585819</c:v>
                </c:pt>
                <c:pt idx="2653">
                  <c:v>7.59964792</c:v>
                </c:pt>
                <c:pt idx="2654">
                  <c:v>7.60187097</c:v>
                </c:pt>
                <c:pt idx="2655">
                  <c:v>7.60862608</c:v>
                </c:pt>
                <c:pt idx="2656">
                  <c:v>7.61164615</c:v>
                </c:pt>
                <c:pt idx="2657">
                  <c:v>7.61434194</c:v>
                </c:pt>
                <c:pt idx="2658">
                  <c:v>7.6163462</c:v>
                </c:pt>
                <c:pt idx="2659">
                  <c:v>7.61909279</c:v>
                </c:pt>
                <c:pt idx="2660">
                  <c:v>7.62161667</c:v>
                </c:pt>
                <c:pt idx="2661">
                  <c:v>7.62414056</c:v>
                </c:pt>
                <c:pt idx="2662">
                  <c:v>7.62711374</c:v>
                </c:pt>
                <c:pt idx="2663">
                  <c:v>7.62863159</c:v>
                </c:pt>
                <c:pt idx="2664">
                  <c:v>7.63186068</c:v>
                </c:pt>
                <c:pt idx="2665">
                  <c:v>7.63441387</c:v>
                </c:pt>
                <c:pt idx="2666">
                  <c:v>7.63713115</c:v>
                </c:pt>
                <c:pt idx="2667">
                  <c:v>7.63838919</c:v>
                </c:pt>
                <c:pt idx="2668">
                  <c:v>7.64221995</c:v>
                </c:pt>
                <c:pt idx="2669">
                  <c:v>7.64448011</c:v>
                </c:pt>
                <c:pt idx="2670">
                  <c:v>7.64596475</c:v>
                </c:pt>
                <c:pt idx="2671">
                  <c:v>7.64850817</c:v>
                </c:pt>
                <c:pt idx="2672">
                  <c:v>7.65349539</c:v>
                </c:pt>
                <c:pt idx="2673">
                  <c:v>7.65631425</c:v>
                </c:pt>
                <c:pt idx="2674">
                  <c:v>7.66103384</c:v>
                </c:pt>
                <c:pt idx="2675">
                  <c:v>7.66325298</c:v>
                </c:pt>
                <c:pt idx="2676">
                  <c:v>7.66838475</c:v>
                </c:pt>
                <c:pt idx="2677">
                  <c:v>7.67351652</c:v>
                </c:pt>
                <c:pt idx="2678">
                  <c:v>7.67597399</c:v>
                </c:pt>
                <c:pt idx="2679">
                  <c:v>7.67835918</c:v>
                </c:pt>
                <c:pt idx="2680">
                  <c:v>7.68077953</c:v>
                </c:pt>
                <c:pt idx="2681">
                  <c:v>7.68341868</c:v>
                </c:pt>
                <c:pt idx="2682">
                  <c:v>7.68580387</c:v>
                </c:pt>
                <c:pt idx="2683">
                  <c:v>7.68909351</c:v>
                </c:pt>
                <c:pt idx="2684">
                  <c:v>7.69259804</c:v>
                </c:pt>
                <c:pt idx="2685">
                  <c:v>7.69512779</c:v>
                </c:pt>
                <c:pt idx="2686">
                  <c:v>7.69718479</c:v>
                </c:pt>
                <c:pt idx="2687">
                  <c:v>7.69904059</c:v>
                </c:pt>
                <c:pt idx="2688">
                  <c:v>7.705825</c:v>
                </c:pt>
                <c:pt idx="2689">
                  <c:v>7.70828247</c:v>
                </c:pt>
                <c:pt idx="2690">
                  <c:v>7.71247658</c:v>
                </c:pt>
                <c:pt idx="2691">
                  <c:v>7.71492623</c:v>
                </c:pt>
                <c:pt idx="2692">
                  <c:v>7.71707896</c:v>
                </c:pt>
                <c:pt idx="2693">
                  <c:v>7.71818462</c:v>
                </c:pt>
                <c:pt idx="2694">
                  <c:v>7.72220096</c:v>
                </c:pt>
                <c:pt idx="2695">
                  <c:v>7.72411146</c:v>
                </c:pt>
                <c:pt idx="2696">
                  <c:v>7.72524447</c:v>
                </c:pt>
                <c:pt idx="2697">
                  <c:v>7.73073763</c:v>
                </c:pt>
                <c:pt idx="2698">
                  <c:v>7.73385538</c:v>
                </c:pt>
                <c:pt idx="2699">
                  <c:v>7.7399424</c:v>
                </c:pt>
                <c:pt idx="2700">
                  <c:v>7.74224359</c:v>
                </c:pt>
                <c:pt idx="2701">
                  <c:v>7.74362664</c:v>
                </c:pt>
                <c:pt idx="2702">
                  <c:v>7.74695145</c:v>
                </c:pt>
                <c:pt idx="2703">
                  <c:v>7.74933664</c:v>
                </c:pt>
                <c:pt idx="2704">
                  <c:v>7.75078026</c:v>
                </c:pt>
                <c:pt idx="2705">
                  <c:v>7.75612496</c:v>
                </c:pt>
                <c:pt idx="2706">
                  <c:v>7.75887154</c:v>
                </c:pt>
                <c:pt idx="2707">
                  <c:v>7.7613212</c:v>
                </c:pt>
                <c:pt idx="2708">
                  <c:v>7.76384508</c:v>
                </c:pt>
                <c:pt idx="2709">
                  <c:v>7.7666659</c:v>
                </c:pt>
                <c:pt idx="2710">
                  <c:v>7.76892411</c:v>
                </c:pt>
                <c:pt idx="2711">
                  <c:v>7.77126828</c:v>
                </c:pt>
                <c:pt idx="2712">
                  <c:v>7.77383905</c:v>
                </c:pt>
                <c:pt idx="2713">
                  <c:v>7.77644107</c:v>
                </c:pt>
                <c:pt idx="2714">
                  <c:v>7.77987918</c:v>
                </c:pt>
                <c:pt idx="2715">
                  <c:v>7.78143805</c:v>
                </c:pt>
                <c:pt idx="2716">
                  <c:v>7.7843331</c:v>
                </c:pt>
                <c:pt idx="2717">
                  <c:v>7.78700545</c:v>
                </c:pt>
                <c:pt idx="2718">
                  <c:v>7.7899005</c:v>
                </c:pt>
                <c:pt idx="2719">
                  <c:v>7.79234234</c:v>
                </c:pt>
                <c:pt idx="2720">
                  <c:v>7.79552259</c:v>
                </c:pt>
                <c:pt idx="2721">
                  <c:v>7.79821447</c:v>
                </c:pt>
                <c:pt idx="2722">
                  <c:v>7.80065436</c:v>
                </c:pt>
                <c:pt idx="2723">
                  <c:v>7.80303955</c:v>
                </c:pt>
                <c:pt idx="2724">
                  <c:v>7.8057119</c:v>
                </c:pt>
                <c:pt idx="2725">
                  <c:v>7.80868118</c:v>
                </c:pt>
                <c:pt idx="2726">
                  <c:v>7.81083391</c:v>
                </c:pt>
                <c:pt idx="2727">
                  <c:v>7.8145455</c:v>
                </c:pt>
                <c:pt idx="2728">
                  <c:v>7.81720613</c:v>
                </c:pt>
                <c:pt idx="2729">
                  <c:v>7.81959327</c:v>
                </c:pt>
                <c:pt idx="2730">
                  <c:v>7.82508644</c:v>
                </c:pt>
                <c:pt idx="2731">
                  <c:v>7.82746968</c:v>
                </c:pt>
                <c:pt idx="2732">
                  <c:v>7.8300717</c:v>
                </c:pt>
                <c:pt idx="2733">
                  <c:v>7.83187866</c:v>
                </c:pt>
                <c:pt idx="2734">
                  <c:v>7.83448069</c:v>
                </c:pt>
                <c:pt idx="2735">
                  <c:v>7.83785433</c:v>
                </c:pt>
                <c:pt idx="2736">
                  <c:v>7.84098575</c:v>
                </c:pt>
                <c:pt idx="2737">
                  <c:v>7.84098575</c:v>
                </c:pt>
                <c:pt idx="2738">
                  <c:v>7.84772718</c:v>
                </c:pt>
                <c:pt idx="2739">
                  <c:v>7.8503253</c:v>
                </c:pt>
                <c:pt idx="2740">
                  <c:v>7.85143878</c:v>
                </c:pt>
                <c:pt idx="2741">
                  <c:v>7.855586</c:v>
                </c:pt>
                <c:pt idx="2742">
                  <c:v>7.85893621</c:v>
                </c:pt>
                <c:pt idx="2743">
                  <c:v>7.861296</c:v>
                </c:pt>
                <c:pt idx="2744">
                  <c:v>7.86411486</c:v>
                </c:pt>
                <c:pt idx="2745">
                  <c:v>7.86570499</c:v>
                </c:pt>
                <c:pt idx="2746">
                  <c:v>7.86830701</c:v>
                </c:pt>
                <c:pt idx="2747">
                  <c:v>7.87112587</c:v>
                </c:pt>
                <c:pt idx="2748">
                  <c:v>7.87400529</c:v>
                </c:pt>
                <c:pt idx="2749">
                  <c:v>7.87632992</c:v>
                </c:pt>
                <c:pt idx="2750">
                  <c:v>7.87734182</c:v>
                </c:pt>
                <c:pt idx="2751">
                  <c:v>7.88150272</c:v>
                </c:pt>
                <c:pt idx="2752">
                  <c:v>7.88384689</c:v>
                </c:pt>
                <c:pt idx="2753">
                  <c:v>7.88493106</c:v>
                </c:pt>
                <c:pt idx="2754">
                  <c:v>7.88934005</c:v>
                </c:pt>
                <c:pt idx="2755">
                  <c:v>7.89194207</c:v>
                </c:pt>
                <c:pt idx="2756">
                  <c:v>7.89736296</c:v>
                </c:pt>
                <c:pt idx="2757">
                  <c:v>7.90020917</c:v>
                </c:pt>
                <c:pt idx="2758">
                  <c:v>7.90310422</c:v>
                </c:pt>
                <c:pt idx="2759">
                  <c:v>7.90538587</c:v>
                </c:pt>
                <c:pt idx="2760">
                  <c:v>7.90777106</c:v>
                </c:pt>
                <c:pt idx="2761">
                  <c:v>7.91037309</c:v>
                </c:pt>
                <c:pt idx="2762">
                  <c:v>7.91138498</c:v>
                </c:pt>
                <c:pt idx="2763">
                  <c:v>7.91757944</c:v>
                </c:pt>
                <c:pt idx="2764">
                  <c:v>7.92017756</c:v>
                </c:pt>
                <c:pt idx="2765">
                  <c:v>7.92280498</c:v>
                </c:pt>
                <c:pt idx="2766">
                  <c:v>7.92641891</c:v>
                </c:pt>
                <c:pt idx="2767">
                  <c:v>7.92800903</c:v>
                </c:pt>
                <c:pt idx="2768">
                  <c:v>7.93061106</c:v>
                </c:pt>
                <c:pt idx="2769">
                  <c:v>7.93342992</c:v>
                </c:pt>
                <c:pt idx="2770">
                  <c:v>7.9362859</c:v>
                </c:pt>
                <c:pt idx="2771">
                  <c:v>7.93863397</c:v>
                </c:pt>
                <c:pt idx="2772">
                  <c:v>7.94170483</c:v>
                </c:pt>
                <c:pt idx="2773">
                  <c:v>7.94405485</c:v>
                </c:pt>
                <c:pt idx="2774">
                  <c:v>7.94665688</c:v>
                </c:pt>
                <c:pt idx="2775">
                  <c:v>7.94920225</c:v>
                </c:pt>
                <c:pt idx="2776">
                  <c:v>7.95055992</c:v>
                </c:pt>
                <c:pt idx="2777">
                  <c:v>7.95729354</c:v>
                </c:pt>
                <c:pt idx="2778">
                  <c:v>7.95937203</c:v>
                </c:pt>
                <c:pt idx="2779">
                  <c:v>7.9616908</c:v>
                </c:pt>
                <c:pt idx="2780">
                  <c:v>7.96450966</c:v>
                </c:pt>
                <c:pt idx="2781">
                  <c:v>7.96711169</c:v>
                </c:pt>
                <c:pt idx="2782">
                  <c:v>7.97050682</c:v>
                </c:pt>
                <c:pt idx="2783">
                  <c:v>7.97332764</c:v>
                </c:pt>
                <c:pt idx="2784">
                  <c:v>7.97462865</c:v>
                </c:pt>
                <c:pt idx="2785">
                  <c:v>7.97723067</c:v>
                </c:pt>
                <c:pt idx="2786">
                  <c:v>7.98008274</c:v>
                </c:pt>
                <c:pt idx="2787">
                  <c:v>7.98265156</c:v>
                </c:pt>
                <c:pt idx="2788">
                  <c:v>7.98525359</c:v>
                </c:pt>
                <c:pt idx="2789">
                  <c:v>7.98785561</c:v>
                </c:pt>
                <c:pt idx="2790">
                  <c:v>7.99067447</c:v>
                </c:pt>
                <c:pt idx="2791">
                  <c:v>7.9929991</c:v>
                </c:pt>
                <c:pt idx="2792">
                  <c:v>7.99403835</c:v>
                </c:pt>
                <c:pt idx="2793">
                  <c:v>7.99920333</c:v>
                </c:pt>
                <c:pt idx="2794">
                  <c:v>8.00129941</c:v>
                </c:pt>
                <c:pt idx="2795">
                  <c:v>8.00383697</c:v>
                </c:pt>
                <c:pt idx="2796">
                  <c:v>8.00643508</c:v>
                </c:pt>
                <c:pt idx="2797">
                  <c:v>8.0090332</c:v>
                </c:pt>
                <c:pt idx="2798">
                  <c:v>8.01416497</c:v>
                </c:pt>
                <c:pt idx="2799">
                  <c:v>8.01705025</c:v>
                </c:pt>
                <c:pt idx="2800">
                  <c:v>8.01883182</c:v>
                </c:pt>
                <c:pt idx="2801">
                  <c:v>8.02117599</c:v>
                </c:pt>
                <c:pt idx="2802">
                  <c:v>8.02402806</c:v>
                </c:pt>
                <c:pt idx="2803">
                  <c:v>8.02684887</c:v>
                </c:pt>
                <c:pt idx="2804">
                  <c:v>8.02944699</c:v>
                </c:pt>
                <c:pt idx="2805">
                  <c:v>8.03180092</c:v>
                </c:pt>
                <c:pt idx="2806">
                  <c:v>8.0343463</c:v>
                </c:pt>
                <c:pt idx="2807">
                  <c:v>8.03694442</c:v>
                </c:pt>
                <c:pt idx="2808">
                  <c:v>8.04032978</c:v>
                </c:pt>
                <c:pt idx="2809">
                  <c:v>8.04184372</c:v>
                </c:pt>
                <c:pt idx="2810">
                  <c:v>8.04466649</c:v>
                </c:pt>
                <c:pt idx="2811">
                  <c:v>8.04800498</c:v>
                </c:pt>
                <c:pt idx="2812">
                  <c:v>8.05059333</c:v>
                </c:pt>
                <c:pt idx="2813">
                  <c:v>8.05186504</c:v>
                </c:pt>
                <c:pt idx="2814">
                  <c:v>8.05542817</c:v>
                </c:pt>
                <c:pt idx="2815">
                  <c:v>8.05702611</c:v>
                </c:pt>
                <c:pt idx="2816">
                  <c:v>8.06266383</c:v>
                </c:pt>
                <c:pt idx="2817">
                  <c:v>8.0661918</c:v>
                </c:pt>
                <c:pt idx="2818">
                  <c:v>8.0661918</c:v>
                </c:pt>
                <c:pt idx="2819">
                  <c:v>8.07112041</c:v>
                </c:pt>
                <c:pt idx="2820">
                  <c:v>8.07336105</c:v>
                </c:pt>
                <c:pt idx="2821">
                  <c:v>8.07487889</c:v>
                </c:pt>
                <c:pt idx="2822">
                  <c:v>8.07849282</c:v>
                </c:pt>
                <c:pt idx="2823">
                  <c:v>8.08131168</c:v>
                </c:pt>
                <c:pt idx="2824">
                  <c:v>8.08131168</c:v>
                </c:pt>
                <c:pt idx="2825">
                  <c:v>8.08637117</c:v>
                </c:pt>
                <c:pt idx="2826">
                  <c:v>8.08898101</c:v>
                </c:pt>
                <c:pt idx="2827">
                  <c:v>8.09121383</c:v>
                </c:pt>
                <c:pt idx="2828">
                  <c:v>8.09381585</c:v>
                </c:pt>
                <c:pt idx="2829">
                  <c:v>8.0968496</c:v>
                </c:pt>
                <c:pt idx="2830">
                  <c:v>8.0968496</c:v>
                </c:pt>
                <c:pt idx="2831">
                  <c:v>8.09916446</c:v>
                </c:pt>
                <c:pt idx="2832">
                  <c:v>8.10451307</c:v>
                </c:pt>
                <c:pt idx="2833">
                  <c:v>8.10575743</c:v>
                </c:pt>
                <c:pt idx="2834">
                  <c:v>8.10828132</c:v>
                </c:pt>
                <c:pt idx="2835">
                  <c:v>8.11188547</c:v>
                </c:pt>
                <c:pt idx="2836">
                  <c:v>8.11414564</c:v>
                </c:pt>
                <c:pt idx="2837">
                  <c:v>8.11674376</c:v>
                </c:pt>
                <c:pt idx="2838">
                  <c:v>8.11904495</c:v>
                </c:pt>
                <c:pt idx="2839">
                  <c:v>8.12156883</c:v>
                </c:pt>
                <c:pt idx="2840">
                  <c:v>8.12438965</c:v>
                </c:pt>
                <c:pt idx="2841">
                  <c:v>8.12743316</c:v>
                </c:pt>
                <c:pt idx="2842">
                  <c:v>8.12951165</c:v>
                </c:pt>
                <c:pt idx="2843">
                  <c:v>8.13176205</c:v>
                </c:pt>
                <c:pt idx="2844">
                  <c:v>8.13433673</c:v>
                </c:pt>
                <c:pt idx="2845">
                  <c:v>8.13686062</c:v>
                </c:pt>
                <c:pt idx="2846">
                  <c:v>8.13913446</c:v>
                </c:pt>
                <c:pt idx="2847">
                  <c:v>8.14188104</c:v>
                </c:pt>
                <c:pt idx="2848">
                  <c:v>8.14441079</c:v>
                </c:pt>
                <c:pt idx="2849">
                  <c:v>8.14694053</c:v>
                </c:pt>
                <c:pt idx="2850">
                  <c:v>8.14918117</c:v>
                </c:pt>
                <c:pt idx="2851">
                  <c:v>8.15148431</c:v>
                </c:pt>
                <c:pt idx="2852">
                  <c:v>8.15474661</c:v>
                </c:pt>
                <c:pt idx="2853">
                  <c:v>8.15597534</c:v>
                </c:pt>
                <c:pt idx="2854">
                  <c:v>8.16120869</c:v>
                </c:pt>
                <c:pt idx="2855">
                  <c:v>8.16421509</c:v>
                </c:pt>
                <c:pt idx="2856">
                  <c:v>8.16667256</c:v>
                </c:pt>
                <c:pt idx="2857">
                  <c:v>8.16934686</c:v>
                </c:pt>
                <c:pt idx="2858">
                  <c:v>8.17204656</c:v>
                </c:pt>
                <c:pt idx="2859">
                  <c:v>8.17449621</c:v>
                </c:pt>
                <c:pt idx="2860">
                  <c:v>8.1769361</c:v>
                </c:pt>
                <c:pt idx="2861">
                  <c:v>8.17939357</c:v>
                </c:pt>
                <c:pt idx="2862">
                  <c:v>8.18134509</c:v>
                </c:pt>
                <c:pt idx="2863">
                  <c:v>8.1842206</c:v>
                </c:pt>
                <c:pt idx="2864">
                  <c:v>8.1842206</c:v>
                </c:pt>
                <c:pt idx="2865">
                  <c:v>8.18904567</c:v>
                </c:pt>
                <c:pt idx="2866">
                  <c:v>8.19357382</c:v>
                </c:pt>
                <c:pt idx="2867">
                  <c:v>8.19594925</c:v>
                </c:pt>
                <c:pt idx="2868">
                  <c:v>8.19810197</c:v>
                </c:pt>
                <c:pt idx="2869">
                  <c:v>8.20114939</c:v>
                </c:pt>
                <c:pt idx="2870">
                  <c:v>8.20329821</c:v>
                </c:pt>
                <c:pt idx="2871">
                  <c:v>8.20493131</c:v>
                </c:pt>
                <c:pt idx="2872">
                  <c:v>8.2072325</c:v>
                </c:pt>
                <c:pt idx="2873">
                  <c:v>8.20931686</c:v>
                </c:pt>
                <c:pt idx="2874">
                  <c:v>8.21213181</c:v>
                </c:pt>
                <c:pt idx="2875">
                  <c:v>8.214433</c:v>
                </c:pt>
                <c:pt idx="2876">
                  <c:v>8.21747651</c:v>
                </c:pt>
                <c:pt idx="2877">
                  <c:v>8.21933231</c:v>
                </c:pt>
                <c:pt idx="2878">
                  <c:v>8.2216335</c:v>
                </c:pt>
                <c:pt idx="2879">
                  <c:v>8.22297749</c:v>
                </c:pt>
                <c:pt idx="2880">
                  <c:v>8.22764629</c:v>
                </c:pt>
                <c:pt idx="2881">
                  <c:v>8.23461432</c:v>
                </c:pt>
                <c:pt idx="2882">
                  <c:v>8.23989456</c:v>
                </c:pt>
                <c:pt idx="2883">
                  <c:v>8.24111938</c:v>
                </c:pt>
                <c:pt idx="2884">
                  <c:v>8.24664966</c:v>
                </c:pt>
                <c:pt idx="2885">
                  <c:v>8.25013857</c:v>
                </c:pt>
                <c:pt idx="2886">
                  <c:v>8.25013857</c:v>
                </c:pt>
                <c:pt idx="2887">
                  <c:v>8.25637405</c:v>
                </c:pt>
                <c:pt idx="2888">
                  <c:v>8.25846622</c:v>
                </c:pt>
                <c:pt idx="2889">
                  <c:v>8.26330888</c:v>
                </c:pt>
                <c:pt idx="2890">
                  <c:v>8.26562179</c:v>
                </c:pt>
                <c:pt idx="2891">
                  <c:v>8.27307624</c:v>
                </c:pt>
                <c:pt idx="2892">
                  <c:v>8.27396702</c:v>
                </c:pt>
                <c:pt idx="2893">
                  <c:v>8.27745592</c:v>
                </c:pt>
                <c:pt idx="2894">
                  <c:v>8.28253495</c:v>
                </c:pt>
                <c:pt idx="2895">
                  <c:v>8.28347457</c:v>
                </c:pt>
                <c:pt idx="2896">
                  <c:v>8.28695761</c:v>
                </c:pt>
                <c:pt idx="2897">
                  <c:v>8.28925685</c:v>
                </c:pt>
                <c:pt idx="2898">
                  <c:v>8.2913373</c:v>
                </c:pt>
                <c:pt idx="2899">
                  <c:v>8.2913373</c:v>
                </c:pt>
                <c:pt idx="2900">
                  <c:v>8.29597875</c:v>
                </c:pt>
                <c:pt idx="2901">
                  <c:v>8.2985378</c:v>
                </c:pt>
                <c:pt idx="2902">
                  <c:v>8.29973723</c:v>
                </c:pt>
                <c:pt idx="2903">
                  <c:v>8.30320659</c:v>
                </c:pt>
                <c:pt idx="2904">
                  <c:v>8.30551951</c:v>
                </c:pt>
                <c:pt idx="2905">
                  <c:v>8.30670331</c:v>
                </c:pt>
                <c:pt idx="2906">
                  <c:v>8.30992849</c:v>
                </c:pt>
                <c:pt idx="2907">
                  <c:v>8.31197378</c:v>
                </c:pt>
                <c:pt idx="2908">
                  <c:v>8.3143492</c:v>
                </c:pt>
                <c:pt idx="2909">
                  <c:v>8.31687309</c:v>
                </c:pt>
                <c:pt idx="2910">
                  <c:v>8.32013929</c:v>
                </c:pt>
                <c:pt idx="2911">
                  <c:v>8.32423963</c:v>
                </c:pt>
                <c:pt idx="2912">
                  <c:v>8.32540976</c:v>
                </c:pt>
                <c:pt idx="2913">
                  <c:v>8.33119985</c:v>
                </c:pt>
                <c:pt idx="2914">
                  <c:v>8.33216487</c:v>
                </c:pt>
                <c:pt idx="2915">
                  <c:v>8.33350104</c:v>
                </c:pt>
                <c:pt idx="2916">
                  <c:v>8.34300273</c:v>
                </c:pt>
                <c:pt idx="2917">
                  <c:v>8.34879282</c:v>
                </c:pt>
                <c:pt idx="2918">
                  <c:v>8.35131671</c:v>
                </c:pt>
                <c:pt idx="2919">
                  <c:v>8.35437975</c:v>
                </c:pt>
                <c:pt idx="2920">
                  <c:v>8.35643871</c:v>
                </c:pt>
                <c:pt idx="2921">
                  <c:v>8.35756001</c:v>
                </c:pt>
                <c:pt idx="2922">
                  <c:v>8.36334229</c:v>
                </c:pt>
                <c:pt idx="2923">
                  <c:v>8.36543836</c:v>
                </c:pt>
                <c:pt idx="2924">
                  <c:v>8.36660849</c:v>
                </c:pt>
                <c:pt idx="2925">
                  <c:v>8.37187896</c:v>
                </c:pt>
                <c:pt idx="2926">
                  <c:v>8.37628013</c:v>
                </c:pt>
                <c:pt idx="2927">
                  <c:v>8.37744636</c:v>
                </c:pt>
                <c:pt idx="2928">
                  <c:v>8.38412723</c:v>
                </c:pt>
                <c:pt idx="2929">
                  <c:v>8.38642842</c:v>
                </c:pt>
                <c:pt idx="2930">
                  <c:v>8.38784469</c:v>
                </c:pt>
                <c:pt idx="2931">
                  <c:v>8.3901576</c:v>
                </c:pt>
                <c:pt idx="2932">
                  <c:v>8.4037987</c:v>
                </c:pt>
                <c:pt idx="2933">
                  <c:v>8.4072876</c:v>
                </c:pt>
                <c:pt idx="2934">
                  <c:v>8.40844405</c:v>
                </c:pt>
                <c:pt idx="2935">
                  <c:v>8.41169658</c:v>
                </c:pt>
                <c:pt idx="2936">
                  <c:v>8.4144881</c:v>
                </c:pt>
                <c:pt idx="2937">
                  <c:v>8.41559962</c:v>
                </c:pt>
                <c:pt idx="2938">
                  <c:v>8.42094823</c:v>
                </c:pt>
                <c:pt idx="2939">
                  <c:v>8.42326114</c:v>
                </c:pt>
                <c:pt idx="2940">
                  <c:v>8.42326114</c:v>
                </c:pt>
                <c:pt idx="2941">
                  <c:v>8.42673051</c:v>
                </c:pt>
                <c:pt idx="2942">
                  <c:v>8.43229595</c:v>
                </c:pt>
                <c:pt idx="2943">
                  <c:v>8.43460495</c:v>
                </c:pt>
                <c:pt idx="2944">
                  <c:v>8.43690614</c:v>
                </c:pt>
                <c:pt idx="2945">
                  <c:v>8.44039505</c:v>
                </c:pt>
                <c:pt idx="2946">
                  <c:v>8.44663053</c:v>
                </c:pt>
                <c:pt idx="2947">
                  <c:v>8.44776354</c:v>
                </c:pt>
                <c:pt idx="2948">
                  <c:v>8.45217253</c:v>
                </c:pt>
                <c:pt idx="2949">
                  <c:v>8.45535278</c:v>
                </c:pt>
                <c:pt idx="2950">
                  <c:v>8.46070139</c:v>
                </c:pt>
                <c:pt idx="2951">
                  <c:v>8.46070139</c:v>
                </c:pt>
                <c:pt idx="2952">
                  <c:v>8.46966392</c:v>
                </c:pt>
                <c:pt idx="2953">
                  <c:v>8.47082038</c:v>
                </c:pt>
                <c:pt idx="2954">
                  <c:v>8.47431905</c:v>
                </c:pt>
                <c:pt idx="2955">
                  <c:v>8.47431905</c:v>
                </c:pt>
                <c:pt idx="2956">
                  <c:v>8.48285572</c:v>
                </c:pt>
                <c:pt idx="2957">
                  <c:v>8.4876808</c:v>
                </c:pt>
                <c:pt idx="2958">
                  <c:v>8.48998199</c:v>
                </c:pt>
                <c:pt idx="2959">
                  <c:v>8.490947</c:v>
                </c:pt>
                <c:pt idx="2960">
                  <c:v>8.49666286</c:v>
                </c:pt>
                <c:pt idx="2961">
                  <c:v>8.50156217</c:v>
                </c:pt>
                <c:pt idx="2962">
                  <c:v>8.50245295</c:v>
                </c:pt>
                <c:pt idx="2963">
                  <c:v>8.51047</c:v>
                </c:pt>
                <c:pt idx="2964">
                  <c:v>8.51512708</c:v>
                </c:pt>
                <c:pt idx="2965">
                  <c:v>8.51967477</c:v>
                </c:pt>
                <c:pt idx="2966">
                  <c:v>8.52197596</c:v>
                </c:pt>
                <c:pt idx="2967">
                  <c:v>8.52360906</c:v>
                </c:pt>
                <c:pt idx="2968">
                  <c:v>8.52680103</c:v>
                </c:pt>
                <c:pt idx="2969">
                  <c:v>8.52902799</c:v>
                </c:pt>
                <c:pt idx="2970">
                  <c:v>8.53363037</c:v>
                </c:pt>
                <c:pt idx="2971">
                  <c:v>8.53570887</c:v>
                </c:pt>
                <c:pt idx="2972">
                  <c:v>8.53793582</c:v>
                </c:pt>
                <c:pt idx="2973">
                  <c:v>8.54231551</c:v>
                </c:pt>
                <c:pt idx="2974">
                  <c:v>8.54505037</c:v>
                </c:pt>
                <c:pt idx="2975">
                  <c:v>8.54706635</c:v>
                </c:pt>
                <c:pt idx="2976">
                  <c:v>8.55404416</c:v>
                </c:pt>
                <c:pt idx="2977">
                  <c:v>8.55813277</c:v>
                </c:pt>
                <c:pt idx="2978">
                  <c:v>8.5606508</c:v>
                </c:pt>
                <c:pt idx="2979">
                  <c:v>8.56488202</c:v>
                </c:pt>
                <c:pt idx="2980">
                  <c:v>8.56919138</c:v>
                </c:pt>
                <c:pt idx="2981">
                  <c:v>8.57371562</c:v>
                </c:pt>
                <c:pt idx="2982">
                  <c:v>8.5795272</c:v>
                </c:pt>
                <c:pt idx="2983">
                  <c:v>8.58039454</c:v>
                </c:pt>
                <c:pt idx="2984">
                  <c:v>8.58306885</c:v>
                </c:pt>
                <c:pt idx="2985">
                  <c:v>8.58509264</c:v>
                </c:pt>
                <c:pt idx="2986">
                  <c:v>8.58733328</c:v>
                </c:pt>
                <c:pt idx="2987">
                  <c:v>8.59044125</c:v>
                </c:pt>
                <c:pt idx="2988">
                  <c:v>8.59264477</c:v>
                </c:pt>
                <c:pt idx="2989">
                  <c:v>8.59398094</c:v>
                </c:pt>
                <c:pt idx="2990">
                  <c:v>8.59709869</c:v>
                </c:pt>
                <c:pt idx="2991">
                  <c:v>8.5993315</c:v>
                </c:pt>
                <c:pt idx="2992">
                  <c:v>8.60157214</c:v>
                </c:pt>
                <c:pt idx="2993">
                  <c:v>8.60287315</c:v>
                </c:pt>
                <c:pt idx="2994">
                  <c:v>8.60556113</c:v>
                </c:pt>
                <c:pt idx="2995">
                  <c:v>8.60949542</c:v>
                </c:pt>
                <c:pt idx="2996">
                  <c:v>8.61194507</c:v>
                </c:pt>
                <c:pt idx="2997">
                  <c:v>8.61393176</c:v>
                </c:pt>
                <c:pt idx="2998">
                  <c:v>8.6161763</c:v>
                </c:pt>
                <c:pt idx="2999">
                  <c:v>8.61862986</c:v>
                </c:pt>
                <c:pt idx="3000">
                  <c:v>8.62144676</c:v>
                </c:pt>
                <c:pt idx="3001">
                  <c:v>8.62347251</c:v>
                </c:pt>
                <c:pt idx="3002">
                  <c:v>8.62592998</c:v>
                </c:pt>
                <c:pt idx="3003">
                  <c:v>8.62809834</c:v>
                </c:pt>
                <c:pt idx="3004">
                  <c:v>8.63033897</c:v>
                </c:pt>
                <c:pt idx="3005">
                  <c:v>8.63229049</c:v>
                </c:pt>
                <c:pt idx="3006">
                  <c:v>8.63473428</c:v>
                </c:pt>
                <c:pt idx="3007">
                  <c:v>8.63696124</c:v>
                </c:pt>
                <c:pt idx="3008">
                  <c:v>8.63915694</c:v>
                </c:pt>
                <c:pt idx="3009">
                  <c:v>8.64139758</c:v>
                </c:pt>
                <c:pt idx="3010">
                  <c:v>8.6433491</c:v>
                </c:pt>
                <c:pt idx="3011">
                  <c:v>8.64515606</c:v>
                </c:pt>
                <c:pt idx="3012">
                  <c:v>8.64757641</c:v>
                </c:pt>
                <c:pt idx="3013">
                  <c:v>8.65002606</c:v>
                </c:pt>
                <c:pt idx="3014">
                  <c:v>8.65202251</c:v>
                </c:pt>
                <c:pt idx="3015">
                  <c:v>8.65418305</c:v>
                </c:pt>
                <c:pt idx="3016">
                  <c:v>8.65641001</c:v>
                </c:pt>
                <c:pt idx="3017">
                  <c:v>8.65856274</c:v>
                </c:pt>
                <c:pt idx="3018">
                  <c:v>8.66055137</c:v>
                </c:pt>
                <c:pt idx="3019">
                  <c:v>8.66250289</c:v>
                </c:pt>
                <c:pt idx="3020">
                  <c:v>8.66474352</c:v>
                </c:pt>
                <c:pt idx="3021">
                  <c:v>8.66691188</c:v>
                </c:pt>
                <c:pt idx="3022">
                  <c:v>8.66947483</c:v>
                </c:pt>
                <c:pt idx="3023">
                  <c:v>8.67146542</c:v>
                </c:pt>
                <c:pt idx="3024">
                  <c:v>8.6735615</c:v>
                </c:pt>
                <c:pt idx="3025">
                  <c:v>8.67594669</c:v>
                </c:pt>
                <c:pt idx="3026">
                  <c:v>8.67768137</c:v>
                </c:pt>
                <c:pt idx="3027">
                  <c:v>8.67999428</c:v>
                </c:pt>
                <c:pt idx="3028">
                  <c:v>8.68209036</c:v>
                </c:pt>
                <c:pt idx="3029">
                  <c:v>8.6840243</c:v>
                </c:pt>
                <c:pt idx="3030">
                  <c:v>8.68714204</c:v>
                </c:pt>
                <c:pt idx="3031">
                  <c:v>8.68840398</c:v>
                </c:pt>
                <c:pt idx="3032">
                  <c:v>8.69092787</c:v>
                </c:pt>
                <c:pt idx="3033">
                  <c:v>8.69300441</c:v>
                </c:pt>
                <c:pt idx="3034">
                  <c:v>8.69466681</c:v>
                </c:pt>
                <c:pt idx="3035">
                  <c:v>8.69924184</c:v>
                </c:pt>
                <c:pt idx="3036">
                  <c:v>8.70146099</c:v>
                </c:pt>
                <c:pt idx="3037">
                  <c:v>8.70290656</c:v>
                </c:pt>
                <c:pt idx="3038">
                  <c:v>8.70562579</c:v>
                </c:pt>
                <c:pt idx="3039">
                  <c:v>8.70763005</c:v>
                </c:pt>
                <c:pt idx="3040">
                  <c:v>8.70993124</c:v>
                </c:pt>
                <c:pt idx="3041">
                  <c:v>8.71179681</c:v>
                </c:pt>
                <c:pt idx="3042">
                  <c:v>8.71382061</c:v>
                </c:pt>
                <c:pt idx="3043">
                  <c:v>8.7158698</c:v>
                </c:pt>
                <c:pt idx="3044">
                  <c:v>8.71815732</c:v>
                </c:pt>
                <c:pt idx="3045">
                  <c:v>8.71995256</c:v>
                </c:pt>
                <c:pt idx="3046">
                  <c:v>8.72119301</c:v>
                </c:pt>
                <c:pt idx="3047">
                  <c:v>8.72328909</c:v>
                </c:pt>
                <c:pt idx="3048">
                  <c:v>8.72551995</c:v>
                </c:pt>
                <c:pt idx="3049">
                  <c:v>8.72798719</c:v>
                </c:pt>
                <c:pt idx="3050">
                  <c:v>8.73001099</c:v>
                </c:pt>
                <c:pt idx="3051">
                  <c:v>8.73203478</c:v>
                </c:pt>
                <c:pt idx="3052">
                  <c:v>8.73384175</c:v>
                </c:pt>
                <c:pt idx="3053">
                  <c:v>8.73752795</c:v>
                </c:pt>
                <c:pt idx="3054">
                  <c:v>8.74036634</c:v>
                </c:pt>
                <c:pt idx="3055">
                  <c:v>8.74237061</c:v>
                </c:pt>
                <c:pt idx="3056">
                  <c:v>8.74237061</c:v>
                </c:pt>
                <c:pt idx="3057">
                  <c:v>8.74667606</c:v>
                </c:pt>
                <c:pt idx="3058">
                  <c:v>8.748442</c:v>
                </c:pt>
                <c:pt idx="3059">
                  <c:v>8.7501044</c:v>
                </c:pt>
                <c:pt idx="3060">
                  <c:v>8.75254038</c:v>
                </c:pt>
                <c:pt idx="3061">
                  <c:v>8.75454464</c:v>
                </c:pt>
                <c:pt idx="3062">
                  <c:v>8.75639263</c:v>
                </c:pt>
                <c:pt idx="3063">
                  <c:v>8.75863326</c:v>
                </c:pt>
                <c:pt idx="3064">
                  <c:v>8.76040897</c:v>
                </c:pt>
                <c:pt idx="3065">
                  <c:v>8.76248746</c:v>
                </c:pt>
                <c:pt idx="3066">
                  <c:v>8.76448782</c:v>
                </c:pt>
                <c:pt idx="3067">
                  <c:v>8.76634752</c:v>
                </c:pt>
                <c:pt idx="3068">
                  <c:v>8.76835179</c:v>
                </c:pt>
                <c:pt idx="3069">
                  <c:v>8.77057875</c:v>
                </c:pt>
                <c:pt idx="3070">
                  <c:v>8.77258301</c:v>
                </c:pt>
                <c:pt idx="3071">
                  <c:v>8.77438997</c:v>
                </c:pt>
                <c:pt idx="3072">
                  <c:v>8.7766306</c:v>
                </c:pt>
                <c:pt idx="3073">
                  <c:v>8.77829301</c:v>
                </c:pt>
                <c:pt idx="3074">
                  <c:v>8.78089699</c:v>
                </c:pt>
                <c:pt idx="3075">
                  <c:v>8.78312394</c:v>
                </c:pt>
                <c:pt idx="3076">
                  <c:v>8.78512821</c:v>
                </c:pt>
                <c:pt idx="3077">
                  <c:v>8.78617136</c:v>
                </c:pt>
                <c:pt idx="3078">
                  <c:v>8.78861711</c:v>
                </c:pt>
                <c:pt idx="3079">
                  <c:v>8.79043579</c:v>
                </c:pt>
                <c:pt idx="3080">
                  <c:v>8.79307103</c:v>
                </c:pt>
                <c:pt idx="3081">
                  <c:v>8.79448143</c:v>
                </c:pt>
                <c:pt idx="3082">
                  <c:v>8.79693109</c:v>
                </c:pt>
                <c:pt idx="3083">
                  <c:v>8.79893535</c:v>
                </c:pt>
                <c:pt idx="3084">
                  <c:v>8.80098845</c:v>
                </c:pt>
                <c:pt idx="3085">
                  <c:v>8.80301225</c:v>
                </c:pt>
                <c:pt idx="3086">
                  <c:v>8.80503604</c:v>
                </c:pt>
                <c:pt idx="3087">
                  <c:v>8.80702663</c:v>
                </c:pt>
                <c:pt idx="3088">
                  <c:v>8.8088668</c:v>
                </c:pt>
                <c:pt idx="3089">
                  <c:v>8.81073823</c:v>
                </c:pt>
                <c:pt idx="3090">
                  <c:v>8.8135649</c:v>
                </c:pt>
                <c:pt idx="3091">
                  <c:v>8.81459829</c:v>
                </c:pt>
                <c:pt idx="3092">
                  <c:v>8.81681743</c:v>
                </c:pt>
                <c:pt idx="3093">
                  <c:v>8.81905807</c:v>
                </c:pt>
                <c:pt idx="3094">
                  <c:v>8.82108186</c:v>
                </c:pt>
                <c:pt idx="3095">
                  <c:v>8.82310566</c:v>
                </c:pt>
                <c:pt idx="3096">
                  <c:v>8.82536192</c:v>
                </c:pt>
                <c:pt idx="3097">
                  <c:v>8.82737009</c:v>
                </c:pt>
                <c:pt idx="3098">
                  <c:v>8.82939389</c:v>
                </c:pt>
                <c:pt idx="3099">
                  <c:v>8.83141769</c:v>
                </c:pt>
                <c:pt idx="3100">
                  <c:v>8.83365832</c:v>
                </c:pt>
                <c:pt idx="3101">
                  <c:v>8.83568212</c:v>
                </c:pt>
                <c:pt idx="3102">
                  <c:v>8.83770591</c:v>
                </c:pt>
                <c:pt idx="3103">
                  <c:v>8.83954022</c:v>
                </c:pt>
                <c:pt idx="3104">
                  <c:v>8.84160895</c:v>
                </c:pt>
                <c:pt idx="3105">
                  <c:v>8.84340029</c:v>
                </c:pt>
                <c:pt idx="3106">
                  <c:v>8.8458011</c:v>
                </c:pt>
                <c:pt idx="3107">
                  <c:v>8.8480769</c:v>
                </c:pt>
                <c:pt idx="3108">
                  <c:v>8.84963577</c:v>
                </c:pt>
                <c:pt idx="3109">
                  <c:v>8.85171426</c:v>
                </c:pt>
                <c:pt idx="3110">
                  <c:v>8.85349583</c:v>
                </c:pt>
                <c:pt idx="3111">
                  <c:v>8.85534186</c:v>
                </c:pt>
                <c:pt idx="3112">
                  <c:v>8.85809821</c:v>
                </c:pt>
                <c:pt idx="3113">
                  <c:v>8.85917262</c:v>
                </c:pt>
                <c:pt idx="3114">
                  <c:v>8.86112414</c:v>
                </c:pt>
                <c:pt idx="3115">
                  <c:v>8.86336477</c:v>
                </c:pt>
                <c:pt idx="3116">
                  <c:v>8.86515025</c:v>
                </c:pt>
                <c:pt idx="3117">
                  <c:v>8.86722874</c:v>
                </c:pt>
                <c:pt idx="3118">
                  <c:v>8.86943616</c:v>
                </c:pt>
                <c:pt idx="3119">
                  <c:v>8.87138573</c:v>
                </c:pt>
                <c:pt idx="3120">
                  <c:v>8.87362832</c:v>
                </c:pt>
                <c:pt idx="3121">
                  <c:v>8.87546849</c:v>
                </c:pt>
                <c:pt idx="3122">
                  <c:v>8.87782047</c:v>
                </c:pt>
                <c:pt idx="3123">
                  <c:v>8.87941059</c:v>
                </c:pt>
                <c:pt idx="3124">
                  <c:v>8.88148127</c:v>
                </c:pt>
                <c:pt idx="3125">
                  <c:v>8.8834113</c:v>
                </c:pt>
                <c:pt idx="3126">
                  <c:v>8.88541557</c:v>
                </c:pt>
                <c:pt idx="3127">
                  <c:v>8.88786717</c:v>
                </c:pt>
                <c:pt idx="3128">
                  <c:v>8.88981869</c:v>
                </c:pt>
                <c:pt idx="3129">
                  <c:v>8.89157682</c:v>
                </c:pt>
                <c:pt idx="3130">
                  <c:v>8.89335839</c:v>
                </c:pt>
                <c:pt idx="3131">
                  <c:v>8.89596236</c:v>
                </c:pt>
                <c:pt idx="3132">
                  <c:v>8.89791388</c:v>
                </c:pt>
                <c:pt idx="3133">
                  <c:v>8.89892578</c:v>
                </c:pt>
                <c:pt idx="3134">
                  <c:v>8.90107851</c:v>
                </c:pt>
                <c:pt idx="3135">
                  <c:v>8.90323123</c:v>
                </c:pt>
                <c:pt idx="3136">
                  <c:v>8.90543084</c:v>
                </c:pt>
                <c:pt idx="3137">
                  <c:v>8.90702097</c:v>
                </c:pt>
                <c:pt idx="3138">
                  <c:v>8.90902133</c:v>
                </c:pt>
                <c:pt idx="3139">
                  <c:v>8.91102559</c:v>
                </c:pt>
                <c:pt idx="3140">
                  <c:v>8.91316464</c:v>
                </c:pt>
                <c:pt idx="3141">
                  <c:v>8.91510835</c:v>
                </c:pt>
                <c:pt idx="3142">
                  <c:v>8.91711261</c:v>
                </c:pt>
                <c:pt idx="3143">
                  <c:v>8.91904264</c:v>
                </c:pt>
                <c:pt idx="3144">
                  <c:v>8.92097072</c:v>
                </c:pt>
                <c:pt idx="3145">
                  <c:v>8.92292223</c:v>
                </c:pt>
                <c:pt idx="3146">
                  <c:v>8.92480148</c:v>
                </c:pt>
                <c:pt idx="3147">
                  <c:v>8.92689755</c:v>
                </c:pt>
                <c:pt idx="3148">
                  <c:v>8.92854433</c:v>
                </c:pt>
                <c:pt idx="3149">
                  <c:v>8.93040013</c:v>
                </c:pt>
                <c:pt idx="3150">
                  <c:v>8.93240439</c:v>
                </c:pt>
                <c:pt idx="3151">
                  <c:v>8.93418596</c:v>
                </c:pt>
                <c:pt idx="3152">
                  <c:v>8.93596752</c:v>
                </c:pt>
                <c:pt idx="3153">
                  <c:v>8.93789755</c:v>
                </c:pt>
                <c:pt idx="3154">
                  <c:v>8.93940173</c:v>
                </c:pt>
                <c:pt idx="3155">
                  <c:v>8.94094106</c:v>
                </c:pt>
                <c:pt idx="3156">
                  <c:v>8.94243742</c:v>
                </c:pt>
                <c:pt idx="3157">
                  <c:v>8.94424438</c:v>
                </c:pt>
                <c:pt idx="3158">
                  <c:v>8.94561768</c:v>
                </c:pt>
                <c:pt idx="3159">
                  <c:v>8.94717655</c:v>
                </c:pt>
                <c:pt idx="3160">
                  <c:v>8.94947774</c:v>
                </c:pt>
                <c:pt idx="3161">
                  <c:v>8.95066545</c:v>
                </c:pt>
                <c:pt idx="3162">
                  <c:v>8.9522673</c:v>
                </c:pt>
                <c:pt idx="3163">
                  <c:v>8.95370896</c:v>
                </c:pt>
                <c:pt idx="3164">
                  <c:v>8.95486932</c:v>
                </c:pt>
                <c:pt idx="3165">
                  <c:v>8.95608438</c:v>
                </c:pt>
                <c:pt idx="3166">
                  <c:v>8.95739907</c:v>
                </c:pt>
                <c:pt idx="3167">
                  <c:v>8.9584598</c:v>
                </c:pt>
                <c:pt idx="3168">
                  <c:v>8.95964751</c:v>
                </c:pt>
                <c:pt idx="3169">
                  <c:v>8.9613021</c:v>
                </c:pt>
                <c:pt idx="3170">
                  <c:v>8.96180024</c:v>
                </c:pt>
                <c:pt idx="3171">
                  <c:v>8.96318135</c:v>
                </c:pt>
                <c:pt idx="3172">
                  <c:v>8.96439836</c:v>
                </c:pt>
                <c:pt idx="3173">
                  <c:v>8.96484375</c:v>
                </c:pt>
                <c:pt idx="3174">
                  <c:v>8.96571109</c:v>
                </c:pt>
                <c:pt idx="3175">
                  <c:v>8.96665071</c:v>
                </c:pt>
                <c:pt idx="3176">
                  <c:v>8.96736764</c:v>
                </c:pt>
                <c:pt idx="3177">
                  <c:v>8.96816856</c:v>
                </c:pt>
                <c:pt idx="3178">
                  <c:v>8.96907497</c:v>
                </c:pt>
                <c:pt idx="3179">
                  <c:v>8.96974306</c:v>
                </c:pt>
                <c:pt idx="3180">
                  <c:v>8.97033691</c:v>
                </c:pt>
                <c:pt idx="3181">
                  <c:v>8.97098742</c:v>
                </c:pt>
                <c:pt idx="3182">
                  <c:v>8.97159886</c:v>
                </c:pt>
                <c:pt idx="3183">
                  <c:v>8.97211848</c:v>
                </c:pt>
                <c:pt idx="3184">
                  <c:v>8.97256387</c:v>
                </c:pt>
                <c:pt idx="3185">
                  <c:v>8.9728608</c:v>
                </c:pt>
                <c:pt idx="3186">
                  <c:v>8.97323196</c:v>
                </c:pt>
                <c:pt idx="3187">
                  <c:v>8.97344489</c:v>
                </c:pt>
                <c:pt idx="3188">
                  <c:v>8.973734</c:v>
                </c:pt>
                <c:pt idx="3189">
                  <c:v>8.97387856</c:v>
                </c:pt>
                <c:pt idx="3190">
                  <c:v>8.97390005</c:v>
                </c:pt>
                <c:pt idx="3191">
                  <c:v>8.97397428</c:v>
                </c:pt>
                <c:pt idx="3192">
                  <c:v>8.97390005</c:v>
                </c:pt>
                <c:pt idx="3193">
                  <c:v>8.97387856</c:v>
                </c:pt>
                <c:pt idx="3194">
                  <c:v>8.973734</c:v>
                </c:pt>
                <c:pt idx="3195">
                  <c:v>8.97345466</c:v>
                </c:pt>
                <c:pt idx="3196">
                  <c:v>8.97315577</c:v>
                </c:pt>
                <c:pt idx="3197">
                  <c:v>8.97293894</c:v>
                </c:pt>
                <c:pt idx="3198">
                  <c:v>8.97250527</c:v>
                </c:pt>
                <c:pt idx="3199">
                  <c:v>8.97199932</c:v>
                </c:pt>
                <c:pt idx="3200">
                  <c:v>8.97152463</c:v>
                </c:pt>
                <c:pt idx="3201">
                  <c:v>8.97098742</c:v>
                </c:pt>
                <c:pt idx="3202">
                  <c:v>8.97041115</c:v>
                </c:pt>
                <c:pt idx="3203">
                  <c:v>8.96961413</c:v>
                </c:pt>
                <c:pt idx="3204">
                  <c:v>8.96892651</c:v>
                </c:pt>
                <c:pt idx="3205">
                  <c:v>8.96810996</c:v>
                </c:pt>
                <c:pt idx="3206">
                  <c:v>8.96730122</c:v>
                </c:pt>
                <c:pt idx="3207">
                  <c:v>8.96610569</c:v>
                </c:pt>
                <c:pt idx="3208">
                  <c:v>8.96563881</c:v>
                </c:pt>
                <c:pt idx="3209">
                  <c:v>8.96419324</c:v>
                </c:pt>
                <c:pt idx="3210">
                  <c:v>8.96310907</c:v>
                </c:pt>
                <c:pt idx="3211">
                  <c:v>8.96209717</c:v>
                </c:pt>
                <c:pt idx="3212">
                  <c:v>8.96151894</c:v>
                </c:pt>
                <c:pt idx="3213">
                  <c:v>8.96038983</c:v>
                </c:pt>
                <c:pt idx="3214">
                  <c:v>8.95927635</c:v>
                </c:pt>
                <c:pt idx="3215">
                  <c:v>8.95786595</c:v>
                </c:pt>
                <c:pt idx="3216">
                  <c:v>8.95682084</c:v>
                </c:pt>
                <c:pt idx="3217">
                  <c:v>8.95573666</c:v>
                </c:pt>
                <c:pt idx="3218">
                  <c:v>8.95472476</c:v>
                </c:pt>
                <c:pt idx="3219">
                  <c:v>8.95356831</c:v>
                </c:pt>
                <c:pt idx="3220">
                  <c:v>8.95248413</c:v>
                </c:pt>
                <c:pt idx="3221">
                  <c:v>8.95118507</c:v>
                </c:pt>
                <c:pt idx="3222">
                  <c:v>8.94999736</c:v>
                </c:pt>
                <c:pt idx="3223">
                  <c:v>8.94880965</c:v>
                </c:pt>
                <c:pt idx="3224">
                  <c:v>8.94791887</c:v>
                </c:pt>
                <c:pt idx="3225">
                  <c:v>8.94665692</c:v>
                </c:pt>
                <c:pt idx="3226">
                  <c:v>8.94554344</c:v>
                </c:pt>
                <c:pt idx="3227">
                  <c:v>8.94435573</c:v>
                </c:pt>
                <c:pt idx="3228">
                  <c:v>8.94316802</c:v>
                </c:pt>
                <c:pt idx="3229">
                  <c:v>8.94220301</c:v>
                </c:pt>
                <c:pt idx="3230">
                  <c:v>8.94120869</c:v>
                </c:pt>
                <c:pt idx="3231">
                  <c:v>8.93960489</c:v>
                </c:pt>
                <c:pt idx="3232">
                  <c:v>8.93841718</c:v>
                </c:pt>
                <c:pt idx="3233">
                  <c:v>8.93737793</c:v>
                </c:pt>
                <c:pt idx="3234">
                  <c:v>8.93607692</c:v>
                </c:pt>
                <c:pt idx="3235">
                  <c:v>8.93492828</c:v>
                </c:pt>
                <c:pt idx="3236">
                  <c:v>8.93374056</c:v>
                </c:pt>
                <c:pt idx="3237">
                  <c:v>8.93246299</c:v>
                </c:pt>
                <c:pt idx="3238">
                  <c:v>8.93123426</c:v>
                </c:pt>
                <c:pt idx="3239">
                  <c:v>8.93015008</c:v>
                </c:pt>
                <c:pt idx="3240">
                  <c:v>8.92876702</c:v>
                </c:pt>
                <c:pt idx="3241">
                  <c:v>8.92757931</c:v>
                </c:pt>
                <c:pt idx="3242">
                  <c:v>8.92624314</c:v>
                </c:pt>
                <c:pt idx="3243">
                  <c:v>8.92520389</c:v>
                </c:pt>
                <c:pt idx="3244">
                  <c:v>8.92364502</c:v>
                </c:pt>
                <c:pt idx="3245">
                  <c:v>8.92205489</c:v>
                </c:pt>
                <c:pt idx="3246">
                  <c:v>8.92075388</c:v>
                </c:pt>
                <c:pt idx="3247">
                  <c:v>8.91981426</c:v>
                </c:pt>
                <c:pt idx="3248">
                  <c:v>8.91793502</c:v>
                </c:pt>
                <c:pt idx="3249">
                  <c:v>8.91663401</c:v>
                </c:pt>
                <c:pt idx="3250">
                  <c:v>8.91583894</c:v>
                </c:pt>
                <c:pt idx="3251">
                  <c:v>8.91451449</c:v>
                </c:pt>
                <c:pt idx="3252">
                  <c:v>8.91317832</c:v>
                </c:pt>
                <c:pt idx="3253">
                  <c:v>8.91179135</c:v>
                </c:pt>
                <c:pt idx="3254">
                  <c:v>8.91043173</c:v>
                </c:pt>
                <c:pt idx="3255">
                  <c:v>8.90916979</c:v>
                </c:pt>
                <c:pt idx="3256">
                  <c:v>8.90767148</c:v>
                </c:pt>
                <c:pt idx="3257">
                  <c:v>8.90637046</c:v>
                </c:pt>
                <c:pt idx="3258">
                  <c:v>8.90508703</c:v>
                </c:pt>
                <c:pt idx="3259">
                  <c:v>8.903913</c:v>
                </c:pt>
                <c:pt idx="3260">
                  <c:v>8.90261198</c:v>
                </c:pt>
                <c:pt idx="3261">
                  <c:v>8.90107851</c:v>
                </c:pt>
                <c:pt idx="3262">
                  <c:v>8.89974233</c:v>
                </c:pt>
                <c:pt idx="3263">
                  <c:v>8.89863667</c:v>
                </c:pt>
                <c:pt idx="3264">
                  <c:v>8.89729268</c:v>
                </c:pt>
                <c:pt idx="3265">
                  <c:v>8.8961792</c:v>
                </c:pt>
                <c:pt idx="3266">
                  <c:v>8.89499149</c:v>
                </c:pt>
                <c:pt idx="3267">
                  <c:v>8.89372954</c:v>
                </c:pt>
                <c:pt idx="3268">
                  <c:v>8.89242072</c:v>
                </c:pt>
                <c:pt idx="3269">
                  <c:v>8.89105719</c:v>
                </c:pt>
                <c:pt idx="3270">
                  <c:v>8.88964679</c:v>
                </c:pt>
                <c:pt idx="3271">
                  <c:v>8.88822857</c:v>
                </c:pt>
                <c:pt idx="3272">
                  <c:v>8.8871229</c:v>
                </c:pt>
                <c:pt idx="3273">
                  <c:v>8.88571249</c:v>
                </c:pt>
                <c:pt idx="3274">
                  <c:v>8.88445055</c:v>
                </c:pt>
                <c:pt idx="3275">
                  <c:v>8.88302452</c:v>
                </c:pt>
                <c:pt idx="3276">
                  <c:v>8.88186806</c:v>
                </c:pt>
                <c:pt idx="3277">
                  <c:v>8.88073895</c:v>
                </c:pt>
                <c:pt idx="3278">
                  <c:v>8.87962743</c:v>
                </c:pt>
                <c:pt idx="3279">
                  <c:v>8.8780666</c:v>
                </c:pt>
                <c:pt idx="3280">
                  <c:v>8.87695313</c:v>
                </c:pt>
                <c:pt idx="3281">
                  <c:v>8.87594123</c:v>
                </c:pt>
                <c:pt idx="3282">
                  <c:v>8.87456794</c:v>
                </c:pt>
                <c:pt idx="3283">
                  <c:v>8.8731673</c:v>
                </c:pt>
                <c:pt idx="3284">
                  <c:v>8.87203819</c:v>
                </c:pt>
                <c:pt idx="3285">
                  <c:v>8.8706649</c:v>
                </c:pt>
                <c:pt idx="3286">
                  <c:v>8.86952993</c:v>
                </c:pt>
                <c:pt idx="3287">
                  <c:v>8.86826799</c:v>
                </c:pt>
                <c:pt idx="3288">
                  <c:v>8.86668958</c:v>
                </c:pt>
                <c:pt idx="3289">
                  <c:v>8.86529871</c:v>
                </c:pt>
                <c:pt idx="3290">
                  <c:v>8.86403677</c:v>
                </c:pt>
                <c:pt idx="3291">
                  <c:v>8.86329249</c:v>
                </c:pt>
                <c:pt idx="3292">
                  <c:v>8.86188404</c:v>
                </c:pt>
                <c:pt idx="3293">
                  <c:v>8.8606221</c:v>
                </c:pt>
                <c:pt idx="3294">
                  <c:v>8.85898899</c:v>
                </c:pt>
                <c:pt idx="3295">
                  <c:v>8.85787161</c:v>
                </c:pt>
                <c:pt idx="3296">
                  <c:v>8.85676204</c:v>
                </c:pt>
                <c:pt idx="3297">
                  <c:v>8.85550009</c:v>
                </c:pt>
                <c:pt idx="3298">
                  <c:v>8.85408969</c:v>
                </c:pt>
                <c:pt idx="3299">
                  <c:v>8.85295667</c:v>
                </c:pt>
                <c:pt idx="3300">
                  <c:v>8.85180022</c:v>
                </c:pt>
                <c:pt idx="3301">
                  <c:v>8.85057148</c:v>
                </c:pt>
                <c:pt idx="3302">
                  <c:v>8.84941307</c:v>
                </c:pt>
                <c:pt idx="3303">
                  <c:v>8.84768034</c:v>
                </c:pt>
                <c:pt idx="3304">
                  <c:v>8.84629533</c:v>
                </c:pt>
                <c:pt idx="3305">
                  <c:v>8.84522287</c:v>
                </c:pt>
                <c:pt idx="3306">
                  <c:v>8.844588</c:v>
                </c:pt>
                <c:pt idx="3307">
                  <c:v>8.8427322</c:v>
                </c:pt>
                <c:pt idx="3308">
                  <c:v>8.84191565</c:v>
                </c:pt>
                <c:pt idx="3309">
                  <c:v>8.84072793</c:v>
                </c:pt>
                <c:pt idx="3310">
                  <c:v>8.8394406</c:v>
                </c:pt>
                <c:pt idx="3311">
                  <c:v>8.83812982</c:v>
                </c:pt>
                <c:pt idx="3312">
                  <c:v>8.83686787</c:v>
                </c:pt>
                <c:pt idx="3313">
                  <c:v>8.8355317</c:v>
                </c:pt>
                <c:pt idx="3314">
                  <c:v>8.83416427</c:v>
                </c:pt>
                <c:pt idx="3315">
                  <c:v>8.83286326</c:v>
                </c:pt>
                <c:pt idx="3316">
                  <c:v>8.83167164</c:v>
                </c:pt>
                <c:pt idx="3317">
                  <c:v>8.83055034</c:v>
                </c:pt>
                <c:pt idx="3318">
                  <c:v>8.82932161</c:v>
                </c:pt>
                <c:pt idx="3319">
                  <c:v>8.82809288</c:v>
                </c:pt>
                <c:pt idx="3320">
                  <c:v>8.82736618</c:v>
                </c:pt>
                <c:pt idx="3321">
                  <c:v>8.82549085</c:v>
                </c:pt>
                <c:pt idx="3322">
                  <c:v>8.82455123</c:v>
                </c:pt>
                <c:pt idx="3323">
                  <c:v>8.82328343</c:v>
                </c:pt>
                <c:pt idx="3324">
                  <c:v>8.82209572</c:v>
                </c:pt>
                <c:pt idx="3325">
                  <c:v>8.82050364</c:v>
                </c:pt>
                <c:pt idx="3326">
                  <c:v>8.8192749</c:v>
                </c:pt>
                <c:pt idx="3327">
                  <c:v>8.81808719</c:v>
                </c:pt>
                <c:pt idx="3328">
                  <c:v>8.81689948</c:v>
                </c:pt>
                <c:pt idx="3329">
                  <c:v>8.81615716</c:v>
                </c:pt>
                <c:pt idx="3330">
                  <c:v>8.81482099</c:v>
                </c:pt>
                <c:pt idx="3331">
                  <c:v>8.81363327</c:v>
                </c:pt>
                <c:pt idx="3332">
                  <c:v>8.81244556</c:v>
                </c:pt>
                <c:pt idx="3333">
                  <c:v>8.81110939</c:v>
                </c:pt>
                <c:pt idx="3334">
                  <c:v>8.80992168</c:v>
                </c:pt>
                <c:pt idx="3335">
                  <c:v>8.80865973</c:v>
                </c:pt>
                <c:pt idx="3336">
                  <c:v>8.80727668</c:v>
                </c:pt>
                <c:pt idx="3337">
                  <c:v>8.80604794</c:v>
                </c:pt>
                <c:pt idx="3338">
                  <c:v>8.80510832</c:v>
                </c:pt>
                <c:pt idx="3339">
                  <c:v>8.80366275</c:v>
                </c:pt>
                <c:pt idx="3340">
                  <c:v>8.80294387</c:v>
                </c:pt>
                <c:pt idx="3341">
                  <c:v>8.80163895</c:v>
                </c:pt>
                <c:pt idx="3342">
                  <c:v>8.80012306</c:v>
                </c:pt>
                <c:pt idx="3343">
                  <c:v>8.79896465</c:v>
                </c:pt>
                <c:pt idx="3344">
                  <c:v>8.7978961</c:v>
                </c:pt>
                <c:pt idx="3345">
                  <c:v>8.7967963</c:v>
                </c:pt>
                <c:pt idx="3346">
                  <c:v>8.79566914</c:v>
                </c:pt>
                <c:pt idx="3347">
                  <c:v>8.79433883</c:v>
                </c:pt>
                <c:pt idx="3348">
                  <c:v>8.79307103</c:v>
                </c:pt>
                <c:pt idx="3349">
                  <c:v>8.79173485</c:v>
                </c:pt>
                <c:pt idx="3350">
                  <c:v>8.79062137</c:v>
                </c:pt>
                <c:pt idx="3351">
                  <c:v>8.79000212</c:v>
                </c:pt>
                <c:pt idx="3352">
                  <c:v>8.78870111</c:v>
                </c:pt>
                <c:pt idx="3353">
                  <c:v>8.78754465</c:v>
                </c:pt>
                <c:pt idx="3354">
                  <c:v>8.78617136</c:v>
                </c:pt>
                <c:pt idx="3355">
                  <c:v>8.78512821</c:v>
                </c:pt>
                <c:pt idx="3356">
                  <c:v>8.78393073</c:v>
                </c:pt>
                <c:pt idx="3357">
                  <c:v>8.78290125</c:v>
                </c:pt>
                <c:pt idx="3358">
                  <c:v>8.7823406</c:v>
                </c:pt>
                <c:pt idx="3359">
                  <c:v>8.78060592</c:v>
                </c:pt>
                <c:pt idx="3360">
                  <c:v>8.77933811</c:v>
                </c:pt>
                <c:pt idx="3361">
                  <c:v>8.77807617</c:v>
                </c:pt>
                <c:pt idx="3362">
                  <c:v>8.77688846</c:v>
                </c:pt>
                <c:pt idx="3363">
                  <c:v>8.77599768</c:v>
                </c:pt>
                <c:pt idx="3364">
                  <c:v>8.77482364</c:v>
                </c:pt>
                <c:pt idx="3365">
                  <c:v>8.77366718</c:v>
                </c:pt>
                <c:pt idx="3366">
                  <c:v>8.77243454</c:v>
                </c:pt>
                <c:pt idx="3367">
                  <c:v>8.77124683</c:v>
                </c:pt>
                <c:pt idx="3368">
                  <c:v>8.77020759</c:v>
                </c:pt>
                <c:pt idx="3369">
                  <c:v>8.76909411</c:v>
                </c:pt>
                <c:pt idx="3370">
                  <c:v>8.76857448</c:v>
                </c:pt>
                <c:pt idx="3371">
                  <c:v>8.7639721</c:v>
                </c:pt>
                <c:pt idx="3372">
                  <c:v>8.76330401</c:v>
                </c:pt>
                <c:pt idx="3373">
                  <c:v>8.76224719</c:v>
                </c:pt>
                <c:pt idx="3374">
                  <c:v>8.7605125</c:v>
                </c:pt>
                <c:pt idx="3375">
                  <c:v>8.75996358</c:v>
                </c:pt>
                <c:pt idx="3376">
                  <c:v>8.75877587</c:v>
                </c:pt>
                <c:pt idx="3377">
                  <c:v>8.75754909</c:v>
                </c:pt>
                <c:pt idx="3378">
                  <c:v>8.75610352</c:v>
                </c:pt>
                <c:pt idx="3379">
                  <c:v>8.75521273</c:v>
                </c:pt>
                <c:pt idx="3380">
                  <c:v>8.75476734</c:v>
                </c:pt>
                <c:pt idx="3381">
                  <c:v>8.75306001</c:v>
                </c:pt>
                <c:pt idx="3382">
                  <c:v>8.75176681</c:v>
                </c:pt>
                <c:pt idx="3383">
                  <c:v>8.74971957</c:v>
                </c:pt>
                <c:pt idx="3384">
                  <c:v>8.74793605</c:v>
                </c:pt>
                <c:pt idx="3385">
                  <c:v>8.74555086</c:v>
                </c:pt>
                <c:pt idx="3386">
                  <c:v>8.74345478</c:v>
                </c:pt>
                <c:pt idx="3387">
                  <c:v>8.73991314</c:v>
                </c:pt>
                <c:pt idx="3388">
                  <c:v>8.73774478</c:v>
                </c:pt>
                <c:pt idx="3389">
                  <c:v>8.73717437</c:v>
                </c:pt>
                <c:pt idx="3390">
                  <c:v>8.73311896</c:v>
                </c:pt>
                <c:pt idx="3391">
                  <c:v>8.73242352</c:v>
                </c:pt>
                <c:pt idx="3392">
                  <c:v>8.72979415</c:v>
                </c:pt>
                <c:pt idx="3393">
                  <c:v>8.72908309</c:v>
                </c:pt>
                <c:pt idx="3394">
                  <c:v>8.72740896</c:v>
                </c:pt>
                <c:pt idx="3395">
                  <c:v>8.7263365</c:v>
                </c:pt>
                <c:pt idx="3396">
                  <c:v>8.72524061</c:v>
                </c:pt>
                <c:pt idx="3397">
                  <c:v>8.72451782</c:v>
                </c:pt>
                <c:pt idx="3398">
                  <c:v>8.72140985</c:v>
                </c:pt>
                <c:pt idx="3399">
                  <c:v>8.71743453</c:v>
                </c:pt>
                <c:pt idx="3400">
                  <c:v>8.71594403</c:v>
                </c:pt>
                <c:pt idx="3401">
                  <c:v>8.71475632</c:v>
                </c:pt>
                <c:pt idx="3402">
                  <c:v>8.71410972</c:v>
                </c:pt>
                <c:pt idx="3403">
                  <c:v>8.71295327</c:v>
                </c:pt>
                <c:pt idx="3404">
                  <c:v>8.71141588</c:v>
                </c:pt>
                <c:pt idx="3405">
                  <c:v>8.71027896</c:v>
                </c:pt>
                <c:pt idx="3406">
                  <c:v>8.70785275</c:v>
                </c:pt>
                <c:pt idx="3407">
                  <c:v>8.70717099</c:v>
                </c:pt>
                <c:pt idx="3408">
                  <c:v>8.70592272</c:v>
                </c:pt>
                <c:pt idx="3409">
                  <c:v>8.70493036</c:v>
                </c:pt>
                <c:pt idx="3410">
                  <c:v>8.70436385</c:v>
                </c:pt>
                <c:pt idx="3411">
                  <c:v>8.70191419</c:v>
                </c:pt>
                <c:pt idx="3412">
                  <c:v>8.69998416</c:v>
                </c:pt>
                <c:pt idx="3413">
                  <c:v>8.69887068</c:v>
                </c:pt>
                <c:pt idx="3414">
                  <c:v>8.69671796</c:v>
                </c:pt>
                <c:pt idx="3415">
                  <c:v>8.69567871</c:v>
                </c:pt>
                <c:pt idx="3416">
                  <c:v>8.69441677</c:v>
                </c:pt>
                <c:pt idx="3417">
                  <c:v>8.69330329</c:v>
                </c:pt>
                <c:pt idx="3418">
                  <c:v>8.69220934</c:v>
                </c:pt>
                <c:pt idx="3419">
                  <c:v>8.69115056</c:v>
                </c:pt>
                <c:pt idx="3420">
                  <c:v>8.68996871</c:v>
                </c:pt>
                <c:pt idx="3421">
                  <c:v>8.68884937</c:v>
                </c:pt>
                <c:pt idx="3422">
                  <c:v>8.68758352</c:v>
                </c:pt>
                <c:pt idx="3423">
                  <c:v>8.68647395</c:v>
                </c:pt>
                <c:pt idx="3424">
                  <c:v>8.68536047</c:v>
                </c:pt>
                <c:pt idx="3425">
                  <c:v>8.68424699</c:v>
                </c:pt>
                <c:pt idx="3426">
                  <c:v>8.68313351</c:v>
                </c:pt>
                <c:pt idx="3427">
                  <c:v>8.68172897</c:v>
                </c:pt>
                <c:pt idx="3428">
                  <c:v>8.68120348</c:v>
                </c:pt>
                <c:pt idx="3429">
                  <c:v>8.67964461</c:v>
                </c:pt>
                <c:pt idx="3430">
                  <c:v>8.67882806</c:v>
                </c:pt>
                <c:pt idx="3431">
                  <c:v>8.67739226</c:v>
                </c:pt>
                <c:pt idx="3432">
                  <c:v>8.6768238</c:v>
                </c:pt>
                <c:pt idx="3433">
                  <c:v>8.67511646</c:v>
                </c:pt>
                <c:pt idx="3434">
                  <c:v>8.67444837</c:v>
                </c:pt>
                <c:pt idx="3435">
                  <c:v>8.67305555</c:v>
                </c:pt>
                <c:pt idx="3436">
                  <c:v>8.67197137</c:v>
                </c:pt>
                <c:pt idx="3437">
                  <c:v>8.67095947</c:v>
                </c:pt>
                <c:pt idx="3438">
                  <c:v>8.66994757</c:v>
                </c:pt>
                <c:pt idx="3439">
                  <c:v>8.66828517</c:v>
                </c:pt>
                <c:pt idx="3440">
                  <c:v>8.66734555</c:v>
                </c:pt>
                <c:pt idx="3441">
                  <c:v>8.6661344</c:v>
                </c:pt>
                <c:pt idx="3442">
                  <c:v>8.66546631</c:v>
                </c:pt>
                <c:pt idx="3443">
                  <c:v>8.66420437</c:v>
                </c:pt>
                <c:pt idx="3444">
                  <c:v>8.66309089</c:v>
                </c:pt>
                <c:pt idx="3445">
                  <c:v>8.66182894</c:v>
                </c:pt>
                <c:pt idx="3446">
                  <c:v>8.66071546</c:v>
                </c:pt>
                <c:pt idx="3447">
                  <c:v>8.65945352</c:v>
                </c:pt>
                <c:pt idx="3448">
                  <c:v>8.6584553</c:v>
                </c:pt>
                <c:pt idx="3449">
                  <c:v>8.65737112</c:v>
                </c:pt>
                <c:pt idx="3450">
                  <c:v>8.65614239</c:v>
                </c:pt>
                <c:pt idx="3451">
                  <c:v>8.65514807</c:v>
                </c:pt>
                <c:pt idx="3452">
                  <c:v>8.65419087</c:v>
                </c:pt>
                <c:pt idx="3453">
                  <c:v>8.65296213</c:v>
                </c:pt>
                <c:pt idx="3454">
                  <c:v>8.65187796</c:v>
                </c:pt>
                <c:pt idx="3455">
                  <c:v>8.65079378</c:v>
                </c:pt>
                <c:pt idx="3456">
                  <c:v>8.64972914</c:v>
                </c:pt>
                <c:pt idx="3457">
                  <c:v>8.64861566</c:v>
                </c:pt>
                <c:pt idx="3458">
                  <c:v>8.64779911</c:v>
                </c:pt>
                <c:pt idx="3459">
                  <c:v>8.64668563</c:v>
                </c:pt>
                <c:pt idx="3460">
                  <c:v>8.64522834</c:v>
                </c:pt>
                <c:pt idx="3461">
                  <c:v>8.64436099</c:v>
                </c:pt>
                <c:pt idx="3462">
                  <c:v>8.64319672</c:v>
                </c:pt>
                <c:pt idx="3463">
                  <c:v>8.6419758</c:v>
                </c:pt>
                <c:pt idx="3464">
                  <c:v>8.641044</c:v>
                </c:pt>
                <c:pt idx="3465">
                  <c:v>8.64000475</c:v>
                </c:pt>
                <c:pt idx="3466">
                  <c:v>8.63908467</c:v>
                </c:pt>
                <c:pt idx="3467">
                  <c:v>8.63800049</c:v>
                </c:pt>
                <c:pt idx="3468">
                  <c:v>8.6371097</c:v>
                </c:pt>
                <c:pt idx="3469">
                  <c:v>8.63614469</c:v>
                </c:pt>
                <c:pt idx="3470">
                  <c:v>8.63518163</c:v>
                </c:pt>
                <c:pt idx="3471">
                  <c:v>8.63416973</c:v>
                </c:pt>
                <c:pt idx="3472">
                  <c:v>8.63337467</c:v>
                </c:pt>
                <c:pt idx="3473">
                  <c:v>8.63228463</c:v>
                </c:pt>
                <c:pt idx="3474">
                  <c:v>8.63131961</c:v>
                </c:pt>
                <c:pt idx="3475">
                  <c:v>8.6303546</c:v>
                </c:pt>
                <c:pt idx="3476">
                  <c:v>8.62931535</c:v>
                </c:pt>
                <c:pt idx="3477">
                  <c:v>8.62853201</c:v>
                </c:pt>
                <c:pt idx="3478">
                  <c:v>8.62768225</c:v>
                </c:pt>
                <c:pt idx="3479">
                  <c:v>8.62672505</c:v>
                </c:pt>
                <c:pt idx="3480">
                  <c:v>8.62600226</c:v>
                </c:pt>
                <c:pt idx="3481">
                  <c:v>8.62499036</c:v>
                </c:pt>
                <c:pt idx="3482">
                  <c:v>8.62412302</c:v>
                </c:pt>
                <c:pt idx="3483">
                  <c:v>8.62330256</c:v>
                </c:pt>
                <c:pt idx="3484">
                  <c:v>8.62204062</c:v>
                </c:pt>
                <c:pt idx="3485">
                  <c:v>8.62166946</c:v>
                </c:pt>
                <c:pt idx="3486">
                  <c:v>8.62077868</c:v>
                </c:pt>
                <c:pt idx="3487">
                  <c:v>8.61951673</c:v>
                </c:pt>
                <c:pt idx="3488">
                  <c:v>8.61870214</c:v>
                </c:pt>
                <c:pt idx="3489">
                  <c:v>8.61795786</c:v>
                </c:pt>
                <c:pt idx="3490">
                  <c:v>8.61706708</c:v>
                </c:pt>
                <c:pt idx="3491">
                  <c:v>8.6161763</c:v>
                </c:pt>
                <c:pt idx="3492">
                  <c:v>8.6154496</c:v>
                </c:pt>
                <c:pt idx="3493">
                  <c:v>8.61439473</c:v>
                </c:pt>
                <c:pt idx="3494">
                  <c:v>8.61372664</c:v>
                </c:pt>
                <c:pt idx="3495">
                  <c:v>8.61291009</c:v>
                </c:pt>
                <c:pt idx="3496">
                  <c:v>8.61112852</c:v>
                </c:pt>
                <c:pt idx="3497">
                  <c:v>8.61039011</c:v>
                </c:pt>
                <c:pt idx="3498">
                  <c:v>8.60949542</c:v>
                </c:pt>
                <c:pt idx="3499">
                  <c:v>8.60872771</c:v>
                </c:pt>
                <c:pt idx="3500">
                  <c:v>8.60793264</c:v>
                </c:pt>
                <c:pt idx="3501">
                  <c:v>8.60704577</c:v>
                </c:pt>
                <c:pt idx="3502">
                  <c:v>8.60590885</c:v>
                </c:pt>
                <c:pt idx="3503">
                  <c:v>8.6050415</c:v>
                </c:pt>
                <c:pt idx="3504">
                  <c:v>8.60422495</c:v>
                </c:pt>
                <c:pt idx="3505">
                  <c:v>8.60345138</c:v>
                </c:pt>
                <c:pt idx="3506">
                  <c:v>8.60258404</c:v>
                </c:pt>
                <c:pt idx="3507">
                  <c:v>8.60170107</c:v>
                </c:pt>
                <c:pt idx="3508">
                  <c:v>8.60103298</c:v>
                </c:pt>
                <c:pt idx="3509">
                  <c:v>8.60027112</c:v>
                </c:pt>
                <c:pt idx="3510">
                  <c:v>8.59897011</c:v>
                </c:pt>
                <c:pt idx="3511">
                  <c:v>8.59821216</c:v>
                </c:pt>
                <c:pt idx="3512">
                  <c:v>8.59732138</c:v>
                </c:pt>
                <c:pt idx="3513">
                  <c:v>8.59644037</c:v>
                </c:pt>
                <c:pt idx="3514">
                  <c:v>8.59593442</c:v>
                </c:pt>
                <c:pt idx="3515">
                  <c:v>8.5949948</c:v>
                </c:pt>
                <c:pt idx="3516">
                  <c:v>8.59412745</c:v>
                </c:pt>
                <c:pt idx="3517">
                  <c:v>8.59376606</c:v>
                </c:pt>
                <c:pt idx="3518">
                  <c:v>8.59246505</c:v>
                </c:pt>
                <c:pt idx="3519">
                  <c:v>8.59153129</c:v>
                </c:pt>
                <c:pt idx="3520">
                  <c:v>8.59065809</c:v>
                </c:pt>
                <c:pt idx="3521">
                  <c:v>8.58989819</c:v>
                </c:pt>
                <c:pt idx="3522">
                  <c:v>8.5890074</c:v>
                </c:pt>
                <c:pt idx="3523">
                  <c:v>8.58812834</c:v>
                </c:pt>
                <c:pt idx="3524">
                  <c:v>8.587261</c:v>
                </c:pt>
                <c:pt idx="3525">
                  <c:v>8.58639366</c:v>
                </c:pt>
                <c:pt idx="3526">
                  <c:v>8.58509264</c:v>
                </c:pt>
                <c:pt idx="3527">
                  <c:v>8.58433079</c:v>
                </c:pt>
                <c:pt idx="3528">
                  <c:v>8.58373694</c:v>
                </c:pt>
                <c:pt idx="3529">
                  <c:v>8.5825629</c:v>
                </c:pt>
                <c:pt idx="3530">
                  <c:v>8.5818069</c:v>
                </c:pt>
                <c:pt idx="3531">
                  <c:v>8.58084189</c:v>
                </c:pt>
                <c:pt idx="3532">
                  <c:v>8.58039454</c:v>
                </c:pt>
                <c:pt idx="3533">
                  <c:v>8.57913455</c:v>
                </c:pt>
                <c:pt idx="3534">
                  <c:v>8.57846647</c:v>
                </c:pt>
                <c:pt idx="3535">
                  <c:v>8.57757568</c:v>
                </c:pt>
                <c:pt idx="3536">
                  <c:v>8.57649151</c:v>
                </c:pt>
                <c:pt idx="3537">
                  <c:v>8.57564565</c:v>
                </c:pt>
                <c:pt idx="3538">
                  <c:v>8.57512603</c:v>
                </c:pt>
                <c:pt idx="3539">
                  <c:v>8.5741786</c:v>
                </c:pt>
                <c:pt idx="3540">
                  <c:v>8.57323898</c:v>
                </c:pt>
                <c:pt idx="3541">
                  <c:v>8.57245368</c:v>
                </c:pt>
                <c:pt idx="3542">
                  <c:v>8.5715629</c:v>
                </c:pt>
                <c:pt idx="3543">
                  <c:v>8.57070923</c:v>
                </c:pt>
                <c:pt idx="3544">
                  <c:v>8.56955863</c:v>
                </c:pt>
                <c:pt idx="3545">
                  <c:v>8.5691191</c:v>
                </c:pt>
                <c:pt idx="3546">
                  <c:v>8.56807399</c:v>
                </c:pt>
                <c:pt idx="3547">
                  <c:v>8.56716758</c:v>
                </c:pt>
                <c:pt idx="3548">
                  <c:v>8.56606973</c:v>
                </c:pt>
                <c:pt idx="3549">
                  <c:v>8.56517895</c:v>
                </c:pt>
                <c:pt idx="3550">
                  <c:v>8.56428817</c:v>
                </c:pt>
                <c:pt idx="3551">
                  <c:v>8.56376854</c:v>
                </c:pt>
                <c:pt idx="3552">
                  <c:v>8.56280353</c:v>
                </c:pt>
                <c:pt idx="3553">
                  <c:v>8.56203581</c:v>
                </c:pt>
                <c:pt idx="3554">
                  <c:v>8.56027964</c:v>
                </c:pt>
                <c:pt idx="3555">
                  <c:v>8.55938886</c:v>
                </c:pt>
                <c:pt idx="3556">
                  <c:v>8.55820505</c:v>
                </c:pt>
                <c:pt idx="3557">
                  <c:v>8.55738459</c:v>
                </c:pt>
                <c:pt idx="3558">
                  <c:v>8.55641958</c:v>
                </c:pt>
                <c:pt idx="3559">
                  <c:v>8.5555288</c:v>
                </c:pt>
                <c:pt idx="3560">
                  <c:v>8.55473569</c:v>
                </c:pt>
                <c:pt idx="3561">
                  <c:v>8.55379607</c:v>
                </c:pt>
                <c:pt idx="3562">
                  <c:v>8.55307328</c:v>
                </c:pt>
                <c:pt idx="3563">
                  <c:v>8.55220594</c:v>
                </c:pt>
                <c:pt idx="3564">
                  <c:v>8.55141088</c:v>
                </c:pt>
                <c:pt idx="3565">
                  <c:v>8.55054353</c:v>
                </c:pt>
                <c:pt idx="3566">
                  <c:v>8.54960391</c:v>
                </c:pt>
                <c:pt idx="3567">
                  <c:v>8.54880885</c:v>
                </c:pt>
                <c:pt idx="3568">
                  <c:v>8.54794151</c:v>
                </c:pt>
                <c:pt idx="3569">
                  <c:v>8.54671277</c:v>
                </c:pt>
                <c:pt idx="3570">
                  <c:v>8.54591771</c:v>
                </c:pt>
                <c:pt idx="3571">
                  <c:v>8.54505037</c:v>
                </c:pt>
                <c:pt idx="3572">
                  <c:v>8.54418303</c:v>
                </c:pt>
                <c:pt idx="3573">
                  <c:v>8.54317113</c:v>
                </c:pt>
                <c:pt idx="3574">
                  <c:v>8.54230379</c:v>
                </c:pt>
                <c:pt idx="3575">
                  <c:v>8.54149896</c:v>
                </c:pt>
                <c:pt idx="3576">
                  <c:v>8.54053394</c:v>
                </c:pt>
                <c:pt idx="3577">
                  <c:v>8.53970176</c:v>
                </c:pt>
                <c:pt idx="3578">
                  <c:v>8.53919581</c:v>
                </c:pt>
                <c:pt idx="3579">
                  <c:v>8.53830698</c:v>
                </c:pt>
                <c:pt idx="3580">
                  <c:v>8.53695518</c:v>
                </c:pt>
                <c:pt idx="3581">
                  <c:v>8.53652151</c:v>
                </c:pt>
                <c:pt idx="3582">
                  <c:v>8.5355604</c:v>
                </c:pt>
                <c:pt idx="3583">
                  <c:v>8.53507594</c:v>
                </c:pt>
                <c:pt idx="3584">
                  <c:v>8.53363037</c:v>
                </c:pt>
                <c:pt idx="3585">
                  <c:v>8.53273959</c:v>
                </c:pt>
                <c:pt idx="3586">
                  <c:v>8.5318488</c:v>
                </c:pt>
                <c:pt idx="3587">
                  <c:v>8.53045012</c:v>
                </c:pt>
                <c:pt idx="3588">
                  <c:v>8.52857088</c:v>
                </c:pt>
                <c:pt idx="3589">
                  <c:v>8.52734214</c:v>
                </c:pt>
                <c:pt idx="3590">
                  <c:v>8.52633025</c:v>
                </c:pt>
                <c:pt idx="3591">
                  <c:v>8.52591025</c:v>
                </c:pt>
                <c:pt idx="3592">
                  <c:v>8.52148759</c:v>
                </c:pt>
                <c:pt idx="3593">
                  <c:v>8.5207648</c:v>
                </c:pt>
              </c:numCache>
            </c:numRef>
          </c:xVal>
          <c:yVal>
            <c:numRef>
              <c:f>'Chart Data'!$D$2:$D$3595</c:f>
              <c:numCache>
                <c:formatCode>0.0</c:formatCode>
                <c:ptCount val="3594"/>
                <c:pt idx="0">
                  <c:v>51.46489547</c:v>
                </c:pt>
                <c:pt idx="1">
                  <c:v>51.46489547</c:v>
                </c:pt>
                <c:pt idx="2">
                  <c:v>51.46484892</c:v>
                </c:pt>
                <c:pt idx="3">
                  <c:v>51.46484892</c:v>
                </c:pt>
                <c:pt idx="4">
                  <c:v>51.46484892</c:v>
                </c:pt>
                <c:pt idx="5">
                  <c:v>51.46484892</c:v>
                </c:pt>
                <c:pt idx="6">
                  <c:v>51.46484892</c:v>
                </c:pt>
                <c:pt idx="7">
                  <c:v>51.46485901</c:v>
                </c:pt>
                <c:pt idx="8">
                  <c:v>51.46485901</c:v>
                </c:pt>
                <c:pt idx="9">
                  <c:v>51.46485901</c:v>
                </c:pt>
                <c:pt idx="10">
                  <c:v>51.46484892</c:v>
                </c:pt>
                <c:pt idx="11">
                  <c:v>51.46481323</c:v>
                </c:pt>
                <c:pt idx="12">
                  <c:v>51.46481323</c:v>
                </c:pt>
                <c:pt idx="13">
                  <c:v>51.46481323</c:v>
                </c:pt>
                <c:pt idx="14">
                  <c:v>51.46484892</c:v>
                </c:pt>
                <c:pt idx="15">
                  <c:v>51.46484892</c:v>
                </c:pt>
                <c:pt idx="16">
                  <c:v>51.46485901</c:v>
                </c:pt>
                <c:pt idx="17">
                  <c:v>51.46485901</c:v>
                </c:pt>
                <c:pt idx="18">
                  <c:v>51.46484892</c:v>
                </c:pt>
                <c:pt idx="19">
                  <c:v>51.46485901</c:v>
                </c:pt>
                <c:pt idx="20">
                  <c:v>51.46485901</c:v>
                </c:pt>
                <c:pt idx="21">
                  <c:v>51.46485901</c:v>
                </c:pt>
                <c:pt idx="22">
                  <c:v>51.46485901</c:v>
                </c:pt>
                <c:pt idx="23">
                  <c:v>51.46485901</c:v>
                </c:pt>
                <c:pt idx="24">
                  <c:v>51.46484892</c:v>
                </c:pt>
                <c:pt idx="25">
                  <c:v>51.46485901</c:v>
                </c:pt>
                <c:pt idx="26">
                  <c:v>51.46485901</c:v>
                </c:pt>
                <c:pt idx="27">
                  <c:v>51.46485901</c:v>
                </c:pt>
                <c:pt idx="28">
                  <c:v>51.46484892</c:v>
                </c:pt>
                <c:pt idx="29">
                  <c:v>51.46485901</c:v>
                </c:pt>
                <c:pt idx="30">
                  <c:v>51.46484892</c:v>
                </c:pt>
                <c:pt idx="31">
                  <c:v>51.46484892</c:v>
                </c:pt>
                <c:pt idx="32">
                  <c:v>51.46481323</c:v>
                </c:pt>
                <c:pt idx="33">
                  <c:v>51.46481323</c:v>
                </c:pt>
                <c:pt idx="34">
                  <c:v>51.46480237</c:v>
                </c:pt>
                <c:pt idx="35">
                  <c:v>51.46480237</c:v>
                </c:pt>
                <c:pt idx="36">
                  <c:v>51.46475582</c:v>
                </c:pt>
                <c:pt idx="37">
                  <c:v>51.46476746</c:v>
                </c:pt>
                <c:pt idx="38">
                  <c:v>51.46475582</c:v>
                </c:pt>
                <c:pt idx="39">
                  <c:v>51.46470927</c:v>
                </c:pt>
                <c:pt idx="40">
                  <c:v>51.46472168</c:v>
                </c:pt>
                <c:pt idx="41">
                  <c:v>51.46470927</c:v>
                </c:pt>
                <c:pt idx="42">
                  <c:v>51.46466271</c:v>
                </c:pt>
                <c:pt idx="43">
                  <c:v>51.46461616</c:v>
                </c:pt>
                <c:pt idx="44">
                  <c:v>51.46458435</c:v>
                </c:pt>
                <c:pt idx="45">
                  <c:v>51.46452306</c:v>
                </c:pt>
                <c:pt idx="46">
                  <c:v>51.46440125</c:v>
                </c:pt>
                <c:pt idx="47">
                  <c:v>51.4642903</c:v>
                </c:pt>
                <c:pt idx="48">
                  <c:v>51.46417236</c:v>
                </c:pt>
                <c:pt idx="49">
                  <c:v>51.46403503</c:v>
                </c:pt>
                <c:pt idx="50">
                  <c:v>51.46387133</c:v>
                </c:pt>
                <c:pt idx="51">
                  <c:v>51.46373167</c:v>
                </c:pt>
                <c:pt idx="52">
                  <c:v>51.46349891</c:v>
                </c:pt>
                <c:pt idx="53">
                  <c:v>51.46326615</c:v>
                </c:pt>
                <c:pt idx="54">
                  <c:v>51.46303339</c:v>
                </c:pt>
                <c:pt idx="55">
                  <c:v>51.4627533</c:v>
                </c:pt>
                <c:pt idx="56">
                  <c:v>51.46247476</c:v>
                </c:pt>
                <c:pt idx="57">
                  <c:v>51.46214889</c:v>
                </c:pt>
                <c:pt idx="58">
                  <c:v>51.46179199</c:v>
                </c:pt>
                <c:pt idx="59">
                  <c:v>51.46138</c:v>
                </c:pt>
                <c:pt idx="60">
                  <c:v>51.46096802</c:v>
                </c:pt>
                <c:pt idx="61">
                  <c:v>51.46056612</c:v>
                </c:pt>
                <c:pt idx="62">
                  <c:v>51.46010059</c:v>
                </c:pt>
                <c:pt idx="63">
                  <c:v>51.45959473</c:v>
                </c:pt>
                <c:pt idx="64">
                  <c:v>51.45899963</c:v>
                </c:pt>
                <c:pt idx="65">
                  <c:v>51.45847127</c:v>
                </c:pt>
                <c:pt idx="66">
                  <c:v>51.45772643</c:v>
                </c:pt>
                <c:pt idx="67">
                  <c:v>51.45716858</c:v>
                </c:pt>
                <c:pt idx="68">
                  <c:v>51.45646952</c:v>
                </c:pt>
                <c:pt idx="69">
                  <c:v>51.45614365</c:v>
                </c:pt>
                <c:pt idx="70">
                  <c:v>51.45529175</c:v>
                </c:pt>
                <c:pt idx="71">
                  <c:v>51.45455933</c:v>
                </c:pt>
                <c:pt idx="72">
                  <c:v>51.45386259</c:v>
                </c:pt>
                <c:pt idx="73">
                  <c:v>51.45277405</c:v>
                </c:pt>
                <c:pt idx="74">
                  <c:v>51.45222473</c:v>
                </c:pt>
                <c:pt idx="75">
                  <c:v>51.4513092</c:v>
                </c:pt>
                <c:pt idx="76">
                  <c:v>51.45032462</c:v>
                </c:pt>
                <c:pt idx="77">
                  <c:v>51.44962634</c:v>
                </c:pt>
                <c:pt idx="78">
                  <c:v>51.44851685</c:v>
                </c:pt>
                <c:pt idx="79">
                  <c:v>51.44767115</c:v>
                </c:pt>
                <c:pt idx="80">
                  <c:v>51.44659424</c:v>
                </c:pt>
                <c:pt idx="81">
                  <c:v>51.44554138</c:v>
                </c:pt>
                <c:pt idx="82">
                  <c:v>51.44445904</c:v>
                </c:pt>
                <c:pt idx="83">
                  <c:v>51.44343489</c:v>
                </c:pt>
                <c:pt idx="84">
                  <c:v>51.44273661</c:v>
                </c:pt>
                <c:pt idx="85">
                  <c:v>51.44142151</c:v>
                </c:pt>
                <c:pt idx="86">
                  <c:v>51.44054865</c:v>
                </c:pt>
                <c:pt idx="87">
                  <c:v>51.4394314</c:v>
                </c:pt>
                <c:pt idx="88">
                  <c:v>51.43849182</c:v>
                </c:pt>
                <c:pt idx="89">
                  <c:v>51.43798828</c:v>
                </c:pt>
                <c:pt idx="90">
                  <c:v>51.43649861</c:v>
                </c:pt>
                <c:pt idx="91">
                  <c:v>51.43547446</c:v>
                </c:pt>
                <c:pt idx="92">
                  <c:v>51.43449686</c:v>
                </c:pt>
                <c:pt idx="93">
                  <c:v>51.43354797</c:v>
                </c:pt>
                <c:pt idx="94">
                  <c:v>51.43268133</c:v>
                </c:pt>
                <c:pt idx="95">
                  <c:v>51.43170373</c:v>
                </c:pt>
                <c:pt idx="96">
                  <c:v>51.43067958</c:v>
                </c:pt>
                <c:pt idx="97">
                  <c:v>51.42993474</c:v>
                </c:pt>
                <c:pt idx="98">
                  <c:v>51.42905025</c:v>
                </c:pt>
                <c:pt idx="99">
                  <c:v>51.42819214</c:v>
                </c:pt>
                <c:pt idx="100">
                  <c:v>51.42709506</c:v>
                </c:pt>
                <c:pt idx="101">
                  <c:v>51.42631531</c:v>
                </c:pt>
                <c:pt idx="102">
                  <c:v>51.42553711</c:v>
                </c:pt>
                <c:pt idx="103">
                  <c:v>51.42475891</c:v>
                </c:pt>
                <c:pt idx="104">
                  <c:v>51.42434848</c:v>
                </c:pt>
                <c:pt idx="105">
                  <c:v>51.42352295</c:v>
                </c:pt>
                <c:pt idx="106">
                  <c:v>51.4227657</c:v>
                </c:pt>
                <c:pt idx="107">
                  <c:v>51.42197431</c:v>
                </c:pt>
                <c:pt idx="108">
                  <c:v>51.42137146</c:v>
                </c:pt>
                <c:pt idx="109">
                  <c:v>51.42063904</c:v>
                </c:pt>
                <c:pt idx="110">
                  <c:v>51.41997257</c:v>
                </c:pt>
                <c:pt idx="111">
                  <c:v>51.4193573</c:v>
                </c:pt>
                <c:pt idx="112">
                  <c:v>51.41867065</c:v>
                </c:pt>
                <c:pt idx="113">
                  <c:v>51.41793823</c:v>
                </c:pt>
                <c:pt idx="114">
                  <c:v>51.41725159</c:v>
                </c:pt>
                <c:pt idx="115">
                  <c:v>51.41647339</c:v>
                </c:pt>
                <c:pt idx="116">
                  <c:v>51.41573631</c:v>
                </c:pt>
                <c:pt idx="117">
                  <c:v>51.4151001</c:v>
                </c:pt>
                <c:pt idx="118">
                  <c:v>51.41445923</c:v>
                </c:pt>
                <c:pt idx="119">
                  <c:v>51.41382767</c:v>
                </c:pt>
                <c:pt idx="120">
                  <c:v>51.41299438</c:v>
                </c:pt>
                <c:pt idx="121">
                  <c:v>51.41239929</c:v>
                </c:pt>
                <c:pt idx="122">
                  <c:v>51.41177937</c:v>
                </c:pt>
                <c:pt idx="123">
                  <c:v>51.41098798</c:v>
                </c:pt>
                <c:pt idx="124">
                  <c:v>51.41024315</c:v>
                </c:pt>
                <c:pt idx="125">
                  <c:v>51.40945176</c:v>
                </c:pt>
                <c:pt idx="126">
                  <c:v>51.40870692</c:v>
                </c:pt>
                <c:pt idx="127">
                  <c:v>51.40810174</c:v>
                </c:pt>
                <c:pt idx="128">
                  <c:v>51.40722656</c:v>
                </c:pt>
                <c:pt idx="129">
                  <c:v>51.40656552</c:v>
                </c:pt>
                <c:pt idx="130">
                  <c:v>51.40567017</c:v>
                </c:pt>
                <c:pt idx="131">
                  <c:v>51.40489197</c:v>
                </c:pt>
                <c:pt idx="132">
                  <c:v>51.40423791</c:v>
                </c:pt>
                <c:pt idx="133">
                  <c:v>51.4034729</c:v>
                </c:pt>
                <c:pt idx="134">
                  <c:v>51.40287781</c:v>
                </c:pt>
                <c:pt idx="135">
                  <c:v>51.4019103</c:v>
                </c:pt>
                <c:pt idx="136">
                  <c:v>51.40139822</c:v>
                </c:pt>
                <c:pt idx="137">
                  <c:v>51.40056028</c:v>
                </c:pt>
                <c:pt idx="138">
                  <c:v>51.39990234</c:v>
                </c:pt>
                <c:pt idx="139">
                  <c:v>51.39897751</c:v>
                </c:pt>
                <c:pt idx="140">
                  <c:v>51.39837233</c:v>
                </c:pt>
                <c:pt idx="141">
                  <c:v>51.39753439</c:v>
                </c:pt>
                <c:pt idx="142">
                  <c:v>51.396743</c:v>
                </c:pt>
                <c:pt idx="143">
                  <c:v>51.39605713</c:v>
                </c:pt>
                <c:pt idx="144">
                  <c:v>51.39525333</c:v>
                </c:pt>
                <c:pt idx="145">
                  <c:v>51.39446194</c:v>
                </c:pt>
                <c:pt idx="146">
                  <c:v>51.39358521</c:v>
                </c:pt>
                <c:pt idx="147">
                  <c:v>51.39278606</c:v>
                </c:pt>
                <c:pt idx="148">
                  <c:v>51.39162225</c:v>
                </c:pt>
                <c:pt idx="149">
                  <c:v>51.39120483</c:v>
                </c:pt>
                <c:pt idx="150">
                  <c:v>51.39028931</c:v>
                </c:pt>
                <c:pt idx="151">
                  <c:v>51.38920154</c:v>
                </c:pt>
                <c:pt idx="152">
                  <c:v>51.38841248</c:v>
                </c:pt>
                <c:pt idx="153">
                  <c:v>51.38749695</c:v>
                </c:pt>
                <c:pt idx="154">
                  <c:v>51.3866272</c:v>
                </c:pt>
                <c:pt idx="155">
                  <c:v>51.38584977</c:v>
                </c:pt>
                <c:pt idx="156">
                  <c:v>51.38529968</c:v>
                </c:pt>
                <c:pt idx="157">
                  <c:v>51.38424683</c:v>
                </c:pt>
                <c:pt idx="158">
                  <c:v>51.38347561</c:v>
                </c:pt>
                <c:pt idx="159">
                  <c:v>51.38241577</c:v>
                </c:pt>
                <c:pt idx="160">
                  <c:v>51.38161352</c:v>
                </c:pt>
                <c:pt idx="161">
                  <c:v>51.38072903</c:v>
                </c:pt>
                <c:pt idx="162">
                  <c:v>51.37966919</c:v>
                </c:pt>
                <c:pt idx="163">
                  <c:v>51.37879944</c:v>
                </c:pt>
                <c:pt idx="164">
                  <c:v>51.37779624</c:v>
                </c:pt>
                <c:pt idx="165">
                  <c:v>51.37719106</c:v>
                </c:pt>
                <c:pt idx="166">
                  <c:v>51.37593415</c:v>
                </c:pt>
                <c:pt idx="167">
                  <c:v>51.37556173</c:v>
                </c:pt>
                <c:pt idx="168">
                  <c:v>51.37449646</c:v>
                </c:pt>
                <c:pt idx="169">
                  <c:v>51.37332722</c:v>
                </c:pt>
                <c:pt idx="170">
                  <c:v>51.37252808</c:v>
                </c:pt>
                <c:pt idx="171">
                  <c:v>51.37165134</c:v>
                </c:pt>
                <c:pt idx="172">
                  <c:v>51.37076685</c:v>
                </c:pt>
                <c:pt idx="173">
                  <c:v>51.36987305</c:v>
                </c:pt>
                <c:pt idx="174">
                  <c:v>51.36885821</c:v>
                </c:pt>
                <c:pt idx="175">
                  <c:v>51.36806682</c:v>
                </c:pt>
                <c:pt idx="176">
                  <c:v>51.36718233</c:v>
                </c:pt>
                <c:pt idx="177">
                  <c:v>51.36621094</c:v>
                </c:pt>
                <c:pt idx="178">
                  <c:v>51.36538696</c:v>
                </c:pt>
                <c:pt idx="179">
                  <c:v>51.36447144</c:v>
                </c:pt>
                <c:pt idx="180">
                  <c:v>51.36369091</c:v>
                </c:pt>
                <c:pt idx="181">
                  <c:v>51.36271331</c:v>
                </c:pt>
                <c:pt idx="182">
                  <c:v>51.36182882</c:v>
                </c:pt>
                <c:pt idx="183">
                  <c:v>51.36090088</c:v>
                </c:pt>
                <c:pt idx="184">
                  <c:v>51.36003113</c:v>
                </c:pt>
                <c:pt idx="185">
                  <c:v>51.35922189</c:v>
                </c:pt>
                <c:pt idx="186">
                  <c:v>51.3583374</c:v>
                </c:pt>
                <c:pt idx="187">
                  <c:v>51.35754601</c:v>
                </c:pt>
                <c:pt idx="188">
                  <c:v>51.35655212</c:v>
                </c:pt>
                <c:pt idx="189">
                  <c:v>51.35554504</c:v>
                </c:pt>
                <c:pt idx="190">
                  <c:v>51.35475288</c:v>
                </c:pt>
                <c:pt idx="191">
                  <c:v>51.35386839</c:v>
                </c:pt>
                <c:pt idx="192">
                  <c:v>51.35289079</c:v>
                </c:pt>
                <c:pt idx="193">
                  <c:v>51.3520063</c:v>
                </c:pt>
                <c:pt idx="194">
                  <c:v>51.3510287</c:v>
                </c:pt>
                <c:pt idx="195">
                  <c:v>51.35018921</c:v>
                </c:pt>
                <c:pt idx="196">
                  <c:v>51.34931946</c:v>
                </c:pt>
                <c:pt idx="197">
                  <c:v>51.34831238</c:v>
                </c:pt>
                <c:pt idx="198">
                  <c:v>51.34762573</c:v>
                </c:pt>
                <c:pt idx="199">
                  <c:v>51.34671021</c:v>
                </c:pt>
                <c:pt idx="200">
                  <c:v>51.34593201</c:v>
                </c:pt>
                <c:pt idx="201">
                  <c:v>51.34493036</c:v>
                </c:pt>
                <c:pt idx="202">
                  <c:v>51.34405518</c:v>
                </c:pt>
                <c:pt idx="203">
                  <c:v>51.34313965</c:v>
                </c:pt>
                <c:pt idx="204">
                  <c:v>51.34218378</c:v>
                </c:pt>
                <c:pt idx="205">
                  <c:v>51.34120618</c:v>
                </c:pt>
                <c:pt idx="206">
                  <c:v>51.34032169</c:v>
                </c:pt>
                <c:pt idx="207">
                  <c:v>51.33943176</c:v>
                </c:pt>
                <c:pt idx="208">
                  <c:v>51.33859925</c:v>
                </c:pt>
                <c:pt idx="209">
                  <c:v>51.33771476</c:v>
                </c:pt>
                <c:pt idx="210">
                  <c:v>51.33682251</c:v>
                </c:pt>
                <c:pt idx="211">
                  <c:v>51.33595276</c:v>
                </c:pt>
                <c:pt idx="212">
                  <c:v>51.33503723</c:v>
                </c:pt>
                <c:pt idx="213">
                  <c:v>51.33407593</c:v>
                </c:pt>
                <c:pt idx="214">
                  <c:v>51.3332923</c:v>
                </c:pt>
                <c:pt idx="215">
                  <c:v>51.3323147</c:v>
                </c:pt>
                <c:pt idx="216">
                  <c:v>51.33151245</c:v>
                </c:pt>
                <c:pt idx="217">
                  <c:v>51.33073425</c:v>
                </c:pt>
                <c:pt idx="218">
                  <c:v>51.32994054</c:v>
                </c:pt>
                <c:pt idx="219">
                  <c:v>51.32917786</c:v>
                </c:pt>
                <c:pt idx="220">
                  <c:v>51.32826233</c:v>
                </c:pt>
                <c:pt idx="221">
                  <c:v>51.32738016</c:v>
                </c:pt>
                <c:pt idx="222">
                  <c:v>51.32658878</c:v>
                </c:pt>
                <c:pt idx="223">
                  <c:v>51.32579041</c:v>
                </c:pt>
                <c:pt idx="224">
                  <c:v>51.32519531</c:v>
                </c:pt>
                <c:pt idx="225">
                  <c:v>51.32423401</c:v>
                </c:pt>
                <c:pt idx="226">
                  <c:v>51.32356288</c:v>
                </c:pt>
                <c:pt idx="227">
                  <c:v>51.32290649</c:v>
                </c:pt>
                <c:pt idx="228">
                  <c:v>51.32216631</c:v>
                </c:pt>
                <c:pt idx="229">
                  <c:v>51.32142148</c:v>
                </c:pt>
                <c:pt idx="230">
                  <c:v>51.32080078</c:v>
                </c:pt>
                <c:pt idx="231">
                  <c:v>51.32002258</c:v>
                </c:pt>
                <c:pt idx="232">
                  <c:v>51.31933594</c:v>
                </c:pt>
                <c:pt idx="233">
                  <c:v>51.31864929</c:v>
                </c:pt>
                <c:pt idx="234">
                  <c:v>51.3180542</c:v>
                </c:pt>
                <c:pt idx="235">
                  <c:v>51.31736755</c:v>
                </c:pt>
                <c:pt idx="236">
                  <c:v>51.31668091</c:v>
                </c:pt>
                <c:pt idx="237">
                  <c:v>51.31602142</c:v>
                </c:pt>
                <c:pt idx="238">
                  <c:v>51.31544495</c:v>
                </c:pt>
                <c:pt idx="239">
                  <c:v>51.3146714</c:v>
                </c:pt>
                <c:pt idx="240">
                  <c:v>51.31407166</c:v>
                </c:pt>
                <c:pt idx="241">
                  <c:v>51.31322828</c:v>
                </c:pt>
                <c:pt idx="242">
                  <c:v>51.31253</c:v>
                </c:pt>
                <c:pt idx="243">
                  <c:v>51.31219482</c:v>
                </c:pt>
                <c:pt idx="244">
                  <c:v>51.31122654</c:v>
                </c:pt>
                <c:pt idx="245">
                  <c:v>51.31059265</c:v>
                </c:pt>
                <c:pt idx="246">
                  <c:v>51.31029549</c:v>
                </c:pt>
                <c:pt idx="247">
                  <c:v>51.30940247</c:v>
                </c:pt>
                <c:pt idx="248">
                  <c:v>51.3087616</c:v>
                </c:pt>
                <c:pt idx="249">
                  <c:v>51.30812073</c:v>
                </c:pt>
                <c:pt idx="250">
                  <c:v>51.30757141</c:v>
                </c:pt>
                <c:pt idx="251">
                  <c:v>51.30685063</c:v>
                </c:pt>
                <c:pt idx="252">
                  <c:v>51.30628967</c:v>
                </c:pt>
                <c:pt idx="253">
                  <c:v>51.30560303</c:v>
                </c:pt>
                <c:pt idx="254">
                  <c:v>51.30503509</c:v>
                </c:pt>
                <c:pt idx="255">
                  <c:v>51.30441284</c:v>
                </c:pt>
                <c:pt idx="256">
                  <c:v>51.30377197</c:v>
                </c:pt>
                <c:pt idx="257">
                  <c:v>51.30321955</c:v>
                </c:pt>
                <c:pt idx="258">
                  <c:v>51.30252127</c:v>
                </c:pt>
                <c:pt idx="259">
                  <c:v>51.30186954</c:v>
                </c:pt>
                <c:pt idx="260">
                  <c:v>51.30126436</c:v>
                </c:pt>
                <c:pt idx="261">
                  <c:v>51.30061263</c:v>
                </c:pt>
                <c:pt idx="262">
                  <c:v>51.29997253</c:v>
                </c:pt>
                <c:pt idx="263">
                  <c:v>51.29940227</c:v>
                </c:pt>
                <c:pt idx="264">
                  <c:v>51.29879709</c:v>
                </c:pt>
                <c:pt idx="265">
                  <c:v>51.29804993</c:v>
                </c:pt>
                <c:pt idx="266">
                  <c:v>51.29749363</c:v>
                </c:pt>
                <c:pt idx="267">
                  <c:v>51.29679534</c:v>
                </c:pt>
                <c:pt idx="268">
                  <c:v>51.29614361</c:v>
                </c:pt>
                <c:pt idx="269">
                  <c:v>51.29553843</c:v>
                </c:pt>
                <c:pt idx="270">
                  <c:v>51.29484015</c:v>
                </c:pt>
                <c:pt idx="271">
                  <c:v>51.29429626</c:v>
                </c:pt>
                <c:pt idx="272">
                  <c:v>51.29395566</c:v>
                </c:pt>
                <c:pt idx="273">
                  <c:v>51.29319763</c:v>
                </c:pt>
                <c:pt idx="274">
                  <c:v>51.29232788</c:v>
                </c:pt>
                <c:pt idx="275">
                  <c:v>51.2917677</c:v>
                </c:pt>
                <c:pt idx="276">
                  <c:v>51.29106942</c:v>
                </c:pt>
                <c:pt idx="277">
                  <c:v>51.29049683</c:v>
                </c:pt>
                <c:pt idx="278">
                  <c:v>51.28990173</c:v>
                </c:pt>
                <c:pt idx="279">
                  <c:v>51.28930664</c:v>
                </c:pt>
                <c:pt idx="280">
                  <c:v>51.28874181</c:v>
                </c:pt>
                <c:pt idx="281">
                  <c:v>51.28813663</c:v>
                </c:pt>
                <c:pt idx="282">
                  <c:v>51.28738403</c:v>
                </c:pt>
                <c:pt idx="283">
                  <c:v>51.28674316</c:v>
                </c:pt>
                <c:pt idx="284">
                  <c:v>51.28623962</c:v>
                </c:pt>
                <c:pt idx="285">
                  <c:v>51.28569031</c:v>
                </c:pt>
                <c:pt idx="286">
                  <c:v>51.28477478</c:v>
                </c:pt>
                <c:pt idx="287">
                  <c:v>51.28422624</c:v>
                </c:pt>
                <c:pt idx="288">
                  <c:v>51.28358459</c:v>
                </c:pt>
                <c:pt idx="289">
                  <c:v>51.28308105</c:v>
                </c:pt>
                <c:pt idx="290">
                  <c:v>51.28217794</c:v>
                </c:pt>
                <c:pt idx="291">
                  <c:v>51.28161621</c:v>
                </c:pt>
                <c:pt idx="292">
                  <c:v>51.28097534</c:v>
                </c:pt>
                <c:pt idx="293">
                  <c:v>51.28040896</c:v>
                </c:pt>
                <c:pt idx="294">
                  <c:v>51.27973938</c:v>
                </c:pt>
                <c:pt idx="295">
                  <c:v>51.27909851</c:v>
                </c:pt>
                <c:pt idx="296">
                  <c:v>51.27840721</c:v>
                </c:pt>
                <c:pt idx="297">
                  <c:v>51.27799988</c:v>
                </c:pt>
                <c:pt idx="298">
                  <c:v>51.27742961</c:v>
                </c:pt>
                <c:pt idx="299">
                  <c:v>51.27644348</c:v>
                </c:pt>
                <c:pt idx="300">
                  <c:v>51.27580028</c:v>
                </c:pt>
                <c:pt idx="301">
                  <c:v>51.275102</c:v>
                </c:pt>
                <c:pt idx="302">
                  <c:v>51.27472958</c:v>
                </c:pt>
                <c:pt idx="303">
                  <c:v>51.27378845</c:v>
                </c:pt>
                <c:pt idx="304">
                  <c:v>51.27342224</c:v>
                </c:pt>
                <c:pt idx="305">
                  <c:v>51.2727356</c:v>
                </c:pt>
                <c:pt idx="306">
                  <c:v>51.27204895</c:v>
                </c:pt>
                <c:pt idx="307">
                  <c:v>51.27128472</c:v>
                </c:pt>
                <c:pt idx="308">
                  <c:v>51.27072144</c:v>
                </c:pt>
                <c:pt idx="309">
                  <c:v>51.27007436</c:v>
                </c:pt>
                <c:pt idx="310">
                  <c:v>51.26934814</c:v>
                </c:pt>
                <c:pt idx="311">
                  <c:v>51.2686615</c:v>
                </c:pt>
                <c:pt idx="312">
                  <c:v>51.26797485</c:v>
                </c:pt>
                <c:pt idx="313">
                  <c:v>51.26737433</c:v>
                </c:pt>
                <c:pt idx="314">
                  <c:v>51.2667226</c:v>
                </c:pt>
                <c:pt idx="315">
                  <c:v>51.26597776</c:v>
                </c:pt>
                <c:pt idx="316">
                  <c:v>51.26532603</c:v>
                </c:pt>
                <c:pt idx="317">
                  <c:v>51.26472473</c:v>
                </c:pt>
                <c:pt idx="318">
                  <c:v>51.26406912</c:v>
                </c:pt>
                <c:pt idx="319">
                  <c:v>51.26335144</c:v>
                </c:pt>
                <c:pt idx="320">
                  <c:v>51.26271057</c:v>
                </c:pt>
                <c:pt idx="321">
                  <c:v>51.26206737</c:v>
                </c:pt>
                <c:pt idx="322">
                  <c:v>51.2615553</c:v>
                </c:pt>
                <c:pt idx="323">
                  <c:v>51.26097107</c:v>
                </c:pt>
                <c:pt idx="324">
                  <c:v>51.26023865</c:v>
                </c:pt>
                <c:pt idx="325">
                  <c:v>51.25964666</c:v>
                </c:pt>
                <c:pt idx="326">
                  <c:v>51.25891113</c:v>
                </c:pt>
                <c:pt idx="327">
                  <c:v>51.25801733</c:v>
                </c:pt>
                <c:pt idx="328">
                  <c:v>51.25744629</c:v>
                </c:pt>
                <c:pt idx="329">
                  <c:v>51.25689697</c:v>
                </c:pt>
                <c:pt idx="330">
                  <c:v>51.25616455</c:v>
                </c:pt>
                <c:pt idx="331">
                  <c:v>51.25559661</c:v>
                </c:pt>
                <c:pt idx="332">
                  <c:v>51.25488281</c:v>
                </c:pt>
                <c:pt idx="333">
                  <c:v>51.25420005</c:v>
                </c:pt>
                <c:pt idx="334">
                  <c:v>51.25346375</c:v>
                </c:pt>
                <c:pt idx="335">
                  <c:v>51.25300598</c:v>
                </c:pt>
                <c:pt idx="336">
                  <c:v>51.25236511</c:v>
                </c:pt>
                <c:pt idx="337">
                  <c:v>51.25167847</c:v>
                </c:pt>
                <c:pt idx="338">
                  <c:v>51.25089484</c:v>
                </c:pt>
                <c:pt idx="339">
                  <c:v>51.25024311</c:v>
                </c:pt>
                <c:pt idx="340">
                  <c:v>51.24959137</c:v>
                </c:pt>
                <c:pt idx="341">
                  <c:v>51.24884033</c:v>
                </c:pt>
                <c:pt idx="342">
                  <c:v>51.24842757</c:v>
                </c:pt>
                <c:pt idx="343">
                  <c:v>51.24777584</c:v>
                </c:pt>
                <c:pt idx="344">
                  <c:v>51.24710083</c:v>
                </c:pt>
                <c:pt idx="345">
                  <c:v>51.24609996</c:v>
                </c:pt>
                <c:pt idx="346">
                  <c:v>51.24554133</c:v>
                </c:pt>
                <c:pt idx="347">
                  <c:v>51.24484305</c:v>
                </c:pt>
                <c:pt idx="348">
                  <c:v>51.24421692</c:v>
                </c:pt>
                <c:pt idx="349">
                  <c:v>51.24363269</c:v>
                </c:pt>
                <c:pt idx="350">
                  <c:v>51.24288785</c:v>
                </c:pt>
                <c:pt idx="351">
                  <c:v>51.24223612</c:v>
                </c:pt>
                <c:pt idx="352">
                  <c:v>51.24160767</c:v>
                </c:pt>
                <c:pt idx="353">
                  <c:v>51.24093266</c:v>
                </c:pt>
                <c:pt idx="354">
                  <c:v>51.24042058</c:v>
                </c:pt>
                <c:pt idx="355">
                  <c:v>51.23967575</c:v>
                </c:pt>
                <c:pt idx="356">
                  <c:v>51.23908997</c:v>
                </c:pt>
                <c:pt idx="357">
                  <c:v>51.23840332</c:v>
                </c:pt>
                <c:pt idx="358">
                  <c:v>51.23776245</c:v>
                </c:pt>
                <c:pt idx="359">
                  <c:v>51.23707581</c:v>
                </c:pt>
                <c:pt idx="360">
                  <c:v>51.23641709</c:v>
                </c:pt>
                <c:pt idx="361">
                  <c:v>51.2359314</c:v>
                </c:pt>
                <c:pt idx="362">
                  <c:v>51.23548605</c:v>
                </c:pt>
                <c:pt idx="363">
                  <c:v>51.23492742</c:v>
                </c:pt>
                <c:pt idx="364">
                  <c:v>51.23450845</c:v>
                </c:pt>
                <c:pt idx="365">
                  <c:v>51.23404293</c:v>
                </c:pt>
                <c:pt idx="366">
                  <c:v>51.23373413</c:v>
                </c:pt>
                <c:pt idx="367">
                  <c:v>51.23336792</c:v>
                </c:pt>
                <c:pt idx="368">
                  <c:v>51.23311188</c:v>
                </c:pt>
                <c:pt idx="369">
                  <c:v>51.23286438</c:v>
                </c:pt>
                <c:pt idx="370">
                  <c:v>51.2326355</c:v>
                </c:pt>
                <c:pt idx="371">
                  <c:v>51.2324136</c:v>
                </c:pt>
                <c:pt idx="372">
                  <c:v>51.23231506</c:v>
                </c:pt>
                <c:pt idx="373">
                  <c:v>51.23213196</c:v>
                </c:pt>
                <c:pt idx="374">
                  <c:v>51.23208618</c:v>
                </c:pt>
                <c:pt idx="375">
                  <c:v>51.23194808</c:v>
                </c:pt>
                <c:pt idx="376">
                  <c:v>51.23185497</c:v>
                </c:pt>
                <c:pt idx="377">
                  <c:v>51.23180842</c:v>
                </c:pt>
                <c:pt idx="378">
                  <c:v>51.23176187</c:v>
                </c:pt>
                <c:pt idx="379">
                  <c:v>51.23171997</c:v>
                </c:pt>
                <c:pt idx="380">
                  <c:v>51.23167419</c:v>
                </c:pt>
                <c:pt idx="381">
                  <c:v>51.23162221</c:v>
                </c:pt>
                <c:pt idx="382">
                  <c:v>51.23162221</c:v>
                </c:pt>
                <c:pt idx="383">
                  <c:v>51.23158264</c:v>
                </c:pt>
                <c:pt idx="384">
                  <c:v>51.23153687</c:v>
                </c:pt>
                <c:pt idx="385">
                  <c:v>51.23153687</c:v>
                </c:pt>
                <c:pt idx="386">
                  <c:v>51.23148255</c:v>
                </c:pt>
                <c:pt idx="387">
                  <c:v>51.23148255</c:v>
                </c:pt>
                <c:pt idx="388">
                  <c:v>51.23144531</c:v>
                </c:pt>
                <c:pt idx="389">
                  <c:v>51.231436</c:v>
                </c:pt>
                <c:pt idx="390">
                  <c:v>51.23139954</c:v>
                </c:pt>
                <c:pt idx="391">
                  <c:v>51.23139954</c:v>
                </c:pt>
                <c:pt idx="392">
                  <c:v>51.23138945</c:v>
                </c:pt>
                <c:pt idx="393">
                  <c:v>51.23139954</c:v>
                </c:pt>
                <c:pt idx="394">
                  <c:v>51.23138945</c:v>
                </c:pt>
                <c:pt idx="395">
                  <c:v>51.23135376</c:v>
                </c:pt>
                <c:pt idx="396">
                  <c:v>51.23135376</c:v>
                </c:pt>
                <c:pt idx="397">
                  <c:v>51.23135376</c:v>
                </c:pt>
                <c:pt idx="398">
                  <c:v>51.23135376</c:v>
                </c:pt>
                <c:pt idx="399">
                  <c:v>51.2313429</c:v>
                </c:pt>
                <c:pt idx="400">
                  <c:v>51.23135376</c:v>
                </c:pt>
                <c:pt idx="401">
                  <c:v>51.23135376</c:v>
                </c:pt>
                <c:pt idx="402">
                  <c:v>51.23135376</c:v>
                </c:pt>
                <c:pt idx="403">
                  <c:v>51.2313429</c:v>
                </c:pt>
                <c:pt idx="404">
                  <c:v>51.23135376</c:v>
                </c:pt>
                <c:pt idx="405">
                  <c:v>51.23135376</c:v>
                </c:pt>
                <c:pt idx="406">
                  <c:v>51.2313429</c:v>
                </c:pt>
                <c:pt idx="407">
                  <c:v>51.23135376</c:v>
                </c:pt>
                <c:pt idx="408">
                  <c:v>51.2313429</c:v>
                </c:pt>
                <c:pt idx="409">
                  <c:v>51.23138945</c:v>
                </c:pt>
                <c:pt idx="410">
                  <c:v>51.23138945</c:v>
                </c:pt>
                <c:pt idx="411">
                  <c:v>51.23138945</c:v>
                </c:pt>
                <c:pt idx="412">
                  <c:v>51.23139954</c:v>
                </c:pt>
                <c:pt idx="413">
                  <c:v>51.23138945</c:v>
                </c:pt>
                <c:pt idx="414">
                  <c:v>51.23139954</c:v>
                </c:pt>
                <c:pt idx="415">
                  <c:v>51.231436</c:v>
                </c:pt>
                <c:pt idx="416">
                  <c:v>51.23144531</c:v>
                </c:pt>
                <c:pt idx="417">
                  <c:v>51.231436</c:v>
                </c:pt>
                <c:pt idx="418">
                  <c:v>51.23144531</c:v>
                </c:pt>
                <c:pt idx="419">
                  <c:v>51.23148255</c:v>
                </c:pt>
                <c:pt idx="420">
                  <c:v>51.23149109</c:v>
                </c:pt>
                <c:pt idx="421">
                  <c:v>51.23148255</c:v>
                </c:pt>
                <c:pt idx="422">
                  <c:v>51.23148255</c:v>
                </c:pt>
                <c:pt idx="423">
                  <c:v>51.23149109</c:v>
                </c:pt>
                <c:pt idx="424">
                  <c:v>51.23149109</c:v>
                </c:pt>
                <c:pt idx="425">
                  <c:v>51.23153687</c:v>
                </c:pt>
                <c:pt idx="426">
                  <c:v>51.23152911</c:v>
                </c:pt>
                <c:pt idx="427">
                  <c:v>51.23152911</c:v>
                </c:pt>
                <c:pt idx="428">
                  <c:v>51.23153687</c:v>
                </c:pt>
                <c:pt idx="429">
                  <c:v>51.23153687</c:v>
                </c:pt>
                <c:pt idx="430">
                  <c:v>51.23152911</c:v>
                </c:pt>
                <c:pt idx="431">
                  <c:v>51.23153687</c:v>
                </c:pt>
                <c:pt idx="432">
                  <c:v>51.23152911</c:v>
                </c:pt>
                <c:pt idx="433">
                  <c:v>51.23153687</c:v>
                </c:pt>
                <c:pt idx="434">
                  <c:v>51.23152911</c:v>
                </c:pt>
                <c:pt idx="435">
                  <c:v>51.23153687</c:v>
                </c:pt>
                <c:pt idx="436">
                  <c:v>51.23153687</c:v>
                </c:pt>
                <c:pt idx="437">
                  <c:v>51.23153687</c:v>
                </c:pt>
                <c:pt idx="438">
                  <c:v>51.23148255</c:v>
                </c:pt>
                <c:pt idx="439">
                  <c:v>51.23149109</c:v>
                </c:pt>
                <c:pt idx="440">
                  <c:v>51.23149109</c:v>
                </c:pt>
                <c:pt idx="441">
                  <c:v>51.23144531</c:v>
                </c:pt>
                <c:pt idx="442">
                  <c:v>51.23144531</c:v>
                </c:pt>
                <c:pt idx="443">
                  <c:v>51.23139954</c:v>
                </c:pt>
                <c:pt idx="444">
                  <c:v>51.23139954</c:v>
                </c:pt>
                <c:pt idx="445">
                  <c:v>51.23135376</c:v>
                </c:pt>
                <c:pt idx="446">
                  <c:v>51.23135376</c:v>
                </c:pt>
                <c:pt idx="447">
                  <c:v>51.23130798</c:v>
                </c:pt>
                <c:pt idx="448">
                  <c:v>51.23130798</c:v>
                </c:pt>
                <c:pt idx="449">
                  <c:v>51.23126221</c:v>
                </c:pt>
                <c:pt idx="450">
                  <c:v>51.23121643</c:v>
                </c:pt>
                <c:pt idx="451">
                  <c:v>51.23117065</c:v>
                </c:pt>
                <c:pt idx="452">
                  <c:v>51.23112488</c:v>
                </c:pt>
                <c:pt idx="453">
                  <c:v>51.23111014</c:v>
                </c:pt>
                <c:pt idx="454">
                  <c:v>51.23106358</c:v>
                </c:pt>
                <c:pt idx="455">
                  <c:v>51.23103333</c:v>
                </c:pt>
                <c:pt idx="456">
                  <c:v>51.23097048</c:v>
                </c:pt>
                <c:pt idx="457">
                  <c:v>51.23092393</c:v>
                </c:pt>
                <c:pt idx="458">
                  <c:v>51.230896</c:v>
                </c:pt>
                <c:pt idx="459">
                  <c:v>51.23087738</c:v>
                </c:pt>
                <c:pt idx="460">
                  <c:v>51.23083082</c:v>
                </c:pt>
                <c:pt idx="461">
                  <c:v>51.23078427</c:v>
                </c:pt>
                <c:pt idx="462">
                  <c:v>51.23073772</c:v>
                </c:pt>
                <c:pt idx="463">
                  <c:v>51.23069117</c:v>
                </c:pt>
                <c:pt idx="464">
                  <c:v>51.23064461</c:v>
                </c:pt>
                <c:pt idx="465">
                  <c:v>51.23059806</c:v>
                </c:pt>
                <c:pt idx="466">
                  <c:v>51.23052979</c:v>
                </c:pt>
                <c:pt idx="467">
                  <c:v>51.23050496</c:v>
                </c:pt>
                <c:pt idx="468">
                  <c:v>51.23043823</c:v>
                </c:pt>
                <c:pt idx="469">
                  <c:v>51.23041185</c:v>
                </c:pt>
                <c:pt idx="470">
                  <c:v>51.23034668</c:v>
                </c:pt>
                <c:pt idx="471">
                  <c:v>51.2303009</c:v>
                </c:pt>
                <c:pt idx="472">
                  <c:v>51.23025513</c:v>
                </c:pt>
                <c:pt idx="473">
                  <c:v>51.23016357</c:v>
                </c:pt>
                <c:pt idx="474">
                  <c:v>51.23013254</c:v>
                </c:pt>
                <c:pt idx="475">
                  <c:v>51.23007202</c:v>
                </c:pt>
                <c:pt idx="476">
                  <c:v>51.23003943</c:v>
                </c:pt>
                <c:pt idx="477">
                  <c:v>51.22998047</c:v>
                </c:pt>
                <c:pt idx="478">
                  <c:v>51.22989978</c:v>
                </c:pt>
                <c:pt idx="479">
                  <c:v>51.22985323</c:v>
                </c:pt>
                <c:pt idx="480">
                  <c:v>51.22975159</c:v>
                </c:pt>
                <c:pt idx="481">
                  <c:v>51.22971357</c:v>
                </c:pt>
                <c:pt idx="482">
                  <c:v>51.22962046</c:v>
                </c:pt>
                <c:pt idx="483">
                  <c:v>51.22957391</c:v>
                </c:pt>
                <c:pt idx="484">
                  <c:v>51.22952271</c:v>
                </c:pt>
                <c:pt idx="485">
                  <c:v>51.22948081</c:v>
                </c:pt>
                <c:pt idx="486">
                  <c:v>51.2293877</c:v>
                </c:pt>
                <c:pt idx="487">
                  <c:v>51.22934115</c:v>
                </c:pt>
                <c:pt idx="488">
                  <c:v>51.22924805</c:v>
                </c:pt>
                <c:pt idx="489">
                  <c:v>51.22920227</c:v>
                </c:pt>
                <c:pt idx="490">
                  <c:v>51.22915649</c:v>
                </c:pt>
                <c:pt idx="491">
                  <c:v>51.22906184</c:v>
                </c:pt>
                <c:pt idx="492">
                  <c:v>51.22897339</c:v>
                </c:pt>
                <c:pt idx="493">
                  <c:v>51.22896873</c:v>
                </c:pt>
                <c:pt idx="494">
                  <c:v>51.22888184</c:v>
                </c:pt>
                <c:pt idx="495">
                  <c:v>51.22878252</c:v>
                </c:pt>
                <c:pt idx="496">
                  <c:v>51.22873597</c:v>
                </c:pt>
                <c:pt idx="497">
                  <c:v>51.22868942</c:v>
                </c:pt>
                <c:pt idx="498">
                  <c:v>51.22860718</c:v>
                </c:pt>
                <c:pt idx="499">
                  <c:v>51.22851563</c:v>
                </c:pt>
                <c:pt idx="500">
                  <c:v>51.22845666</c:v>
                </c:pt>
                <c:pt idx="501">
                  <c:v>51.22841011</c:v>
                </c:pt>
                <c:pt idx="502">
                  <c:v>51.22833252</c:v>
                </c:pt>
                <c:pt idx="503">
                  <c:v>51.22827045</c:v>
                </c:pt>
                <c:pt idx="504">
                  <c:v>51.22819519</c:v>
                </c:pt>
                <c:pt idx="505">
                  <c:v>51.22814941</c:v>
                </c:pt>
                <c:pt idx="506">
                  <c:v>51.22808424</c:v>
                </c:pt>
                <c:pt idx="507">
                  <c:v>51.22805786</c:v>
                </c:pt>
                <c:pt idx="508">
                  <c:v>51.22796631</c:v>
                </c:pt>
                <c:pt idx="509">
                  <c:v>51.22792053</c:v>
                </c:pt>
                <c:pt idx="510">
                  <c:v>51.22785148</c:v>
                </c:pt>
                <c:pt idx="511">
                  <c:v>51.2277832</c:v>
                </c:pt>
                <c:pt idx="512">
                  <c:v>51.22775838</c:v>
                </c:pt>
                <c:pt idx="513">
                  <c:v>51.22769165</c:v>
                </c:pt>
                <c:pt idx="514">
                  <c:v>51.22764587</c:v>
                </c:pt>
                <c:pt idx="515">
                  <c:v>51.22755432</c:v>
                </c:pt>
                <c:pt idx="516">
                  <c:v>51.22752561</c:v>
                </c:pt>
                <c:pt idx="517">
                  <c:v>51.22746277</c:v>
                </c:pt>
                <c:pt idx="518">
                  <c:v>51.22743251</c:v>
                </c:pt>
                <c:pt idx="519">
                  <c:v>51.22737122</c:v>
                </c:pt>
                <c:pt idx="520">
                  <c:v>51.22732544</c:v>
                </c:pt>
                <c:pt idx="521">
                  <c:v>51.22729285</c:v>
                </c:pt>
                <c:pt idx="522">
                  <c:v>51.2272463</c:v>
                </c:pt>
                <c:pt idx="523">
                  <c:v>51.22719975</c:v>
                </c:pt>
                <c:pt idx="524">
                  <c:v>51.22710664</c:v>
                </c:pt>
                <c:pt idx="525">
                  <c:v>51.22709656</c:v>
                </c:pt>
                <c:pt idx="526">
                  <c:v>51.22706009</c:v>
                </c:pt>
                <c:pt idx="527">
                  <c:v>51.227005</c:v>
                </c:pt>
                <c:pt idx="528">
                  <c:v>51.22696699</c:v>
                </c:pt>
                <c:pt idx="529">
                  <c:v>51.22687388</c:v>
                </c:pt>
                <c:pt idx="530">
                  <c:v>51.22682733</c:v>
                </c:pt>
                <c:pt idx="531">
                  <c:v>51.22677612</c:v>
                </c:pt>
                <c:pt idx="532">
                  <c:v>51.22673035</c:v>
                </c:pt>
                <c:pt idx="533">
                  <c:v>51.22663879</c:v>
                </c:pt>
                <c:pt idx="534">
                  <c:v>51.22659457</c:v>
                </c:pt>
                <c:pt idx="535">
                  <c:v>51.22654802</c:v>
                </c:pt>
                <c:pt idx="536">
                  <c:v>51.22650146</c:v>
                </c:pt>
                <c:pt idx="537">
                  <c:v>51.22645491</c:v>
                </c:pt>
                <c:pt idx="538">
                  <c:v>51.22640991</c:v>
                </c:pt>
                <c:pt idx="539">
                  <c:v>51.22636181</c:v>
                </c:pt>
                <c:pt idx="540">
                  <c:v>51.22631526</c:v>
                </c:pt>
                <c:pt idx="541">
                  <c:v>51.2262687</c:v>
                </c:pt>
                <c:pt idx="542">
                  <c:v>51.22622681</c:v>
                </c:pt>
                <c:pt idx="543">
                  <c:v>51.2261756</c:v>
                </c:pt>
                <c:pt idx="544">
                  <c:v>51.22612905</c:v>
                </c:pt>
                <c:pt idx="545">
                  <c:v>51.22608249</c:v>
                </c:pt>
                <c:pt idx="546">
                  <c:v>51.22603594</c:v>
                </c:pt>
                <c:pt idx="547">
                  <c:v>51.22598939</c:v>
                </c:pt>
                <c:pt idx="548">
                  <c:v>51.22594284</c:v>
                </c:pt>
                <c:pt idx="549">
                  <c:v>51.22589629</c:v>
                </c:pt>
                <c:pt idx="550">
                  <c:v>51.22584973</c:v>
                </c:pt>
                <c:pt idx="551">
                  <c:v>51.22576904</c:v>
                </c:pt>
                <c:pt idx="552">
                  <c:v>51.22572327</c:v>
                </c:pt>
                <c:pt idx="553">
                  <c:v>51.22567749</c:v>
                </c:pt>
                <c:pt idx="554">
                  <c:v>51.22563171</c:v>
                </c:pt>
                <c:pt idx="555">
                  <c:v>51.22554016</c:v>
                </c:pt>
                <c:pt idx="556">
                  <c:v>51.22552387</c:v>
                </c:pt>
                <c:pt idx="557">
                  <c:v>51.22547732</c:v>
                </c:pt>
                <c:pt idx="558">
                  <c:v>51.22540283</c:v>
                </c:pt>
                <c:pt idx="559">
                  <c:v>51.22535706</c:v>
                </c:pt>
                <c:pt idx="560">
                  <c:v>51.22529111</c:v>
                </c:pt>
                <c:pt idx="561">
                  <c:v>51.22521973</c:v>
                </c:pt>
                <c:pt idx="562">
                  <c:v>51.22517395</c:v>
                </c:pt>
                <c:pt idx="563">
                  <c:v>51.2251049</c:v>
                </c:pt>
                <c:pt idx="564">
                  <c:v>51.22505835</c:v>
                </c:pt>
                <c:pt idx="565">
                  <c:v>51.22501179</c:v>
                </c:pt>
                <c:pt idx="566">
                  <c:v>51.22496524</c:v>
                </c:pt>
                <c:pt idx="567">
                  <c:v>51.22489929</c:v>
                </c:pt>
                <c:pt idx="568">
                  <c:v>51.22485352</c:v>
                </c:pt>
                <c:pt idx="569">
                  <c:v>51.22477903</c:v>
                </c:pt>
                <c:pt idx="570">
                  <c:v>51.22476196</c:v>
                </c:pt>
                <c:pt idx="571">
                  <c:v>51.22471619</c:v>
                </c:pt>
                <c:pt idx="572">
                  <c:v>51.22467041</c:v>
                </c:pt>
                <c:pt idx="573">
                  <c:v>51.22462463</c:v>
                </c:pt>
                <c:pt idx="574">
                  <c:v>51.22459282</c:v>
                </c:pt>
                <c:pt idx="575">
                  <c:v>51.22453308</c:v>
                </c:pt>
                <c:pt idx="576">
                  <c:v>51.22449972</c:v>
                </c:pt>
                <c:pt idx="577">
                  <c:v>51.22444153</c:v>
                </c:pt>
                <c:pt idx="578">
                  <c:v>51.22439575</c:v>
                </c:pt>
                <c:pt idx="579">
                  <c:v>51.22436006</c:v>
                </c:pt>
                <c:pt idx="580">
                  <c:v>51.22431351</c:v>
                </c:pt>
                <c:pt idx="581">
                  <c:v>51.22422041</c:v>
                </c:pt>
                <c:pt idx="582">
                  <c:v>51.22421265</c:v>
                </c:pt>
                <c:pt idx="583">
                  <c:v>51.22416687</c:v>
                </c:pt>
                <c:pt idx="584">
                  <c:v>51.22412109</c:v>
                </c:pt>
                <c:pt idx="585">
                  <c:v>51.22408075</c:v>
                </c:pt>
                <c:pt idx="586">
                  <c:v>51.22402954</c:v>
                </c:pt>
                <c:pt idx="587">
                  <c:v>51.22398376</c:v>
                </c:pt>
                <c:pt idx="588">
                  <c:v>51.22394109</c:v>
                </c:pt>
                <c:pt idx="589">
                  <c:v>51.22389454</c:v>
                </c:pt>
                <c:pt idx="590">
                  <c:v>51.22384799</c:v>
                </c:pt>
                <c:pt idx="591">
                  <c:v>51.22380066</c:v>
                </c:pt>
                <c:pt idx="592">
                  <c:v>51.22375488</c:v>
                </c:pt>
                <c:pt idx="593">
                  <c:v>51.22370911</c:v>
                </c:pt>
                <c:pt idx="594">
                  <c:v>51.22366333</c:v>
                </c:pt>
                <c:pt idx="595">
                  <c:v>51.22361523</c:v>
                </c:pt>
                <c:pt idx="596">
                  <c:v>51.22357178</c:v>
                </c:pt>
                <c:pt idx="597">
                  <c:v>51.22352212</c:v>
                </c:pt>
                <c:pt idx="598">
                  <c:v>51.22347557</c:v>
                </c:pt>
                <c:pt idx="599">
                  <c:v>51.22342902</c:v>
                </c:pt>
                <c:pt idx="600">
                  <c:v>51.22338867</c:v>
                </c:pt>
                <c:pt idx="601">
                  <c:v>51.22329712</c:v>
                </c:pt>
                <c:pt idx="602">
                  <c:v>51.22328936</c:v>
                </c:pt>
                <c:pt idx="603">
                  <c:v>51.22320557</c:v>
                </c:pt>
                <c:pt idx="604">
                  <c:v>51.22315979</c:v>
                </c:pt>
                <c:pt idx="605">
                  <c:v>51.22310315</c:v>
                </c:pt>
                <c:pt idx="606">
                  <c:v>51.22306824</c:v>
                </c:pt>
                <c:pt idx="607">
                  <c:v>51.22301005</c:v>
                </c:pt>
                <c:pt idx="608">
                  <c:v>51.22296349</c:v>
                </c:pt>
                <c:pt idx="609">
                  <c:v>51.22293091</c:v>
                </c:pt>
                <c:pt idx="610">
                  <c:v>51.22287039</c:v>
                </c:pt>
                <c:pt idx="611">
                  <c:v>51.22282384</c:v>
                </c:pt>
                <c:pt idx="612">
                  <c:v>51.22277729</c:v>
                </c:pt>
                <c:pt idx="613">
                  <c:v>51.22268418</c:v>
                </c:pt>
                <c:pt idx="614">
                  <c:v>51.22263763</c:v>
                </c:pt>
                <c:pt idx="615">
                  <c:v>51.2225647</c:v>
                </c:pt>
                <c:pt idx="616">
                  <c:v>51.2225647</c:v>
                </c:pt>
                <c:pt idx="617">
                  <c:v>51.22249797</c:v>
                </c:pt>
                <c:pt idx="618">
                  <c:v>51.22245142</c:v>
                </c:pt>
                <c:pt idx="619">
                  <c:v>51.22240487</c:v>
                </c:pt>
                <c:pt idx="620">
                  <c:v>51.22233582</c:v>
                </c:pt>
                <c:pt idx="621">
                  <c:v>51.22231176</c:v>
                </c:pt>
                <c:pt idx="622">
                  <c:v>51.22221866</c:v>
                </c:pt>
                <c:pt idx="623">
                  <c:v>51.222079</c:v>
                </c:pt>
                <c:pt idx="624">
                  <c:v>51.22203245</c:v>
                </c:pt>
                <c:pt idx="625">
                  <c:v>51.22201538</c:v>
                </c:pt>
                <c:pt idx="626">
                  <c:v>51.22192383</c:v>
                </c:pt>
                <c:pt idx="627">
                  <c:v>51.22187805</c:v>
                </c:pt>
                <c:pt idx="628">
                  <c:v>51.22183228</c:v>
                </c:pt>
                <c:pt idx="629">
                  <c:v>51.2217865</c:v>
                </c:pt>
                <c:pt idx="630">
                  <c:v>51.22169495</c:v>
                </c:pt>
                <c:pt idx="631">
                  <c:v>51.22164917</c:v>
                </c:pt>
                <c:pt idx="632">
                  <c:v>51.22160339</c:v>
                </c:pt>
                <c:pt idx="633">
                  <c:v>51.22152038</c:v>
                </c:pt>
                <c:pt idx="634">
                  <c:v>51.22152038</c:v>
                </c:pt>
                <c:pt idx="635">
                  <c:v>51.22142029</c:v>
                </c:pt>
                <c:pt idx="636">
                  <c:v>51.22138072</c:v>
                </c:pt>
                <c:pt idx="637">
                  <c:v>51.22132874</c:v>
                </c:pt>
                <c:pt idx="638">
                  <c:v>51.22123718</c:v>
                </c:pt>
                <c:pt idx="639">
                  <c:v>51.22119451</c:v>
                </c:pt>
                <c:pt idx="640">
                  <c:v>51.22105408</c:v>
                </c:pt>
                <c:pt idx="641">
                  <c:v>51.2210083</c:v>
                </c:pt>
                <c:pt idx="642">
                  <c:v>51.22096175</c:v>
                </c:pt>
                <c:pt idx="643">
                  <c:v>51.22086864</c:v>
                </c:pt>
                <c:pt idx="644">
                  <c:v>51.22086864</c:v>
                </c:pt>
                <c:pt idx="645">
                  <c:v>51.22077554</c:v>
                </c:pt>
                <c:pt idx="646">
                  <c:v>51.22072899</c:v>
                </c:pt>
                <c:pt idx="647">
                  <c:v>51.22068787</c:v>
                </c:pt>
                <c:pt idx="648">
                  <c:v>51.22059631</c:v>
                </c:pt>
                <c:pt idx="649">
                  <c:v>51.22058933</c:v>
                </c:pt>
                <c:pt idx="650">
                  <c:v>51.22049623</c:v>
                </c:pt>
                <c:pt idx="651">
                  <c:v>51.22044967</c:v>
                </c:pt>
                <c:pt idx="652">
                  <c:v>51.22045898</c:v>
                </c:pt>
                <c:pt idx="653">
                  <c:v>51.22036743</c:v>
                </c:pt>
                <c:pt idx="654">
                  <c:v>51.22032166</c:v>
                </c:pt>
                <c:pt idx="655">
                  <c:v>51.22027588</c:v>
                </c:pt>
                <c:pt idx="656">
                  <c:v>51.22021691</c:v>
                </c:pt>
                <c:pt idx="657">
                  <c:v>51.22017036</c:v>
                </c:pt>
                <c:pt idx="658">
                  <c:v>51.22012381</c:v>
                </c:pt>
                <c:pt idx="659">
                  <c:v>51.22009277</c:v>
                </c:pt>
                <c:pt idx="660">
                  <c:v>51.220047</c:v>
                </c:pt>
                <c:pt idx="661">
                  <c:v>51.21998415</c:v>
                </c:pt>
                <c:pt idx="662">
                  <c:v>51.21995544</c:v>
                </c:pt>
                <c:pt idx="663">
                  <c:v>51.21990967</c:v>
                </c:pt>
                <c:pt idx="664">
                  <c:v>51.21986389</c:v>
                </c:pt>
                <c:pt idx="665">
                  <c:v>51.21979794</c:v>
                </c:pt>
                <c:pt idx="666">
                  <c:v>51.21977234</c:v>
                </c:pt>
                <c:pt idx="667">
                  <c:v>51.21970484</c:v>
                </c:pt>
                <c:pt idx="668">
                  <c:v>51.21965829</c:v>
                </c:pt>
                <c:pt idx="669">
                  <c:v>51.21965829</c:v>
                </c:pt>
                <c:pt idx="670">
                  <c:v>51.21963501</c:v>
                </c:pt>
                <c:pt idx="671">
                  <c:v>51.21956518</c:v>
                </c:pt>
                <c:pt idx="672">
                  <c:v>51.21951863</c:v>
                </c:pt>
                <c:pt idx="673">
                  <c:v>51.21947208</c:v>
                </c:pt>
                <c:pt idx="674">
                  <c:v>51.2194519</c:v>
                </c:pt>
                <c:pt idx="675">
                  <c:v>51.21940613</c:v>
                </c:pt>
                <c:pt idx="676">
                  <c:v>51.21933242</c:v>
                </c:pt>
                <c:pt idx="677">
                  <c:v>51.21928587</c:v>
                </c:pt>
                <c:pt idx="678">
                  <c:v>51.21922302</c:v>
                </c:pt>
                <c:pt idx="679">
                  <c:v>51.21919276</c:v>
                </c:pt>
                <c:pt idx="680">
                  <c:v>51.21914621</c:v>
                </c:pt>
                <c:pt idx="681">
                  <c:v>51.21909966</c:v>
                </c:pt>
                <c:pt idx="682">
                  <c:v>51.21908569</c:v>
                </c:pt>
                <c:pt idx="683">
                  <c:v>51.21899414</c:v>
                </c:pt>
                <c:pt idx="684">
                  <c:v>51.21899414</c:v>
                </c:pt>
                <c:pt idx="685">
                  <c:v>51.21894836</c:v>
                </c:pt>
                <c:pt idx="686">
                  <c:v>51.21891345</c:v>
                </c:pt>
                <c:pt idx="687">
                  <c:v>51.21885681</c:v>
                </c:pt>
                <c:pt idx="688">
                  <c:v>51.21881104</c:v>
                </c:pt>
                <c:pt idx="689">
                  <c:v>51.21877379</c:v>
                </c:pt>
                <c:pt idx="690">
                  <c:v>51.21872724</c:v>
                </c:pt>
                <c:pt idx="691">
                  <c:v>51.21868069</c:v>
                </c:pt>
                <c:pt idx="692">
                  <c:v>51.21862793</c:v>
                </c:pt>
                <c:pt idx="693">
                  <c:v>51.21858758</c:v>
                </c:pt>
                <c:pt idx="694">
                  <c:v>51.21858215</c:v>
                </c:pt>
                <c:pt idx="695">
                  <c:v>51.21853638</c:v>
                </c:pt>
                <c:pt idx="696">
                  <c:v>51.21849448</c:v>
                </c:pt>
                <c:pt idx="697">
                  <c:v>51.21844482</c:v>
                </c:pt>
                <c:pt idx="698">
                  <c:v>51.21839905</c:v>
                </c:pt>
                <c:pt idx="699">
                  <c:v>51.21840138</c:v>
                </c:pt>
                <c:pt idx="700">
                  <c:v>51.21835482</c:v>
                </c:pt>
                <c:pt idx="701">
                  <c:v>51.2183075</c:v>
                </c:pt>
                <c:pt idx="702">
                  <c:v>51.21826172</c:v>
                </c:pt>
                <c:pt idx="703">
                  <c:v>51.21826172</c:v>
                </c:pt>
                <c:pt idx="704">
                  <c:v>51.21821594</c:v>
                </c:pt>
                <c:pt idx="705">
                  <c:v>51.21817017</c:v>
                </c:pt>
                <c:pt idx="706">
                  <c:v>51.21816861</c:v>
                </c:pt>
                <c:pt idx="707">
                  <c:v>51.21812206</c:v>
                </c:pt>
                <c:pt idx="708">
                  <c:v>51.21807861</c:v>
                </c:pt>
                <c:pt idx="709">
                  <c:v>51.21807551</c:v>
                </c:pt>
                <c:pt idx="710">
                  <c:v>51.21802896</c:v>
                </c:pt>
                <c:pt idx="711">
                  <c:v>51.21798706</c:v>
                </c:pt>
                <c:pt idx="712">
                  <c:v>51.21798241</c:v>
                </c:pt>
                <c:pt idx="713">
                  <c:v>51.21794128</c:v>
                </c:pt>
                <c:pt idx="714">
                  <c:v>51.2178893</c:v>
                </c:pt>
                <c:pt idx="715">
                  <c:v>51.2178893</c:v>
                </c:pt>
                <c:pt idx="716">
                  <c:v>51.21784275</c:v>
                </c:pt>
                <c:pt idx="717">
                  <c:v>51.2177962</c:v>
                </c:pt>
                <c:pt idx="718">
                  <c:v>51.2177962</c:v>
                </c:pt>
                <c:pt idx="719">
                  <c:v>51.21775818</c:v>
                </c:pt>
                <c:pt idx="720">
                  <c:v>51.21774964</c:v>
                </c:pt>
                <c:pt idx="721">
                  <c:v>51.21770309</c:v>
                </c:pt>
                <c:pt idx="722">
                  <c:v>51.21765654</c:v>
                </c:pt>
                <c:pt idx="723">
                  <c:v>51.21762085</c:v>
                </c:pt>
                <c:pt idx="724">
                  <c:v>51.21757507</c:v>
                </c:pt>
                <c:pt idx="725">
                  <c:v>51.21756344</c:v>
                </c:pt>
                <c:pt idx="726">
                  <c:v>51.2175293</c:v>
                </c:pt>
                <c:pt idx="727">
                  <c:v>51.21748352</c:v>
                </c:pt>
                <c:pt idx="728">
                  <c:v>51.21747033</c:v>
                </c:pt>
                <c:pt idx="729">
                  <c:v>51.21742378</c:v>
                </c:pt>
                <c:pt idx="730">
                  <c:v>51.21737723</c:v>
                </c:pt>
                <c:pt idx="731">
                  <c:v>51.21734619</c:v>
                </c:pt>
                <c:pt idx="732">
                  <c:v>51.21733067</c:v>
                </c:pt>
                <c:pt idx="733">
                  <c:v>51.21725464</c:v>
                </c:pt>
                <c:pt idx="734">
                  <c:v>51.21725464</c:v>
                </c:pt>
                <c:pt idx="735">
                  <c:v>51.21720886</c:v>
                </c:pt>
                <c:pt idx="736">
                  <c:v>51.21714447</c:v>
                </c:pt>
                <c:pt idx="737">
                  <c:v>51.21711731</c:v>
                </c:pt>
                <c:pt idx="738">
                  <c:v>51.21709791</c:v>
                </c:pt>
                <c:pt idx="739">
                  <c:v>51.21705136</c:v>
                </c:pt>
                <c:pt idx="740">
                  <c:v>51.21705136</c:v>
                </c:pt>
                <c:pt idx="741">
                  <c:v>51.21700481</c:v>
                </c:pt>
                <c:pt idx="742">
                  <c:v>51.21697998</c:v>
                </c:pt>
                <c:pt idx="743">
                  <c:v>51.2169342</c:v>
                </c:pt>
                <c:pt idx="744">
                  <c:v>51.21688843</c:v>
                </c:pt>
                <c:pt idx="745">
                  <c:v>51.21686515</c:v>
                </c:pt>
                <c:pt idx="746">
                  <c:v>51.21686515</c:v>
                </c:pt>
                <c:pt idx="747">
                  <c:v>51.21679688</c:v>
                </c:pt>
                <c:pt idx="748">
                  <c:v>51.21677205</c:v>
                </c:pt>
                <c:pt idx="749">
                  <c:v>51.2167511</c:v>
                </c:pt>
                <c:pt idx="750">
                  <c:v>51.21670532</c:v>
                </c:pt>
                <c:pt idx="751">
                  <c:v>51.21665955</c:v>
                </c:pt>
                <c:pt idx="752">
                  <c:v>51.21661377</c:v>
                </c:pt>
                <c:pt idx="753">
                  <c:v>51.21661377</c:v>
                </c:pt>
                <c:pt idx="754">
                  <c:v>51.21658584</c:v>
                </c:pt>
                <c:pt idx="755">
                  <c:v>51.21653929</c:v>
                </c:pt>
                <c:pt idx="756">
                  <c:v>51.21652222</c:v>
                </c:pt>
                <c:pt idx="757">
                  <c:v>51.21649273</c:v>
                </c:pt>
                <c:pt idx="758">
                  <c:v>51.21643066</c:v>
                </c:pt>
                <c:pt idx="759">
                  <c:v>51.21643066</c:v>
                </c:pt>
                <c:pt idx="760">
                  <c:v>51.21635308</c:v>
                </c:pt>
                <c:pt idx="761">
                  <c:v>51.21633911</c:v>
                </c:pt>
                <c:pt idx="762">
                  <c:v>51.21629333</c:v>
                </c:pt>
                <c:pt idx="763">
                  <c:v>51.21624756</c:v>
                </c:pt>
                <c:pt idx="764">
                  <c:v>51.21625997</c:v>
                </c:pt>
                <c:pt idx="765">
                  <c:v>51.21620178</c:v>
                </c:pt>
                <c:pt idx="766">
                  <c:v>51.21616687</c:v>
                </c:pt>
                <c:pt idx="767">
                  <c:v>51.21612032</c:v>
                </c:pt>
                <c:pt idx="768">
                  <c:v>51.21607376</c:v>
                </c:pt>
                <c:pt idx="769">
                  <c:v>51.21602721</c:v>
                </c:pt>
                <c:pt idx="770">
                  <c:v>51.21598066</c:v>
                </c:pt>
                <c:pt idx="771">
                  <c:v>51.21592712</c:v>
                </c:pt>
                <c:pt idx="772">
                  <c:v>51.21592712</c:v>
                </c:pt>
                <c:pt idx="773">
                  <c:v>51.21588135</c:v>
                </c:pt>
                <c:pt idx="774">
                  <c:v>51.21583557</c:v>
                </c:pt>
                <c:pt idx="775">
                  <c:v>51.21579445</c:v>
                </c:pt>
                <c:pt idx="776">
                  <c:v>51.2157479</c:v>
                </c:pt>
                <c:pt idx="777">
                  <c:v>51.21569824</c:v>
                </c:pt>
                <c:pt idx="778">
                  <c:v>51.21569824</c:v>
                </c:pt>
                <c:pt idx="779">
                  <c:v>51.21565247</c:v>
                </c:pt>
                <c:pt idx="780">
                  <c:v>51.21560824</c:v>
                </c:pt>
                <c:pt idx="781">
                  <c:v>51.21556091</c:v>
                </c:pt>
                <c:pt idx="782">
                  <c:v>51.21551514</c:v>
                </c:pt>
                <c:pt idx="783">
                  <c:v>51.21546858</c:v>
                </c:pt>
                <c:pt idx="784">
                  <c:v>51.21542358</c:v>
                </c:pt>
                <c:pt idx="785">
                  <c:v>51.21537548</c:v>
                </c:pt>
                <c:pt idx="786">
                  <c:v>51.21533203</c:v>
                </c:pt>
                <c:pt idx="787">
                  <c:v>51.21533203</c:v>
                </c:pt>
                <c:pt idx="788">
                  <c:v>51.21528238</c:v>
                </c:pt>
                <c:pt idx="789">
                  <c:v>51.21524048</c:v>
                </c:pt>
                <c:pt idx="790">
                  <c:v>51.2151947</c:v>
                </c:pt>
                <c:pt idx="791">
                  <c:v>51.21514893</c:v>
                </c:pt>
                <c:pt idx="792">
                  <c:v>51.21510315</c:v>
                </c:pt>
                <c:pt idx="793">
                  <c:v>51.21509617</c:v>
                </c:pt>
                <c:pt idx="794">
                  <c:v>51.21504961</c:v>
                </c:pt>
                <c:pt idx="795">
                  <c:v>51.2150116</c:v>
                </c:pt>
                <c:pt idx="796">
                  <c:v>51.21492004</c:v>
                </c:pt>
                <c:pt idx="797">
                  <c:v>51.21487427</c:v>
                </c:pt>
                <c:pt idx="798">
                  <c:v>51.2147703</c:v>
                </c:pt>
                <c:pt idx="799">
                  <c:v>51.21469116</c:v>
                </c:pt>
                <c:pt idx="800">
                  <c:v>51.21459961</c:v>
                </c:pt>
                <c:pt idx="801">
                  <c:v>51.21449099</c:v>
                </c:pt>
                <c:pt idx="802">
                  <c:v>51.21437073</c:v>
                </c:pt>
                <c:pt idx="803">
                  <c:v>51.2142334</c:v>
                </c:pt>
                <c:pt idx="804">
                  <c:v>51.21411857</c:v>
                </c:pt>
                <c:pt idx="805">
                  <c:v>51.21395874</c:v>
                </c:pt>
                <c:pt idx="806">
                  <c:v>51.21377563</c:v>
                </c:pt>
                <c:pt idx="807">
                  <c:v>51.21360649</c:v>
                </c:pt>
                <c:pt idx="808">
                  <c:v>51.21350098</c:v>
                </c:pt>
                <c:pt idx="809">
                  <c:v>51.21328063</c:v>
                </c:pt>
                <c:pt idx="810">
                  <c:v>51.21300132</c:v>
                </c:pt>
                <c:pt idx="811">
                  <c:v>51.21276855</c:v>
                </c:pt>
                <c:pt idx="812">
                  <c:v>51.21258545</c:v>
                </c:pt>
                <c:pt idx="813">
                  <c:v>51.21239614</c:v>
                </c:pt>
                <c:pt idx="814">
                  <c:v>51.21212769</c:v>
                </c:pt>
                <c:pt idx="815">
                  <c:v>51.21183751</c:v>
                </c:pt>
                <c:pt idx="816">
                  <c:v>51.2115582</c:v>
                </c:pt>
                <c:pt idx="817">
                  <c:v>51.21125793</c:v>
                </c:pt>
                <c:pt idx="818">
                  <c:v>51.21095302</c:v>
                </c:pt>
                <c:pt idx="819">
                  <c:v>51.21066284</c:v>
                </c:pt>
                <c:pt idx="820">
                  <c:v>51.21034784</c:v>
                </c:pt>
                <c:pt idx="821">
                  <c:v>51.21020508</c:v>
                </c:pt>
                <c:pt idx="822">
                  <c:v>51.20988232</c:v>
                </c:pt>
                <c:pt idx="823">
                  <c:v>51.20960999</c:v>
                </c:pt>
                <c:pt idx="824">
                  <c:v>51.20933533</c:v>
                </c:pt>
                <c:pt idx="825">
                  <c:v>51.20901489</c:v>
                </c:pt>
                <c:pt idx="826">
                  <c:v>51.20871851</c:v>
                </c:pt>
                <c:pt idx="827">
                  <c:v>51.2084392</c:v>
                </c:pt>
                <c:pt idx="828">
                  <c:v>51.20829954</c:v>
                </c:pt>
                <c:pt idx="829">
                  <c:v>51.20796204</c:v>
                </c:pt>
                <c:pt idx="830">
                  <c:v>51.20769436</c:v>
                </c:pt>
                <c:pt idx="831">
                  <c:v>51.20741505</c:v>
                </c:pt>
                <c:pt idx="832">
                  <c:v>51.20704263</c:v>
                </c:pt>
                <c:pt idx="833">
                  <c:v>51.20676332</c:v>
                </c:pt>
                <c:pt idx="834">
                  <c:v>51.206484</c:v>
                </c:pt>
                <c:pt idx="835">
                  <c:v>51.20620469</c:v>
                </c:pt>
                <c:pt idx="836">
                  <c:v>51.20599365</c:v>
                </c:pt>
                <c:pt idx="837">
                  <c:v>51.20567322</c:v>
                </c:pt>
                <c:pt idx="838">
                  <c:v>51.2054133</c:v>
                </c:pt>
                <c:pt idx="839">
                  <c:v>51.20513399</c:v>
                </c:pt>
                <c:pt idx="840">
                  <c:v>51.20489502</c:v>
                </c:pt>
                <c:pt idx="841">
                  <c:v>51.20462191</c:v>
                </c:pt>
                <c:pt idx="842">
                  <c:v>51.2043426</c:v>
                </c:pt>
                <c:pt idx="843">
                  <c:v>51.20397949</c:v>
                </c:pt>
                <c:pt idx="844">
                  <c:v>51.20375061</c:v>
                </c:pt>
                <c:pt idx="845">
                  <c:v>51.20343018</c:v>
                </c:pt>
                <c:pt idx="846">
                  <c:v>51.20320129</c:v>
                </c:pt>
                <c:pt idx="847">
                  <c:v>51.20294603</c:v>
                </c:pt>
                <c:pt idx="848">
                  <c:v>51.20265198</c:v>
                </c:pt>
                <c:pt idx="849">
                  <c:v>51.20237732</c:v>
                </c:pt>
                <c:pt idx="850">
                  <c:v>51.20206154</c:v>
                </c:pt>
                <c:pt idx="851">
                  <c:v>51.20178223</c:v>
                </c:pt>
                <c:pt idx="852">
                  <c:v>51.20154947</c:v>
                </c:pt>
                <c:pt idx="853">
                  <c:v>51.20127015</c:v>
                </c:pt>
                <c:pt idx="854">
                  <c:v>51.20095825</c:v>
                </c:pt>
                <c:pt idx="855">
                  <c:v>51.20077515</c:v>
                </c:pt>
                <c:pt idx="856">
                  <c:v>51.20050049</c:v>
                </c:pt>
                <c:pt idx="857">
                  <c:v>51.20019945</c:v>
                </c:pt>
                <c:pt idx="858">
                  <c:v>51.19992014</c:v>
                </c:pt>
                <c:pt idx="859">
                  <c:v>51.19967651</c:v>
                </c:pt>
                <c:pt idx="860">
                  <c:v>51.19935608</c:v>
                </c:pt>
                <c:pt idx="861">
                  <c:v>51.1991272</c:v>
                </c:pt>
                <c:pt idx="862">
                  <c:v>51.19870978</c:v>
                </c:pt>
                <c:pt idx="863">
                  <c:v>51.19847702</c:v>
                </c:pt>
                <c:pt idx="864">
                  <c:v>51.19830322</c:v>
                </c:pt>
                <c:pt idx="865">
                  <c:v>51.19789124</c:v>
                </c:pt>
                <c:pt idx="866">
                  <c:v>51.19761658</c:v>
                </c:pt>
                <c:pt idx="867">
                  <c:v>51.19734192</c:v>
                </c:pt>
                <c:pt idx="868">
                  <c:v>51.19717356</c:v>
                </c:pt>
                <c:pt idx="869">
                  <c:v>51.19692993</c:v>
                </c:pt>
                <c:pt idx="870">
                  <c:v>51.1966095</c:v>
                </c:pt>
                <c:pt idx="871">
                  <c:v>51.19633484</c:v>
                </c:pt>
                <c:pt idx="872">
                  <c:v>51.19596863</c:v>
                </c:pt>
                <c:pt idx="873">
                  <c:v>51.19569397</c:v>
                </c:pt>
                <c:pt idx="874">
                  <c:v>51.19546509</c:v>
                </c:pt>
                <c:pt idx="875">
                  <c:v>51.19519043</c:v>
                </c:pt>
                <c:pt idx="876">
                  <c:v>51.1948925</c:v>
                </c:pt>
                <c:pt idx="877">
                  <c:v>51.19461318</c:v>
                </c:pt>
                <c:pt idx="878">
                  <c:v>51.1942749</c:v>
                </c:pt>
                <c:pt idx="879">
                  <c:v>51.19390869</c:v>
                </c:pt>
                <c:pt idx="880">
                  <c:v>51.19358826</c:v>
                </c:pt>
                <c:pt idx="881">
                  <c:v>51.19322205</c:v>
                </c:pt>
                <c:pt idx="882">
                  <c:v>51.19290161</c:v>
                </c:pt>
                <c:pt idx="883">
                  <c:v>51.19258118</c:v>
                </c:pt>
                <c:pt idx="884">
                  <c:v>51.19233212</c:v>
                </c:pt>
                <c:pt idx="885">
                  <c:v>51.19189453</c:v>
                </c:pt>
                <c:pt idx="886">
                  <c:v>51.19148254</c:v>
                </c:pt>
                <c:pt idx="887">
                  <c:v>51.19116832</c:v>
                </c:pt>
                <c:pt idx="888">
                  <c:v>51.1907959</c:v>
                </c:pt>
                <c:pt idx="889">
                  <c:v>51.19033038</c:v>
                </c:pt>
                <c:pt idx="890">
                  <c:v>51.18995796</c:v>
                </c:pt>
                <c:pt idx="891">
                  <c:v>51.18953899</c:v>
                </c:pt>
                <c:pt idx="892">
                  <c:v>51.18912002</c:v>
                </c:pt>
                <c:pt idx="893">
                  <c:v>51.1887476</c:v>
                </c:pt>
                <c:pt idx="894">
                  <c:v>51.1882782</c:v>
                </c:pt>
                <c:pt idx="895">
                  <c:v>51.18786311</c:v>
                </c:pt>
                <c:pt idx="896">
                  <c:v>51.18745422</c:v>
                </c:pt>
                <c:pt idx="897">
                  <c:v>51.18699646</c:v>
                </c:pt>
                <c:pt idx="898">
                  <c:v>51.18655964</c:v>
                </c:pt>
                <c:pt idx="899">
                  <c:v>51.18612671</c:v>
                </c:pt>
                <c:pt idx="900">
                  <c:v>51.18562317</c:v>
                </c:pt>
                <c:pt idx="901">
                  <c:v>51.18516308</c:v>
                </c:pt>
                <c:pt idx="902">
                  <c:v>51.184651</c:v>
                </c:pt>
                <c:pt idx="903">
                  <c:v>51.18424988</c:v>
                </c:pt>
                <c:pt idx="904">
                  <c:v>51.18371996</c:v>
                </c:pt>
                <c:pt idx="905">
                  <c:v>51.18325444</c:v>
                </c:pt>
                <c:pt idx="906">
                  <c:v>51.18274236</c:v>
                </c:pt>
                <c:pt idx="907">
                  <c:v>51.18223029</c:v>
                </c:pt>
                <c:pt idx="908">
                  <c:v>51.18171821</c:v>
                </c:pt>
                <c:pt idx="909">
                  <c:v>51.18134579</c:v>
                </c:pt>
                <c:pt idx="910">
                  <c:v>51.1807251</c:v>
                </c:pt>
                <c:pt idx="911">
                  <c:v>51.18026733</c:v>
                </c:pt>
                <c:pt idx="912">
                  <c:v>51.17976379</c:v>
                </c:pt>
                <c:pt idx="913">
                  <c:v>51.17926025</c:v>
                </c:pt>
                <c:pt idx="914">
                  <c:v>51.17878542</c:v>
                </c:pt>
                <c:pt idx="915">
                  <c:v>51.17834473</c:v>
                </c:pt>
                <c:pt idx="916">
                  <c:v>51.17774963</c:v>
                </c:pt>
                <c:pt idx="917">
                  <c:v>51.17724609</c:v>
                </c:pt>
                <c:pt idx="918">
                  <c:v>51.17678367</c:v>
                </c:pt>
                <c:pt idx="919">
                  <c:v>51.17619324</c:v>
                </c:pt>
                <c:pt idx="920">
                  <c:v>51.17594573</c:v>
                </c:pt>
                <c:pt idx="921">
                  <c:v>51.17541504</c:v>
                </c:pt>
                <c:pt idx="922">
                  <c:v>51.1752009</c:v>
                </c:pt>
                <c:pt idx="923">
                  <c:v>51.17449951</c:v>
                </c:pt>
                <c:pt idx="924">
                  <c:v>51.17343191</c:v>
                </c:pt>
                <c:pt idx="925">
                  <c:v>51.17291984</c:v>
                </c:pt>
                <c:pt idx="926">
                  <c:v>51.17248535</c:v>
                </c:pt>
                <c:pt idx="927">
                  <c:v>51.17198879</c:v>
                </c:pt>
                <c:pt idx="928">
                  <c:v>51.17147672</c:v>
                </c:pt>
                <c:pt idx="929">
                  <c:v>51.17106628</c:v>
                </c:pt>
                <c:pt idx="930">
                  <c:v>51.17045257</c:v>
                </c:pt>
                <c:pt idx="931">
                  <c:v>51.17001343</c:v>
                </c:pt>
                <c:pt idx="932">
                  <c:v>51.16950989</c:v>
                </c:pt>
                <c:pt idx="933">
                  <c:v>51.16896057</c:v>
                </c:pt>
                <c:pt idx="934">
                  <c:v>51.16845703</c:v>
                </c:pt>
                <c:pt idx="935">
                  <c:v>51.16793875</c:v>
                </c:pt>
                <c:pt idx="936">
                  <c:v>51.16738012</c:v>
                </c:pt>
                <c:pt idx="937">
                  <c:v>51.16686805</c:v>
                </c:pt>
                <c:pt idx="938">
                  <c:v>51.16662598</c:v>
                </c:pt>
                <c:pt idx="939">
                  <c:v>51.16607666</c:v>
                </c:pt>
                <c:pt idx="940">
                  <c:v>51.16556459</c:v>
                </c:pt>
                <c:pt idx="941">
                  <c:v>51.16505251</c:v>
                </c:pt>
                <c:pt idx="942">
                  <c:v>51.16449388</c:v>
                </c:pt>
                <c:pt idx="943">
                  <c:v>51.1640625</c:v>
                </c:pt>
                <c:pt idx="944">
                  <c:v>51.16355896</c:v>
                </c:pt>
                <c:pt idx="945">
                  <c:v>51.16305076</c:v>
                </c:pt>
                <c:pt idx="946">
                  <c:v>51.16258524</c:v>
                </c:pt>
                <c:pt idx="947">
                  <c:v>51.16207317</c:v>
                </c:pt>
                <c:pt idx="948">
                  <c:v>51.16159058</c:v>
                </c:pt>
                <c:pt idx="949">
                  <c:v>51.16104902</c:v>
                </c:pt>
                <c:pt idx="950">
                  <c:v>51.16053694</c:v>
                </c:pt>
                <c:pt idx="951">
                  <c:v>51.15997832</c:v>
                </c:pt>
                <c:pt idx="952">
                  <c:v>51.15953064</c:v>
                </c:pt>
                <c:pt idx="953">
                  <c:v>51.15909382</c:v>
                </c:pt>
                <c:pt idx="954">
                  <c:v>51.1585352</c:v>
                </c:pt>
                <c:pt idx="955">
                  <c:v>51.15802312</c:v>
                </c:pt>
                <c:pt idx="956">
                  <c:v>51.1575576</c:v>
                </c:pt>
                <c:pt idx="957">
                  <c:v>51.15701294</c:v>
                </c:pt>
                <c:pt idx="958">
                  <c:v>51.1564869</c:v>
                </c:pt>
                <c:pt idx="959">
                  <c:v>51.15597482</c:v>
                </c:pt>
                <c:pt idx="960">
                  <c:v>51.1554162</c:v>
                </c:pt>
                <c:pt idx="961">
                  <c:v>51.15490412</c:v>
                </c:pt>
                <c:pt idx="962">
                  <c:v>51.15467834</c:v>
                </c:pt>
                <c:pt idx="963">
                  <c:v>51.15390015</c:v>
                </c:pt>
                <c:pt idx="964">
                  <c:v>51.15339661</c:v>
                </c:pt>
                <c:pt idx="965">
                  <c:v>51.15289307</c:v>
                </c:pt>
                <c:pt idx="966">
                  <c:v>51.1523903</c:v>
                </c:pt>
                <c:pt idx="967">
                  <c:v>51.15187823</c:v>
                </c:pt>
                <c:pt idx="968">
                  <c:v>51.15161133</c:v>
                </c:pt>
                <c:pt idx="969">
                  <c:v>51.15085408</c:v>
                </c:pt>
                <c:pt idx="970">
                  <c:v>51.15037537</c:v>
                </c:pt>
                <c:pt idx="971">
                  <c:v>51.14987183</c:v>
                </c:pt>
                <c:pt idx="972">
                  <c:v>51.14941406</c:v>
                </c:pt>
                <c:pt idx="973">
                  <c:v>51.14891052</c:v>
                </c:pt>
                <c:pt idx="974">
                  <c:v>51.14845276</c:v>
                </c:pt>
                <c:pt idx="975">
                  <c:v>51.14792129</c:v>
                </c:pt>
                <c:pt idx="976">
                  <c:v>51.14749146</c:v>
                </c:pt>
                <c:pt idx="977">
                  <c:v>51.14689636</c:v>
                </c:pt>
                <c:pt idx="978">
                  <c:v>51.1464386</c:v>
                </c:pt>
                <c:pt idx="979">
                  <c:v>51.14587299</c:v>
                </c:pt>
                <c:pt idx="980">
                  <c:v>51.14536091</c:v>
                </c:pt>
                <c:pt idx="981">
                  <c:v>51.14503505</c:v>
                </c:pt>
                <c:pt idx="982">
                  <c:v>51.14456177</c:v>
                </c:pt>
                <c:pt idx="983">
                  <c:v>51.1440109</c:v>
                </c:pt>
                <c:pt idx="984">
                  <c:v>51.14256778</c:v>
                </c:pt>
                <c:pt idx="985">
                  <c:v>51.14186096</c:v>
                </c:pt>
                <c:pt idx="986">
                  <c:v>51.14135742</c:v>
                </c:pt>
                <c:pt idx="987">
                  <c:v>51.14094543</c:v>
                </c:pt>
                <c:pt idx="988">
                  <c:v>51.14039612</c:v>
                </c:pt>
                <c:pt idx="989">
                  <c:v>51.13989258</c:v>
                </c:pt>
                <c:pt idx="990">
                  <c:v>51.13930912</c:v>
                </c:pt>
                <c:pt idx="991">
                  <c:v>51.13902283</c:v>
                </c:pt>
                <c:pt idx="992">
                  <c:v>51.13851929</c:v>
                </c:pt>
                <c:pt idx="993">
                  <c:v>51.13796997</c:v>
                </c:pt>
                <c:pt idx="994">
                  <c:v>51.13746643</c:v>
                </c:pt>
                <c:pt idx="995">
                  <c:v>51.13696289</c:v>
                </c:pt>
                <c:pt idx="996">
                  <c:v>51.13641357</c:v>
                </c:pt>
                <c:pt idx="997">
                  <c:v>51.13586426</c:v>
                </c:pt>
                <c:pt idx="998">
                  <c:v>51.13539874</c:v>
                </c:pt>
                <c:pt idx="999">
                  <c:v>51.13476563</c:v>
                </c:pt>
                <c:pt idx="1000">
                  <c:v>51.13423493</c:v>
                </c:pt>
                <c:pt idx="1001">
                  <c:v>51.13372285</c:v>
                </c:pt>
                <c:pt idx="1002">
                  <c:v>51.13339699</c:v>
                </c:pt>
                <c:pt idx="1003">
                  <c:v>51.13232629</c:v>
                </c:pt>
                <c:pt idx="1004">
                  <c:v>51.13181421</c:v>
                </c:pt>
                <c:pt idx="1005">
                  <c:v>51.13125559</c:v>
                </c:pt>
                <c:pt idx="1006">
                  <c:v>51.13078308</c:v>
                </c:pt>
                <c:pt idx="1007">
                  <c:v>51.13023376</c:v>
                </c:pt>
                <c:pt idx="1008">
                  <c:v>51.12976591</c:v>
                </c:pt>
                <c:pt idx="1009">
                  <c:v>51.12925384</c:v>
                </c:pt>
                <c:pt idx="1010">
                  <c:v>51.12872314</c:v>
                </c:pt>
                <c:pt idx="1011">
                  <c:v>51.1282196</c:v>
                </c:pt>
                <c:pt idx="1012">
                  <c:v>51.12776417</c:v>
                </c:pt>
                <c:pt idx="1013">
                  <c:v>51.12720554</c:v>
                </c:pt>
                <c:pt idx="1014">
                  <c:v>51.12675476</c:v>
                </c:pt>
                <c:pt idx="1015">
                  <c:v>51.12622794</c:v>
                </c:pt>
                <c:pt idx="1016">
                  <c:v>51.12562277</c:v>
                </c:pt>
                <c:pt idx="1017">
                  <c:v>51.12506104</c:v>
                </c:pt>
                <c:pt idx="1018">
                  <c:v>51.12473827</c:v>
                </c:pt>
                <c:pt idx="1019">
                  <c:v>51.12368774</c:v>
                </c:pt>
                <c:pt idx="1020">
                  <c:v>51.12306239</c:v>
                </c:pt>
                <c:pt idx="1021">
                  <c:v>51.12258911</c:v>
                </c:pt>
                <c:pt idx="1022">
                  <c:v>51.1220848</c:v>
                </c:pt>
                <c:pt idx="1023">
                  <c:v>51.12153625</c:v>
                </c:pt>
                <c:pt idx="1024">
                  <c:v>51.12124686</c:v>
                </c:pt>
                <c:pt idx="1025">
                  <c:v>51.11993408</c:v>
                </c:pt>
                <c:pt idx="1026">
                  <c:v>51.11943054</c:v>
                </c:pt>
                <c:pt idx="1027">
                  <c:v>51.11891924</c:v>
                </c:pt>
                <c:pt idx="1028">
                  <c:v>51.11833191</c:v>
                </c:pt>
                <c:pt idx="1029">
                  <c:v>51.11778259</c:v>
                </c:pt>
                <c:pt idx="1030">
                  <c:v>51.11752268</c:v>
                </c:pt>
                <c:pt idx="1031">
                  <c:v>51.1170106</c:v>
                </c:pt>
                <c:pt idx="1032">
                  <c:v>51.11640542</c:v>
                </c:pt>
                <c:pt idx="1033">
                  <c:v>51.11595154</c:v>
                </c:pt>
                <c:pt idx="1034">
                  <c:v>51.115448</c:v>
                </c:pt>
                <c:pt idx="1035">
                  <c:v>51.1146698</c:v>
                </c:pt>
                <c:pt idx="1036">
                  <c:v>51.11421747</c:v>
                </c:pt>
                <c:pt idx="1037">
                  <c:v>51.11384505</c:v>
                </c:pt>
                <c:pt idx="1038">
                  <c:v>51.11319332</c:v>
                </c:pt>
                <c:pt idx="1039">
                  <c:v>51.11260986</c:v>
                </c:pt>
                <c:pt idx="1040">
                  <c:v>51.11238098</c:v>
                </c:pt>
                <c:pt idx="1041">
                  <c:v>51.11174011</c:v>
                </c:pt>
                <c:pt idx="1042">
                  <c:v>51.11123657</c:v>
                </c:pt>
                <c:pt idx="1043">
                  <c:v>51.11058639</c:v>
                </c:pt>
                <c:pt idx="1044">
                  <c:v>51.11013794</c:v>
                </c:pt>
                <c:pt idx="1045">
                  <c:v>51.10972595</c:v>
                </c:pt>
                <c:pt idx="1046">
                  <c:v>51.10909672</c:v>
                </c:pt>
                <c:pt idx="1047">
                  <c:v>51.10853809</c:v>
                </c:pt>
                <c:pt idx="1048">
                  <c:v>51.10802602</c:v>
                </c:pt>
                <c:pt idx="1049">
                  <c:v>51.10752869</c:v>
                </c:pt>
                <c:pt idx="1050">
                  <c:v>51.10704842</c:v>
                </c:pt>
                <c:pt idx="1051">
                  <c:v>51.10672256</c:v>
                </c:pt>
                <c:pt idx="1052">
                  <c:v>51.10593117</c:v>
                </c:pt>
                <c:pt idx="1053">
                  <c:v>51.1055122</c:v>
                </c:pt>
                <c:pt idx="1054">
                  <c:v>51.10500012</c:v>
                </c:pt>
                <c:pt idx="1055">
                  <c:v>51.1044415</c:v>
                </c:pt>
                <c:pt idx="1056">
                  <c:v>51.10395813</c:v>
                </c:pt>
                <c:pt idx="1057">
                  <c:v>51.10345459</c:v>
                </c:pt>
                <c:pt idx="1058">
                  <c:v>51.10267639</c:v>
                </c:pt>
                <c:pt idx="1059">
                  <c:v>51.1023932</c:v>
                </c:pt>
                <c:pt idx="1060">
                  <c:v>51.10194397</c:v>
                </c:pt>
                <c:pt idx="1061">
                  <c:v>51.1013225</c:v>
                </c:pt>
                <c:pt idx="1062">
                  <c:v>51.10084534</c:v>
                </c:pt>
                <c:pt idx="1063">
                  <c:v>51.10011292</c:v>
                </c:pt>
                <c:pt idx="1064">
                  <c:v>51.0995636</c:v>
                </c:pt>
                <c:pt idx="1065">
                  <c:v>51.09908799</c:v>
                </c:pt>
                <c:pt idx="1066">
                  <c:v>51.09857592</c:v>
                </c:pt>
                <c:pt idx="1067">
                  <c:v>51.09805298</c:v>
                </c:pt>
                <c:pt idx="1068">
                  <c:v>51.09764099</c:v>
                </c:pt>
                <c:pt idx="1069">
                  <c:v>51.09717935</c:v>
                </c:pt>
                <c:pt idx="1070">
                  <c:v>51.09662072</c:v>
                </c:pt>
                <c:pt idx="1071">
                  <c:v>51.09617615</c:v>
                </c:pt>
                <c:pt idx="1072">
                  <c:v>51.09550347</c:v>
                </c:pt>
                <c:pt idx="1073">
                  <c:v>51.09489829</c:v>
                </c:pt>
                <c:pt idx="1074">
                  <c:v>51.09443665</c:v>
                </c:pt>
                <c:pt idx="1075">
                  <c:v>51.09393311</c:v>
                </c:pt>
                <c:pt idx="1076">
                  <c:v>51.09345517</c:v>
                </c:pt>
                <c:pt idx="1077">
                  <c:v>51.0931293</c:v>
                </c:pt>
                <c:pt idx="1078">
                  <c:v>51.09257068</c:v>
                </c:pt>
                <c:pt idx="1079">
                  <c:v>51.0920586</c:v>
                </c:pt>
                <c:pt idx="1080">
                  <c:v>51.09131377</c:v>
                </c:pt>
                <c:pt idx="1081">
                  <c:v>51.09082031</c:v>
                </c:pt>
                <c:pt idx="1082">
                  <c:v>51.09033617</c:v>
                </c:pt>
                <c:pt idx="1083">
                  <c:v>51.08982409</c:v>
                </c:pt>
                <c:pt idx="1084">
                  <c:v>51.08935547</c:v>
                </c:pt>
                <c:pt idx="1085">
                  <c:v>51.08903503</c:v>
                </c:pt>
                <c:pt idx="1086">
                  <c:v>51.08828787</c:v>
                </c:pt>
                <c:pt idx="1087">
                  <c:v>51.0877758</c:v>
                </c:pt>
                <c:pt idx="1088">
                  <c:v>51.08744993</c:v>
                </c:pt>
                <c:pt idx="1089">
                  <c:v>51.0868913</c:v>
                </c:pt>
                <c:pt idx="1090">
                  <c:v>51.08637923</c:v>
                </c:pt>
                <c:pt idx="1091">
                  <c:v>51.08586715</c:v>
                </c:pt>
                <c:pt idx="1092">
                  <c:v>51.08526198</c:v>
                </c:pt>
                <c:pt idx="1093">
                  <c:v>51.0847499</c:v>
                </c:pt>
                <c:pt idx="1094">
                  <c:v>51.08423783</c:v>
                </c:pt>
                <c:pt idx="1095">
                  <c:v>51.08372498</c:v>
                </c:pt>
                <c:pt idx="1096">
                  <c:v>51.08317566</c:v>
                </c:pt>
                <c:pt idx="1097">
                  <c:v>51.08262634</c:v>
                </c:pt>
                <c:pt idx="1098">
                  <c:v>51.08214298</c:v>
                </c:pt>
                <c:pt idx="1099">
                  <c:v>51.0816309</c:v>
                </c:pt>
                <c:pt idx="1100">
                  <c:v>51.08106995</c:v>
                </c:pt>
                <c:pt idx="1101">
                  <c:v>51.08060675</c:v>
                </c:pt>
                <c:pt idx="1102">
                  <c:v>51.07990847</c:v>
                </c:pt>
                <c:pt idx="1103">
                  <c:v>51.07937622</c:v>
                </c:pt>
                <c:pt idx="1104">
                  <c:v>51.07888432</c:v>
                </c:pt>
                <c:pt idx="1105">
                  <c:v>51.07841492</c:v>
                </c:pt>
                <c:pt idx="1106">
                  <c:v>51.07786017</c:v>
                </c:pt>
                <c:pt idx="1107">
                  <c:v>51.07731628</c:v>
                </c:pt>
                <c:pt idx="1108">
                  <c:v>51.07681274</c:v>
                </c:pt>
                <c:pt idx="1109">
                  <c:v>51.07632395</c:v>
                </c:pt>
                <c:pt idx="1110">
                  <c:v>51.07580566</c:v>
                </c:pt>
                <c:pt idx="1111">
                  <c:v>51.07520669</c:v>
                </c:pt>
                <c:pt idx="1112">
                  <c:v>51.07475281</c:v>
                </c:pt>
                <c:pt idx="1113">
                  <c:v>51.07429504</c:v>
                </c:pt>
                <c:pt idx="1114">
                  <c:v>51.07381012</c:v>
                </c:pt>
                <c:pt idx="1115">
                  <c:v>51.07329805</c:v>
                </c:pt>
                <c:pt idx="1116">
                  <c:v>51.07255554</c:v>
                </c:pt>
                <c:pt idx="1117">
                  <c:v>51.07223511</c:v>
                </c:pt>
                <c:pt idx="1118">
                  <c:v>51.07150269</c:v>
                </c:pt>
                <c:pt idx="1119">
                  <c:v>51.0712032</c:v>
                </c:pt>
                <c:pt idx="1120">
                  <c:v>51.07064457</c:v>
                </c:pt>
                <c:pt idx="1121">
                  <c:v>51.0701325</c:v>
                </c:pt>
                <c:pt idx="1122">
                  <c:v>51.06962042</c:v>
                </c:pt>
                <c:pt idx="1123">
                  <c:v>51.06907654</c:v>
                </c:pt>
                <c:pt idx="1124">
                  <c:v>51.06841007</c:v>
                </c:pt>
                <c:pt idx="1125">
                  <c:v>51.06780489</c:v>
                </c:pt>
                <c:pt idx="1126">
                  <c:v>51.06747902</c:v>
                </c:pt>
                <c:pt idx="1127">
                  <c:v>51.06696695</c:v>
                </c:pt>
                <c:pt idx="1128">
                  <c:v>51.06640832</c:v>
                </c:pt>
                <c:pt idx="1129">
                  <c:v>51.06589624</c:v>
                </c:pt>
                <c:pt idx="1130">
                  <c:v>51.06541443</c:v>
                </c:pt>
                <c:pt idx="1131">
                  <c:v>51.06468589</c:v>
                </c:pt>
                <c:pt idx="1132">
                  <c:v>51.06426692</c:v>
                </c:pt>
                <c:pt idx="1133">
                  <c:v>51.06370829</c:v>
                </c:pt>
                <c:pt idx="1134">
                  <c:v>51.06317139</c:v>
                </c:pt>
                <c:pt idx="1135">
                  <c:v>51.0627594</c:v>
                </c:pt>
                <c:pt idx="1136">
                  <c:v>51.06221008</c:v>
                </c:pt>
                <c:pt idx="1137">
                  <c:v>51.06166077</c:v>
                </c:pt>
                <c:pt idx="1138">
                  <c:v>51.06111145</c:v>
                </c:pt>
                <c:pt idx="1139">
                  <c:v>51.06056213</c:v>
                </c:pt>
                <c:pt idx="1140">
                  <c:v>51.06005859</c:v>
                </c:pt>
                <c:pt idx="1141">
                  <c:v>51.0594635</c:v>
                </c:pt>
                <c:pt idx="1142">
                  <c:v>51.05900651</c:v>
                </c:pt>
                <c:pt idx="1143">
                  <c:v>51.05840133</c:v>
                </c:pt>
                <c:pt idx="1144">
                  <c:v>51.05784271</c:v>
                </c:pt>
                <c:pt idx="1145">
                  <c:v>51.05733063</c:v>
                </c:pt>
                <c:pt idx="1146">
                  <c:v>51.05677201</c:v>
                </c:pt>
                <c:pt idx="1147">
                  <c:v>51.05625916</c:v>
                </c:pt>
                <c:pt idx="1148">
                  <c:v>51.05584717</c:v>
                </c:pt>
                <c:pt idx="1149">
                  <c:v>51.05523578</c:v>
                </c:pt>
                <c:pt idx="1150">
                  <c:v>51.05470276</c:v>
                </c:pt>
                <c:pt idx="1151">
                  <c:v>51.05419922</c:v>
                </c:pt>
                <c:pt idx="1152">
                  <c:v>51.0534668</c:v>
                </c:pt>
                <c:pt idx="1153">
                  <c:v>51.05296326</c:v>
                </c:pt>
                <c:pt idx="1154">
                  <c:v>51.0524892</c:v>
                </c:pt>
                <c:pt idx="1155">
                  <c:v>51.05200195</c:v>
                </c:pt>
                <c:pt idx="1156">
                  <c:v>51.05137195</c:v>
                </c:pt>
                <c:pt idx="1157">
                  <c:v>51.05085754</c:v>
                </c:pt>
                <c:pt idx="1158">
                  <c:v>51.05030124</c:v>
                </c:pt>
                <c:pt idx="1159">
                  <c:v>51.04994202</c:v>
                </c:pt>
                <c:pt idx="1160">
                  <c:v>51.04920959</c:v>
                </c:pt>
                <c:pt idx="1161">
                  <c:v>51.04888916</c:v>
                </c:pt>
                <c:pt idx="1162">
                  <c:v>51.04829407</c:v>
                </c:pt>
                <c:pt idx="1163">
                  <c:v>51.04783398</c:v>
                </c:pt>
                <c:pt idx="1164">
                  <c:v>51.0473219</c:v>
                </c:pt>
                <c:pt idx="1165">
                  <c:v>51.04671672</c:v>
                </c:pt>
                <c:pt idx="1166">
                  <c:v>51.04620465</c:v>
                </c:pt>
                <c:pt idx="1167">
                  <c:v>51.04563904</c:v>
                </c:pt>
                <c:pt idx="1168">
                  <c:v>51.04504084</c:v>
                </c:pt>
                <c:pt idx="1169">
                  <c:v>51.04452877</c:v>
                </c:pt>
                <c:pt idx="1170">
                  <c:v>51.04392359</c:v>
                </c:pt>
                <c:pt idx="1171">
                  <c:v>51.04341151</c:v>
                </c:pt>
                <c:pt idx="1172">
                  <c:v>51.04285289</c:v>
                </c:pt>
                <c:pt idx="1173">
                  <c:v>51.04229736</c:v>
                </c:pt>
                <c:pt idx="1174">
                  <c:v>51.04196839</c:v>
                </c:pt>
                <c:pt idx="1175">
                  <c:v>51.04140977</c:v>
                </c:pt>
                <c:pt idx="1176">
                  <c:v>51.04092407</c:v>
                </c:pt>
                <c:pt idx="1177">
                  <c:v>51.04037476</c:v>
                </c:pt>
                <c:pt idx="1178">
                  <c:v>51.03959656</c:v>
                </c:pt>
                <c:pt idx="1179">
                  <c:v>51.03918457</c:v>
                </c:pt>
                <c:pt idx="1180">
                  <c:v>51.03870974</c:v>
                </c:pt>
                <c:pt idx="1181">
                  <c:v>51.03804016</c:v>
                </c:pt>
                <c:pt idx="1182">
                  <c:v>51.03749084</c:v>
                </c:pt>
                <c:pt idx="1183">
                  <c:v>51.0369873</c:v>
                </c:pt>
                <c:pt idx="1184">
                  <c:v>51.03648376</c:v>
                </c:pt>
                <c:pt idx="1185">
                  <c:v>51.03593445</c:v>
                </c:pt>
                <c:pt idx="1186">
                  <c:v>51.03540453</c:v>
                </c:pt>
                <c:pt idx="1187">
                  <c:v>51.0348459</c:v>
                </c:pt>
                <c:pt idx="1188">
                  <c:v>51.03437805</c:v>
                </c:pt>
                <c:pt idx="1189">
                  <c:v>51.03378296</c:v>
                </c:pt>
                <c:pt idx="1190">
                  <c:v>51.03317002</c:v>
                </c:pt>
                <c:pt idx="1191">
                  <c:v>51.03268433</c:v>
                </c:pt>
                <c:pt idx="1192">
                  <c:v>51.03208923</c:v>
                </c:pt>
                <c:pt idx="1193">
                  <c:v>51.03153992</c:v>
                </c:pt>
                <c:pt idx="1194">
                  <c:v>51.03107517</c:v>
                </c:pt>
                <c:pt idx="1195">
                  <c:v>51.03053284</c:v>
                </c:pt>
                <c:pt idx="1196">
                  <c:v>51.02998352</c:v>
                </c:pt>
                <c:pt idx="1197">
                  <c:v>51.02949239</c:v>
                </c:pt>
                <c:pt idx="1198">
                  <c:v>51.02888722</c:v>
                </c:pt>
                <c:pt idx="1199">
                  <c:v>51.02828979</c:v>
                </c:pt>
                <c:pt idx="1200">
                  <c:v>51.02767686</c:v>
                </c:pt>
                <c:pt idx="1201">
                  <c:v>51.02737427</c:v>
                </c:pt>
                <c:pt idx="1202">
                  <c:v>51.02682495</c:v>
                </c:pt>
                <c:pt idx="1203">
                  <c:v>51.02627563</c:v>
                </c:pt>
                <c:pt idx="1204">
                  <c:v>51.02562856</c:v>
                </c:pt>
                <c:pt idx="1205">
                  <c:v>51.02513123</c:v>
                </c:pt>
                <c:pt idx="1206">
                  <c:v>51.02455786</c:v>
                </c:pt>
                <c:pt idx="1207">
                  <c:v>51.02395268</c:v>
                </c:pt>
                <c:pt idx="1208">
                  <c:v>51.02339405</c:v>
                </c:pt>
                <c:pt idx="1209">
                  <c:v>51.02288198</c:v>
                </c:pt>
                <c:pt idx="1210">
                  <c:v>51.0223699</c:v>
                </c:pt>
                <c:pt idx="1211">
                  <c:v>51.02174377</c:v>
                </c:pt>
                <c:pt idx="1212">
                  <c:v>51.02114868</c:v>
                </c:pt>
                <c:pt idx="1213">
                  <c:v>51.02088023</c:v>
                </c:pt>
                <c:pt idx="1214">
                  <c:v>51.0203216</c:v>
                </c:pt>
                <c:pt idx="1215">
                  <c:v>51.01976298</c:v>
                </c:pt>
                <c:pt idx="1216">
                  <c:v>51.01892504</c:v>
                </c:pt>
                <c:pt idx="1217">
                  <c:v>51.01859917</c:v>
                </c:pt>
                <c:pt idx="1218">
                  <c:v>51.01808167</c:v>
                </c:pt>
                <c:pt idx="1219">
                  <c:v>51.01753235</c:v>
                </c:pt>
                <c:pt idx="1220">
                  <c:v>51.01693726</c:v>
                </c:pt>
                <c:pt idx="1221">
                  <c:v>51.01631811</c:v>
                </c:pt>
                <c:pt idx="1222">
                  <c:v>51.01570129</c:v>
                </c:pt>
                <c:pt idx="1223">
                  <c:v>51.01524353</c:v>
                </c:pt>
                <c:pt idx="1224">
                  <c:v>51.01469421</c:v>
                </c:pt>
                <c:pt idx="1225">
                  <c:v>51.01413016</c:v>
                </c:pt>
                <c:pt idx="1226">
                  <c:v>51.0135498</c:v>
                </c:pt>
                <c:pt idx="1227">
                  <c:v>51.01290894</c:v>
                </c:pt>
                <c:pt idx="1228">
                  <c:v>51.01240772</c:v>
                </c:pt>
                <c:pt idx="1229">
                  <c:v>51.01194763</c:v>
                </c:pt>
                <c:pt idx="1230">
                  <c:v>51.01124392</c:v>
                </c:pt>
                <c:pt idx="1231">
                  <c:v>51.01075745</c:v>
                </c:pt>
                <c:pt idx="1232">
                  <c:v>51.01020813</c:v>
                </c:pt>
                <c:pt idx="1233">
                  <c:v>51.00965881</c:v>
                </c:pt>
                <c:pt idx="1234">
                  <c:v>51.00915527</c:v>
                </c:pt>
                <c:pt idx="1235">
                  <c:v>51.00860596</c:v>
                </c:pt>
                <c:pt idx="1236">
                  <c:v>51.00807837</c:v>
                </c:pt>
                <c:pt idx="1237">
                  <c:v>51.00741577</c:v>
                </c:pt>
                <c:pt idx="1238">
                  <c:v>51.00695801</c:v>
                </c:pt>
                <c:pt idx="1239">
                  <c:v>51.00630938</c:v>
                </c:pt>
                <c:pt idx="1240">
                  <c:v>51.00575075</c:v>
                </c:pt>
                <c:pt idx="1241">
                  <c:v>51.00505247</c:v>
                </c:pt>
                <c:pt idx="1242">
                  <c:v>51.00471497</c:v>
                </c:pt>
                <c:pt idx="1243">
                  <c:v>51.00421453</c:v>
                </c:pt>
                <c:pt idx="1244">
                  <c:v>51.0036559</c:v>
                </c:pt>
                <c:pt idx="1245">
                  <c:v>51.00281796</c:v>
                </c:pt>
                <c:pt idx="1246">
                  <c:v>51.00256348</c:v>
                </c:pt>
                <c:pt idx="1247">
                  <c:v>51.00178528</c:v>
                </c:pt>
                <c:pt idx="1248">
                  <c:v>51.00142139</c:v>
                </c:pt>
                <c:pt idx="1249">
                  <c:v>51.00059509</c:v>
                </c:pt>
                <c:pt idx="1250">
                  <c:v>51.00004578</c:v>
                </c:pt>
                <c:pt idx="1251">
                  <c:v>50.99969896</c:v>
                </c:pt>
                <c:pt idx="1252">
                  <c:v>50.99914034</c:v>
                </c:pt>
                <c:pt idx="1253">
                  <c:v>50.99858171</c:v>
                </c:pt>
                <c:pt idx="1254">
                  <c:v>50.99797653</c:v>
                </c:pt>
                <c:pt idx="1255">
                  <c:v>50.9974179</c:v>
                </c:pt>
                <c:pt idx="1256">
                  <c:v>50.99679565</c:v>
                </c:pt>
                <c:pt idx="1257">
                  <c:v>50.99624634</c:v>
                </c:pt>
                <c:pt idx="1258">
                  <c:v>50.99560547</c:v>
                </c:pt>
                <c:pt idx="1259">
                  <c:v>50.99499719</c:v>
                </c:pt>
                <c:pt idx="1260">
                  <c:v>50.99450684</c:v>
                </c:pt>
                <c:pt idx="1261">
                  <c:v>50.99391174</c:v>
                </c:pt>
                <c:pt idx="1262">
                  <c:v>50.99345398</c:v>
                </c:pt>
                <c:pt idx="1263">
                  <c:v>50.99290466</c:v>
                </c:pt>
                <c:pt idx="1264">
                  <c:v>50.99226379</c:v>
                </c:pt>
                <c:pt idx="1265">
                  <c:v>50.99171448</c:v>
                </c:pt>
                <c:pt idx="1266">
                  <c:v>50.99125671</c:v>
                </c:pt>
                <c:pt idx="1267">
                  <c:v>50.99066162</c:v>
                </c:pt>
                <c:pt idx="1268">
                  <c:v>50.99006265</c:v>
                </c:pt>
                <c:pt idx="1269">
                  <c:v>50.98950402</c:v>
                </c:pt>
                <c:pt idx="1270">
                  <c:v>50.98889884</c:v>
                </c:pt>
                <c:pt idx="1271">
                  <c:v>50.98834022</c:v>
                </c:pt>
                <c:pt idx="1272">
                  <c:v>50.9879678</c:v>
                </c:pt>
                <c:pt idx="1273">
                  <c:v>50.98731995</c:v>
                </c:pt>
                <c:pt idx="1274">
                  <c:v>50.98680399</c:v>
                </c:pt>
                <c:pt idx="1275">
                  <c:v>50.98617554</c:v>
                </c:pt>
                <c:pt idx="1276">
                  <c:v>50.98559363</c:v>
                </c:pt>
                <c:pt idx="1277">
                  <c:v>50.98508156</c:v>
                </c:pt>
                <c:pt idx="1278">
                  <c:v>50.98452293</c:v>
                </c:pt>
                <c:pt idx="1279">
                  <c:v>50.98391775</c:v>
                </c:pt>
                <c:pt idx="1280">
                  <c:v>50.98329163</c:v>
                </c:pt>
                <c:pt idx="1281">
                  <c:v>50.98274231</c:v>
                </c:pt>
                <c:pt idx="1282">
                  <c:v>50.98214877</c:v>
                </c:pt>
                <c:pt idx="1283">
                  <c:v>50.98159014</c:v>
                </c:pt>
                <c:pt idx="1284">
                  <c:v>50.98109436</c:v>
                </c:pt>
                <c:pt idx="1285">
                  <c:v>50.98042634</c:v>
                </c:pt>
                <c:pt idx="1286">
                  <c:v>50.97990417</c:v>
                </c:pt>
                <c:pt idx="1287">
                  <c:v>50.97963495</c:v>
                </c:pt>
                <c:pt idx="1288">
                  <c:v>50.97894287</c:v>
                </c:pt>
                <c:pt idx="1289">
                  <c:v>50.97842459</c:v>
                </c:pt>
                <c:pt idx="1290">
                  <c:v>50.97786596</c:v>
                </c:pt>
                <c:pt idx="1291">
                  <c:v>50.97702802</c:v>
                </c:pt>
                <c:pt idx="1292">
                  <c:v>50.97651672</c:v>
                </c:pt>
                <c:pt idx="1293">
                  <c:v>50.97595732</c:v>
                </c:pt>
                <c:pt idx="1294">
                  <c:v>50.97546387</c:v>
                </c:pt>
                <c:pt idx="1295">
                  <c:v>50.97484007</c:v>
                </c:pt>
                <c:pt idx="1296">
                  <c:v>50.97432799</c:v>
                </c:pt>
                <c:pt idx="1297">
                  <c:v>50.97400213</c:v>
                </c:pt>
                <c:pt idx="1298">
                  <c:v>50.9732666</c:v>
                </c:pt>
                <c:pt idx="1299">
                  <c:v>50.97262573</c:v>
                </c:pt>
                <c:pt idx="1300">
                  <c:v>50.97207642</c:v>
                </c:pt>
                <c:pt idx="1301">
                  <c:v>50.97157288</c:v>
                </c:pt>
                <c:pt idx="1302">
                  <c:v>50.97097778</c:v>
                </c:pt>
                <c:pt idx="1303">
                  <c:v>50.97051071</c:v>
                </c:pt>
                <c:pt idx="1304">
                  <c:v>50.96992493</c:v>
                </c:pt>
                <c:pt idx="1305">
                  <c:v>50.96937561</c:v>
                </c:pt>
                <c:pt idx="1306">
                  <c:v>50.96874172</c:v>
                </c:pt>
                <c:pt idx="1307">
                  <c:v>50.96818542</c:v>
                </c:pt>
                <c:pt idx="1308">
                  <c:v>50.96767102</c:v>
                </c:pt>
                <c:pt idx="1309">
                  <c:v>50.96694946</c:v>
                </c:pt>
                <c:pt idx="1310">
                  <c:v>50.96630859</c:v>
                </c:pt>
                <c:pt idx="1311">
                  <c:v>50.96585083</c:v>
                </c:pt>
                <c:pt idx="1312">
                  <c:v>50.96530151</c:v>
                </c:pt>
                <c:pt idx="1313">
                  <c:v>50.96466064</c:v>
                </c:pt>
                <c:pt idx="1314">
                  <c:v>50.9641796</c:v>
                </c:pt>
                <c:pt idx="1315">
                  <c:v>50.96365356</c:v>
                </c:pt>
                <c:pt idx="1316">
                  <c:v>50.96296925</c:v>
                </c:pt>
                <c:pt idx="1317">
                  <c:v>50.96246338</c:v>
                </c:pt>
                <c:pt idx="1318">
                  <c:v>50.96199165</c:v>
                </c:pt>
                <c:pt idx="1319">
                  <c:v>50.96136475</c:v>
                </c:pt>
                <c:pt idx="1320">
                  <c:v>50.96078129</c:v>
                </c:pt>
                <c:pt idx="1321">
                  <c:v>50.96022266</c:v>
                </c:pt>
                <c:pt idx="1322">
                  <c:v>50.95957947</c:v>
                </c:pt>
                <c:pt idx="1323">
                  <c:v>50.95924507</c:v>
                </c:pt>
                <c:pt idx="1324">
                  <c:v>50.95875549</c:v>
                </c:pt>
                <c:pt idx="1325">
                  <c:v>50.95797729</c:v>
                </c:pt>
                <c:pt idx="1326">
                  <c:v>50.95756531</c:v>
                </c:pt>
                <c:pt idx="1327">
                  <c:v>50.95678711</c:v>
                </c:pt>
                <c:pt idx="1328">
                  <c:v>50.9564209</c:v>
                </c:pt>
                <c:pt idx="1329">
                  <c:v>50.95589331</c:v>
                </c:pt>
                <c:pt idx="1330">
                  <c:v>50.95527649</c:v>
                </c:pt>
                <c:pt idx="1331">
                  <c:v>50.9546364</c:v>
                </c:pt>
                <c:pt idx="1332">
                  <c:v>50.9540863</c:v>
                </c:pt>
                <c:pt idx="1333">
                  <c:v>50.95356569</c:v>
                </c:pt>
                <c:pt idx="1334">
                  <c:v>50.95303345</c:v>
                </c:pt>
                <c:pt idx="1335">
                  <c:v>50.95243835</c:v>
                </c:pt>
                <c:pt idx="1336">
                  <c:v>50.95193637</c:v>
                </c:pt>
                <c:pt idx="1337">
                  <c:v>50.95137774</c:v>
                </c:pt>
                <c:pt idx="1338">
                  <c:v>50.95069885</c:v>
                </c:pt>
                <c:pt idx="1339">
                  <c:v>50.95016738</c:v>
                </c:pt>
                <c:pt idx="1340">
                  <c:v>50.94960875</c:v>
                </c:pt>
                <c:pt idx="1341">
                  <c:v>50.94909668</c:v>
                </c:pt>
                <c:pt idx="1342">
                  <c:v>50.94850159</c:v>
                </c:pt>
                <c:pt idx="1343">
                  <c:v>50.94786072</c:v>
                </c:pt>
                <c:pt idx="1344">
                  <c:v>50.94737425</c:v>
                </c:pt>
                <c:pt idx="1345">
                  <c:v>50.94681562</c:v>
                </c:pt>
                <c:pt idx="1346">
                  <c:v>50.94616389</c:v>
                </c:pt>
                <c:pt idx="1347">
                  <c:v>50.94566345</c:v>
                </c:pt>
                <c:pt idx="1348">
                  <c:v>50.94518629</c:v>
                </c:pt>
                <c:pt idx="1349">
                  <c:v>50.94453456</c:v>
                </c:pt>
                <c:pt idx="1350">
                  <c:v>50.9438324</c:v>
                </c:pt>
                <c:pt idx="1351">
                  <c:v>50.9432311</c:v>
                </c:pt>
                <c:pt idx="1352">
                  <c:v>50.94273376</c:v>
                </c:pt>
                <c:pt idx="1353">
                  <c:v>50.94218445</c:v>
                </c:pt>
                <c:pt idx="1354">
                  <c:v>50.94158936</c:v>
                </c:pt>
                <c:pt idx="1355">
                  <c:v>50.94099426</c:v>
                </c:pt>
                <c:pt idx="1356">
                  <c:v>50.94048452</c:v>
                </c:pt>
                <c:pt idx="1357">
                  <c:v>50.93987934</c:v>
                </c:pt>
                <c:pt idx="1358">
                  <c:v>50.93932071</c:v>
                </c:pt>
                <c:pt idx="1359">
                  <c:v>50.938797</c:v>
                </c:pt>
                <c:pt idx="1360">
                  <c:v>50.93829656</c:v>
                </c:pt>
                <c:pt idx="1361">
                  <c:v>50.93774414</c:v>
                </c:pt>
                <c:pt idx="1362">
                  <c:v>50.93722586</c:v>
                </c:pt>
                <c:pt idx="1363">
                  <c:v>50.93666723</c:v>
                </c:pt>
                <c:pt idx="1364">
                  <c:v>50.93606205</c:v>
                </c:pt>
                <c:pt idx="1365">
                  <c:v>50.93554688</c:v>
                </c:pt>
                <c:pt idx="1366">
                  <c:v>50.93489825</c:v>
                </c:pt>
                <c:pt idx="1367">
                  <c:v>50.93435669</c:v>
                </c:pt>
                <c:pt idx="1368">
                  <c:v>50.9338741</c:v>
                </c:pt>
                <c:pt idx="1369">
                  <c:v>50.93326892</c:v>
                </c:pt>
                <c:pt idx="1370">
                  <c:v>50.93275452</c:v>
                </c:pt>
                <c:pt idx="1371">
                  <c:v>50.93224477</c:v>
                </c:pt>
                <c:pt idx="1372">
                  <c:v>50.93163959</c:v>
                </c:pt>
                <c:pt idx="1373">
                  <c:v>50.93103441</c:v>
                </c:pt>
                <c:pt idx="1374">
                  <c:v>50.93055725</c:v>
                </c:pt>
                <c:pt idx="1375">
                  <c:v>50.92996371</c:v>
                </c:pt>
                <c:pt idx="1376">
                  <c:v>50.92936707</c:v>
                </c:pt>
                <c:pt idx="1377">
                  <c:v>50.92881775</c:v>
                </c:pt>
                <c:pt idx="1378">
                  <c:v>50.92824128</c:v>
                </c:pt>
                <c:pt idx="1379">
                  <c:v>50.92749023</c:v>
                </c:pt>
                <c:pt idx="1380">
                  <c:v>50.92703247</c:v>
                </c:pt>
                <c:pt idx="1381">
                  <c:v>50.92643738</c:v>
                </c:pt>
                <c:pt idx="1382">
                  <c:v>50.92591367</c:v>
                </c:pt>
                <c:pt idx="1383">
                  <c:v>50.9254303</c:v>
                </c:pt>
                <c:pt idx="1384">
                  <c:v>50.92478943</c:v>
                </c:pt>
                <c:pt idx="1385">
                  <c:v>50.92424011</c:v>
                </c:pt>
                <c:pt idx="1386">
                  <c:v>50.92364502</c:v>
                </c:pt>
                <c:pt idx="1387">
                  <c:v>50.92304993</c:v>
                </c:pt>
                <c:pt idx="1388">
                  <c:v>50.92259216</c:v>
                </c:pt>
                <c:pt idx="1389">
                  <c:v>50.92204285</c:v>
                </c:pt>
                <c:pt idx="1390">
                  <c:v>50.92144465</c:v>
                </c:pt>
                <c:pt idx="1391">
                  <c:v>50.92088602</c:v>
                </c:pt>
                <c:pt idx="1392">
                  <c:v>50.92016602</c:v>
                </c:pt>
                <c:pt idx="1393">
                  <c:v>50.91981532</c:v>
                </c:pt>
                <c:pt idx="1394">
                  <c:v>50.91902393</c:v>
                </c:pt>
                <c:pt idx="1395">
                  <c:v>50.91855841</c:v>
                </c:pt>
                <c:pt idx="1396">
                  <c:v>50.91795323</c:v>
                </c:pt>
                <c:pt idx="1397">
                  <c:v>50.91746521</c:v>
                </c:pt>
                <c:pt idx="1398">
                  <c:v>50.91688253</c:v>
                </c:pt>
                <c:pt idx="1399">
                  <c:v>50.9163239</c:v>
                </c:pt>
                <c:pt idx="1400">
                  <c:v>50.91581726</c:v>
                </c:pt>
                <c:pt idx="1401">
                  <c:v>50.91511355</c:v>
                </c:pt>
                <c:pt idx="1402">
                  <c:v>50.91462708</c:v>
                </c:pt>
                <c:pt idx="1403">
                  <c:v>50.91403198</c:v>
                </c:pt>
                <c:pt idx="1404">
                  <c:v>50.91348267</c:v>
                </c:pt>
                <c:pt idx="1405">
                  <c:v>50.91292559</c:v>
                </c:pt>
                <c:pt idx="1406">
                  <c:v>50.91238403</c:v>
                </c:pt>
                <c:pt idx="1407">
                  <c:v>50.91183472</c:v>
                </c:pt>
                <c:pt idx="1408">
                  <c:v>50.91124971</c:v>
                </c:pt>
                <c:pt idx="1409">
                  <c:v>50.91073608</c:v>
                </c:pt>
                <c:pt idx="1410">
                  <c:v>50.90991211</c:v>
                </c:pt>
                <c:pt idx="1411">
                  <c:v>50.90957383</c:v>
                </c:pt>
                <c:pt idx="1412">
                  <c:v>50.9090152</c:v>
                </c:pt>
                <c:pt idx="1413">
                  <c:v>50.90826416</c:v>
                </c:pt>
                <c:pt idx="1414">
                  <c:v>50.90785217</c:v>
                </c:pt>
                <c:pt idx="1415">
                  <c:v>50.90719967</c:v>
                </c:pt>
                <c:pt idx="1416">
                  <c:v>50.90657043</c:v>
                </c:pt>
                <c:pt idx="1417">
                  <c:v>50.90592957</c:v>
                </c:pt>
                <c:pt idx="1418">
                  <c:v>50.90543068</c:v>
                </c:pt>
                <c:pt idx="1419">
                  <c:v>50.9048255</c:v>
                </c:pt>
                <c:pt idx="1420">
                  <c:v>50.90414429</c:v>
                </c:pt>
                <c:pt idx="1421">
                  <c:v>50.90377808</c:v>
                </c:pt>
                <c:pt idx="1422">
                  <c:v>50.90322876</c:v>
                </c:pt>
                <c:pt idx="1423">
                  <c:v>50.90249789</c:v>
                </c:pt>
                <c:pt idx="1424">
                  <c:v>50.90193926</c:v>
                </c:pt>
                <c:pt idx="1425">
                  <c:v>50.90135193</c:v>
                </c:pt>
                <c:pt idx="1426">
                  <c:v>50.90082201</c:v>
                </c:pt>
                <c:pt idx="1427">
                  <c:v>50.90026338</c:v>
                </c:pt>
                <c:pt idx="1428">
                  <c:v>50.8996582</c:v>
                </c:pt>
                <c:pt idx="1429">
                  <c:v>50.89910889</c:v>
                </c:pt>
                <c:pt idx="1430">
                  <c:v>50.89851379</c:v>
                </c:pt>
                <c:pt idx="1431">
                  <c:v>50.89793577</c:v>
                </c:pt>
                <c:pt idx="1432">
                  <c:v>50.89737714</c:v>
                </c:pt>
                <c:pt idx="1433">
                  <c:v>50.89677196</c:v>
                </c:pt>
                <c:pt idx="1434">
                  <c:v>50.8961792</c:v>
                </c:pt>
                <c:pt idx="1435">
                  <c:v>50.89565471</c:v>
                </c:pt>
                <c:pt idx="1436">
                  <c:v>50.89503479</c:v>
                </c:pt>
                <c:pt idx="1437">
                  <c:v>50.89444435</c:v>
                </c:pt>
                <c:pt idx="1438">
                  <c:v>50.89388573</c:v>
                </c:pt>
                <c:pt idx="1439">
                  <c:v>50.89328055</c:v>
                </c:pt>
                <c:pt idx="1440">
                  <c:v>50.89267537</c:v>
                </c:pt>
                <c:pt idx="1441">
                  <c:v>50.89215088</c:v>
                </c:pt>
                <c:pt idx="1442">
                  <c:v>50.89160467</c:v>
                </c:pt>
                <c:pt idx="1443">
                  <c:v>50.89076673</c:v>
                </c:pt>
                <c:pt idx="1444">
                  <c:v>50.89045715</c:v>
                </c:pt>
                <c:pt idx="1445">
                  <c:v>50.88983568</c:v>
                </c:pt>
                <c:pt idx="1446">
                  <c:v>50.88922119</c:v>
                </c:pt>
                <c:pt idx="1447">
                  <c:v>50.88867188</c:v>
                </c:pt>
                <c:pt idx="1448">
                  <c:v>50.88792704</c:v>
                </c:pt>
                <c:pt idx="1449">
                  <c:v>50.88736841</c:v>
                </c:pt>
                <c:pt idx="1450">
                  <c:v>50.8868866</c:v>
                </c:pt>
                <c:pt idx="1451">
                  <c:v>50.8862915</c:v>
                </c:pt>
                <c:pt idx="1452">
                  <c:v>50.88565063</c:v>
                </c:pt>
                <c:pt idx="1453">
                  <c:v>50.88519287</c:v>
                </c:pt>
                <c:pt idx="1454">
                  <c:v>50.884552</c:v>
                </c:pt>
                <c:pt idx="1455">
                  <c:v>50.88392355</c:v>
                </c:pt>
                <c:pt idx="1456">
                  <c:v>50.88336182</c:v>
                </c:pt>
                <c:pt idx="1457">
                  <c:v>50.8828125</c:v>
                </c:pt>
                <c:pt idx="1458">
                  <c:v>50.88217163</c:v>
                </c:pt>
                <c:pt idx="1459">
                  <c:v>50.88157654</c:v>
                </c:pt>
                <c:pt idx="1460">
                  <c:v>50.88102722</c:v>
                </c:pt>
                <c:pt idx="1461">
                  <c:v>50.88043213</c:v>
                </c:pt>
                <c:pt idx="1462">
                  <c:v>50.87992859</c:v>
                </c:pt>
                <c:pt idx="1463">
                  <c:v>50.87919617</c:v>
                </c:pt>
                <c:pt idx="1464">
                  <c:v>50.8785553</c:v>
                </c:pt>
                <c:pt idx="1465">
                  <c:v>50.87805796</c:v>
                </c:pt>
                <c:pt idx="1466">
                  <c:v>50.87745279</c:v>
                </c:pt>
                <c:pt idx="1467">
                  <c:v>50.87695313</c:v>
                </c:pt>
                <c:pt idx="1468">
                  <c:v>50.87644958</c:v>
                </c:pt>
                <c:pt idx="1469">
                  <c:v>50.87585449</c:v>
                </c:pt>
                <c:pt idx="1470">
                  <c:v>50.87521828</c:v>
                </c:pt>
                <c:pt idx="1471">
                  <c:v>50.87456655</c:v>
                </c:pt>
                <c:pt idx="1472">
                  <c:v>50.87410102</c:v>
                </c:pt>
                <c:pt idx="1473">
                  <c:v>50.87356567</c:v>
                </c:pt>
                <c:pt idx="1474">
                  <c:v>50.87297058</c:v>
                </c:pt>
                <c:pt idx="1475">
                  <c:v>50.87251282</c:v>
                </c:pt>
                <c:pt idx="1476">
                  <c:v>50.87191307</c:v>
                </c:pt>
                <c:pt idx="1477">
                  <c:v>50.87127686</c:v>
                </c:pt>
                <c:pt idx="1478">
                  <c:v>50.87072754</c:v>
                </c:pt>
                <c:pt idx="1479">
                  <c:v>50.87008667</c:v>
                </c:pt>
                <c:pt idx="1480">
                  <c:v>50.86949158</c:v>
                </c:pt>
                <c:pt idx="1481">
                  <c:v>50.86889648</c:v>
                </c:pt>
                <c:pt idx="1482">
                  <c:v>50.86825562</c:v>
                </c:pt>
                <c:pt idx="1483">
                  <c:v>50.86766052</c:v>
                </c:pt>
                <c:pt idx="1484">
                  <c:v>50.86716474</c:v>
                </c:pt>
                <c:pt idx="1485">
                  <c:v>50.86651301</c:v>
                </c:pt>
                <c:pt idx="1486">
                  <c:v>50.86587524</c:v>
                </c:pt>
                <c:pt idx="1487">
                  <c:v>50.8653492</c:v>
                </c:pt>
                <c:pt idx="1488">
                  <c:v>50.86477661</c:v>
                </c:pt>
                <c:pt idx="1489">
                  <c:v>50.86423195</c:v>
                </c:pt>
                <c:pt idx="1490">
                  <c:v>50.86372375</c:v>
                </c:pt>
                <c:pt idx="1491">
                  <c:v>50.86312866</c:v>
                </c:pt>
                <c:pt idx="1492">
                  <c:v>50.86255607</c:v>
                </c:pt>
                <c:pt idx="1493">
                  <c:v>50.86195089</c:v>
                </c:pt>
                <c:pt idx="1494">
                  <c:v>50.86129761</c:v>
                </c:pt>
                <c:pt idx="1495">
                  <c:v>50.86065674</c:v>
                </c:pt>
                <c:pt idx="1496">
                  <c:v>50.86013535</c:v>
                </c:pt>
                <c:pt idx="1497">
                  <c:v>50.85960388</c:v>
                </c:pt>
                <c:pt idx="1498">
                  <c:v>50.8590181</c:v>
                </c:pt>
                <c:pt idx="1499">
                  <c:v>50.85845947</c:v>
                </c:pt>
                <c:pt idx="1500">
                  <c:v>50.85776119</c:v>
                </c:pt>
                <c:pt idx="1501">
                  <c:v>50.85717773</c:v>
                </c:pt>
                <c:pt idx="1502">
                  <c:v>50.85658264</c:v>
                </c:pt>
                <c:pt idx="1503">
                  <c:v>50.85598755</c:v>
                </c:pt>
                <c:pt idx="1504">
                  <c:v>50.85552979</c:v>
                </c:pt>
                <c:pt idx="1505">
                  <c:v>50.85488892</c:v>
                </c:pt>
                <c:pt idx="1506">
                  <c:v>50.85436288</c:v>
                </c:pt>
                <c:pt idx="1507">
                  <c:v>50.8537577</c:v>
                </c:pt>
                <c:pt idx="1508">
                  <c:v>50.85310597</c:v>
                </c:pt>
                <c:pt idx="1509">
                  <c:v>50.8526001</c:v>
                </c:pt>
                <c:pt idx="1510">
                  <c:v>50.852005</c:v>
                </c:pt>
                <c:pt idx="1511">
                  <c:v>50.85136414</c:v>
                </c:pt>
                <c:pt idx="1512">
                  <c:v>50.85076904</c:v>
                </c:pt>
                <c:pt idx="1513">
                  <c:v>50.85021973</c:v>
                </c:pt>
                <c:pt idx="1514">
                  <c:v>50.84967041</c:v>
                </c:pt>
                <c:pt idx="1515">
                  <c:v>50.84910247</c:v>
                </c:pt>
                <c:pt idx="1516">
                  <c:v>50.84857178</c:v>
                </c:pt>
                <c:pt idx="1517">
                  <c:v>50.84770203</c:v>
                </c:pt>
                <c:pt idx="1518">
                  <c:v>50.84719383</c:v>
                </c:pt>
                <c:pt idx="1519">
                  <c:v>50.84658865</c:v>
                </c:pt>
                <c:pt idx="1520">
                  <c:v>50.8460083</c:v>
                </c:pt>
                <c:pt idx="1521">
                  <c:v>50.84555054</c:v>
                </c:pt>
                <c:pt idx="1522">
                  <c:v>50.84500588</c:v>
                </c:pt>
                <c:pt idx="1523">
                  <c:v>50.8444007</c:v>
                </c:pt>
                <c:pt idx="1524">
                  <c:v>50.84381104</c:v>
                </c:pt>
                <c:pt idx="1525">
                  <c:v>50.84326172</c:v>
                </c:pt>
                <c:pt idx="1526">
                  <c:v>50.84258516</c:v>
                </c:pt>
                <c:pt idx="1527">
                  <c:v>50.84184032</c:v>
                </c:pt>
                <c:pt idx="1528">
                  <c:v>50.84129333</c:v>
                </c:pt>
                <c:pt idx="1529">
                  <c:v>50.84069824</c:v>
                </c:pt>
                <c:pt idx="1530">
                  <c:v>50.84005737</c:v>
                </c:pt>
                <c:pt idx="1531">
                  <c:v>50.83969116</c:v>
                </c:pt>
                <c:pt idx="1532">
                  <c:v>50.83914185</c:v>
                </c:pt>
                <c:pt idx="1533">
                  <c:v>50.83854675</c:v>
                </c:pt>
                <c:pt idx="1534">
                  <c:v>50.83763123</c:v>
                </c:pt>
                <c:pt idx="1535">
                  <c:v>50.83713855</c:v>
                </c:pt>
                <c:pt idx="1536">
                  <c:v>50.83653259</c:v>
                </c:pt>
                <c:pt idx="1537">
                  <c:v>50.8359375</c:v>
                </c:pt>
                <c:pt idx="1538">
                  <c:v>50.83541611</c:v>
                </c:pt>
                <c:pt idx="1539">
                  <c:v>50.83483887</c:v>
                </c:pt>
                <c:pt idx="1540">
                  <c:v>50.83424377</c:v>
                </c:pt>
                <c:pt idx="1541">
                  <c:v>50.83360058</c:v>
                </c:pt>
                <c:pt idx="1542">
                  <c:v>50.83327471</c:v>
                </c:pt>
                <c:pt idx="1543">
                  <c:v>50.83241272</c:v>
                </c:pt>
                <c:pt idx="1544">
                  <c:v>50.83211091</c:v>
                </c:pt>
                <c:pt idx="1545">
                  <c:v>50.83145917</c:v>
                </c:pt>
                <c:pt idx="1546">
                  <c:v>50.830854</c:v>
                </c:pt>
                <c:pt idx="1547">
                  <c:v>50.83024882</c:v>
                </c:pt>
                <c:pt idx="1548">
                  <c:v>50.82943726</c:v>
                </c:pt>
                <c:pt idx="1549">
                  <c:v>50.8288988</c:v>
                </c:pt>
                <c:pt idx="1550">
                  <c:v>50.8283844</c:v>
                </c:pt>
                <c:pt idx="1551">
                  <c:v>50.82774353</c:v>
                </c:pt>
                <c:pt idx="1552">
                  <c:v>50.82708326</c:v>
                </c:pt>
                <c:pt idx="1553">
                  <c:v>50.82647809</c:v>
                </c:pt>
                <c:pt idx="1554">
                  <c:v>50.82582635</c:v>
                </c:pt>
                <c:pt idx="1555">
                  <c:v>50.82531738</c:v>
                </c:pt>
                <c:pt idx="1556">
                  <c:v>50.82472229</c:v>
                </c:pt>
                <c:pt idx="1557">
                  <c:v>50.82408142</c:v>
                </c:pt>
                <c:pt idx="1558">
                  <c:v>50.82377806</c:v>
                </c:pt>
                <c:pt idx="1559">
                  <c:v>50.82317288</c:v>
                </c:pt>
                <c:pt idx="1560">
                  <c:v>50.82247925</c:v>
                </c:pt>
                <c:pt idx="1561">
                  <c:v>50.82188416</c:v>
                </c:pt>
                <c:pt idx="1562">
                  <c:v>50.82128906</c:v>
                </c:pt>
                <c:pt idx="1563">
                  <c:v>50.82073975</c:v>
                </c:pt>
                <c:pt idx="1564">
                  <c:v>50.81991577</c:v>
                </c:pt>
                <c:pt idx="1565">
                  <c:v>50.81945801</c:v>
                </c:pt>
                <c:pt idx="1566">
                  <c:v>50.81875041</c:v>
                </c:pt>
                <c:pt idx="1567">
                  <c:v>50.81845093</c:v>
                </c:pt>
                <c:pt idx="1568">
                  <c:v>50.81762695</c:v>
                </c:pt>
                <c:pt idx="1569">
                  <c:v>50.81702798</c:v>
                </c:pt>
                <c:pt idx="1570">
                  <c:v>50.81639099</c:v>
                </c:pt>
                <c:pt idx="1571">
                  <c:v>50.81586418</c:v>
                </c:pt>
                <c:pt idx="1572">
                  <c:v>50.81547546</c:v>
                </c:pt>
                <c:pt idx="1573">
                  <c:v>50.81465149</c:v>
                </c:pt>
                <c:pt idx="1574">
                  <c:v>50.81414174</c:v>
                </c:pt>
                <c:pt idx="1575">
                  <c:v>50.81349001</c:v>
                </c:pt>
                <c:pt idx="1576">
                  <c:v>50.81297794</c:v>
                </c:pt>
                <c:pt idx="1577">
                  <c:v>50.81227112</c:v>
                </c:pt>
                <c:pt idx="1578">
                  <c:v>50.81167603</c:v>
                </c:pt>
                <c:pt idx="1579">
                  <c:v>50.8111624</c:v>
                </c:pt>
                <c:pt idx="1580">
                  <c:v>50.81051067</c:v>
                </c:pt>
                <c:pt idx="1581">
                  <c:v>50.81004515</c:v>
                </c:pt>
                <c:pt idx="1582">
                  <c:v>50.80947876</c:v>
                </c:pt>
                <c:pt idx="1583">
                  <c:v>50.80864858</c:v>
                </c:pt>
                <c:pt idx="1584">
                  <c:v>50.80815125</c:v>
                </c:pt>
                <c:pt idx="1585">
                  <c:v>50.80764771</c:v>
                </c:pt>
                <c:pt idx="1586">
                  <c:v>50.80714417</c:v>
                </c:pt>
                <c:pt idx="1587">
                  <c:v>50.80646062</c:v>
                </c:pt>
                <c:pt idx="1588">
                  <c:v>50.8059951</c:v>
                </c:pt>
                <c:pt idx="1589">
                  <c:v>50.80534337</c:v>
                </c:pt>
                <c:pt idx="1590">
                  <c:v>50.80471802</c:v>
                </c:pt>
                <c:pt idx="1591">
                  <c:v>50.80412292</c:v>
                </c:pt>
                <c:pt idx="1592">
                  <c:v>50.80343628</c:v>
                </c:pt>
                <c:pt idx="1593">
                  <c:v>50.80292265</c:v>
                </c:pt>
                <c:pt idx="1594">
                  <c:v>50.80224609</c:v>
                </c:pt>
                <c:pt idx="1595">
                  <c:v>50.80166574</c:v>
                </c:pt>
                <c:pt idx="1596">
                  <c:v>50.80106056</c:v>
                </c:pt>
                <c:pt idx="1597">
                  <c:v>50.80055237</c:v>
                </c:pt>
                <c:pt idx="1598">
                  <c:v>50.79986572</c:v>
                </c:pt>
                <c:pt idx="1599">
                  <c:v>50.79924503</c:v>
                </c:pt>
                <c:pt idx="1600">
                  <c:v>50.79872131</c:v>
                </c:pt>
                <c:pt idx="1601">
                  <c:v>50.79803467</c:v>
                </c:pt>
                <c:pt idx="1602">
                  <c:v>50.7975769</c:v>
                </c:pt>
                <c:pt idx="1603">
                  <c:v>50.79691741</c:v>
                </c:pt>
                <c:pt idx="1604">
                  <c:v>50.79640534</c:v>
                </c:pt>
                <c:pt idx="1605">
                  <c:v>50.79580016</c:v>
                </c:pt>
                <c:pt idx="1606">
                  <c:v>50.79524231</c:v>
                </c:pt>
                <c:pt idx="1607">
                  <c:v>50.79460144</c:v>
                </c:pt>
                <c:pt idx="1608">
                  <c:v>50.79393807</c:v>
                </c:pt>
                <c:pt idx="1609">
                  <c:v>50.79337944</c:v>
                </c:pt>
                <c:pt idx="1610">
                  <c:v>50.79272771</c:v>
                </c:pt>
                <c:pt idx="1611">
                  <c:v>50.79217529</c:v>
                </c:pt>
                <c:pt idx="1612">
                  <c:v>50.7915802</c:v>
                </c:pt>
                <c:pt idx="1613">
                  <c:v>50.79100528</c:v>
                </c:pt>
                <c:pt idx="1614">
                  <c:v>50.79043579</c:v>
                </c:pt>
                <c:pt idx="1615">
                  <c:v>50.78993225</c:v>
                </c:pt>
                <c:pt idx="1616">
                  <c:v>50.78933716</c:v>
                </c:pt>
                <c:pt idx="1617">
                  <c:v>50.78874207</c:v>
                </c:pt>
                <c:pt idx="1618">
                  <c:v>50.78811904</c:v>
                </c:pt>
                <c:pt idx="1619">
                  <c:v>50.78751386</c:v>
                </c:pt>
                <c:pt idx="1620">
                  <c:v>50.78677368</c:v>
                </c:pt>
                <c:pt idx="1621">
                  <c:v>50.78616385</c:v>
                </c:pt>
                <c:pt idx="1622">
                  <c:v>50.78569832</c:v>
                </c:pt>
                <c:pt idx="1623">
                  <c:v>50.78503418</c:v>
                </c:pt>
                <c:pt idx="1624">
                  <c:v>50.78448486</c:v>
                </c:pt>
                <c:pt idx="1625">
                  <c:v>50.78393555</c:v>
                </c:pt>
                <c:pt idx="1626">
                  <c:v>50.78343201</c:v>
                </c:pt>
                <c:pt idx="1627">
                  <c:v>50.78283691</c:v>
                </c:pt>
                <c:pt idx="1628">
                  <c:v>50.78219604</c:v>
                </c:pt>
                <c:pt idx="1629">
                  <c:v>50.78160095</c:v>
                </c:pt>
                <c:pt idx="1630">
                  <c:v>50.7810431</c:v>
                </c:pt>
                <c:pt idx="1631">
                  <c:v>50.78039137</c:v>
                </c:pt>
                <c:pt idx="1632">
                  <c:v>50.77983274</c:v>
                </c:pt>
                <c:pt idx="1633">
                  <c:v>50.77918101</c:v>
                </c:pt>
                <c:pt idx="1634">
                  <c:v>50.77862549</c:v>
                </c:pt>
                <c:pt idx="1635">
                  <c:v>50.7780304</c:v>
                </c:pt>
                <c:pt idx="1636">
                  <c:v>50.7772522</c:v>
                </c:pt>
                <c:pt idx="1637">
                  <c:v>50.7766571</c:v>
                </c:pt>
                <c:pt idx="1638">
                  <c:v>50.77629089</c:v>
                </c:pt>
                <c:pt idx="1639">
                  <c:v>50.7755127</c:v>
                </c:pt>
                <c:pt idx="1640">
                  <c:v>50.77499131</c:v>
                </c:pt>
                <c:pt idx="1641">
                  <c:v>50.77438613</c:v>
                </c:pt>
                <c:pt idx="1642">
                  <c:v>50.77377319</c:v>
                </c:pt>
                <c:pt idx="1643">
                  <c:v>50.7731781</c:v>
                </c:pt>
                <c:pt idx="1644">
                  <c:v>50.77258301</c:v>
                </c:pt>
                <c:pt idx="1645">
                  <c:v>50.77207947</c:v>
                </c:pt>
                <c:pt idx="1646">
                  <c:v>50.77140679</c:v>
                </c:pt>
                <c:pt idx="1647">
                  <c:v>50.77084351</c:v>
                </c:pt>
                <c:pt idx="1648">
                  <c:v>50.77020264</c:v>
                </c:pt>
                <c:pt idx="1649">
                  <c:v>50.76960754</c:v>
                </c:pt>
                <c:pt idx="1650">
                  <c:v>50.76901245</c:v>
                </c:pt>
                <c:pt idx="1651">
                  <c:v>50.76832581</c:v>
                </c:pt>
                <c:pt idx="1652">
                  <c:v>50.76768261</c:v>
                </c:pt>
                <c:pt idx="1653">
                  <c:v>50.76721709</c:v>
                </c:pt>
                <c:pt idx="1654">
                  <c:v>50.76665846</c:v>
                </c:pt>
                <c:pt idx="1655">
                  <c:v>50.76589966</c:v>
                </c:pt>
                <c:pt idx="1656">
                  <c:v>50.76530457</c:v>
                </c:pt>
                <c:pt idx="1657">
                  <c:v>50.76470327</c:v>
                </c:pt>
                <c:pt idx="1658">
                  <c:v>50.76416016</c:v>
                </c:pt>
                <c:pt idx="1659">
                  <c:v>50.76363256</c:v>
                </c:pt>
                <c:pt idx="1660">
                  <c:v>50.76293428</c:v>
                </c:pt>
                <c:pt idx="1661">
                  <c:v>50.76237565</c:v>
                </c:pt>
                <c:pt idx="1662">
                  <c:v>50.76181703</c:v>
                </c:pt>
                <c:pt idx="1663">
                  <c:v>50.76107219</c:v>
                </c:pt>
                <c:pt idx="1664">
                  <c:v>50.76054382</c:v>
                </c:pt>
                <c:pt idx="1665">
                  <c:v>50.75999451</c:v>
                </c:pt>
                <c:pt idx="1666">
                  <c:v>50.75948942</c:v>
                </c:pt>
                <c:pt idx="1667">
                  <c:v>50.75880432</c:v>
                </c:pt>
                <c:pt idx="1668">
                  <c:v>50.75830078</c:v>
                </c:pt>
                <c:pt idx="1669">
                  <c:v>50.75762733</c:v>
                </c:pt>
                <c:pt idx="1670">
                  <c:v>50.75706482</c:v>
                </c:pt>
                <c:pt idx="1671">
                  <c:v>50.75642395</c:v>
                </c:pt>
                <c:pt idx="1672">
                  <c:v>50.75576524</c:v>
                </c:pt>
                <c:pt idx="1673">
                  <c:v>50.75523376</c:v>
                </c:pt>
                <c:pt idx="1674">
                  <c:v>50.75460143</c:v>
                </c:pt>
                <c:pt idx="1675">
                  <c:v>50.7540428</c:v>
                </c:pt>
                <c:pt idx="1676">
                  <c:v>50.75349426</c:v>
                </c:pt>
                <c:pt idx="1677">
                  <c:v>50.752879</c:v>
                </c:pt>
                <c:pt idx="1678">
                  <c:v>50.75227382</c:v>
                </c:pt>
                <c:pt idx="1679">
                  <c:v>50.75166864</c:v>
                </c:pt>
                <c:pt idx="1680">
                  <c:v>50.75101691</c:v>
                </c:pt>
                <c:pt idx="1681">
                  <c:v>50.75041173</c:v>
                </c:pt>
                <c:pt idx="1682">
                  <c:v>50.74980655</c:v>
                </c:pt>
                <c:pt idx="1683">
                  <c:v>50.74919128</c:v>
                </c:pt>
                <c:pt idx="1684">
                  <c:v>50.74864274</c:v>
                </c:pt>
                <c:pt idx="1685">
                  <c:v>50.74786377</c:v>
                </c:pt>
                <c:pt idx="1686">
                  <c:v>50.74724618</c:v>
                </c:pt>
                <c:pt idx="1687">
                  <c:v>50.74678065</c:v>
                </c:pt>
                <c:pt idx="1688">
                  <c:v>50.74612427</c:v>
                </c:pt>
                <c:pt idx="1689">
                  <c:v>50.7455703</c:v>
                </c:pt>
                <c:pt idx="1690">
                  <c:v>50.74496512</c:v>
                </c:pt>
                <c:pt idx="1691">
                  <c:v>50.74426683</c:v>
                </c:pt>
                <c:pt idx="1692">
                  <c:v>50.74356079</c:v>
                </c:pt>
                <c:pt idx="1693">
                  <c:v>50.74287027</c:v>
                </c:pt>
                <c:pt idx="1694">
                  <c:v>50.74212543</c:v>
                </c:pt>
                <c:pt idx="1695">
                  <c:v>50.74182129</c:v>
                </c:pt>
                <c:pt idx="1696">
                  <c:v>50.74090576</c:v>
                </c:pt>
                <c:pt idx="1697">
                  <c:v>50.740448</c:v>
                </c:pt>
                <c:pt idx="1698">
                  <c:v>50.73980713</c:v>
                </c:pt>
                <c:pt idx="1699">
                  <c:v>50.73923919</c:v>
                </c:pt>
                <c:pt idx="1700">
                  <c:v>50.73849436</c:v>
                </c:pt>
                <c:pt idx="1701">
                  <c:v>50.7379303</c:v>
                </c:pt>
                <c:pt idx="1702">
                  <c:v>50.73728943</c:v>
                </c:pt>
                <c:pt idx="1703">
                  <c:v>50.73635295</c:v>
                </c:pt>
                <c:pt idx="1704">
                  <c:v>50.73577881</c:v>
                </c:pt>
                <c:pt idx="1705">
                  <c:v>50.73504639</c:v>
                </c:pt>
                <c:pt idx="1706">
                  <c:v>50.73444431</c:v>
                </c:pt>
                <c:pt idx="1707">
                  <c:v>50.73376465</c:v>
                </c:pt>
                <c:pt idx="1708">
                  <c:v>50.73303223</c:v>
                </c:pt>
                <c:pt idx="1709">
                  <c:v>50.73272188</c:v>
                </c:pt>
                <c:pt idx="1710">
                  <c:v>50.73207015</c:v>
                </c:pt>
                <c:pt idx="1711">
                  <c:v>50.73132531</c:v>
                </c:pt>
                <c:pt idx="1712">
                  <c:v>50.73060608</c:v>
                </c:pt>
                <c:pt idx="1713">
                  <c:v>50.73002185</c:v>
                </c:pt>
                <c:pt idx="1714">
                  <c:v>50.72923279</c:v>
                </c:pt>
                <c:pt idx="1715">
                  <c:v>50.72867183</c:v>
                </c:pt>
                <c:pt idx="1716">
                  <c:v>50.72808838</c:v>
                </c:pt>
                <c:pt idx="1717">
                  <c:v>50.72741492</c:v>
                </c:pt>
                <c:pt idx="1718">
                  <c:v>50.72676319</c:v>
                </c:pt>
                <c:pt idx="1719">
                  <c:v>50.72616577</c:v>
                </c:pt>
                <c:pt idx="1720">
                  <c:v>50.72547913</c:v>
                </c:pt>
                <c:pt idx="1721">
                  <c:v>50.7249011</c:v>
                </c:pt>
                <c:pt idx="1722">
                  <c:v>50.72415627</c:v>
                </c:pt>
                <c:pt idx="1723">
                  <c:v>50.72350454</c:v>
                </c:pt>
                <c:pt idx="1724">
                  <c:v>50.72291565</c:v>
                </c:pt>
                <c:pt idx="1725">
                  <c:v>50.7220459</c:v>
                </c:pt>
                <c:pt idx="1726">
                  <c:v>50.72158813</c:v>
                </c:pt>
                <c:pt idx="1727">
                  <c:v>50.7207114</c:v>
                </c:pt>
                <c:pt idx="1728">
                  <c:v>50.72005967</c:v>
                </c:pt>
                <c:pt idx="1729">
                  <c:v>50.7197113</c:v>
                </c:pt>
                <c:pt idx="1730">
                  <c:v>50.71879578</c:v>
                </c:pt>
                <c:pt idx="1731">
                  <c:v>50.71815491</c:v>
                </c:pt>
                <c:pt idx="1732">
                  <c:v>50.7174993</c:v>
                </c:pt>
                <c:pt idx="1733">
                  <c:v>50.71691895</c:v>
                </c:pt>
                <c:pt idx="1734">
                  <c:v>50.71627808</c:v>
                </c:pt>
                <c:pt idx="1735">
                  <c:v>50.71559065</c:v>
                </c:pt>
                <c:pt idx="1736">
                  <c:v>50.71498548</c:v>
                </c:pt>
                <c:pt idx="1737">
                  <c:v>50.71440125</c:v>
                </c:pt>
                <c:pt idx="1738">
                  <c:v>50.71372857</c:v>
                </c:pt>
                <c:pt idx="1739">
                  <c:v>50.71307683</c:v>
                </c:pt>
                <c:pt idx="1740">
                  <c:v>50.71238708</c:v>
                </c:pt>
                <c:pt idx="1741">
                  <c:v>50.71165466</c:v>
                </c:pt>
                <c:pt idx="1742">
                  <c:v>50.71107509</c:v>
                </c:pt>
                <c:pt idx="1743">
                  <c:v>50.71042336</c:v>
                </c:pt>
                <c:pt idx="1744">
                  <c:v>50.70977783</c:v>
                </c:pt>
                <c:pt idx="1745">
                  <c:v>50.70907334</c:v>
                </c:pt>
                <c:pt idx="1746">
                  <c:v>50.70870092</c:v>
                </c:pt>
                <c:pt idx="1747">
                  <c:v>50.70800264</c:v>
                </c:pt>
                <c:pt idx="1748">
                  <c:v>50.70726013</c:v>
                </c:pt>
                <c:pt idx="1749">
                  <c:v>50.70661926</c:v>
                </c:pt>
                <c:pt idx="1750">
                  <c:v>50.70600089</c:v>
                </c:pt>
                <c:pt idx="1751">
                  <c:v>50.7053833</c:v>
                </c:pt>
                <c:pt idx="1752">
                  <c:v>50.70483709</c:v>
                </c:pt>
                <c:pt idx="1753">
                  <c:v>50.70391846</c:v>
                </c:pt>
                <c:pt idx="1754">
                  <c:v>50.70334742</c:v>
                </c:pt>
                <c:pt idx="1755">
                  <c:v>50.70269568</c:v>
                </c:pt>
                <c:pt idx="1756">
                  <c:v>50.70204163</c:v>
                </c:pt>
                <c:pt idx="1757">
                  <c:v>50.70140076</c:v>
                </c:pt>
                <c:pt idx="1758">
                  <c:v>50.70085144</c:v>
                </c:pt>
                <c:pt idx="1759">
                  <c:v>50.70022842</c:v>
                </c:pt>
                <c:pt idx="1760">
                  <c:v>50.69952393</c:v>
                </c:pt>
                <c:pt idx="1761">
                  <c:v>50.69888306</c:v>
                </c:pt>
                <c:pt idx="1762">
                  <c:v>50.69822667</c:v>
                </c:pt>
                <c:pt idx="1763">
                  <c:v>50.69757494</c:v>
                </c:pt>
                <c:pt idx="1764">
                  <c:v>50.6968689</c:v>
                </c:pt>
                <c:pt idx="1765">
                  <c:v>50.69613647</c:v>
                </c:pt>
                <c:pt idx="1766">
                  <c:v>50.69577026</c:v>
                </c:pt>
                <c:pt idx="1767">
                  <c:v>50.69512939</c:v>
                </c:pt>
                <c:pt idx="1768">
                  <c:v>50.69439697</c:v>
                </c:pt>
                <c:pt idx="1769">
                  <c:v>50.6937561</c:v>
                </c:pt>
                <c:pt idx="1770">
                  <c:v>50.69315248</c:v>
                </c:pt>
                <c:pt idx="1771">
                  <c:v>50.69217488</c:v>
                </c:pt>
                <c:pt idx="1772">
                  <c:v>50.6916628</c:v>
                </c:pt>
                <c:pt idx="1773">
                  <c:v>50.69110107</c:v>
                </c:pt>
                <c:pt idx="1774">
                  <c:v>50.69036865</c:v>
                </c:pt>
                <c:pt idx="1775">
                  <c:v>50.68980072</c:v>
                </c:pt>
                <c:pt idx="1776">
                  <c:v>50.68914898</c:v>
                </c:pt>
                <c:pt idx="1777">
                  <c:v>50.68849182</c:v>
                </c:pt>
                <c:pt idx="1778">
                  <c:v>50.68798828</c:v>
                </c:pt>
                <c:pt idx="1779">
                  <c:v>50.68728689</c:v>
                </c:pt>
                <c:pt idx="1780">
                  <c:v>50.68656921</c:v>
                </c:pt>
                <c:pt idx="1781">
                  <c:v>50.68589033</c:v>
                </c:pt>
                <c:pt idx="1782">
                  <c:v>50.68533325</c:v>
                </c:pt>
                <c:pt idx="1783">
                  <c:v>50.68469238</c:v>
                </c:pt>
                <c:pt idx="1784">
                  <c:v>50.68395996</c:v>
                </c:pt>
                <c:pt idx="1785">
                  <c:v>50.68337651</c:v>
                </c:pt>
                <c:pt idx="1786">
                  <c:v>50.68267822</c:v>
                </c:pt>
                <c:pt idx="1787">
                  <c:v>50.6819458</c:v>
                </c:pt>
                <c:pt idx="1788">
                  <c:v>50.68137476</c:v>
                </c:pt>
                <c:pt idx="1789">
                  <c:v>50.68072303</c:v>
                </c:pt>
                <c:pt idx="1790">
                  <c:v>50.68011785</c:v>
                </c:pt>
                <c:pt idx="1791">
                  <c:v>50.67946612</c:v>
                </c:pt>
                <c:pt idx="1792">
                  <c:v>50.67855835</c:v>
                </c:pt>
                <c:pt idx="1793">
                  <c:v>50.67832947</c:v>
                </c:pt>
                <c:pt idx="1794">
                  <c:v>50.67732472</c:v>
                </c:pt>
                <c:pt idx="1795">
                  <c:v>50.67668152</c:v>
                </c:pt>
                <c:pt idx="1796">
                  <c:v>50.6759747</c:v>
                </c:pt>
                <c:pt idx="1797">
                  <c:v>50.67539978</c:v>
                </c:pt>
                <c:pt idx="1798">
                  <c:v>50.67475891</c:v>
                </c:pt>
                <c:pt idx="1799">
                  <c:v>50.67430115</c:v>
                </c:pt>
                <c:pt idx="1800">
                  <c:v>50.67355398</c:v>
                </c:pt>
                <c:pt idx="1801">
                  <c:v>50.67290225</c:v>
                </c:pt>
                <c:pt idx="1802">
                  <c:v>50.67214966</c:v>
                </c:pt>
                <c:pt idx="1803">
                  <c:v>50.67146301</c:v>
                </c:pt>
                <c:pt idx="1804">
                  <c:v>50.67082214</c:v>
                </c:pt>
                <c:pt idx="1805">
                  <c:v>50.67043498</c:v>
                </c:pt>
                <c:pt idx="1806">
                  <c:v>50.66972351</c:v>
                </c:pt>
                <c:pt idx="1807">
                  <c:v>50.66889876</c:v>
                </c:pt>
                <c:pt idx="1808">
                  <c:v>50.66821289</c:v>
                </c:pt>
                <c:pt idx="1809">
                  <c:v>50.66757202</c:v>
                </c:pt>
                <c:pt idx="1810">
                  <c:v>50.66699012</c:v>
                </c:pt>
                <c:pt idx="1811">
                  <c:v>50.66629183</c:v>
                </c:pt>
                <c:pt idx="1812">
                  <c:v>50.66559355</c:v>
                </c:pt>
                <c:pt idx="1813">
                  <c:v>50.66508148</c:v>
                </c:pt>
                <c:pt idx="1814">
                  <c:v>50.66445923</c:v>
                </c:pt>
                <c:pt idx="1815">
                  <c:v>50.66387112</c:v>
                </c:pt>
                <c:pt idx="1816">
                  <c:v>50.66307973</c:v>
                </c:pt>
                <c:pt idx="1817">
                  <c:v>50.66239929</c:v>
                </c:pt>
                <c:pt idx="1818">
                  <c:v>50.66189575</c:v>
                </c:pt>
                <c:pt idx="1819">
                  <c:v>50.66120911</c:v>
                </c:pt>
                <c:pt idx="1820">
                  <c:v>50.66052246</c:v>
                </c:pt>
                <c:pt idx="1821">
                  <c:v>50.65991418</c:v>
                </c:pt>
                <c:pt idx="1822">
                  <c:v>50.65919495</c:v>
                </c:pt>
                <c:pt idx="1823">
                  <c:v>50.65851761</c:v>
                </c:pt>
                <c:pt idx="1824">
                  <c:v>50.65786588</c:v>
                </c:pt>
                <c:pt idx="1825">
                  <c:v>50.65722656</c:v>
                </c:pt>
                <c:pt idx="1826">
                  <c:v>50.65646931</c:v>
                </c:pt>
                <c:pt idx="1827">
                  <c:v>50.65581758</c:v>
                </c:pt>
                <c:pt idx="1828">
                  <c:v>50.6551193</c:v>
                </c:pt>
                <c:pt idx="1829">
                  <c:v>50.65452576</c:v>
                </c:pt>
                <c:pt idx="1830">
                  <c:v>50.65390894</c:v>
                </c:pt>
                <c:pt idx="1831">
                  <c:v>50.65324402</c:v>
                </c:pt>
                <c:pt idx="1832">
                  <c:v>50.65255892</c:v>
                </c:pt>
                <c:pt idx="1833">
                  <c:v>50.65190719</c:v>
                </c:pt>
                <c:pt idx="1834">
                  <c:v>50.65116236</c:v>
                </c:pt>
                <c:pt idx="1835">
                  <c:v>50.65074339</c:v>
                </c:pt>
                <c:pt idx="1836">
                  <c:v>50.65003967</c:v>
                </c:pt>
                <c:pt idx="1837">
                  <c:v>50.64930725</c:v>
                </c:pt>
                <c:pt idx="1838">
                  <c:v>50.64852905</c:v>
                </c:pt>
                <c:pt idx="1839">
                  <c:v>50.64795025</c:v>
                </c:pt>
                <c:pt idx="1840">
                  <c:v>50.64729309</c:v>
                </c:pt>
                <c:pt idx="1841">
                  <c:v>50.64669334</c:v>
                </c:pt>
                <c:pt idx="1842">
                  <c:v>50.64596558</c:v>
                </c:pt>
                <c:pt idx="1843">
                  <c:v>50.64529678</c:v>
                </c:pt>
                <c:pt idx="1844">
                  <c:v>50.64459229</c:v>
                </c:pt>
                <c:pt idx="1845">
                  <c:v>50.64404297</c:v>
                </c:pt>
                <c:pt idx="1846">
                  <c:v>50.64331055</c:v>
                </c:pt>
                <c:pt idx="1847">
                  <c:v>50.6427364</c:v>
                </c:pt>
                <c:pt idx="1848">
                  <c:v>50.64208467</c:v>
                </c:pt>
                <c:pt idx="1849">
                  <c:v>50.64129639</c:v>
                </c:pt>
                <c:pt idx="1850">
                  <c:v>50.64074707</c:v>
                </c:pt>
                <c:pt idx="1851">
                  <c:v>50.6401062</c:v>
                </c:pt>
                <c:pt idx="1852">
                  <c:v>50.63937378</c:v>
                </c:pt>
                <c:pt idx="1853">
                  <c:v>50.63877946</c:v>
                </c:pt>
                <c:pt idx="1854">
                  <c:v>50.63804626</c:v>
                </c:pt>
                <c:pt idx="1855">
                  <c:v>50.6373829</c:v>
                </c:pt>
                <c:pt idx="1856">
                  <c:v>50.63676453</c:v>
                </c:pt>
                <c:pt idx="1857">
                  <c:v>50.63603288</c:v>
                </c:pt>
                <c:pt idx="1858">
                  <c:v>50.6354277</c:v>
                </c:pt>
                <c:pt idx="1859">
                  <c:v>50.63477597</c:v>
                </c:pt>
                <c:pt idx="1860">
                  <c:v>50.63412424</c:v>
                </c:pt>
                <c:pt idx="1861">
                  <c:v>50.6333313</c:v>
                </c:pt>
                <c:pt idx="1862">
                  <c:v>50.63278198</c:v>
                </c:pt>
                <c:pt idx="1863">
                  <c:v>50.63214111</c:v>
                </c:pt>
                <c:pt idx="1864">
                  <c:v>50.63140869</c:v>
                </c:pt>
                <c:pt idx="1865">
                  <c:v>50.63072205</c:v>
                </c:pt>
                <c:pt idx="1866">
                  <c:v>50.63012075</c:v>
                </c:pt>
                <c:pt idx="1867">
                  <c:v>50.62942246</c:v>
                </c:pt>
                <c:pt idx="1868">
                  <c:v>50.62866211</c:v>
                </c:pt>
                <c:pt idx="1869">
                  <c:v>50.62815857</c:v>
                </c:pt>
                <c:pt idx="1870">
                  <c:v>50.62742615</c:v>
                </c:pt>
                <c:pt idx="1871">
                  <c:v>50.62667588</c:v>
                </c:pt>
                <c:pt idx="1872">
                  <c:v>50.62609863</c:v>
                </c:pt>
                <c:pt idx="1873">
                  <c:v>50.62536621</c:v>
                </c:pt>
                <c:pt idx="1874">
                  <c:v>50.62495422</c:v>
                </c:pt>
                <c:pt idx="1875">
                  <c:v>50.62426758</c:v>
                </c:pt>
                <c:pt idx="1876">
                  <c:v>50.62353516</c:v>
                </c:pt>
                <c:pt idx="1877">
                  <c:v>50.62267239</c:v>
                </c:pt>
                <c:pt idx="1878">
                  <c:v>50.62202066</c:v>
                </c:pt>
                <c:pt idx="1879">
                  <c:v>50.62142944</c:v>
                </c:pt>
                <c:pt idx="1880">
                  <c:v>50.62076375</c:v>
                </c:pt>
                <c:pt idx="1881">
                  <c:v>50.62014771</c:v>
                </c:pt>
                <c:pt idx="1882">
                  <c:v>50.61950684</c:v>
                </c:pt>
                <c:pt idx="1883">
                  <c:v>50.6186689</c:v>
                </c:pt>
                <c:pt idx="1884">
                  <c:v>50.61795044</c:v>
                </c:pt>
                <c:pt idx="1885">
                  <c:v>50.61764475</c:v>
                </c:pt>
                <c:pt idx="1886">
                  <c:v>50.61671448</c:v>
                </c:pt>
                <c:pt idx="1887">
                  <c:v>50.61616516</c:v>
                </c:pt>
                <c:pt idx="1888">
                  <c:v>50.61547852</c:v>
                </c:pt>
                <c:pt idx="1889">
                  <c:v>50.61474609</c:v>
                </c:pt>
                <c:pt idx="1890">
                  <c:v>50.61410522</c:v>
                </c:pt>
                <c:pt idx="1891">
                  <c:v>50.61341858</c:v>
                </c:pt>
                <c:pt idx="1892">
                  <c:v>50.61268616</c:v>
                </c:pt>
                <c:pt idx="1893">
                  <c:v>50.61210503</c:v>
                </c:pt>
                <c:pt idx="1894">
                  <c:v>50.61135864</c:v>
                </c:pt>
                <c:pt idx="1895">
                  <c:v>50.61076355</c:v>
                </c:pt>
                <c:pt idx="1896">
                  <c:v>50.61026001</c:v>
                </c:pt>
                <c:pt idx="1897">
                  <c:v>50.60957336</c:v>
                </c:pt>
                <c:pt idx="1898">
                  <c:v>50.6089325</c:v>
                </c:pt>
                <c:pt idx="1899">
                  <c:v>50.60824119</c:v>
                </c:pt>
                <c:pt idx="1900">
                  <c:v>50.60758946</c:v>
                </c:pt>
                <c:pt idx="1901">
                  <c:v>50.60682678</c:v>
                </c:pt>
                <c:pt idx="1902">
                  <c:v>50.60623169</c:v>
                </c:pt>
                <c:pt idx="1903">
                  <c:v>50.60549461</c:v>
                </c:pt>
                <c:pt idx="1904">
                  <c:v>50.60490417</c:v>
                </c:pt>
                <c:pt idx="1905">
                  <c:v>50.6042377</c:v>
                </c:pt>
                <c:pt idx="1906">
                  <c:v>50.60358597</c:v>
                </c:pt>
                <c:pt idx="1907">
                  <c:v>50.60288769</c:v>
                </c:pt>
                <c:pt idx="1908">
                  <c:v>50.60214285</c:v>
                </c:pt>
                <c:pt idx="1909">
                  <c:v>50.6015625</c:v>
                </c:pt>
                <c:pt idx="1910">
                  <c:v>50.60087585</c:v>
                </c:pt>
                <c:pt idx="1911">
                  <c:v>50.60023421</c:v>
                </c:pt>
                <c:pt idx="1912">
                  <c:v>50.59959412</c:v>
                </c:pt>
                <c:pt idx="1913">
                  <c:v>50.59895325</c:v>
                </c:pt>
                <c:pt idx="1914">
                  <c:v>50.59799194</c:v>
                </c:pt>
                <c:pt idx="1915">
                  <c:v>50.59734797</c:v>
                </c:pt>
                <c:pt idx="1916">
                  <c:v>50.59675598</c:v>
                </c:pt>
                <c:pt idx="1917">
                  <c:v>50.59613761</c:v>
                </c:pt>
                <c:pt idx="1918">
                  <c:v>50.59547424</c:v>
                </c:pt>
                <c:pt idx="1919">
                  <c:v>50.5948807</c:v>
                </c:pt>
                <c:pt idx="1920">
                  <c:v>50.59404276</c:v>
                </c:pt>
                <c:pt idx="1921">
                  <c:v>50.59341431</c:v>
                </c:pt>
                <c:pt idx="1922">
                  <c:v>50.59272766</c:v>
                </c:pt>
                <c:pt idx="1923">
                  <c:v>50.59204102</c:v>
                </c:pt>
                <c:pt idx="1924">
                  <c:v>50.59152894</c:v>
                </c:pt>
                <c:pt idx="1925">
                  <c:v>50.59087721</c:v>
                </c:pt>
                <c:pt idx="1926">
                  <c:v>50.59017893</c:v>
                </c:pt>
                <c:pt idx="1927">
                  <c:v>50.58952332</c:v>
                </c:pt>
                <c:pt idx="1928">
                  <c:v>50.58878236</c:v>
                </c:pt>
                <c:pt idx="1929">
                  <c:v>50.5881958</c:v>
                </c:pt>
                <c:pt idx="1930">
                  <c:v>50.58752545</c:v>
                </c:pt>
                <c:pt idx="1931">
                  <c:v>50.58677673</c:v>
                </c:pt>
                <c:pt idx="1932">
                  <c:v>50.58617543</c:v>
                </c:pt>
                <c:pt idx="1933">
                  <c:v>50.58540344</c:v>
                </c:pt>
                <c:pt idx="1934">
                  <c:v>50.5847168</c:v>
                </c:pt>
                <c:pt idx="1935">
                  <c:v>50.58421326</c:v>
                </c:pt>
                <c:pt idx="1936">
                  <c:v>50.58348083</c:v>
                </c:pt>
                <c:pt idx="1937">
                  <c:v>50.58279419</c:v>
                </c:pt>
                <c:pt idx="1938">
                  <c:v>50.58215332</c:v>
                </c:pt>
                <c:pt idx="1939">
                  <c:v>50.5814209</c:v>
                </c:pt>
                <c:pt idx="1940">
                  <c:v>50.58087158</c:v>
                </c:pt>
                <c:pt idx="1941">
                  <c:v>50.5802633</c:v>
                </c:pt>
                <c:pt idx="1942">
                  <c:v>50.57933225</c:v>
                </c:pt>
                <c:pt idx="1943">
                  <c:v>50.57900639</c:v>
                </c:pt>
                <c:pt idx="1944">
                  <c:v>50.57826233</c:v>
                </c:pt>
                <c:pt idx="1945">
                  <c:v>50.57757568</c:v>
                </c:pt>
                <c:pt idx="1946">
                  <c:v>50.57681843</c:v>
                </c:pt>
                <c:pt idx="1947">
                  <c:v>50.57606506</c:v>
                </c:pt>
                <c:pt idx="1948">
                  <c:v>50.57537842</c:v>
                </c:pt>
                <c:pt idx="1949">
                  <c:v>50.57477014</c:v>
                </c:pt>
                <c:pt idx="1950">
                  <c:v>50.57407185</c:v>
                </c:pt>
                <c:pt idx="1951">
                  <c:v>50.57345581</c:v>
                </c:pt>
                <c:pt idx="1952">
                  <c:v>50.57276917</c:v>
                </c:pt>
                <c:pt idx="1953">
                  <c:v>50.571977</c:v>
                </c:pt>
                <c:pt idx="1954">
                  <c:v>50.5713501</c:v>
                </c:pt>
                <c:pt idx="1955">
                  <c:v>50.57076664</c:v>
                </c:pt>
                <c:pt idx="1956">
                  <c:v>50.57002181</c:v>
                </c:pt>
                <c:pt idx="1957">
                  <c:v>50.56937008</c:v>
                </c:pt>
                <c:pt idx="1958">
                  <c:v>50.56874084</c:v>
                </c:pt>
                <c:pt idx="1959">
                  <c:v>50.56815972</c:v>
                </c:pt>
                <c:pt idx="1960">
                  <c:v>50.56745911</c:v>
                </c:pt>
                <c:pt idx="1961">
                  <c:v>50.56681824</c:v>
                </c:pt>
                <c:pt idx="1962">
                  <c:v>50.56620452</c:v>
                </c:pt>
                <c:pt idx="1963">
                  <c:v>50.56555279</c:v>
                </c:pt>
                <c:pt idx="1964">
                  <c:v>50.56484985</c:v>
                </c:pt>
                <c:pt idx="1965">
                  <c:v>50.56387691</c:v>
                </c:pt>
                <c:pt idx="1966">
                  <c:v>50.56333923</c:v>
                </c:pt>
                <c:pt idx="1967">
                  <c:v>50.56278992</c:v>
                </c:pt>
                <c:pt idx="1968">
                  <c:v>50.56206137</c:v>
                </c:pt>
                <c:pt idx="1969">
                  <c:v>50.56131654</c:v>
                </c:pt>
                <c:pt idx="1970">
                  <c:v>50.56061826</c:v>
                </c:pt>
                <c:pt idx="1971">
                  <c:v>50.56004333</c:v>
                </c:pt>
                <c:pt idx="1972">
                  <c:v>50.55922169</c:v>
                </c:pt>
                <c:pt idx="1973">
                  <c:v>50.55856996</c:v>
                </c:pt>
                <c:pt idx="1974">
                  <c:v>50.55793762</c:v>
                </c:pt>
                <c:pt idx="1975">
                  <c:v>50.55729675</c:v>
                </c:pt>
                <c:pt idx="1976">
                  <c:v>50.55661476</c:v>
                </c:pt>
                <c:pt idx="1977">
                  <c:v>50.55601501</c:v>
                </c:pt>
                <c:pt idx="1978">
                  <c:v>50.55532837</c:v>
                </c:pt>
                <c:pt idx="1979">
                  <c:v>50.55470612</c:v>
                </c:pt>
                <c:pt idx="1980">
                  <c:v>50.55409241</c:v>
                </c:pt>
                <c:pt idx="1981">
                  <c:v>50.55340576</c:v>
                </c:pt>
                <c:pt idx="1982">
                  <c:v>50.55275093</c:v>
                </c:pt>
                <c:pt idx="1983">
                  <c:v>50.55189514</c:v>
                </c:pt>
                <c:pt idx="1984">
                  <c:v>50.55116272</c:v>
                </c:pt>
                <c:pt idx="1985">
                  <c:v>50.55056297</c:v>
                </c:pt>
                <c:pt idx="1986">
                  <c:v>50.54992676</c:v>
                </c:pt>
                <c:pt idx="1987">
                  <c:v>50.54925951</c:v>
                </c:pt>
                <c:pt idx="1988">
                  <c:v>50.54860778</c:v>
                </c:pt>
                <c:pt idx="1989">
                  <c:v>50.54800415</c:v>
                </c:pt>
                <c:pt idx="1990">
                  <c:v>50.54735087</c:v>
                </c:pt>
                <c:pt idx="1991">
                  <c:v>50.54676819</c:v>
                </c:pt>
                <c:pt idx="1992">
                  <c:v>50.54618706</c:v>
                </c:pt>
                <c:pt idx="1993">
                  <c:v>50.545578</c:v>
                </c:pt>
                <c:pt idx="1994">
                  <c:v>50.54479049</c:v>
                </c:pt>
                <c:pt idx="1995">
                  <c:v>50.54406738</c:v>
                </c:pt>
                <c:pt idx="1996">
                  <c:v>50.54339393</c:v>
                </c:pt>
                <c:pt idx="1997">
                  <c:v>50.54269409</c:v>
                </c:pt>
                <c:pt idx="1998">
                  <c:v>50.54200745</c:v>
                </c:pt>
                <c:pt idx="1999">
                  <c:v>50.54136658</c:v>
                </c:pt>
                <c:pt idx="2000">
                  <c:v>50.5406939</c:v>
                </c:pt>
                <c:pt idx="2001">
                  <c:v>50.54004217</c:v>
                </c:pt>
                <c:pt idx="2002">
                  <c:v>50.53939043</c:v>
                </c:pt>
                <c:pt idx="2003">
                  <c:v>50.53869215</c:v>
                </c:pt>
                <c:pt idx="2004">
                  <c:v>50.53811646</c:v>
                </c:pt>
                <c:pt idx="2005">
                  <c:v>50.53742981</c:v>
                </c:pt>
                <c:pt idx="2006">
                  <c:v>50.53674316</c:v>
                </c:pt>
                <c:pt idx="2007">
                  <c:v>50.53610229</c:v>
                </c:pt>
                <c:pt idx="2008">
                  <c:v>50.53546143</c:v>
                </c:pt>
                <c:pt idx="2009">
                  <c:v>50.534729</c:v>
                </c:pt>
                <c:pt idx="2010">
                  <c:v>50.53436279</c:v>
                </c:pt>
                <c:pt idx="2011">
                  <c:v>50.53358459</c:v>
                </c:pt>
                <c:pt idx="2012">
                  <c:v>50.53285217</c:v>
                </c:pt>
                <c:pt idx="2013">
                  <c:v>50.5322113</c:v>
                </c:pt>
                <c:pt idx="2014">
                  <c:v>50.53166276</c:v>
                </c:pt>
                <c:pt idx="2015">
                  <c:v>50.53096448</c:v>
                </c:pt>
                <c:pt idx="2016">
                  <c:v>50.53031275</c:v>
                </c:pt>
                <c:pt idx="2017">
                  <c:v>50.52996826</c:v>
                </c:pt>
                <c:pt idx="2018">
                  <c:v>50.52932739</c:v>
                </c:pt>
                <c:pt idx="2019">
                  <c:v>50.52864075</c:v>
                </c:pt>
                <c:pt idx="2020">
                  <c:v>50.52793858</c:v>
                </c:pt>
                <c:pt idx="2021">
                  <c:v>50.52722168</c:v>
                </c:pt>
                <c:pt idx="2022">
                  <c:v>50.52658857</c:v>
                </c:pt>
                <c:pt idx="2023">
                  <c:v>50.52593684</c:v>
                </c:pt>
                <c:pt idx="2024">
                  <c:v>50.52528511</c:v>
                </c:pt>
                <c:pt idx="2025">
                  <c:v>50.52458682</c:v>
                </c:pt>
                <c:pt idx="2026">
                  <c:v>50.52388</c:v>
                </c:pt>
                <c:pt idx="2027">
                  <c:v>50.52328491</c:v>
                </c:pt>
                <c:pt idx="2028">
                  <c:v>50.52296448</c:v>
                </c:pt>
                <c:pt idx="2029">
                  <c:v>50.5219799</c:v>
                </c:pt>
                <c:pt idx="2030">
                  <c:v>50.52137472</c:v>
                </c:pt>
                <c:pt idx="2031">
                  <c:v>50.52072144</c:v>
                </c:pt>
                <c:pt idx="2032">
                  <c:v>50.5202179</c:v>
                </c:pt>
                <c:pt idx="2033">
                  <c:v>50.51957703</c:v>
                </c:pt>
                <c:pt idx="2034">
                  <c:v>50.51902771</c:v>
                </c:pt>
                <c:pt idx="2035">
                  <c:v>50.51838684</c:v>
                </c:pt>
                <c:pt idx="2036">
                  <c:v>50.51769709</c:v>
                </c:pt>
                <c:pt idx="2037">
                  <c:v>50.51705933</c:v>
                </c:pt>
                <c:pt idx="2038">
                  <c:v>50.51646423</c:v>
                </c:pt>
                <c:pt idx="2039">
                  <c:v>50.51582336</c:v>
                </c:pt>
                <c:pt idx="2040">
                  <c:v>50.51527405</c:v>
                </c:pt>
                <c:pt idx="2041">
                  <c:v>50.51463318</c:v>
                </c:pt>
                <c:pt idx="2042">
                  <c:v>50.51390076</c:v>
                </c:pt>
                <c:pt idx="2043">
                  <c:v>50.51321411</c:v>
                </c:pt>
                <c:pt idx="2044">
                  <c:v>50.51261902</c:v>
                </c:pt>
                <c:pt idx="2045">
                  <c:v>50.51193237</c:v>
                </c:pt>
                <c:pt idx="2046">
                  <c:v>50.51136599</c:v>
                </c:pt>
                <c:pt idx="2047">
                  <c:v>50.51076081</c:v>
                </c:pt>
                <c:pt idx="2048">
                  <c:v>50.51019287</c:v>
                </c:pt>
                <c:pt idx="2049">
                  <c:v>50.50950623</c:v>
                </c:pt>
                <c:pt idx="2050">
                  <c:v>50.50914001</c:v>
                </c:pt>
                <c:pt idx="2051">
                  <c:v>50.50845337</c:v>
                </c:pt>
                <c:pt idx="2052">
                  <c:v>50.50785828</c:v>
                </c:pt>
                <c:pt idx="2053">
                  <c:v>50.50703663</c:v>
                </c:pt>
                <c:pt idx="2054">
                  <c:v>50.50643145</c:v>
                </c:pt>
                <c:pt idx="2055">
                  <c:v>50.506073</c:v>
                </c:pt>
                <c:pt idx="2056">
                  <c:v>50.50536075</c:v>
                </c:pt>
                <c:pt idx="2057">
                  <c:v>50.50475557</c:v>
                </c:pt>
                <c:pt idx="2058">
                  <c:v>50.50405729</c:v>
                </c:pt>
                <c:pt idx="2059">
                  <c:v>50.50345211</c:v>
                </c:pt>
                <c:pt idx="2060">
                  <c:v>50.50291443</c:v>
                </c:pt>
                <c:pt idx="2061">
                  <c:v>50.50214864</c:v>
                </c:pt>
                <c:pt idx="2062">
                  <c:v>50.50149536</c:v>
                </c:pt>
                <c:pt idx="2063">
                  <c:v>50.50085449</c:v>
                </c:pt>
                <c:pt idx="2064">
                  <c:v>50.50047276</c:v>
                </c:pt>
                <c:pt idx="2065">
                  <c:v>50.49957275</c:v>
                </c:pt>
                <c:pt idx="2066">
                  <c:v>50.49934387</c:v>
                </c:pt>
                <c:pt idx="2067">
                  <c:v>50.49865723</c:v>
                </c:pt>
                <c:pt idx="2068">
                  <c:v>50.49801636</c:v>
                </c:pt>
                <c:pt idx="2069">
                  <c:v>50.49737549</c:v>
                </c:pt>
                <c:pt idx="2070">
                  <c:v>50.49673462</c:v>
                </c:pt>
                <c:pt idx="2071">
                  <c:v>50.49613953</c:v>
                </c:pt>
                <c:pt idx="2072">
                  <c:v>50.49545288</c:v>
                </c:pt>
                <c:pt idx="2073">
                  <c:v>50.49485779</c:v>
                </c:pt>
                <c:pt idx="2074">
                  <c:v>50.49428132</c:v>
                </c:pt>
                <c:pt idx="2075">
                  <c:v>50.4936676</c:v>
                </c:pt>
                <c:pt idx="2076">
                  <c:v>50.49307251</c:v>
                </c:pt>
                <c:pt idx="2077">
                  <c:v>50.49251233</c:v>
                </c:pt>
                <c:pt idx="2078">
                  <c:v>50.4918606</c:v>
                </c:pt>
                <c:pt idx="2079">
                  <c:v>50.49128723</c:v>
                </c:pt>
                <c:pt idx="2080">
                  <c:v>50.49069214</c:v>
                </c:pt>
                <c:pt idx="2081">
                  <c:v>50.48977661</c:v>
                </c:pt>
                <c:pt idx="2082">
                  <c:v>50.48920712</c:v>
                </c:pt>
                <c:pt idx="2083">
                  <c:v>50.48890686</c:v>
                </c:pt>
                <c:pt idx="2084">
                  <c:v>50.48832263</c:v>
                </c:pt>
                <c:pt idx="2085">
                  <c:v>50.48757779</c:v>
                </c:pt>
                <c:pt idx="2086">
                  <c:v>50.48680115</c:v>
                </c:pt>
                <c:pt idx="2087">
                  <c:v>50.48641399</c:v>
                </c:pt>
                <c:pt idx="2088">
                  <c:v>50.48566915</c:v>
                </c:pt>
                <c:pt idx="2089">
                  <c:v>50.48501587</c:v>
                </c:pt>
                <c:pt idx="2090">
                  <c:v>50.48441224</c:v>
                </c:pt>
                <c:pt idx="2091">
                  <c:v>50.48380706</c:v>
                </c:pt>
                <c:pt idx="2092">
                  <c:v>50.48320188</c:v>
                </c:pt>
                <c:pt idx="2093">
                  <c:v>50.48258972</c:v>
                </c:pt>
                <c:pt idx="2094">
                  <c:v>50.48189842</c:v>
                </c:pt>
                <c:pt idx="2095">
                  <c:v>50.48162842</c:v>
                </c:pt>
                <c:pt idx="2096">
                  <c:v>50.48094177</c:v>
                </c:pt>
                <c:pt idx="2097">
                  <c:v>50.48026909</c:v>
                </c:pt>
                <c:pt idx="2098">
                  <c:v>50.47975159</c:v>
                </c:pt>
                <c:pt idx="2099">
                  <c:v>50.47901218</c:v>
                </c:pt>
                <c:pt idx="2100">
                  <c:v>50.478407</c:v>
                </c:pt>
                <c:pt idx="2101">
                  <c:v>50.47780182</c:v>
                </c:pt>
                <c:pt idx="2102">
                  <c:v>50.47715009</c:v>
                </c:pt>
                <c:pt idx="2103">
                  <c:v>50.47659302</c:v>
                </c:pt>
                <c:pt idx="2104">
                  <c:v>50.47595215</c:v>
                </c:pt>
                <c:pt idx="2105">
                  <c:v>50.47531128</c:v>
                </c:pt>
                <c:pt idx="2106">
                  <c:v>50.47471619</c:v>
                </c:pt>
                <c:pt idx="2107">
                  <c:v>50.47412109</c:v>
                </c:pt>
                <c:pt idx="2108">
                  <c:v>50.47351902</c:v>
                </c:pt>
                <c:pt idx="2109">
                  <c:v>50.47291384</c:v>
                </c:pt>
                <c:pt idx="2110">
                  <c:v>50.47238159</c:v>
                </c:pt>
                <c:pt idx="2111">
                  <c:v>50.47175003</c:v>
                </c:pt>
                <c:pt idx="2112">
                  <c:v>50.47114485</c:v>
                </c:pt>
                <c:pt idx="2113">
                  <c:v>50.47064209</c:v>
                </c:pt>
                <c:pt idx="2114">
                  <c:v>50.47007415</c:v>
                </c:pt>
                <c:pt idx="2115">
                  <c:v>50.46942242</c:v>
                </c:pt>
                <c:pt idx="2116">
                  <c:v>50.46890259</c:v>
                </c:pt>
                <c:pt idx="2117">
                  <c:v>50.46826172</c:v>
                </c:pt>
                <c:pt idx="2118">
                  <c:v>50.46742067</c:v>
                </c:pt>
                <c:pt idx="2119">
                  <c:v>50.46679688</c:v>
                </c:pt>
                <c:pt idx="2120">
                  <c:v>50.46648963</c:v>
                </c:pt>
                <c:pt idx="2121">
                  <c:v>50.4658379</c:v>
                </c:pt>
                <c:pt idx="2122">
                  <c:v>50.46505737</c:v>
                </c:pt>
                <c:pt idx="2123">
                  <c:v>50.46446228</c:v>
                </c:pt>
                <c:pt idx="2124">
                  <c:v>50.46383615</c:v>
                </c:pt>
                <c:pt idx="2125">
                  <c:v>50.46323097</c:v>
                </c:pt>
                <c:pt idx="2126">
                  <c:v>50.46267235</c:v>
                </c:pt>
                <c:pt idx="2127">
                  <c:v>50.46203613</c:v>
                </c:pt>
                <c:pt idx="2128">
                  <c:v>50.46150854</c:v>
                </c:pt>
                <c:pt idx="2129">
                  <c:v>50.46104302</c:v>
                </c:pt>
                <c:pt idx="2130">
                  <c:v>50.46043784</c:v>
                </c:pt>
                <c:pt idx="2131">
                  <c:v>50.45979309</c:v>
                </c:pt>
                <c:pt idx="2132">
                  <c:v>50.459198</c:v>
                </c:pt>
                <c:pt idx="2133">
                  <c:v>50.4585292</c:v>
                </c:pt>
                <c:pt idx="2134">
                  <c:v>50.45777893</c:v>
                </c:pt>
                <c:pt idx="2135">
                  <c:v>50.45718384</c:v>
                </c:pt>
                <c:pt idx="2136">
                  <c:v>50.45681763</c:v>
                </c:pt>
                <c:pt idx="2137">
                  <c:v>50.45620159</c:v>
                </c:pt>
                <c:pt idx="2138">
                  <c:v>50.45526123</c:v>
                </c:pt>
                <c:pt idx="2139">
                  <c:v>50.45471191</c:v>
                </c:pt>
                <c:pt idx="2140">
                  <c:v>50.45407104</c:v>
                </c:pt>
                <c:pt idx="2141">
                  <c:v>50.45350156</c:v>
                </c:pt>
                <c:pt idx="2142">
                  <c:v>50.45278931</c:v>
                </c:pt>
                <c:pt idx="2143">
                  <c:v>50.45210266</c:v>
                </c:pt>
                <c:pt idx="2144">
                  <c:v>50.45154636</c:v>
                </c:pt>
                <c:pt idx="2145">
                  <c:v>50.45098774</c:v>
                </c:pt>
                <c:pt idx="2146">
                  <c:v>50.45036316</c:v>
                </c:pt>
                <c:pt idx="2147">
                  <c:v>50.44963772</c:v>
                </c:pt>
                <c:pt idx="2148">
                  <c:v>50.44903254</c:v>
                </c:pt>
                <c:pt idx="2149">
                  <c:v>50.44828771</c:v>
                </c:pt>
                <c:pt idx="2150">
                  <c:v>50.44770813</c:v>
                </c:pt>
                <c:pt idx="2151">
                  <c:v>50.4471239</c:v>
                </c:pt>
                <c:pt idx="2152">
                  <c:v>50.44642562</c:v>
                </c:pt>
                <c:pt idx="2153">
                  <c:v>50.4458313</c:v>
                </c:pt>
                <c:pt idx="2154">
                  <c:v>50.44516871</c:v>
                </c:pt>
                <c:pt idx="2155">
                  <c:v>50.44445801</c:v>
                </c:pt>
                <c:pt idx="2156">
                  <c:v>50.44381714</c:v>
                </c:pt>
                <c:pt idx="2157">
                  <c:v>50.44322205</c:v>
                </c:pt>
                <c:pt idx="2158">
                  <c:v>50.44260833</c:v>
                </c:pt>
                <c:pt idx="2159">
                  <c:v>50.44209626</c:v>
                </c:pt>
                <c:pt idx="2160">
                  <c:v>50.44139099</c:v>
                </c:pt>
                <c:pt idx="2161">
                  <c:v>50.44046693</c:v>
                </c:pt>
                <c:pt idx="2162">
                  <c:v>50.4398152</c:v>
                </c:pt>
                <c:pt idx="2163">
                  <c:v>50.43916347</c:v>
                </c:pt>
                <c:pt idx="2164">
                  <c:v>50.43841863</c:v>
                </c:pt>
                <c:pt idx="2165">
                  <c:v>50.43809509</c:v>
                </c:pt>
                <c:pt idx="2166">
                  <c:v>50.43739448</c:v>
                </c:pt>
                <c:pt idx="2167">
                  <c:v>50.43644714</c:v>
                </c:pt>
                <c:pt idx="2168">
                  <c:v>50.43608093</c:v>
                </c:pt>
                <c:pt idx="2169">
                  <c:v>50.43544006</c:v>
                </c:pt>
                <c:pt idx="2170">
                  <c:v>50.43478756</c:v>
                </c:pt>
                <c:pt idx="2171">
                  <c:v>50.43415833</c:v>
                </c:pt>
                <c:pt idx="2172">
                  <c:v>50.43328857</c:v>
                </c:pt>
                <c:pt idx="2173">
                  <c:v>50.43269271</c:v>
                </c:pt>
                <c:pt idx="2174">
                  <c:v>50.43194787</c:v>
                </c:pt>
                <c:pt idx="2175">
                  <c:v>50.4314358</c:v>
                </c:pt>
                <c:pt idx="2176">
                  <c:v>50.43073751</c:v>
                </c:pt>
                <c:pt idx="2177">
                  <c:v>50.43013</c:v>
                </c:pt>
                <c:pt idx="2178">
                  <c:v>50.42943405</c:v>
                </c:pt>
                <c:pt idx="2179">
                  <c:v>50.42887542</c:v>
                </c:pt>
                <c:pt idx="2180">
                  <c:v>50.42811584</c:v>
                </c:pt>
                <c:pt idx="2181">
                  <c:v>50.42752541</c:v>
                </c:pt>
                <c:pt idx="2182">
                  <c:v>50.42692566</c:v>
                </c:pt>
                <c:pt idx="2183">
                  <c:v>50.42612884</c:v>
                </c:pt>
                <c:pt idx="2184">
                  <c:v>50.42547711</c:v>
                </c:pt>
                <c:pt idx="2185">
                  <c:v>50.42481995</c:v>
                </c:pt>
                <c:pt idx="2186">
                  <c:v>50.42417908</c:v>
                </c:pt>
                <c:pt idx="2187">
                  <c:v>50.42356847</c:v>
                </c:pt>
                <c:pt idx="2188">
                  <c:v>50.42289734</c:v>
                </c:pt>
                <c:pt idx="2189">
                  <c:v>50.42225647</c:v>
                </c:pt>
                <c:pt idx="2190">
                  <c:v>50.4216156</c:v>
                </c:pt>
                <c:pt idx="2191">
                  <c:v>50.42096154</c:v>
                </c:pt>
                <c:pt idx="2192">
                  <c:v>50.42030981</c:v>
                </c:pt>
                <c:pt idx="2193">
                  <c:v>50.41975118</c:v>
                </c:pt>
                <c:pt idx="2194">
                  <c:v>50.41877359</c:v>
                </c:pt>
                <c:pt idx="2195">
                  <c:v>50.41818237</c:v>
                </c:pt>
                <c:pt idx="2196">
                  <c:v>50.41749573</c:v>
                </c:pt>
                <c:pt idx="2197">
                  <c:v>50.4169115</c:v>
                </c:pt>
                <c:pt idx="2198">
                  <c:v>50.41625977</c:v>
                </c:pt>
                <c:pt idx="2199">
                  <c:v>50.41593933</c:v>
                </c:pt>
                <c:pt idx="2200">
                  <c:v>50.4148632</c:v>
                </c:pt>
                <c:pt idx="2201">
                  <c:v>50.41456604</c:v>
                </c:pt>
                <c:pt idx="2202">
                  <c:v>50.41365051</c:v>
                </c:pt>
                <c:pt idx="2203">
                  <c:v>50.41305542</c:v>
                </c:pt>
                <c:pt idx="2204">
                  <c:v>50.41248903</c:v>
                </c:pt>
                <c:pt idx="2205">
                  <c:v>50.41191101</c:v>
                </c:pt>
                <c:pt idx="2206">
                  <c:v>50.41123212</c:v>
                </c:pt>
                <c:pt idx="2207">
                  <c:v>50.41067505</c:v>
                </c:pt>
                <c:pt idx="2208">
                  <c:v>50.40997521</c:v>
                </c:pt>
                <c:pt idx="2209">
                  <c:v>50.40937003</c:v>
                </c:pt>
                <c:pt idx="2210">
                  <c:v>50.40838623</c:v>
                </c:pt>
                <c:pt idx="2211">
                  <c:v>50.40783381</c:v>
                </c:pt>
                <c:pt idx="2212">
                  <c:v>50.40713553</c:v>
                </c:pt>
                <c:pt idx="2213">
                  <c:v>50.40678406</c:v>
                </c:pt>
                <c:pt idx="2214">
                  <c:v>50.40614319</c:v>
                </c:pt>
                <c:pt idx="2215">
                  <c:v>50.40545654</c:v>
                </c:pt>
                <c:pt idx="2216">
                  <c:v>50.40476136</c:v>
                </c:pt>
                <c:pt idx="2217">
                  <c:v>50.40410963</c:v>
                </c:pt>
                <c:pt idx="2218">
                  <c:v>50.403551</c:v>
                </c:pt>
                <c:pt idx="2219">
                  <c:v>50.40284729</c:v>
                </c:pt>
                <c:pt idx="2220">
                  <c:v>50.40224754</c:v>
                </c:pt>
                <c:pt idx="2221">
                  <c:v>50.40151978</c:v>
                </c:pt>
                <c:pt idx="2222">
                  <c:v>50.40094408</c:v>
                </c:pt>
                <c:pt idx="2223">
                  <c:v>50.40037537</c:v>
                </c:pt>
                <c:pt idx="2224">
                  <c:v>50.39978027</c:v>
                </c:pt>
                <c:pt idx="2225">
                  <c:v>50.39908199</c:v>
                </c:pt>
                <c:pt idx="2226">
                  <c:v>50.39849854</c:v>
                </c:pt>
                <c:pt idx="2227">
                  <c:v>50.39785767</c:v>
                </c:pt>
                <c:pt idx="2228">
                  <c:v>50.39717102</c:v>
                </c:pt>
                <c:pt idx="2229">
                  <c:v>50.39661472</c:v>
                </c:pt>
                <c:pt idx="2230">
                  <c:v>50.39596299</c:v>
                </c:pt>
                <c:pt idx="2231">
                  <c:v>50.39538574</c:v>
                </c:pt>
                <c:pt idx="2232">
                  <c:v>50.3946991</c:v>
                </c:pt>
                <c:pt idx="2233">
                  <c:v>50.39405823</c:v>
                </c:pt>
                <c:pt idx="2234">
                  <c:v>50.39335606</c:v>
                </c:pt>
                <c:pt idx="2235">
                  <c:v>50.39273071</c:v>
                </c:pt>
                <c:pt idx="2236">
                  <c:v>50.39214571</c:v>
                </c:pt>
                <c:pt idx="2237">
                  <c:v>50.39126121</c:v>
                </c:pt>
                <c:pt idx="2238">
                  <c:v>50.39089966</c:v>
                </c:pt>
                <c:pt idx="2239">
                  <c:v>50.39005086</c:v>
                </c:pt>
                <c:pt idx="2240">
                  <c:v>50.38944568</c:v>
                </c:pt>
                <c:pt idx="2241">
                  <c:v>50.38865662</c:v>
                </c:pt>
                <c:pt idx="2242">
                  <c:v>50.38809566</c:v>
                </c:pt>
                <c:pt idx="2243">
                  <c:v>50.38744393</c:v>
                </c:pt>
                <c:pt idx="2244">
                  <c:v>50.38682556</c:v>
                </c:pt>
                <c:pt idx="2245">
                  <c:v>50.38623357</c:v>
                </c:pt>
                <c:pt idx="2246">
                  <c:v>50.38568115</c:v>
                </c:pt>
                <c:pt idx="2247">
                  <c:v>50.38497666</c:v>
                </c:pt>
                <c:pt idx="2248">
                  <c:v>50.38427838</c:v>
                </c:pt>
                <c:pt idx="2249">
                  <c:v>50.38362665</c:v>
                </c:pt>
                <c:pt idx="2250">
                  <c:v>50.38302612</c:v>
                </c:pt>
                <c:pt idx="2251">
                  <c:v>50.38241629</c:v>
                </c:pt>
                <c:pt idx="2252">
                  <c:v>50.38181111</c:v>
                </c:pt>
                <c:pt idx="2253">
                  <c:v>50.38114929</c:v>
                </c:pt>
                <c:pt idx="2254">
                  <c:v>50.38060075</c:v>
                </c:pt>
                <c:pt idx="2255">
                  <c:v>50.38000488</c:v>
                </c:pt>
                <c:pt idx="2256">
                  <c:v>50.37929729</c:v>
                </c:pt>
                <c:pt idx="2257">
                  <c:v>50.37854004</c:v>
                </c:pt>
                <c:pt idx="2258">
                  <c:v>50.37789917</c:v>
                </c:pt>
                <c:pt idx="2259">
                  <c:v>50.3775283</c:v>
                </c:pt>
                <c:pt idx="2260">
                  <c:v>50.37657166</c:v>
                </c:pt>
                <c:pt idx="2261">
                  <c:v>50.37599208</c:v>
                </c:pt>
                <c:pt idx="2262">
                  <c:v>50.37557311</c:v>
                </c:pt>
                <c:pt idx="2263">
                  <c:v>50.37492138</c:v>
                </c:pt>
                <c:pt idx="2264">
                  <c:v>50.37432861</c:v>
                </c:pt>
                <c:pt idx="2265">
                  <c:v>50.37364197</c:v>
                </c:pt>
                <c:pt idx="2266">
                  <c:v>50.3730011</c:v>
                </c:pt>
                <c:pt idx="2267">
                  <c:v>50.37236023</c:v>
                </c:pt>
                <c:pt idx="2268">
                  <c:v>50.37152307</c:v>
                </c:pt>
                <c:pt idx="2269">
                  <c:v>50.37082478</c:v>
                </c:pt>
                <c:pt idx="2270">
                  <c:v>50.37025452</c:v>
                </c:pt>
                <c:pt idx="2271">
                  <c:v>50.36965942</c:v>
                </c:pt>
                <c:pt idx="2272">
                  <c:v>50.36910235</c:v>
                </c:pt>
                <c:pt idx="2273">
                  <c:v>50.36845062</c:v>
                </c:pt>
                <c:pt idx="2274">
                  <c:v>50.36761268</c:v>
                </c:pt>
                <c:pt idx="2275">
                  <c:v>50.36696095</c:v>
                </c:pt>
                <c:pt idx="2276">
                  <c:v>50.3664093</c:v>
                </c:pt>
                <c:pt idx="2277">
                  <c:v>50.36567688</c:v>
                </c:pt>
                <c:pt idx="2278">
                  <c:v>50.36503601</c:v>
                </c:pt>
                <c:pt idx="2279">
                  <c:v>50.36449368</c:v>
                </c:pt>
                <c:pt idx="2280">
                  <c:v>50.36384583</c:v>
                </c:pt>
                <c:pt idx="2281">
                  <c:v>50.36320496</c:v>
                </c:pt>
                <c:pt idx="2282">
                  <c:v>50.36272469</c:v>
                </c:pt>
                <c:pt idx="2283">
                  <c:v>50.36196899</c:v>
                </c:pt>
                <c:pt idx="2284">
                  <c:v>50.36132813</c:v>
                </c:pt>
                <c:pt idx="2285">
                  <c:v>50.36068726</c:v>
                </c:pt>
                <c:pt idx="2286">
                  <c:v>50.36022949</c:v>
                </c:pt>
                <c:pt idx="2287">
                  <c:v>50.35931396</c:v>
                </c:pt>
                <c:pt idx="2288">
                  <c:v>50.3586731</c:v>
                </c:pt>
                <c:pt idx="2289">
                  <c:v>50.35798645</c:v>
                </c:pt>
                <c:pt idx="2290">
                  <c:v>50.35737118</c:v>
                </c:pt>
                <c:pt idx="2291">
                  <c:v>50.35676601</c:v>
                </c:pt>
                <c:pt idx="2292">
                  <c:v>50.35602117</c:v>
                </c:pt>
                <c:pt idx="2293">
                  <c:v>50.35546875</c:v>
                </c:pt>
                <c:pt idx="2294">
                  <c:v>50.35485736</c:v>
                </c:pt>
                <c:pt idx="2295">
                  <c:v>50.35409546</c:v>
                </c:pt>
                <c:pt idx="2296">
                  <c:v>50.35350735</c:v>
                </c:pt>
                <c:pt idx="2297">
                  <c:v>50.35313493</c:v>
                </c:pt>
                <c:pt idx="2298">
                  <c:v>50.3523901</c:v>
                </c:pt>
                <c:pt idx="2299">
                  <c:v>50.35157776</c:v>
                </c:pt>
                <c:pt idx="2300">
                  <c:v>50.35093689</c:v>
                </c:pt>
                <c:pt idx="2301">
                  <c:v>50.3503418</c:v>
                </c:pt>
                <c:pt idx="2302">
                  <c:v>50.34978317</c:v>
                </c:pt>
                <c:pt idx="2303">
                  <c:v>50.34903833</c:v>
                </c:pt>
                <c:pt idx="2304">
                  <c:v>50.34846497</c:v>
                </c:pt>
                <c:pt idx="2305">
                  <c:v>50.34787453</c:v>
                </c:pt>
                <c:pt idx="2306">
                  <c:v>50.34652451</c:v>
                </c:pt>
                <c:pt idx="2307">
                  <c:v>50.34591933</c:v>
                </c:pt>
                <c:pt idx="2308">
                  <c:v>50.34526062</c:v>
                </c:pt>
                <c:pt idx="2309">
                  <c:v>50.34461975</c:v>
                </c:pt>
                <c:pt idx="2310">
                  <c:v>50.34401069</c:v>
                </c:pt>
                <c:pt idx="2311">
                  <c:v>50.34345207</c:v>
                </c:pt>
                <c:pt idx="2312">
                  <c:v>50.34280033</c:v>
                </c:pt>
                <c:pt idx="2313">
                  <c:v>50.34223938</c:v>
                </c:pt>
                <c:pt idx="2314">
                  <c:v>50.34145032</c:v>
                </c:pt>
                <c:pt idx="2315">
                  <c:v>50.34063721</c:v>
                </c:pt>
                <c:pt idx="2316">
                  <c:v>50.34023996</c:v>
                </c:pt>
                <c:pt idx="2317">
                  <c:v>50.33958823</c:v>
                </c:pt>
                <c:pt idx="2318">
                  <c:v>50.33830261</c:v>
                </c:pt>
                <c:pt idx="2319">
                  <c:v>50.33758648</c:v>
                </c:pt>
                <c:pt idx="2320">
                  <c:v>50.33688354</c:v>
                </c:pt>
                <c:pt idx="2321">
                  <c:v>50.33623647</c:v>
                </c:pt>
                <c:pt idx="2322">
                  <c:v>50.33558474</c:v>
                </c:pt>
                <c:pt idx="2323">
                  <c:v>50.33497956</c:v>
                </c:pt>
                <c:pt idx="2324">
                  <c:v>50.33423472</c:v>
                </c:pt>
                <c:pt idx="2325">
                  <c:v>50.33358299</c:v>
                </c:pt>
                <c:pt idx="2326">
                  <c:v>50.33297781</c:v>
                </c:pt>
                <c:pt idx="2327">
                  <c:v>50.33216858</c:v>
                </c:pt>
                <c:pt idx="2328">
                  <c:v>50.33186056</c:v>
                </c:pt>
                <c:pt idx="2329">
                  <c:v>50.33120883</c:v>
                </c:pt>
                <c:pt idx="2330">
                  <c:v>50.33056641</c:v>
                </c:pt>
                <c:pt idx="2331">
                  <c:v>50.32962605</c:v>
                </c:pt>
                <c:pt idx="2332">
                  <c:v>50.32928467</c:v>
                </c:pt>
                <c:pt idx="2333">
                  <c:v>50.32864845</c:v>
                </c:pt>
                <c:pt idx="2334">
                  <c:v>50.32791138</c:v>
                </c:pt>
                <c:pt idx="2335">
                  <c:v>50.32734499</c:v>
                </c:pt>
                <c:pt idx="2336">
                  <c:v>50.32667542</c:v>
                </c:pt>
                <c:pt idx="2337">
                  <c:v>50.32589722</c:v>
                </c:pt>
                <c:pt idx="2338">
                  <c:v>50.32525635</c:v>
                </c:pt>
                <c:pt idx="2339">
                  <c:v>50.3245697</c:v>
                </c:pt>
                <c:pt idx="2340">
                  <c:v>50.32399323</c:v>
                </c:pt>
                <c:pt idx="2341">
                  <c:v>50.32328796</c:v>
                </c:pt>
                <c:pt idx="2342">
                  <c:v>50.32255554</c:v>
                </c:pt>
                <c:pt idx="2343">
                  <c:v>50.32191467</c:v>
                </c:pt>
                <c:pt idx="2344">
                  <c:v>50.3212738</c:v>
                </c:pt>
                <c:pt idx="2345">
                  <c:v>50.32081604</c:v>
                </c:pt>
                <c:pt idx="2346">
                  <c:v>50.31994629</c:v>
                </c:pt>
                <c:pt idx="2347">
                  <c:v>50.31933801</c:v>
                </c:pt>
                <c:pt idx="2348">
                  <c:v>50.31882593</c:v>
                </c:pt>
                <c:pt idx="2349">
                  <c:v>50.31820679</c:v>
                </c:pt>
                <c:pt idx="2350">
                  <c:v>50.31752247</c:v>
                </c:pt>
                <c:pt idx="2351">
                  <c:v>50.31678772</c:v>
                </c:pt>
                <c:pt idx="2352">
                  <c:v>50.31610107</c:v>
                </c:pt>
                <c:pt idx="2353">
                  <c:v>50.31546021</c:v>
                </c:pt>
                <c:pt idx="2354">
                  <c:v>50.31514831</c:v>
                </c:pt>
                <c:pt idx="2355">
                  <c:v>50.31426381</c:v>
                </c:pt>
                <c:pt idx="2356">
                  <c:v>50.31356553</c:v>
                </c:pt>
                <c:pt idx="2357">
                  <c:v>50.31321716</c:v>
                </c:pt>
                <c:pt idx="2358">
                  <c:v>50.31234741</c:v>
                </c:pt>
                <c:pt idx="2359">
                  <c:v>50.31170344</c:v>
                </c:pt>
                <c:pt idx="2360">
                  <c:v>50.31115723</c:v>
                </c:pt>
                <c:pt idx="2361">
                  <c:v>50.31051636</c:v>
                </c:pt>
                <c:pt idx="2362">
                  <c:v>50.31005859</c:v>
                </c:pt>
                <c:pt idx="2363">
                  <c:v>50.30941772</c:v>
                </c:pt>
                <c:pt idx="2364">
                  <c:v>50.30854797</c:v>
                </c:pt>
                <c:pt idx="2365">
                  <c:v>50.30809021</c:v>
                </c:pt>
                <c:pt idx="2366">
                  <c:v>50.30744934</c:v>
                </c:pt>
                <c:pt idx="2367">
                  <c:v>50.30686201</c:v>
                </c:pt>
                <c:pt idx="2368">
                  <c:v>50.30593096</c:v>
                </c:pt>
                <c:pt idx="2369">
                  <c:v>50.30527923</c:v>
                </c:pt>
                <c:pt idx="2370">
                  <c:v>50.30497742</c:v>
                </c:pt>
                <c:pt idx="2371">
                  <c:v>50.30429077</c:v>
                </c:pt>
                <c:pt idx="2372">
                  <c:v>50.3036499</c:v>
                </c:pt>
                <c:pt idx="2373">
                  <c:v>50.30281196</c:v>
                </c:pt>
                <c:pt idx="2374">
                  <c:v>50.30218506</c:v>
                </c:pt>
                <c:pt idx="2375">
                  <c:v>50.30183437</c:v>
                </c:pt>
                <c:pt idx="2376">
                  <c:v>50.30090332</c:v>
                </c:pt>
                <c:pt idx="2377">
                  <c:v>50.30021667</c:v>
                </c:pt>
                <c:pt idx="2378">
                  <c:v>50.29964641</c:v>
                </c:pt>
                <c:pt idx="2379">
                  <c:v>50.29899468</c:v>
                </c:pt>
                <c:pt idx="2380">
                  <c:v>50.29829639</c:v>
                </c:pt>
                <c:pt idx="2381">
                  <c:v>50.29774475</c:v>
                </c:pt>
                <c:pt idx="2382">
                  <c:v>50.29737854</c:v>
                </c:pt>
                <c:pt idx="2383">
                  <c:v>50.29671362</c:v>
                </c:pt>
                <c:pt idx="2384">
                  <c:v>50.29610844</c:v>
                </c:pt>
                <c:pt idx="2385">
                  <c:v>50.29545671</c:v>
                </c:pt>
                <c:pt idx="2386">
                  <c:v>50.29475842</c:v>
                </c:pt>
                <c:pt idx="2387">
                  <c:v>50.29415325</c:v>
                </c:pt>
                <c:pt idx="2388">
                  <c:v>50.29364117</c:v>
                </c:pt>
                <c:pt idx="2389">
                  <c:v>50.29293823</c:v>
                </c:pt>
                <c:pt idx="2390">
                  <c:v>50.29225159</c:v>
                </c:pt>
                <c:pt idx="2391">
                  <c:v>50.29161072</c:v>
                </c:pt>
                <c:pt idx="2392">
                  <c:v>50.29103425</c:v>
                </c:pt>
                <c:pt idx="2393">
                  <c:v>50.29032898</c:v>
                </c:pt>
                <c:pt idx="2394">
                  <c:v>50.28945147</c:v>
                </c:pt>
                <c:pt idx="2395">
                  <c:v>50.28890991</c:v>
                </c:pt>
                <c:pt idx="2396">
                  <c:v>50.28833422</c:v>
                </c:pt>
                <c:pt idx="2397">
                  <c:v>50.28762817</c:v>
                </c:pt>
                <c:pt idx="2398">
                  <c:v>50.28726351</c:v>
                </c:pt>
                <c:pt idx="2399">
                  <c:v>50.28657532</c:v>
                </c:pt>
                <c:pt idx="2400">
                  <c:v>50.28586695</c:v>
                </c:pt>
                <c:pt idx="2401">
                  <c:v>50.2852478</c:v>
                </c:pt>
                <c:pt idx="2402">
                  <c:v>50.28465271</c:v>
                </c:pt>
                <c:pt idx="2403">
                  <c:v>50.28400486</c:v>
                </c:pt>
                <c:pt idx="2404">
                  <c:v>50.28339968</c:v>
                </c:pt>
                <c:pt idx="2405">
                  <c:v>50.28282166</c:v>
                </c:pt>
                <c:pt idx="2406">
                  <c:v>50.28204966</c:v>
                </c:pt>
                <c:pt idx="2407">
                  <c:v>50.28149414</c:v>
                </c:pt>
                <c:pt idx="2408">
                  <c:v>50.28093241</c:v>
                </c:pt>
                <c:pt idx="2409">
                  <c:v>50.28030396</c:v>
                </c:pt>
                <c:pt idx="2410">
                  <c:v>50.27962895</c:v>
                </c:pt>
                <c:pt idx="2411">
                  <c:v>50.27902377</c:v>
                </c:pt>
                <c:pt idx="2412">
                  <c:v>50.27832548</c:v>
                </c:pt>
                <c:pt idx="2413">
                  <c:v>50.27772031</c:v>
                </c:pt>
                <c:pt idx="2414">
                  <c:v>50.27714539</c:v>
                </c:pt>
                <c:pt idx="2415">
                  <c:v>50.27641684</c:v>
                </c:pt>
                <c:pt idx="2416">
                  <c:v>50.27572632</c:v>
                </c:pt>
                <c:pt idx="2417">
                  <c:v>50.27522278</c:v>
                </c:pt>
                <c:pt idx="2418">
                  <c:v>50.27464786</c:v>
                </c:pt>
                <c:pt idx="2419">
                  <c:v>50.27394104</c:v>
                </c:pt>
                <c:pt idx="2420">
                  <c:v>50.27334595</c:v>
                </c:pt>
                <c:pt idx="2421">
                  <c:v>50.2726593</c:v>
                </c:pt>
                <c:pt idx="2422">
                  <c:v>50.27215576</c:v>
                </c:pt>
                <c:pt idx="2423">
                  <c:v>50.27162196</c:v>
                </c:pt>
                <c:pt idx="2424">
                  <c:v>50.27097023</c:v>
                </c:pt>
                <c:pt idx="2425">
                  <c:v>50.2703185</c:v>
                </c:pt>
                <c:pt idx="2426">
                  <c:v>50.26971332</c:v>
                </c:pt>
                <c:pt idx="2427">
                  <c:v>50.26904297</c:v>
                </c:pt>
                <c:pt idx="2428">
                  <c:v>50.26835632</c:v>
                </c:pt>
                <c:pt idx="2429">
                  <c:v>50.26808399</c:v>
                </c:pt>
                <c:pt idx="2430">
                  <c:v>50.26733916</c:v>
                </c:pt>
                <c:pt idx="2431">
                  <c:v>50.26670837</c:v>
                </c:pt>
                <c:pt idx="2432">
                  <c:v>50.26617535</c:v>
                </c:pt>
                <c:pt idx="2433">
                  <c:v>50.26560974</c:v>
                </c:pt>
                <c:pt idx="2434">
                  <c:v>50.26473223</c:v>
                </c:pt>
                <c:pt idx="2435">
                  <c:v>50.26405334</c:v>
                </c:pt>
                <c:pt idx="2436">
                  <c:v>50.26352187</c:v>
                </c:pt>
                <c:pt idx="2437">
                  <c:v>50.26295471</c:v>
                </c:pt>
                <c:pt idx="2438">
                  <c:v>50.2624054</c:v>
                </c:pt>
                <c:pt idx="2439">
                  <c:v>50.26184599</c:v>
                </c:pt>
                <c:pt idx="2440">
                  <c:v>50.26124081</c:v>
                </c:pt>
                <c:pt idx="2441">
                  <c:v>50.26054253</c:v>
                </c:pt>
                <c:pt idx="2442">
                  <c:v>50.25993735</c:v>
                </c:pt>
                <c:pt idx="2443">
                  <c:v>50.25938416</c:v>
                </c:pt>
                <c:pt idx="2444">
                  <c:v>50.25878906</c:v>
                </c:pt>
                <c:pt idx="2445">
                  <c:v>50.25810242</c:v>
                </c:pt>
                <c:pt idx="2446">
                  <c:v>50.25750732</c:v>
                </c:pt>
                <c:pt idx="2447">
                  <c:v>50.25691146</c:v>
                </c:pt>
                <c:pt idx="2448">
                  <c:v>50.25622559</c:v>
                </c:pt>
                <c:pt idx="2449">
                  <c:v>50.25558472</c:v>
                </c:pt>
                <c:pt idx="2450">
                  <c:v>50.25494385</c:v>
                </c:pt>
                <c:pt idx="2451">
                  <c:v>50.25439763</c:v>
                </c:pt>
                <c:pt idx="2452">
                  <c:v>50.25370789</c:v>
                </c:pt>
                <c:pt idx="2453">
                  <c:v>50.25309417</c:v>
                </c:pt>
                <c:pt idx="2454">
                  <c:v>50.25256348</c:v>
                </c:pt>
                <c:pt idx="2455">
                  <c:v>50.25202347</c:v>
                </c:pt>
                <c:pt idx="2456">
                  <c:v>50.25137174</c:v>
                </c:pt>
                <c:pt idx="2457">
                  <c:v>50.25018311</c:v>
                </c:pt>
                <c:pt idx="2458">
                  <c:v>50.24958801</c:v>
                </c:pt>
                <c:pt idx="2459">
                  <c:v>50.24899758</c:v>
                </c:pt>
                <c:pt idx="2460">
                  <c:v>50.24835205</c:v>
                </c:pt>
                <c:pt idx="2461">
                  <c:v>50.24766541</c:v>
                </c:pt>
                <c:pt idx="2462">
                  <c:v>50.24713549</c:v>
                </c:pt>
                <c:pt idx="2463">
                  <c:v>50.24647522</c:v>
                </c:pt>
                <c:pt idx="2464">
                  <c:v>50.24606323</c:v>
                </c:pt>
                <c:pt idx="2465">
                  <c:v>50.2452734</c:v>
                </c:pt>
                <c:pt idx="2466">
                  <c:v>50.24466822</c:v>
                </c:pt>
                <c:pt idx="2467">
                  <c:v>50.24404907</c:v>
                </c:pt>
                <c:pt idx="2468">
                  <c:v>50.24345398</c:v>
                </c:pt>
                <c:pt idx="2469">
                  <c:v>50.24285889</c:v>
                </c:pt>
                <c:pt idx="2470">
                  <c:v>50.2422475</c:v>
                </c:pt>
                <c:pt idx="2471">
                  <c:v>50.24192163</c:v>
                </c:pt>
                <c:pt idx="2472">
                  <c:v>50.24108369</c:v>
                </c:pt>
                <c:pt idx="2473">
                  <c:v>50.24047852</c:v>
                </c:pt>
                <c:pt idx="2474">
                  <c:v>50.23991989</c:v>
                </c:pt>
                <c:pt idx="2475">
                  <c:v>50.23937988</c:v>
                </c:pt>
                <c:pt idx="2476">
                  <c:v>50.23866298</c:v>
                </c:pt>
                <c:pt idx="2477">
                  <c:v>50.23810435</c:v>
                </c:pt>
                <c:pt idx="2478">
                  <c:v>50.23754883</c:v>
                </c:pt>
                <c:pt idx="2479">
                  <c:v>50.23684744</c:v>
                </c:pt>
                <c:pt idx="2480">
                  <c:v>50.23654175</c:v>
                </c:pt>
                <c:pt idx="2481">
                  <c:v>50.23594666</c:v>
                </c:pt>
                <c:pt idx="2482">
                  <c:v>50.23530579</c:v>
                </c:pt>
                <c:pt idx="2483">
                  <c:v>50.23465949</c:v>
                </c:pt>
                <c:pt idx="2484">
                  <c:v>50.23405431</c:v>
                </c:pt>
                <c:pt idx="2485">
                  <c:v>50.23347473</c:v>
                </c:pt>
                <c:pt idx="2486">
                  <c:v>50.23287964</c:v>
                </c:pt>
                <c:pt idx="2487">
                  <c:v>50.23228455</c:v>
                </c:pt>
                <c:pt idx="2488">
                  <c:v>50.2315979</c:v>
                </c:pt>
                <c:pt idx="2489">
                  <c:v>50.23100281</c:v>
                </c:pt>
                <c:pt idx="2490">
                  <c:v>50.23046978</c:v>
                </c:pt>
                <c:pt idx="2491">
                  <c:v>50.22994995</c:v>
                </c:pt>
                <c:pt idx="2492">
                  <c:v>50.22930908</c:v>
                </c:pt>
                <c:pt idx="2493">
                  <c:v>50.22871399</c:v>
                </c:pt>
                <c:pt idx="2494">
                  <c:v>50.22825623</c:v>
                </c:pt>
                <c:pt idx="2495">
                  <c:v>50.22761536</c:v>
                </c:pt>
                <c:pt idx="2496">
                  <c:v>50.22702026</c:v>
                </c:pt>
                <c:pt idx="2497">
                  <c:v>50.22642517</c:v>
                </c:pt>
                <c:pt idx="2498">
                  <c:v>50.22614043</c:v>
                </c:pt>
                <c:pt idx="2499">
                  <c:v>50.2240448</c:v>
                </c:pt>
                <c:pt idx="2500">
                  <c:v>50.2235335</c:v>
                </c:pt>
                <c:pt idx="2501">
                  <c:v>50.22294617</c:v>
                </c:pt>
                <c:pt idx="2502">
                  <c:v>50.22212219</c:v>
                </c:pt>
                <c:pt idx="2503">
                  <c:v>50.22157831</c:v>
                </c:pt>
                <c:pt idx="2504">
                  <c:v>50.22052002</c:v>
                </c:pt>
                <c:pt idx="2505">
                  <c:v>50.21990243</c:v>
                </c:pt>
                <c:pt idx="2506">
                  <c:v>50.21929725</c:v>
                </c:pt>
                <c:pt idx="2507">
                  <c:v>50.21873474</c:v>
                </c:pt>
                <c:pt idx="2508">
                  <c:v>50.21817999</c:v>
                </c:pt>
                <c:pt idx="2509">
                  <c:v>50.21768188</c:v>
                </c:pt>
                <c:pt idx="2510">
                  <c:v>50.21706274</c:v>
                </c:pt>
                <c:pt idx="2511">
                  <c:v>50.21644592</c:v>
                </c:pt>
                <c:pt idx="2512">
                  <c:v>50.21589893</c:v>
                </c:pt>
                <c:pt idx="2513">
                  <c:v>50.21530151</c:v>
                </c:pt>
                <c:pt idx="2514">
                  <c:v>50.21468858</c:v>
                </c:pt>
                <c:pt idx="2515">
                  <c:v>50.2140834</c:v>
                </c:pt>
                <c:pt idx="2516">
                  <c:v>50.21343167</c:v>
                </c:pt>
                <c:pt idx="2517">
                  <c:v>50.21292114</c:v>
                </c:pt>
                <c:pt idx="2518">
                  <c:v>50.21240752</c:v>
                </c:pt>
                <c:pt idx="2519">
                  <c:v>50.21175578</c:v>
                </c:pt>
                <c:pt idx="2520">
                  <c:v>50.21091784</c:v>
                </c:pt>
                <c:pt idx="2521">
                  <c:v>50.21040344</c:v>
                </c:pt>
                <c:pt idx="2522">
                  <c:v>50.20999146</c:v>
                </c:pt>
                <c:pt idx="2523">
                  <c:v>50.20916748</c:v>
                </c:pt>
                <c:pt idx="2524">
                  <c:v>50.20886955</c:v>
                </c:pt>
                <c:pt idx="2525">
                  <c:v>50.20798505</c:v>
                </c:pt>
                <c:pt idx="2526">
                  <c:v>50.20747375</c:v>
                </c:pt>
                <c:pt idx="2527">
                  <c:v>50.2069609</c:v>
                </c:pt>
                <c:pt idx="2528">
                  <c:v>50.20637512</c:v>
                </c:pt>
                <c:pt idx="2529">
                  <c:v>50.20578003</c:v>
                </c:pt>
                <c:pt idx="2530">
                  <c:v>50.20523071</c:v>
                </c:pt>
                <c:pt idx="2531">
                  <c:v>50.20467984</c:v>
                </c:pt>
                <c:pt idx="2532">
                  <c:v>50.20402811</c:v>
                </c:pt>
                <c:pt idx="2533">
                  <c:v>50.20346949</c:v>
                </c:pt>
                <c:pt idx="2534">
                  <c:v>50.20289612</c:v>
                </c:pt>
                <c:pt idx="2535">
                  <c:v>50.20230103</c:v>
                </c:pt>
                <c:pt idx="2536">
                  <c:v>50.20165395</c:v>
                </c:pt>
                <c:pt idx="2537">
                  <c:v>50.20115662</c:v>
                </c:pt>
                <c:pt idx="2538">
                  <c:v>50.20051575</c:v>
                </c:pt>
                <c:pt idx="2539">
                  <c:v>50.20005798</c:v>
                </c:pt>
                <c:pt idx="2540">
                  <c:v>50.19946289</c:v>
                </c:pt>
                <c:pt idx="2541">
                  <c:v>50.19918668</c:v>
                </c:pt>
                <c:pt idx="2542">
                  <c:v>50.19781494</c:v>
                </c:pt>
                <c:pt idx="2543">
                  <c:v>50.19726563</c:v>
                </c:pt>
                <c:pt idx="2544">
                  <c:v>50.19662631</c:v>
                </c:pt>
                <c:pt idx="2545">
                  <c:v>50.19606768</c:v>
                </c:pt>
                <c:pt idx="2546">
                  <c:v>50.19550905</c:v>
                </c:pt>
                <c:pt idx="2547">
                  <c:v>50.1947937</c:v>
                </c:pt>
                <c:pt idx="2548">
                  <c:v>50.19424438</c:v>
                </c:pt>
                <c:pt idx="2549">
                  <c:v>50.19374007</c:v>
                </c:pt>
                <c:pt idx="2550">
                  <c:v>50.19314575</c:v>
                </c:pt>
                <c:pt idx="2551">
                  <c:v>50.19259644</c:v>
                </c:pt>
                <c:pt idx="2552">
                  <c:v>50.19229695</c:v>
                </c:pt>
                <c:pt idx="2553">
                  <c:v>50.1914978</c:v>
                </c:pt>
                <c:pt idx="2554">
                  <c:v>50.19085383</c:v>
                </c:pt>
                <c:pt idx="2555">
                  <c:v>50.19026184</c:v>
                </c:pt>
                <c:pt idx="2556">
                  <c:v>50.18962097</c:v>
                </c:pt>
                <c:pt idx="2557">
                  <c:v>50.18902588</c:v>
                </c:pt>
                <c:pt idx="2558">
                  <c:v>50.18852622</c:v>
                </c:pt>
                <c:pt idx="2559">
                  <c:v>50.18797302</c:v>
                </c:pt>
                <c:pt idx="2560">
                  <c:v>50.18731586</c:v>
                </c:pt>
                <c:pt idx="2561">
                  <c:v>50.18673706</c:v>
                </c:pt>
                <c:pt idx="2562">
                  <c:v>50.18618774</c:v>
                </c:pt>
                <c:pt idx="2563">
                  <c:v>50.18559265</c:v>
                </c:pt>
                <c:pt idx="2564">
                  <c:v>50.18508135</c:v>
                </c:pt>
                <c:pt idx="2565">
                  <c:v>50.18449402</c:v>
                </c:pt>
                <c:pt idx="2566">
                  <c:v>50.1839447</c:v>
                </c:pt>
                <c:pt idx="2567">
                  <c:v>50.18334961</c:v>
                </c:pt>
                <c:pt idx="2568">
                  <c:v>50.18280029</c:v>
                </c:pt>
                <c:pt idx="2569">
                  <c:v>50.18229675</c:v>
                </c:pt>
                <c:pt idx="2570">
                  <c:v>50.18163649</c:v>
                </c:pt>
                <c:pt idx="2571">
                  <c:v>50.18103131</c:v>
                </c:pt>
                <c:pt idx="2572">
                  <c:v>50.18047268</c:v>
                </c:pt>
                <c:pt idx="2573">
                  <c:v>50.18023992</c:v>
                </c:pt>
                <c:pt idx="2574">
                  <c:v>50.1787037</c:v>
                </c:pt>
                <c:pt idx="2575">
                  <c:v>50.17840576</c:v>
                </c:pt>
                <c:pt idx="2576">
                  <c:v>50.17776489</c:v>
                </c:pt>
                <c:pt idx="2577">
                  <c:v>50.17721558</c:v>
                </c:pt>
                <c:pt idx="2578">
                  <c:v>50.17662048</c:v>
                </c:pt>
                <c:pt idx="2579">
                  <c:v>50.17605022</c:v>
                </c:pt>
                <c:pt idx="2580">
                  <c:v>50.17533875</c:v>
                </c:pt>
                <c:pt idx="2581">
                  <c:v>50.17474365</c:v>
                </c:pt>
                <c:pt idx="2582">
                  <c:v>50.17414856</c:v>
                </c:pt>
                <c:pt idx="2583">
                  <c:v>50.1736295</c:v>
                </c:pt>
                <c:pt idx="2584">
                  <c:v>50.17307088</c:v>
                </c:pt>
                <c:pt idx="2585">
                  <c:v>50.17274501</c:v>
                </c:pt>
                <c:pt idx="2586">
                  <c:v>50.17162776</c:v>
                </c:pt>
                <c:pt idx="2587">
                  <c:v>50.17053223</c:v>
                </c:pt>
                <c:pt idx="2588">
                  <c:v>50.16962601</c:v>
                </c:pt>
                <c:pt idx="2589">
                  <c:v>50.16906738</c:v>
                </c:pt>
                <c:pt idx="2590">
                  <c:v>50.1684622</c:v>
                </c:pt>
                <c:pt idx="2591">
                  <c:v>50.16815186</c:v>
                </c:pt>
                <c:pt idx="2592">
                  <c:v>50.16755676</c:v>
                </c:pt>
                <c:pt idx="2593">
                  <c:v>50.1672984</c:v>
                </c:pt>
                <c:pt idx="2594">
                  <c:v>50.1662277</c:v>
                </c:pt>
                <c:pt idx="2595">
                  <c:v>50.16558838</c:v>
                </c:pt>
                <c:pt idx="2596">
                  <c:v>50.16529665</c:v>
                </c:pt>
                <c:pt idx="2597">
                  <c:v>50.16445871</c:v>
                </c:pt>
                <c:pt idx="2598">
                  <c:v>50.16394043</c:v>
                </c:pt>
                <c:pt idx="2599">
                  <c:v>50.16343456</c:v>
                </c:pt>
                <c:pt idx="2600">
                  <c:v>50.16275024</c:v>
                </c:pt>
                <c:pt idx="2601">
                  <c:v>50.16245697</c:v>
                </c:pt>
                <c:pt idx="2602">
                  <c:v>50.1621311</c:v>
                </c:pt>
                <c:pt idx="2603">
                  <c:v>50.1610604</c:v>
                </c:pt>
                <c:pt idx="2604">
                  <c:v>50.16055298</c:v>
                </c:pt>
                <c:pt idx="2605">
                  <c:v>50.16023254</c:v>
                </c:pt>
                <c:pt idx="2606">
                  <c:v>50.15959167</c:v>
                </c:pt>
                <c:pt idx="2607">
                  <c:v>50.15887244</c:v>
                </c:pt>
                <c:pt idx="2608">
                  <c:v>50.15831382</c:v>
                </c:pt>
                <c:pt idx="2609">
                  <c:v>50.1580345</c:v>
                </c:pt>
                <c:pt idx="2610">
                  <c:v>50.15675354</c:v>
                </c:pt>
                <c:pt idx="2611">
                  <c:v>50.15611267</c:v>
                </c:pt>
                <c:pt idx="2612">
                  <c:v>50.1554718</c:v>
                </c:pt>
                <c:pt idx="2613">
                  <c:v>50.15501404</c:v>
                </c:pt>
                <c:pt idx="2614">
                  <c:v>50.15460205</c:v>
                </c:pt>
                <c:pt idx="2615">
                  <c:v>50.15403101</c:v>
                </c:pt>
                <c:pt idx="2616">
                  <c:v>50.15296031</c:v>
                </c:pt>
                <c:pt idx="2617">
                  <c:v>50.15184305</c:v>
                </c:pt>
                <c:pt idx="2618">
                  <c:v>50.1512146</c:v>
                </c:pt>
                <c:pt idx="2619">
                  <c:v>50.15071106</c:v>
                </c:pt>
                <c:pt idx="2620">
                  <c:v>50.15016174</c:v>
                </c:pt>
                <c:pt idx="2621">
                  <c:v>50.14938354</c:v>
                </c:pt>
                <c:pt idx="2622">
                  <c:v>50.14881716</c:v>
                </c:pt>
                <c:pt idx="2623">
                  <c:v>50.14849129</c:v>
                </c:pt>
                <c:pt idx="2624">
                  <c:v>50.1477356</c:v>
                </c:pt>
                <c:pt idx="2625">
                  <c:v>50.14714128</c:v>
                </c:pt>
                <c:pt idx="2626">
                  <c:v>50.1466292</c:v>
                </c:pt>
                <c:pt idx="2627">
                  <c:v>50.14607058</c:v>
                </c:pt>
                <c:pt idx="2628">
                  <c:v>50.14565161</c:v>
                </c:pt>
                <c:pt idx="2629">
                  <c:v>50.14498901</c:v>
                </c:pt>
                <c:pt idx="2630">
                  <c:v>50.1444397</c:v>
                </c:pt>
                <c:pt idx="2631">
                  <c:v>50.14398193</c:v>
                </c:pt>
                <c:pt idx="2632">
                  <c:v>50.14343262</c:v>
                </c:pt>
                <c:pt idx="2633">
                  <c:v>50.14283752</c:v>
                </c:pt>
                <c:pt idx="2634">
                  <c:v>50.14253261</c:v>
                </c:pt>
                <c:pt idx="2635">
                  <c:v>50.14183044</c:v>
                </c:pt>
                <c:pt idx="2636">
                  <c:v>50.14151001</c:v>
                </c:pt>
                <c:pt idx="2637">
                  <c:v>50.14073181</c:v>
                </c:pt>
                <c:pt idx="2638">
                  <c:v>50.14043776</c:v>
                </c:pt>
                <c:pt idx="2639">
                  <c:v>50.1395874</c:v>
                </c:pt>
                <c:pt idx="2640">
                  <c:v>50.13935852</c:v>
                </c:pt>
                <c:pt idx="2641">
                  <c:v>50.13821411</c:v>
                </c:pt>
                <c:pt idx="2642">
                  <c:v>50.13684082</c:v>
                </c:pt>
                <c:pt idx="2643">
                  <c:v>50.13624806</c:v>
                </c:pt>
                <c:pt idx="2644">
                  <c:v>50.13582909</c:v>
                </c:pt>
                <c:pt idx="2645">
                  <c:v>50.13522391</c:v>
                </c:pt>
                <c:pt idx="2646">
                  <c:v>50.13459778</c:v>
                </c:pt>
                <c:pt idx="2647">
                  <c:v>50.13441467</c:v>
                </c:pt>
                <c:pt idx="2648">
                  <c:v>50.13312906</c:v>
                </c:pt>
                <c:pt idx="2649">
                  <c:v>50.13257043</c:v>
                </c:pt>
                <c:pt idx="2650">
                  <c:v>50.13182559</c:v>
                </c:pt>
                <c:pt idx="2651">
                  <c:v>50.13080144</c:v>
                </c:pt>
                <c:pt idx="2652">
                  <c:v>50.12991695</c:v>
                </c:pt>
                <c:pt idx="2653">
                  <c:v>50.12910461</c:v>
                </c:pt>
                <c:pt idx="2654">
                  <c:v>50.12866004</c:v>
                </c:pt>
                <c:pt idx="2655">
                  <c:v>50.12721692</c:v>
                </c:pt>
                <c:pt idx="2656">
                  <c:v>50.12658691</c:v>
                </c:pt>
                <c:pt idx="2657">
                  <c:v>50.12600656</c:v>
                </c:pt>
                <c:pt idx="2658">
                  <c:v>50.12558759</c:v>
                </c:pt>
                <c:pt idx="2659">
                  <c:v>50.12502897</c:v>
                </c:pt>
                <c:pt idx="2660">
                  <c:v>50.12451689</c:v>
                </c:pt>
                <c:pt idx="2661">
                  <c:v>50.12395826</c:v>
                </c:pt>
                <c:pt idx="2662">
                  <c:v>50.12333679</c:v>
                </c:pt>
                <c:pt idx="2663">
                  <c:v>50.12301636</c:v>
                </c:pt>
                <c:pt idx="2664">
                  <c:v>50.12232894</c:v>
                </c:pt>
                <c:pt idx="2665">
                  <c:v>50.12182617</c:v>
                </c:pt>
                <c:pt idx="2666">
                  <c:v>50.12121168</c:v>
                </c:pt>
                <c:pt idx="2667">
                  <c:v>50.12095642</c:v>
                </c:pt>
                <c:pt idx="2668">
                  <c:v>50.12017822</c:v>
                </c:pt>
                <c:pt idx="2669">
                  <c:v>50.11967546</c:v>
                </c:pt>
                <c:pt idx="2670">
                  <c:v>50.11934959</c:v>
                </c:pt>
                <c:pt idx="2671">
                  <c:v>50.11880493</c:v>
                </c:pt>
                <c:pt idx="2672">
                  <c:v>50.1177063</c:v>
                </c:pt>
                <c:pt idx="2673">
                  <c:v>50.11706543</c:v>
                </c:pt>
                <c:pt idx="2674">
                  <c:v>50.11595128</c:v>
                </c:pt>
                <c:pt idx="2675">
                  <c:v>50.1153717</c:v>
                </c:pt>
                <c:pt idx="2676">
                  <c:v>50.11399841</c:v>
                </c:pt>
                <c:pt idx="2677">
                  <c:v>50.11257935</c:v>
                </c:pt>
                <c:pt idx="2678">
                  <c:v>50.1118927</c:v>
                </c:pt>
                <c:pt idx="2679">
                  <c:v>50.11116028</c:v>
                </c:pt>
                <c:pt idx="2680">
                  <c:v>50.11041156</c:v>
                </c:pt>
                <c:pt idx="2681">
                  <c:v>50.10955811</c:v>
                </c:pt>
                <c:pt idx="2682">
                  <c:v>50.10877991</c:v>
                </c:pt>
                <c:pt idx="2683">
                  <c:v>50.10766498</c:v>
                </c:pt>
                <c:pt idx="2684">
                  <c:v>50.10644531</c:v>
                </c:pt>
                <c:pt idx="2685">
                  <c:v>50.10548401</c:v>
                </c:pt>
                <c:pt idx="2686">
                  <c:v>50.10473219</c:v>
                </c:pt>
                <c:pt idx="2687">
                  <c:v>50.10398735</c:v>
                </c:pt>
                <c:pt idx="2688">
                  <c:v>50.10127258</c:v>
                </c:pt>
                <c:pt idx="2689">
                  <c:v>50.1002655</c:v>
                </c:pt>
                <c:pt idx="2690">
                  <c:v>50.09844764</c:v>
                </c:pt>
                <c:pt idx="2691">
                  <c:v>50.09737694</c:v>
                </c:pt>
                <c:pt idx="2692">
                  <c:v>50.09639934</c:v>
                </c:pt>
                <c:pt idx="2693">
                  <c:v>50.09591675</c:v>
                </c:pt>
                <c:pt idx="2694">
                  <c:v>50.09421138</c:v>
                </c:pt>
                <c:pt idx="2695">
                  <c:v>50.0933075</c:v>
                </c:pt>
                <c:pt idx="2696">
                  <c:v>50.09281482</c:v>
                </c:pt>
                <c:pt idx="2697">
                  <c:v>50.0903941</c:v>
                </c:pt>
                <c:pt idx="2698">
                  <c:v>50.08909064</c:v>
                </c:pt>
                <c:pt idx="2699">
                  <c:v>50.08657682</c:v>
                </c:pt>
                <c:pt idx="2700">
                  <c:v>50.08569232</c:v>
                </c:pt>
                <c:pt idx="2701">
                  <c:v>50.08520508</c:v>
                </c:pt>
                <c:pt idx="2702">
                  <c:v>50.08406067</c:v>
                </c:pt>
                <c:pt idx="2703">
                  <c:v>50.08328247</c:v>
                </c:pt>
                <c:pt idx="2704">
                  <c:v>50.08285264</c:v>
                </c:pt>
                <c:pt idx="2705">
                  <c:v>50.08126986</c:v>
                </c:pt>
                <c:pt idx="2706">
                  <c:v>50.08052503</c:v>
                </c:pt>
                <c:pt idx="2707">
                  <c:v>50.0798733</c:v>
                </c:pt>
                <c:pt idx="2708">
                  <c:v>50.07926812</c:v>
                </c:pt>
                <c:pt idx="2709">
                  <c:v>50.07866294</c:v>
                </c:pt>
                <c:pt idx="2710">
                  <c:v>50.07820129</c:v>
                </c:pt>
                <c:pt idx="2711">
                  <c:v>50.07773189</c:v>
                </c:pt>
                <c:pt idx="2712">
                  <c:v>50.07728577</c:v>
                </c:pt>
                <c:pt idx="2713">
                  <c:v>50.07687378</c:v>
                </c:pt>
                <c:pt idx="2714">
                  <c:v>50.07633533</c:v>
                </c:pt>
                <c:pt idx="2715">
                  <c:v>50.07619567</c:v>
                </c:pt>
                <c:pt idx="2716">
                  <c:v>50.07582325</c:v>
                </c:pt>
                <c:pt idx="2717">
                  <c:v>50.07554394</c:v>
                </c:pt>
                <c:pt idx="2718">
                  <c:v>50.07531118</c:v>
                </c:pt>
                <c:pt idx="2719">
                  <c:v>50.07513428</c:v>
                </c:pt>
                <c:pt idx="2720">
                  <c:v>50.07499695</c:v>
                </c:pt>
                <c:pt idx="2721">
                  <c:v>50.07489221</c:v>
                </c:pt>
                <c:pt idx="2722">
                  <c:v>50.07485962</c:v>
                </c:pt>
                <c:pt idx="2723">
                  <c:v>50.07484565</c:v>
                </c:pt>
                <c:pt idx="2724">
                  <c:v>50.07484565</c:v>
                </c:pt>
                <c:pt idx="2725">
                  <c:v>50.07493876</c:v>
                </c:pt>
                <c:pt idx="2726">
                  <c:v>50.07503186</c:v>
                </c:pt>
                <c:pt idx="2727">
                  <c:v>50.07521807</c:v>
                </c:pt>
                <c:pt idx="2728">
                  <c:v>50.07545471</c:v>
                </c:pt>
                <c:pt idx="2729">
                  <c:v>50.07568359</c:v>
                </c:pt>
                <c:pt idx="2730">
                  <c:v>50.07624222</c:v>
                </c:pt>
                <c:pt idx="2731">
                  <c:v>50.07655334</c:v>
                </c:pt>
                <c:pt idx="2732">
                  <c:v>50.07687378</c:v>
                </c:pt>
                <c:pt idx="2733">
                  <c:v>50.07714844</c:v>
                </c:pt>
                <c:pt idx="2734">
                  <c:v>50.07746887</c:v>
                </c:pt>
                <c:pt idx="2735">
                  <c:v>50.0779181</c:v>
                </c:pt>
                <c:pt idx="2736">
                  <c:v>50.07833862</c:v>
                </c:pt>
                <c:pt idx="2737">
                  <c:v>50.07833862</c:v>
                </c:pt>
                <c:pt idx="2738">
                  <c:v>50.07926812</c:v>
                </c:pt>
                <c:pt idx="2739">
                  <c:v>50.07964053</c:v>
                </c:pt>
                <c:pt idx="2740">
                  <c:v>50.07978019</c:v>
                </c:pt>
                <c:pt idx="2741">
                  <c:v>50.08035278</c:v>
                </c:pt>
                <c:pt idx="2742">
                  <c:v>50.08080434</c:v>
                </c:pt>
                <c:pt idx="2743">
                  <c:v>50.08113098</c:v>
                </c:pt>
                <c:pt idx="2744">
                  <c:v>50.08154297</c:v>
                </c:pt>
                <c:pt idx="2745">
                  <c:v>50.08177185</c:v>
                </c:pt>
                <c:pt idx="2746">
                  <c:v>50.08209229</c:v>
                </c:pt>
                <c:pt idx="2747">
                  <c:v>50.08250427</c:v>
                </c:pt>
                <c:pt idx="2748">
                  <c:v>50.08289919</c:v>
                </c:pt>
                <c:pt idx="2749">
                  <c:v>50.08323669</c:v>
                </c:pt>
                <c:pt idx="2750">
                  <c:v>50.08337402</c:v>
                </c:pt>
                <c:pt idx="2751">
                  <c:v>50.08392334</c:v>
                </c:pt>
                <c:pt idx="2752">
                  <c:v>50.08424377</c:v>
                </c:pt>
                <c:pt idx="2753">
                  <c:v>50.08442688</c:v>
                </c:pt>
                <c:pt idx="2754">
                  <c:v>50.08502197</c:v>
                </c:pt>
                <c:pt idx="2755">
                  <c:v>50.08538818</c:v>
                </c:pt>
                <c:pt idx="2756">
                  <c:v>50.08612061</c:v>
                </c:pt>
                <c:pt idx="2757">
                  <c:v>50.08648371</c:v>
                </c:pt>
                <c:pt idx="2758">
                  <c:v>50.08690268</c:v>
                </c:pt>
                <c:pt idx="2759">
                  <c:v>50.08721924</c:v>
                </c:pt>
                <c:pt idx="2760">
                  <c:v>50.08753967</c:v>
                </c:pt>
                <c:pt idx="2761">
                  <c:v>50.08790588</c:v>
                </c:pt>
                <c:pt idx="2762">
                  <c:v>50.08804321</c:v>
                </c:pt>
                <c:pt idx="2763">
                  <c:v>50.08885788</c:v>
                </c:pt>
                <c:pt idx="2764">
                  <c:v>50.08923029</c:v>
                </c:pt>
                <c:pt idx="2765">
                  <c:v>50.08959961</c:v>
                </c:pt>
                <c:pt idx="2766">
                  <c:v>50.09005737</c:v>
                </c:pt>
                <c:pt idx="2767">
                  <c:v>50.09028625</c:v>
                </c:pt>
                <c:pt idx="2768">
                  <c:v>50.09065247</c:v>
                </c:pt>
                <c:pt idx="2769">
                  <c:v>50.09101868</c:v>
                </c:pt>
                <c:pt idx="2770">
                  <c:v>50.09141825</c:v>
                </c:pt>
                <c:pt idx="2771">
                  <c:v>50.09170532</c:v>
                </c:pt>
                <c:pt idx="2772">
                  <c:v>50.09216309</c:v>
                </c:pt>
                <c:pt idx="2773">
                  <c:v>50.09248352</c:v>
                </c:pt>
                <c:pt idx="2774">
                  <c:v>50.09280396</c:v>
                </c:pt>
                <c:pt idx="2775">
                  <c:v>50.09314068</c:v>
                </c:pt>
                <c:pt idx="2776">
                  <c:v>50.09335327</c:v>
                </c:pt>
                <c:pt idx="2777">
                  <c:v>50.09425794</c:v>
                </c:pt>
                <c:pt idx="2778">
                  <c:v>50.09453725</c:v>
                </c:pt>
                <c:pt idx="2779">
                  <c:v>50.09481812</c:v>
                </c:pt>
                <c:pt idx="2780">
                  <c:v>50.0952301</c:v>
                </c:pt>
                <c:pt idx="2781">
                  <c:v>50.09555054</c:v>
                </c:pt>
                <c:pt idx="2782">
                  <c:v>50.09602692</c:v>
                </c:pt>
                <c:pt idx="2783">
                  <c:v>50.09639934</c:v>
                </c:pt>
                <c:pt idx="2784">
                  <c:v>50.09660339</c:v>
                </c:pt>
                <c:pt idx="2785">
                  <c:v>50.09692383</c:v>
                </c:pt>
                <c:pt idx="2786">
                  <c:v>50.09733038</c:v>
                </c:pt>
                <c:pt idx="2787">
                  <c:v>50.09765625</c:v>
                </c:pt>
                <c:pt idx="2788">
                  <c:v>50.09802246</c:v>
                </c:pt>
                <c:pt idx="2789">
                  <c:v>50.09838867</c:v>
                </c:pt>
                <c:pt idx="2790">
                  <c:v>50.09875488</c:v>
                </c:pt>
                <c:pt idx="2791">
                  <c:v>50.09905282</c:v>
                </c:pt>
                <c:pt idx="2792">
                  <c:v>50.09919247</c:v>
                </c:pt>
                <c:pt idx="2793">
                  <c:v>50.09989929</c:v>
                </c:pt>
                <c:pt idx="2794">
                  <c:v>50.10017395</c:v>
                </c:pt>
                <c:pt idx="2795">
                  <c:v>50.10054249</c:v>
                </c:pt>
                <c:pt idx="2796">
                  <c:v>50.10086835</c:v>
                </c:pt>
                <c:pt idx="2797">
                  <c:v>50.10124077</c:v>
                </c:pt>
                <c:pt idx="2798">
                  <c:v>50.10191345</c:v>
                </c:pt>
                <c:pt idx="2799">
                  <c:v>50.10231147</c:v>
                </c:pt>
                <c:pt idx="2800">
                  <c:v>50.10254423</c:v>
                </c:pt>
                <c:pt idx="2801">
                  <c:v>50.10282898</c:v>
                </c:pt>
                <c:pt idx="2802">
                  <c:v>50.10324252</c:v>
                </c:pt>
                <c:pt idx="2803">
                  <c:v>50.10361494</c:v>
                </c:pt>
                <c:pt idx="2804">
                  <c:v>50.1039408</c:v>
                </c:pt>
                <c:pt idx="2805">
                  <c:v>50.10424805</c:v>
                </c:pt>
                <c:pt idx="2806">
                  <c:v>50.10459253</c:v>
                </c:pt>
                <c:pt idx="2807">
                  <c:v>50.10496495</c:v>
                </c:pt>
                <c:pt idx="2808">
                  <c:v>50.10539246</c:v>
                </c:pt>
                <c:pt idx="2809">
                  <c:v>50.10561668</c:v>
                </c:pt>
                <c:pt idx="2810">
                  <c:v>50.10598755</c:v>
                </c:pt>
                <c:pt idx="2811">
                  <c:v>50.10645462</c:v>
                </c:pt>
                <c:pt idx="2812">
                  <c:v>50.10676575</c:v>
                </c:pt>
                <c:pt idx="2813">
                  <c:v>50.1069667</c:v>
                </c:pt>
                <c:pt idx="2814">
                  <c:v>50.10743222</c:v>
                </c:pt>
                <c:pt idx="2815">
                  <c:v>50.1076355</c:v>
                </c:pt>
                <c:pt idx="2816">
                  <c:v>50.1084137</c:v>
                </c:pt>
                <c:pt idx="2817">
                  <c:v>50.10887534</c:v>
                </c:pt>
                <c:pt idx="2818">
                  <c:v>50.10887534</c:v>
                </c:pt>
                <c:pt idx="2819">
                  <c:v>50.10955811</c:v>
                </c:pt>
                <c:pt idx="2820">
                  <c:v>50.10983276</c:v>
                </c:pt>
                <c:pt idx="2821">
                  <c:v>50.11006165</c:v>
                </c:pt>
                <c:pt idx="2822">
                  <c:v>50.11051941</c:v>
                </c:pt>
                <c:pt idx="2823">
                  <c:v>50.1109314</c:v>
                </c:pt>
                <c:pt idx="2824">
                  <c:v>50.1109314</c:v>
                </c:pt>
                <c:pt idx="2825">
                  <c:v>50.11161804</c:v>
                </c:pt>
                <c:pt idx="2826">
                  <c:v>50.11194779</c:v>
                </c:pt>
                <c:pt idx="2827">
                  <c:v>50.11225891</c:v>
                </c:pt>
                <c:pt idx="2828">
                  <c:v>50.11262512</c:v>
                </c:pt>
                <c:pt idx="2829">
                  <c:v>50.11301849</c:v>
                </c:pt>
                <c:pt idx="2830">
                  <c:v>50.11301849</c:v>
                </c:pt>
                <c:pt idx="2831">
                  <c:v>50.11331177</c:v>
                </c:pt>
                <c:pt idx="2832">
                  <c:v>50.11404419</c:v>
                </c:pt>
                <c:pt idx="2833">
                  <c:v>50.11422885</c:v>
                </c:pt>
                <c:pt idx="2834">
                  <c:v>50.11455471</c:v>
                </c:pt>
                <c:pt idx="2835">
                  <c:v>50.11505127</c:v>
                </c:pt>
                <c:pt idx="2836">
                  <c:v>50.1153461</c:v>
                </c:pt>
                <c:pt idx="2837">
                  <c:v>50.11571852</c:v>
                </c:pt>
                <c:pt idx="2838">
                  <c:v>50.11604438</c:v>
                </c:pt>
                <c:pt idx="2839">
                  <c:v>50.11637025</c:v>
                </c:pt>
                <c:pt idx="2840">
                  <c:v>50.116745</c:v>
                </c:pt>
                <c:pt idx="2841">
                  <c:v>50.11716164</c:v>
                </c:pt>
                <c:pt idx="2842">
                  <c:v>50.11744095</c:v>
                </c:pt>
                <c:pt idx="2843">
                  <c:v>50.11775208</c:v>
                </c:pt>
                <c:pt idx="2844">
                  <c:v>50.11809268</c:v>
                </c:pt>
                <c:pt idx="2845">
                  <c:v>50.11841855</c:v>
                </c:pt>
                <c:pt idx="2846">
                  <c:v>50.11871338</c:v>
                </c:pt>
                <c:pt idx="2847">
                  <c:v>50.11912537</c:v>
                </c:pt>
                <c:pt idx="2848">
                  <c:v>50.1194458</c:v>
                </c:pt>
                <c:pt idx="2849">
                  <c:v>50.11976624</c:v>
                </c:pt>
                <c:pt idx="2850">
                  <c:v>50.12008667</c:v>
                </c:pt>
                <c:pt idx="2851">
                  <c:v>50.12037374</c:v>
                </c:pt>
                <c:pt idx="2852">
                  <c:v>50.12081909</c:v>
                </c:pt>
                <c:pt idx="2853">
                  <c:v>50.1210022</c:v>
                </c:pt>
                <c:pt idx="2854">
                  <c:v>50.12172376</c:v>
                </c:pt>
                <c:pt idx="2855">
                  <c:v>50.12210083</c:v>
                </c:pt>
                <c:pt idx="2856">
                  <c:v>50.12242126</c:v>
                </c:pt>
                <c:pt idx="2857">
                  <c:v>50.12278748</c:v>
                </c:pt>
                <c:pt idx="2858">
                  <c:v>50.12316688</c:v>
                </c:pt>
                <c:pt idx="2859">
                  <c:v>50.12349274</c:v>
                </c:pt>
                <c:pt idx="2860">
                  <c:v>50.12379456</c:v>
                </c:pt>
                <c:pt idx="2861">
                  <c:v>50.12416077</c:v>
                </c:pt>
                <c:pt idx="2862">
                  <c:v>50.12438965</c:v>
                </c:pt>
                <c:pt idx="2863">
                  <c:v>50.1247962</c:v>
                </c:pt>
                <c:pt idx="2864">
                  <c:v>50.1247962</c:v>
                </c:pt>
                <c:pt idx="2865">
                  <c:v>50.12544794</c:v>
                </c:pt>
                <c:pt idx="2866">
                  <c:v>50.12605312</c:v>
                </c:pt>
                <c:pt idx="2867">
                  <c:v>50.12637898</c:v>
                </c:pt>
                <c:pt idx="2868">
                  <c:v>50.12665829</c:v>
                </c:pt>
                <c:pt idx="2869">
                  <c:v>50.12704468</c:v>
                </c:pt>
                <c:pt idx="2870">
                  <c:v>50.12735658</c:v>
                </c:pt>
                <c:pt idx="2871">
                  <c:v>50.12758934</c:v>
                </c:pt>
                <c:pt idx="2872">
                  <c:v>50.12786865</c:v>
                </c:pt>
                <c:pt idx="2873">
                  <c:v>50.12818909</c:v>
                </c:pt>
                <c:pt idx="2874">
                  <c:v>50.12856694</c:v>
                </c:pt>
                <c:pt idx="2875">
                  <c:v>50.12884625</c:v>
                </c:pt>
                <c:pt idx="2876">
                  <c:v>50.12926522</c:v>
                </c:pt>
                <c:pt idx="2877">
                  <c:v>50.12949798</c:v>
                </c:pt>
                <c:pt idx="2878">
                  <c:v>50.12982385</c:v>
                </c:pt>
                <c:pt idx="2879">
                  <c:v>50.13002014</c:v>
                </c:pt>
                <c:pt idx="2880">
                  <c:v>50.13066179</c:v>
                </c:pt>
                <c:pt idx="2881">
                  <c:v>50.13157654</c:v>
                </c:pt>
                <c:pt idx="2882">
                  <c:v>50.13229111</c:v>
                </c:pt>
                <c:pt idx="2883">
                  <c:v>50.13244629</c:v>
                </c:pt>
                <c:pt idx="2884">
                  <c:v>50.13317561</c:v>
                </c:pt>
                <c:pt idx="2885">
                  <c:v>50.13364113</c:v>
                </c:pt>
                <c:pt idx="2886">
                  <c:v>50.13364113</c:v>
                </c:pt>
                <c:pt idx="2887">
                  <c:v>50.13447907</c:v>
                </c:pt>
                <c:pt idx="2888">
                  <c:v>50.13478088</c:v>
                </c:pt>
                <c:pt idx="2889">
                  <c:v>50.13542175</c:v>
                </c:pt>
                <c:pt idx="2890">
                  <c:v>50.13574219</c:v>
                </c:pt>
                <c:pt idx="2891">
                  <c:v>50.13671358</c:v>
                </c:pt>
                <c:pt idx="2892">
                  <c:v>50.13685323</c:v>
                </c:pt>
                <c:pt idx="2893">
                  <c:v>50.13731876</c:v>
                </c:pt>
                <c:pt idx="2894">
                  <c:v>50.13798523</c:v>
                </c:pt>
                <c:pt idx="2895">
                  <c:v>50.13812256</c:v>
                </c:pt>
                <c:pt idx="2896">
                  <c:v>50.13857567</c:v>
                </c:pt>
                <c:pt idx="2897">
                  <c:v>50.13890076</c:v>
                </c:pt>
                <c:pt idx="2898">
                  <c:v>50.13918085</c:v>
                </c:pt>
                <c:pt idx="2899">
                  <c:v>50.13918085</c:v>
                </c:pt>
                <c:pt idx="2900">
                  <c:v>50.13981628</c:v>
                </c:pt>
                <c:pt idx="2901">
                  <c:v>50.14015844</c:v>
                </c:pt>
                <c:pt idx="2902">
                  <c:v>50.14031982</c:v>
                </c:pt>
                <c:pt idx="2903">
                  <c:v>50.14077759</c:v>
                </c:pt>
                <c:pt idx="2904">
                  <c:v>50.14109802</c:v>
                </c:pt>
                <c:pt idx="2905">
                  <c:v>50.14122914</c:v>
                </c:pt>
                <c:pt idx="2906">
                  <c:v>50.14169312</c:v>
                </c:pt>
                <c:pt idx="2907">
                  <c:v>50.14197398</c:v>
                </c:pt>
                <c:pt idx="2908">
                  <c:v>50.14225329</c:v>
                </c:pt>
                <c:pt idx="2909">
                  <c:v>50.14262571</c:v>
                </c:pt>
                <c:pt idx="2910">
                  <c:v>50.14304468</c:v>
                </c:pt>
                <c:pt idx="2911">
                  <c:v>50.14361572</c:v>
                </c:pt>
                <c:pt idx="2912">
                  <c:v>50.14378952</c:v>
                </c:pt>
                <c:pt idx="2913">
                  <c:v>50.14453435</c:v>
                </c:pt>
                <c:pt idx="2914">
                  <c:v>50.14467401</c:v>
                </c:pt>
                <c:pt idx="2915">
                  <c:v>50.14486022</c:v>
                </c:pt>
                <c:pt idx="2916">
                  <c:v>50.14611713</c:v>
                </c:pt>
                <c:pt idx="2917">
                  <c:v>50.14690852</c:v>
                </c:pt>
                <c:pt idx="2918">
                  <c:v>50.14723438</c:v>
                </c:pt>
                <c:pt idx="2919">
                  <c:v>50.14764404</c:v>
                </c:pt>
                <c:pt idx="2920">
                  <c:v>50.14793267</c:v>
                </c:pt>
                <c:pt idx="2921">
                  <c:v>50.14805603</c:v>
                </c:pt>
                <c:pt idx="2922">
                  <c:v>50.14883423</c:v>
                </c:pt>
                <c:pt idx="2923">
                  <c:v>50.14910889</c:v>
                </c:pt>
                <c:pt idx="2924">
                  <c:v>50.14928268</c:v>
                </c:pt>
                <c:pt idx="2925">
                  <c:v>50.14998097</c:v>
                </c:pt>
                <c:pt idx="2926">
                  <c:v>50.15057373</c:v>
                </c:pt>
                <c:pt idx="2927">
                  <c:v>50.1507258</c:v>
                </c:pt>
                <c:pt idx="2928">
                  <c:v>50.15161029</c:v>
                </c:pt>
                <c:pt idx="2929">
                  <c:v>50.15193616</c:v>
                </c:pt>
                <c:pt idx="2930">
                  <c:v>50.15213013</c:v>
                </c:pt>
                <c:pt idx="2931">
                  <c:v>50.15245056</c:v>
                </c:pt>
                <c:pt idx="2932">
                  <c:v>50.15426377</c:v>
                </c:pt>
                <c:pt idx="2933">
                  <c:v>50.15468274</c:v>
                </c:pt>
                <c:pt idx="2934">
                  <c:v>50.15487671</c:v>
                </c:pt>
                <c:pt idx="2935">
                  <c:v>50.1552887</c:v>
                </c:pt>
                <c:pt idx="2936">
                  <c:v>50.15566034</c:v>
                </c:pt>
                <c:pt idx="2937">
                  <c:v>50.15579224</c:v>
                </c:pt>
                <c:pt idx="2938">
                  <c:v>50.15652466</c:v>
                </c:pt>
                <c:pt idx="2939">
                  <c:v>50.15684509</c:v>
                </c:pt>
                <c:pt idx="2940">
                  <c:v>50.15684509</c:v>
                </c:pt>
                <c:pt idx="2941">
                  <c:v>50.15730286</c:v>
                </c:pt>
                <c:pt idx="2942">
                  <c:v>50.15803528</c:v>
                </c:pt>
                <c:pt idx="2943">
                  <c:v>50.15831382</c:v>
                </c:pt>
                <c:pt idx="2944">
                  <c:v>50.15863968</c:v>
                </c:pt>
                <c:pt idx="2945">
                  <c:v>50.1591052</c:v>
                </c:pt>
                <c:pt idx="2946">
                  <c:v>50.15994314</c:v>
                </c:pt>
                <c:pt idx="2947">
                  <c:v>50.16009521</c:v>
                </c:pt>
                <c:pt idx="2948">
                  <c:v>50.16064453</c:v>
                </c:pt>
                <c:pt idx="2949">
                  <c:v>50.16110229</c:v>
                </c:pt>
                <c:pt idx="2950">
                  <c:v>50.16178894</c:v>
                </c:pt>
                <c:pt idx="2951">
                  <c:v>50.16178894</c:v>
                </c:pt>
                <c:pt idx="2952">
                  <c:v>50.16297913</c:v>
                </c:pt>
                <c:pt idx="2953">
                  <c:v>50.16311646</c:v>
                </c:pt>
                <c:pt idx="2954">
                  <c:v>50.16357422</c:v>
                </c:pt>
                <c:pt idx="2955">
                  <c:v>50.16357422</c:v>
                </c:pt>
                <c:pt idx="2956">
                  <c:v>50.16469147</c:v>
                </c:pt>
                <c:pt idx="2957">
                  <c:v>50.1653432</c:v>
                </c:pt>
                <c:pt idx="2958">
                  <c:v>50.16566907</c:v>
                </c:pt>
                <c:pt idx="2959">
                  <c:v>50.16576217</c:v>
                </c:pt>
                <c:pt idx="2960">
                  <c:v>50.16655356</c:v>
                </c:pt>
                <c:pt idx="2961">
                  <c:v>50.16715874</c:v>
                </c:pt>
                <c:pt idx="2962">
                  <c:v>50.1672984</c:v>
                </c:pt>
                <c:pt idx="2963">
                  <c:v>50.16832255</c:v>
                </c:pt>
                <c:pt idx="2964">
                  <c:v>50.16893005</c:v>
                </c:pt>
                <c:pt idx="2965">
                  <c:v>50.16953291</c:v>
                </c:pt>
                <c:pt idx="2966">
                  <c:v>50.16985877</c:v>
                </c:pt>
                <c:pt idx="2967">
                  <c:v>50.17004498</c:v>
                </c:pt>
                <c:pt idx="2968">
                  <c:v>50.1705105</c:v>
                </c:pt>
                <c:pt idx="2969">
                  <c:v>50.17078982</c:v>
                </c:pt>
                <c:pt idx="2970">
                  <c:v>50.17140198</c:v>
                </c:pt>
                <c:pt idx="2971">
                  <c:v>50.17167431</c:v>
                </c:pt>
                <c:pt idx="2972">
                  <c:v>50.17195362</c:v>
                </c:pt>
                <c:pt idx="2973">
                  <c:v>50.1725588</c:v>
                </c:pt>
                <c:pt idx="2974">
                  <c:v>50.1729126</c:v>
                </c:pt>
                <c:pt idx="2975">
                  <c:v>50.17316398</c:v>
                </c:pt>
                <c:pt idx="2976">
                  <c:v>50.17409502</c:v>
                </c:pt>
                <c:pt idx="2977">
                  <c:v>50.1746521</c:v>
                </c:pt>
                <c:pt idx="2978">
                  <c:v>50.17497952</c:v>
                </c:pt>
                <c:pt idx="2979">
                  <c:v>50.17553814</c:v>
                </c:pt>
                <c:pt idx="2980">
                  <c:v>50.17607117</c:v>
                </c:pt>
                <c:pt idx="2981">
                  <c:v>50.1766554</c:v>
                </c:pt>
                <c:pt idx="2982">
                  <c:v>50.17739868</c:v>
                </c:pt>
                <c:pt idx="2983">
                  <c:v>50.17753601</c:v>
                </c:pt>
                <c:pt idx="2984">
                  <c:v>50.17790222</c:v>
                </c:pt>
                <c:pt idx="2985">
                  <c:v>50.1781311</c:v>
                </c:pt>
                <c:pt idx="2986">
                  <c:v>50.17845154</c:v>
                </c:pt>
                <c:pt idx="2987">
                  <c:v>50.17881775</c:v>
                </c:pt>
                <c:pt idx="2988">
                  <c:v>50.17912267</c:v>
                </c:pt>
                <c:pt idx="2989">
                  <c:v>50.17930888</c:v>
                </c:pt>
                <c:pt idx="2990">
                  <c:v>50.17968129</c:v>
                </c:pt>
                <c:pt idx="2991">
                  <c:v>50.18000793</c:v>
                </c:pt>
                <c:pt idx="2992">
                  <c:v>50.18028259</c:v>
                </c:pt>
                <c:pt idx="2993">
                  <c:v>50.1804657</c:v>
                </c:pt>
                <c:pt idx="2994">
                  <c:v>50.18079855</c:v>
                </c:pt>
                <c:pt idx="2995">
                  <c:v>50.18131062</c:v>
                </c:pt>
                <c:pt idx="2996">
                  <c:v>50.18163649</c:v>
                </c:pt>
                <c:pt idx="2997">
                  <c:v>50.18188477</c:v>
                </c:pt>
                <c:pt idx="2998">
                  <c:v>50.18219511</c:v>
                </c:pt>
                <c:pt idx="2999">
                  <c:v>50.18252563</c:v>
                </c:pt>
                <c:pt idx="3000">
                  <c:v>50.1828934</c:v>
                </c:pt>
                <c:pt idx="3001">
                  <c:v>50.1831665</c:v>
                </c:pt>
                <c:pt idx="3002">
                  <c:v>50.18348694</c:v>
                </c:pt>
                <c:pt idx="3003">
                  <c:v>50.1837616</c:v>
                </c:pt>
                <c:pt idx="3004">
                  <c:v>50.18403625</c:v>
                </c:pt>
                <c:pt idx="3005">
                  <c:v>50.18431091</c:v>
                </c:pt>
                <c:pt idx="3006">
                  <c:v>50.18461583</c:v>
                </c:pt>
                <c:pt idx="3007">
                  <c:v>50.1849417</c:v>
                </c:pt>
                <c:pt idx="3008">
                  <c:v>50.18522644</c:v>
                </c:pt>
                <c:pt idx="3009">
                  <c:v>50.1855011</c:v>
                </c:pt>
                <c:pt idx="3010">
                  <c:v>50.18577576</c:v>
                </c:pt>
                <c:pt idx="3011">
                  <c:v>50.18600464</c:v>
                </c:pt>
                <c:pt idx="3012">
                  <c:v>50.18633826</c:v>
                </c:pt>
                <c:pt idx="3013">
                  <c:v>50.18661758</c:v>
                </c:pt>
                <c:pt idx="3014">
                  <c:v>50.18687439</c:v>
                </c:pt>
                <c:pt idx="3015">
                  <c:v>50.1871762</c:v>
                </c:pt>
                <c:pt idx="3016">
                  <c:v>50.18745552</c:v>
                </c:pt>
                <c:pt idx="3017">
                  <c:v>50.18778138</c:v>
                </c:pt>
                <c:pt idx="3018">
                  <c:v>50.1880188</c:v>
                </c:pt>
                <c:pt idx="3019">
                  <c:v>50.18829346</c:v>
                </c:pt>
                <c:pt idx="3020">
                  <c:v>50.18856812</c:v>
                </c:pt>
                <c:pt idx="3021">
                  <c:v>50.18884277</c:v>
                </c:pt>
                <c:pt idx="3022">
                  <c:v>50.18917795</c:v>
                </c:pt>
                <c:pt idx="3023">
                  <c:v>50.18943787</c:v>
                </c:pt>
                <c:pt idx="3024">
                  <c:v>50.18971252</c:v>
                </c:pt>
                <c:pt idx="3025">
                  <c:v>50.19003296</c:v>
                </c:pt>
                <c:pt idx="3026">
                  <c:v>50.19026184</c:v>
                </c:pt>
                <c:pt idx="3027">
                  <c:v>50.19058228</c:v>
                </c:pt>
                <c:pt idx="3028">
                  <c:v>50.19085693</c:v>
                </c:pt>
                <c:pt idx="3029">
                  <c:v>50.19108659</c:v>
                </c:pt>
                <c:pt idx="3030">
                  <c:v>50.19150556</c:v>
                </c:pt>
                <c:pt idx="3031">
                  <c:v>50.19169177</c:v>
                </c:pt>
                <c:pt idx="3032">
                  <c:v>50.19201764</c:v>
                </c:pt>
                <c:pt idx="3033">
                  <c:v>50.192276</c:v>
                </c:pt>
                <c:pt idx="3034">
                  <c:v>50.19250488</c:v>
                </c:pt>
                <c:pt idx="3035">
                  <c:v>50.19308834</c:v>
                </c:pt>
                <c:pt idx="3036">
                  <c:v>50.19337463</c:v>
                </c:pt>
                <c:pt idx="3037">
                  <c:v>50.19355774</c:v>
                </c:pt>
                <c:pt idx="3038">
                  <c:v>50.19392628</c:v>
                </c:pt>
                <c:pt idx="3039">
                  <c:v>50.19420559</c:v>
                </c:pt>
                <c:pt idx="3040">
                  <c:v>50.1944849</c:v>
                </c:pt>
                <c:pt idx="3041">
                  <c:v>50.19474792</c:v>
                </c:pt>
                <c:pt idx="3042">
                  <c:v>50.19497681</c:v>
                </c:pt>
                <c:pt idx="3043">
                  <c:v>50.19527629</c:v>
                </c:pt>
                <c:pt idx="3044">
                  <c:v>50.1955719</c:v>
                </c:pt>
                <c:pt idx="3045">
                  <c:v>50.19578837</c:v>
                </c:pt>
                <c:pt idx="3046">
                  <c:v>50.19593811</c:v>
                </c:pt>
                <c:pt idx="3047">
                  <c:v>50.19621277</c:v>
                </c:pt>
                <c:pt idx="3048">
                  <c:v>50.1965332</c:v>
                </c:pt>
                <c:pt idx="3049">
                  <c:v>50.19680786</c:v>
                </c:pt>
                <c:pt idx="3050">
                  <c:v>50.19708252</c:v>
                </c:pt>
                <c:pt idx="3051">
                  <c:v>50.19735718</c:v>
                </c:pt>
                <c:pt idx="3052">
                  <c:v>50.19758606</c:v>
                </c:pt>
                <c:pt idx="3053">
                  <c:v>50.19804382</c:v>
                </c:pt>
                <c:pt idx="3054">
                  <c:v>50.19844184</c:v>
                </c:pt>
                <c:pt idx="3055">
                  <c:v>50.19867461</c:v>
                </c:pt>
                <c:pt idx="3056">
                  <c:v>50.19867461</c:v>
                </c:pt>
                <c:pt idx="3057">
                  <c:v>50.19923323</c:v>
                </c:pt>
                <c:pt idx="3058">
                  <c:v>50.19946289</c:v>
                </c:pt>
                <c:pt idx="3059">
                  <c:v>50.19969177</c:v>
                </c:pt>
                <c:pt idx="3060">
                  <c:v>50.19997807</c:v>
                </c:pt>
                <c:pt idx="3061">
                  <c:v>50.20025738</c:v>
                </c:pt>
                <c:pt idx="3062">
                  <c:v>50.20046997</c:v>
                </c:pt>
                <c:pt idx="3063">
                  <c:v>50.20079041</c:v>
                </c:pt>
                <c:pt idx="3064">
                  <c:v>50.20100222</c:v>
                </c:pt>
                <c:pt idx="3065">
                  <c:v>50.20128153</c:v>
                </c:pt>
                <c:pt idx="3066">
                  <c:v>50.20152283</c:v>
                </c:pt>
                <c:pt idx="3067">
                  <c:v>50.20174705</c:v>
                </c:pt>
                <c:pt idx="3068">
                  <c:v>50.20202637</c:v>
                </c:pt>
                <c:pt idx="3069">
                  <c:v>50.20230568</c:v>
                </c:pt>
                <c:pt idx="3070">
                  <c:v>50.20258499</c:v>
                </c:pt>
                <c:pt idx="3071">
                  <c:v>50.20280457</c:v>
                </c:pt>
                <c:pt idx="3072">
                  <c:v>50.20307922</c:v>
                </c:pt>
                <c:pt idx="3073">
                  <c:v>50.20330811</c:v>
                </c:pt>
                <c:pt idx="3074">
                  <c:v>50.2036557</c:v>
                </c:pt>
                <c:pt idx="3075">
                  <c:v>50.20393501</c:v>
                </c:pt>
                <c:pt idx="3076">
                  <c:v>50.20416777</c:v>
                </c:pt>
                <c:pt idx="3077">
                  <c:v>50.20431519</c:v>
                </c:pt>
                <c:pt idx="3078">
                  <c:v>50.20463329</c:v>
                </c:pt>
                <c:pt idx="3079">
                  <c:v>50.2048645</c:v>
                </c:pt>
                <c:pt idx="3080">
                  <c:v>50.20519192</c:v>
                </c:pt>
                <c:pt idx="3081">
                  <c:v>50.20537813</c:v>
                </c:pt>
                <c:pt idx="3082">
                  <c:v>50.20570399</c:v>
                </c:pt>
                <c:pt idx="3083">
                  <c:v>50.20593676</c:v>
                </c:pt>
                <c:pt idx="3084">
                  <c:v>50.20623779</c:v>
                </c:pt>
                <c:pt idx="3085">
                  <c:v>50.20646667</c:v>
                </c:pt>
                <c:pt idx="3086">
                  <c:v>50.20674133</c:v>
                </c:pt>
                <c:pt idx="3087">
                  <c:v>50.20700746</c:v>
                </c:pt>
                <c:pt idx="3088">
                  <c:v>50.20724487</c:v>
                </c:pt>
                <c:pt idx="3089">
                  <c:v>50.20747298</c:v>
                </c:pt>
                <c:pt idx="3090">
                  <c:v>50.20783997</c:v>
                </c:pt>
                <c:pt idx="3091">
                  <c:v>50.2079385</c:v>
                </c:pt>
                <c:pt idx="3092">
                  <c:v>50.20825195</c:v>
                </c:pt>
                <c:pt idx="3093">
                  <c:v>50.20852661</c:v>
                </c:pt>
                <c:pt idx="3094">
                  <c:v>50.20880127</c:v>
                </c:pt>
                <c:pt idx="3095">
                  <c:v>50.20907593</c:v>
                </c:pt>
                <c:pt idx="3096">
                  <c:v>50.20933507</c:v>
                </c:pt>
                <c:pt idx="3097">
                  <c:v>50.20957947</c:v>
                </c:pt>
                <c:pt idx="3098">
                  <c:v>50.20985413</c:v>
                </c:pt>
                <c:pt idx="3099">
                  <c:v>50.21012878</c:v>
                </c:pt>
                <c:pt idx="3100">
                  <c:v>50.21040344</c:v>
                </c:pt>
                <c:pt idx="3101">
                  <c:v>50.2106781</c:v>
                </c:pt>
                <c:pt idx="3102">
                  <c:v>50.21095276</c:v>
                </c:pt>
                <c:pt idx="3103">
                  <c:v>50.21119716</c:v>
                </c:pt>
                <c:pt idx="3104">
                  <c:v>50.2114563</c:v>
                </c:pt>
                <c:pt idx="3105">
                  <c:v>50.21170923</c:v>
                </c:pt>
                <c:pt idx="3106">
                  <c:v>50.21205139</c:v>
                </c:pt>
                <c:pt idx="3107">
                  <c:v>50.21236096</c:v>
                </c:pt>
                <c:pt idx="3108">
                  <c:v>50.21259373</c:v>
                </c:pt>
                <c:pt idx="3109">
                  <c:v>50.21287304</c:v>
                </c:pt>
                <c:pt idx="3110">
                  <c:v>50.21315235</c:v>
                </c:pt>
                <c:pt idx="3111">
                  <c:v>50.21342468</c:v>
                </c:pt>
                <c:pt idx="3112">
                  <c:v>50.21385064</c:v>
                </c:pt>
                <c:pt idx="3113">
                  <c:v>50.21401978</c:v>
                </c:pt>
                <c:pt idx="3114">
                  <c:v>50.21434021</c:v>
                </c:pt>
                <c:pt idx="3115">
                  <c:v>50.21470642</c:v>
                </c:pt>
                <c:pt idx="3116">
                  <c:v>50.21496789</c:v>
                </c:pt>
                <c:pt idx="3117">
                  <c:v>50.21534031</c:v>
                </c:pt>
                <c:pt idx="3118">
                  <c:v>50.2157135</c:v>
                </c:pt>
                <c:pt idx="3119">
                  <c:v>50.21603859</c:v>
                </c:pt>
                <c:pt idx="3120">
                  <c:v>50.21644592</c:v>
                </c:pt>
                <c:pt idx="3121">
                  <c:v>50.21678343</c:v>
                </c:pt>
                <c:pt idx="3122">
                  <c:v>50.21722412</c:v>
                </c:pt>
                <c:pt idx="3123">
                  <c:v>50.21749878</c:v>
                </c:pt>
                <c:pt idx="3124">
                  <c:v>50.21790068</c:v>
                </c:pt>
                <c:pt idx="3125">
                  <c:v>50.2182731</c:v>
                </c:pt>
                <c:pt idx="3126">
                  <c:v>50.21869207</c:v>
                </c:pt>
                <c:pt idx="3127">
                  <c:v>50.21914673</c:v>
                </c:pt>
                <c:pt idx="3128">
                  <c:v>50.21955872</c:v>
                </c:pt>
                <c:pt idx="3129">
                  <c:v>50.21990243</c:v>
                </c:pt>
                <c:pt idx="3130">
                  <c:v>50.22027484</c:v>
                </c:pt>
                <c:pt idx="3131">
                  <c:v>50.2207489</c:v>
                </c:pt>
                <c:pt idx="3132">
                  <c:v>50.22111511</c:v>
                </c:pt>
                <c:pt idx="3133">
                  <c:v>50.22129822</c:v>
                </c:pt>
                <c:pt idx="3134">
                  <c:v>50.22162486</c:v>
                </c:pt>
                <c:pt idx="3135">
                  <c:v>50.22195072</c:v>
                </c:pt>
                <c:pt idx="3136">
                  <c:v>50.22221375</c:v>
                </c:pt>
                <c:pt idx="3137">
                  <c:v>50.22239685</c:v>
                </c:pt>
                <c:pt idx="3138">
                  <c:v>50.2225559</c:v>
                </c:pt>
                <c:pt idx="3139">
                  <c:v>50.22269556</c:v>
                </c:pt>
                <c:pt idx="3140">
                  <c:v>50.22280884</c:v>
                </c:pt>
                <c:pt idx="3141">
                  <c:v>50.22288177</c:v>
                </c:pt>
                <c:pt idx="3142">
                  <c:v>50.22288177</c:v>
                </c:pt>
                <c:pt idx="3143">
                  <c:v>50.22283522</c:v>
                </c:pt>
                <c:pt idx="3144">
                  <c:v>50.22280884</c:v>
                </c:pt>
                <c:pt idx="3145">
                  <c:v>50.22267151</c:v>
                </c:pt>
                <c:pt idx="3146">
                  <c:v>50.22253418</c:v>
                </c:pt>
                <c:pt idx="3147">
                  <c:v>50.22235107</c:v>
                </c:pt>
                <c:pt idx="3148">
                  <c:v>50.22218349</c:v>
                </c:pt>
                <c:pt idx="3149">
                  <c:v>50.22190417</c:v>
                </c:pt>
                <c:pt idx="3150">
                  <c:v>50.22157831</c:v>
                </c:pt>
                <c:pt idx="3151">
                  <c:v>50.22125244</c:v>
                </c:pt>
                <c:pt idx="3152">
                  <c:v>50.22092658</c:v>
                </c:pt>
                <c:pt idx="3153">
                  <c:v>50.22046105</c:v>
                </c:pt>
                <c:pt idx="3154">
                  <c:v>50.22006226</c:v>
                </c:pt>
                <c:pt idx="3155">
                  <c:v>50.21966967</c:v>
                </c:pt>
                <c:pt idx="3156">
                  <c:v>50.2191925</c:v>
                </c:pt>
                <c:pt idx="3157">
                  <c:v>50.21864319</c:v>
                </c:pt>
                <c:pt idx="3158">
                  <c:v>50.21813344</c:v>
                </c:pt>
                <c:pt idx="3159">
                  <c:v>50.21752826</c:v>
                </c:pt>
                <c:pt idx="3160">
                  <c:v>50.21659722</c:v>
                </c:pt>
                <c:pt idx="3161">
                  <c:v>50.21608514</c:v>
                </c:pt>
                <c:pt idx="3162">
                  <c:v>50.21530151</c:v>
                </c:pt>
                <c:pt idx="3163">
                  <c:v>50.21459547</c:v>
                </c:pt>
                <c:pt idx="3164">
                  <c:v>50.21392822</c:v>
                </c:pt>
                <c:pt idx="3165">
                  <c:v>50.2131989</c:v>
                </c:pt>
                <c:pt idx="3166">
                  <c:v>50.2124176</c:v>
                </c:pt>
                <c:pt idx="3167">
                  <c:v>50.21166268</c:v>
                </c:pt>
                <c:pt idx="3168">
                  <c:v>50.21082474</c:v>
                </c:pt>
                <c:pt idx="3169">
                  <c:v>50.20962524</c:v>
                </c:pt>
                <c:pt idx="3170">
                  <c:v>50.20914886</c:v>
                </c:pt>
                <c:pt idx="3171">
                  <c:v>50.20802307</c:v>
                </c:pt>
                <c:pt idx="3172">
                  <c:v>50.20691435</c:v>
                </c:pt>
                <c:pt idx="3173">
                  <c:v>50.20637512</c:v>
                </c:pt>
                <c:pt idx="3174">
                  <c:v>50.20541382</c:v>
                </c:pt>
                <c:pt idx="3175">
                  <c:v>50.20436096</c:v>
                </c:pt>
                <c:pt idx="3176">
                  <c:v>50.20346949</c:v>
                </c:pt>
                <c:pt idx="3177">
                  <c:v>50.20239258</c:v>
                </c:pt>
                <c:pt idx="3178">
                  <c:v>50.20118843</c:v>
                </c:pt>
                <c:pt idx="3179">
                  <c:v>50.20016428</c:v>
                </c:pt>
                <c:pt idx="3180">
                  <c:v>50.19923401</c:v>
                </c:pt>
                <c:pt idx="3181">
                  <c:v>50.1980896</c:v>
                </c:pt>
                <c:pt idx="3182">
                  <c:v>50.19695217</c:v>
                </c:pt>
                <c:pt idx="3183">
                  <c:v>50.19592802</c:v>
                </c:pt>
                <c:pt idx="3184">
                  <c:v>50.19485732</c:v>
                </c:pt>
                <c:pt idx="3185">
                  <c:v>50.19392628</c:v>
                </c:pt>
                <c:pt idx="3186">
                  <c:v>50.19285558</c:v>
                </c:pt>
                <c:pt idx="3187">
                  <c:v>50.19186401</c:v>
                </c:pt>
                <c:pt idx="3188">
                  <c:v>50.19067383</c:v>
                </c:pt>
                <c:pt idx="3189">
                  <c:v>50.18962097</c:v>
                </c:pt>
                <c:pt idx="3190">
                  <c:v>50.18861932</c:v>
                </c:pt>
                <c:pt idx="3191">
                  <c:v>50.18764173</c:v>
                </c:pt>
                <c:pt idx="3192">
                  <c:v>50.18657102</c:v>
                </c:pt>
                <c:pt idx="3193">
                  <c:v>50.18518066</c:v>
                </c:pt>
                <c:pt idx="3194">
                  <c:v>50.18444824</c:v>
                </c:pt>
                <c:pt idx="3195">
                  <c:v>50.18303305</c:v>
                </c:pt>
                <c:pt idx="3196">
                  <c:v>50.18206787</c:v>
                </c:pt>
                <c:pt idx="3197">
                  <c:v>50.18133545</c:v>
                </c:pt>
                <c:pt idx="3198">
                  <c:v>50.18028259</c:v>
                </c:pt>
                <c:pt idx="3199">
                  <c:v>50.17904663</c:v>
                </c:pt>
                <c:pt idx="3200">
                  <c:v>50.17805196</c:v>
                </c:pt>
                <c:pt idx="3201">
                  <c:v>50.17712402</c:v>
                </c:pt>
                <c:pt idx="3202">
                  <c:v>50.17623643</c:v>
                </c:pt>
                <c:pt idx="3203">
                  <c:v>50.17506409</c:v>
                </c:pt>
                <c:pt idx="3204">
                  <c:v>50.17418813</c:v>
                </c:pt>
                <c:pt idx="3205">
                  <c:v>50.17325708</c:v>
                </c:pt>
                <c:pt idx="3206">
                  <c:v>50.1723175</c:v>
                </c:pt>
                <c:pt idx="3207">
                  <c:v>50.17116223</c:v>
                </c:pt>
                <c:pt idx="3208">
                  <c:v>50.17071533</c:v>
                </c:pt>
                <c:pt idx="3209">
                  <c:v>50.16943359</c:v>
                </c:pt>
                <c:pt idx="3210">
                  <c:v>50.16856384</c:v>
                </c:pt>
                <c:pt idx="3211">
                  <c:v>50.16773987</c:v>
                </c:pt>
                <c:pt idx="3212">
                  <c:v>50.16732788</c:v>
                </c:pt>
                <c:pt idx="3213">
                  <c:v>50.16641391</c:v>
                </c:pt>
                <c:pt idx="3214">
                  <c:v>50.16562252</c:v>
                </c:pt>
                <c:pt idx="3215">
                  <c:v>50.16455182</c:v>
                </c:pt>
                <c:pt idx="3216">
                  <c:v>50.16384888</c:v>
                </c:pt>
                <c:pt idx="3217">
                  <c:v>50.1630249</c:v>
                </c:pt>
                <c:pt idx="3218">
                  <c:v>50.16233826</c:v>
                </c:pt>
                <c:pt idx="3219">
                  <c:v>50.16151428</c:v>
                </c:pt>
                <c:pt idx="3220">
                  <c:v>50.16073608</c:v>
                </c:pt>
                <c:pt idx="3221">
                  <c:v>50.15985004</c:v>
                </c:pt>
                <c:pt idx="3222">
                  <c:v>50.15896555</c:v>
                </c:pt>
                <c:pt idx="3223">
                  <c:v>50.15817416</c:v>
                </c:pt>
                <c:pt idx="3224">
                  <c:v>50.15756898</c:v>
                </c:pt>
                <c:pt idx="3225">
                  <c:v>50.15668449</c:v>
                </c:pt>
                <c:pt idx="3226">
                  <c:v>50.1558931</c:v>
                </c:pt>
                <c:pt idx="3227">
                  <c:v>50.15510171</c:v>
                </c:pt>
                <c:pt idx="3228">
                  <c:v>50.15421722</c:v>
                </c:pt>
                <c:pt idx="3229">
                  <c:v>50.15361204</c:v>
                </c:pt>
                <c:pt idx="3230">
                  <c:v>50.15286255</c:v>
                </c:pt>
                <c:pt idx="3231">
                  <c:v>50.15174995</c:v>
                </c:pt>
                <c:pt idx="3232">
                  <c:v>50.15100511</c:v>
                </c:pt>
                <c:pt idx="3233">
                  <c:v>50.15029907</c:v>
                </c:pt>
                <c:pt idx="3234">
                  <c:v>50.1494751</c:v>
                </c:pt>
                <c:pt idx="3235">
                  <c:v>50.14881716</c:v>
                </c:pt>
                <c:pt idx="3236">
                  <c:v>50.14811888</c:v>
                </c:pt>
                <c:pt idx="3237">
                  <c:v>50.14741516</c:v>
                </c:pt>
                <c:pt idx="3238">
                  <c:v>50.14672852</c:v>
                </c:pt>
                <c:pt idx="3239">
                  <c:v>50.14622498</c:v>
                </c:pt>
                <c:pt idx="3240">
                  <c:v>50.14551195</c:v>
                </c:pt>
                <c:pt idx="3241">
                  <c:v>50.14495332</c:v>
                </c:pt>
                <c:pt idx="3242">
                  <c:v>50.14434814</c:v>
                </c:pt>
                <c:pt idx="3243">
                  <c:v>50.14388262</c:v>
                </c:pt>
                <c:pt idx="3244">
                  <c:v>50.14315796</c:v>
                </c:pt>
                <c:pt idx="3245">
                  <c:v>50.14247131</c:v>
                </c:pt>
                <c:pt idx="3246">
                  <c:v>50.141922</c:v>
                </c:pt>
                <c:pt idx="3247">
                  <c:v>50.14151001</c:v>
                </c:pt>
                <c:pt idx="3248">
                  <c:v>50.14073181</c:v>
                </c:pt>
                <c:pt idx="3249">
                  <c:v>50.14022827</c:v>
                </c:pt>
                <c:pt idx="3250">
                  <c:v>50.13990784</c:v>
                </c:pt>
                <c:pt idx="3251">
                  <c:v>50.13936706</c:v>
                </c:pt>
                <c:pt idx="3252">
                  <c:v>50.13885498</c:v>
                </c:pt>
                <c:pt idx="3253">
                  <c:v>50.13825989</c:v>
                </c:pt>
                <c:pt idx="3254">
                  <c:v>50.13778428</c:v>
                </c:pt>
                <c:pt idx="3255">
                  <c:v>50.1372722</c:v>
                </c:pt>
                <c:pt idx="3256">
                  <c:v>50.13670349</c:v>
                </c:pt>
                <c:pt idx="3257">
                  <c:v>50.13619995</c:v>
                </c:pt>
                <c:pt idx="3258">
                  <c:v>50.13573598</c:v>
                </c:pt>
                <c:pt idx="3259">
                  <c:v>50.1353302</c:v>
                </c:pt>
                <c:pt idx="3260">
                  <c:v>50.13487244</c:v>
                </c:pt>
                <c:pt idx="3261">
                  <c:v>50.13429286</c:v>
                </c:pt>
                <c:pt idx="3262">
                  <c:v>50.13387389</c:v>
                </c:pt>
                <c:pt idx="3263">
                  <c:v>50.13345337</c:v>
                </c:pt>
                <c:pt idx="3264">
                  <c:v>50.13303595</c:v>
                </c:pt>
                <c:pt idx="3265">
                  <c:v>50.13267517</c:v>
                </c:pt>
                <c:pt idx="3266">
                  <c:v>50.13229111</c:v>
                </c:pt>
                <c:pt idx="3267">
                  <c:v>50.13187214</c:v>
                </c:pt>
                <c:pt idx="3268">
                  <c:v>50.13148499</c:v>
                </c:pt>
                <c:pt idx="3269">
                  <c:v>50.1310342</c:v>
                </c:pt>
                <c:pt idx="3270">
                  <c:v>50.13061523</c:v>
                </c:pt>
                <c:pt idx="3271">
                  <c:v>50.13015747</c:v>
                </c:pt>
                <c:pt idx="3272">
                  <c:v>50.12982385</c:v>
                </c:pt>
                <c:pt idx="3273">
                  <c:v>50.12940488</c:v>
                </c:pt>
                <c:pt idx="3274">
                  <c:v>50.12903246</c:v>
                </c:pt>
                <c:pt idx="3275">
                  <c:v>50.12864685</c:v>
                </c:pt>
                <c:pt idx="3276">
                  <c:v>50.12832642</c:v>
                </c:pt>
                <c:pt idx="3277">
                  <c:v>50.12800831</c:v>
                </c:pt>
                <c:pt idx="3278">
                  <c:v>50.12773132</c:v>
                </c:pt>
                <c:pt idx="3279">
                  <c:v>50.12731003</c:v>
                </c:pt>
                <c:pt idx="3280">
                  <c:v>50.1269989</c:v>
                </c:pt>
                <c:pt idx="3281">
                  <c:v>50.12677002</c:v>
                </c:pt>
                <c:pt idx="3282">
                  <c:v>50.12640381</c:v>
                </c:pt>
                <c:pt idx="3283">
                  <c:v>50.12605312</c:v>
                </c:pt>
                <c:pt idx="3284">
                  <c:v>50.12576294</c:v>
                </c:pt>
                <c:pt idx="3285">
                  <c:v>50.1254425</c:v>
                </c:pt>
                <c:pt idx="3286">
                  <c:v>50.12516862</c:v>
                </c:pt>
                <c:pt idx="3287">
                  <c:v>50.12484276</c:v>
                </c:pt>
                <c:pt idx="3288">
                  <c:v>50.1244812</c:v>
                </c:pt>
                <c:pt idx="3289">
                  <c:v>50.12419103</c:v>
                </c:pt>
                <c:pt idx="3290">
                  <c:v>50.12386516</c:v>
                </c:pt>
                <c:pt idx="3291">
                  <c:v>50.123703</c:v>
                </c:pt>
                <c:pt idx="3292">
                  <c:v>50.12339964</c:v>
                </c:pt>
                <c:pt idx="3293">
                  <c:v>50.12312032</c:v>
                </c:pt>
                <c:pt idx="3294">
                  <c:v>50.12274791</c:v>
                </c:pt>
                <c:pt idx="3295">
                  <c:v>50.12246704</c:v>
                </c:pt>
                <c:pt idx="3296">
                  <c:v>50.12223583</c:v>
                </c:pt>
                <c:pt idx="3297">
                  <c:v>50.12195652</c:v>
                </c:pt>
                <c:pt idx="3298">
                  <c:v>50.12163065</c:v>
                </c:pt>
                <c:pt idx="3299">
                  <c:v>50.12136841</c:v>
                </c:pt>
                <c:pt idx="3300">
                  <c:v>50.12109375</c:v>
                </c:pt>
                <c:pt idx="3301">
                  <c:v>50.12081909</c:v>
                </c:pt>
                <c:pt idx="3302">
                  <c:v>50.12055995</c:v>
                </c:pt>
                <c:pt idx="3303">
                  <c:v>50.12017822</c:v>
                </c:pt>
                <c:pt idx="3304">
                  <c:v>50.11986167</c:v>
                </c:pt>
                <c:pt idx="3305">
                  <c:v>50.11962891</c:v>
                </c:pt>
                <c:pt idx="3306">
                  <c:v>50.11948925</c:v>
                </c:pt>
                <c:pt idx="3307">
                  <c:v>50.11907028</c:v>
                </c:pt>
                <c:pt idx="3308">
                  <c:v>50.11888407</c:v>
                </c:pt>
                <c:pt idx="3309">
                  <c:v>50.11860476</c:v>
                </c:pt>
                <c:pt idx="3310">
                  <c:v>50.11830139</c:v>
                </c:pt>
                <c:pt idx="3311">
                  <c:v>50.11799958</c:v>
                </c:pt>
                <c:pt idx="3312">
                  <c:v>50.11772026</c:v>
                </c:pt>
                <c:pt idx="3313">
                  <c:v>50.11744095</c:v>
                </c:pt>
                <c:pt idx="3314">
                  <c:v>50.11711121</c:v>
                </c:pt>
                <c:pt idx="3315">
                  <c:v>50.11683655</c:v>
                </c:pt>
                <c:pt idx="3316">
                  <c:v>50.11655646</c:v>
                </c:pt>
                <c:pt idx="3317">
                  <c:v>50.11628723</c:v>
                </c:pt>
                <c:pt idx="3318">
                  <c:v>50.11601257</c:v>
                </c:pt>
                <c:pt idx="3319">
                  <c:v>50.11573792</c:v>
                </c:pt>
                <c:pt idx="3320">
                  <c:v>50.11557886</c:v>
                </c:pt>
                <c:pt idx="3321">
                  <c:v>50.11514282</c:v>
                </c:pt>
                <c:pt idx="3322">
                  <c:v>50.11491394</c:v>
                </c:pt>
                <c:pt idx="3323">
                  <c:v>50.11464782</c:v>
                </c:pt>
                <c:pt idx="3324">
                  <c:v>50.1143685</c:v>
                </c:pt>
                <c:pt idx="3325">
                  <c:v>50.11399841</c:v>
                </c:pt>
                <c:pt idx="3326">
                  <c:v>50.11371677</c:v>
                </c:pt>
                <c:pt idx="3327">
                  <c:v>50.11343746</c:v>
                </c:pt>
                <c:pt idx="3328">
                  <c:v>50.11315815</c:v>
                </c:pt>
                <c:pt idx="3329">
                  <c:v>50.11297194</c:v>
                </c:pt>
                <c:pt idx="3330">
                  <c:v>50.11264607</c:v>
                </c:pt>
                <c:pt idx="3331">
                  <c:v>50.11236676</c:v>
                </c:pt>
                <c:pt idx="3332">
                  <c:v>50.11208744</c:v>
                </c:pt>
                <c:pt idx="3333">
                  <c:v>50.11176158</c:v>
                </c:pt>
                <c:pt idx="3334">
                  <c:v>50.11148226</c:v>
                </c:pt>
                <c:pt idx="3335">
                  <c:v>50.11120295</c:v>
                </c:pt>
                <c:pt idx="3336">
                  <c:v>50.11088562</c:v>
                </c:pt>
                <c:pt idx="3337">
                  <c:v>50.11061096</c:v>
                </c:pt>
                <c:pt idx="3338">
                  <c:v>50.11038208</c:v>
                </c:pt>
                <c:pt idx="3339">
                  <c:v>50.11006165</c:v>
                </c:pt>
                <c:pt idx="3340">
                  <c:v>50.10985294</c:v>
                </c:pt>
                <c:pt idx="3341">
                  <c:v>50.10955811</c:v>
                </c:pt>
                <c:pt idx="3342">
                  <c:v>50.1092012</c:v>
                </c:pt>
                <c:pt idx="3343">
                  <c:v>50.10891724</c:v>
                </c:pt>
                <c:pt idx="3344">
                  <c:v>50.10868913</c:v>
                </c:pt>
                <c:pt idx="3345">
                  <c:v>50.1084137</c:v>
                </c:pt>
                <c:pt idx="3346">
                  <c:v>50.1081305</c:v>
                </c:pt>
                <c:pt idx="3347">
                  <c:v>50.1078186</c:v>
                </c:pt>
                <c:pt idx="3348">
                  <c:v>50.10752532</c:v>
                </c:pt>
                <c:pt idx="3349">
                  <c:v>50.10719946</c:v>
                </c:pt>
                <c:pt idx="3350">
                  <c:v>50.1069667</c:v>
                </c:pt>
                <c:pt idx="3351">
                  <c:v>50.10681152</c:v>
                </c:pt>
                <c:pt idx="3352">
                  <c:v>50.10649109</c:v>
                </c:pt>
                <c:pt idx="3353">
                  <c:v>50.10621643</c:v>
                </c:pt>
                <c:pt idx="3354">
                  <c:v>50.105896</c:v>
                </c:pt>
                <c:pt idx="3355">
                  <c:v>50.10566323</c:v>
                </c:pt>
                <c:pt idx="3356">
                  <c:v>50.10539246</c:v>
                </c:pt>
                <c:pt idx="3357">
                  <c:v>50.10510461</c:v>
                </c:pt>
                <c:pt idx="3358">
                  <c:v>50.10498047</c:v>
                </c:pt>
                <c:pt idx="3359">
                  <c:v>50.10456848</c:v>
                </c:pt>
                <c:pt idx="3360">
                  <c:v>50.10426667</c:v>
                </c:pt>
                <c:pt idx="3361">
                  <c:v>50.10397339</c:v>
                </c:pt>
                <c:pt idx="3362">
                  <c:v>50.10370804</c:v>
                </c:pt>
                <c:pt idx="3363">
                  <c:v>50.10347528</c:v>
                </c:pt>
                <c:pt idx="3364">
                  <c:v>50.10319519</c:v>
                </c:pt>
                <c:pt idx="3365">
                  <c:v>50.10292053</c:v>
                </c:pt>
                <c:pt idx="3366">
                  <c:v>50.10263734</c:v>
                </c:pt>
                <c:pt idx="3367">
                  <c:v>50.10235803</c:v>
                </c:pt>
                <c:pt idx="3368">
                  <c:v>50.10212526</c:v>
                </c:pt>
                <c:pt idx="3369">
                  <c:v>50.10184595</c:v>
                </c:pt>
                <c:pt idx="3370">
                  <c:v>50.10170629</c:v>
                </c:pt>
                <c:pt idx="3371">
                  <c:v>50.10063559</c:v>
                </c:pt>
                <c:pt idx="3372">
                  <c:v>50.10044938</c:v>
                </c:pt>
                <c:pt idx="3373">
                  <c:v>50.10021973</c:v>
                </c:pt>
                <c:pt idx="3374">
                  <c:v>50.09980774</c:v>
                </c:pt>
                <c:pt idx="3375">
                  <c:v>50.099658</c:v>
                </c:pt>
                <c:pt idx="3376">
                  <c:v>50.09937868</c:v>
                </c:pt>
                <c:pt idx="3377">
                  <c:v>50.09912109</c:v>
                </c:pt>
                <c:pt idx="3378">
                  <c:v>50.0987735</c:v>
                </c:pt>
                <c:pt idx="3379">
                  <c:v>50.09854074</c:v>
                </c:pt>
                <c:pt idx="3380">
                  <c:v>50.09844764</c:v>
                </c:pt>
                <c:pt idx="3381">
                  <c:v>50.09802867</c:v>
                </c:pt>
                <c:pt idx="3382">
                  <c:v>50.0977478</c:v>
                </c:pt>
                <c:pt idx="3383">
                  <c:v>50.09728383</c:v>
                </c:pt>
                <c:pt idx="3384">
                  <c:v>50.09687805</c:v>
                </c:pt>
                <c:pt idx="3385">
                  <c:v>50.09628296</c:v>
                </c:pt>
                <c:pt idx="3386">
                  <c:v>50.09577942</c:v>
                </c:pt>
                <c:pt idx="3387">
                  <c:v>50.09495544</c:v>
                </c:pt>
                <c:pt idx="3388">
                  <c:v>50.0944519</c:v>
                </c:pt>
                <c:pt idx="3389">
                  <c:v>50.09430449</c:v>
                </c:pt>
                <c:pt idx="3390">
                  <c:v>50.0933075</c:v>
                </c:pt>
                <c:pt idx="3391">
                  <c:v>50.09314068</c:v>
                </c:pt>
                <c:pt idx="3392">
                  <c:v>50.0925293</c:v>
                </c:pt>
                <c:pt idx="3393">
                  <c:v>50.09234929</c:v>
                </c:pt>
                <c:pt idx="3394">
                  <c:v>50.09197998</c:v>
                </c:pt>
                <c:pt idx="3395">
                  <c:v>50.09169756</c:v>
                </c:pt>
                <c:pt idx="3396">
                  <c:v>50.09143066</c:v>
                </c:pt>
                <c:pt idx="3397">
                  <c:v>50.09129333</c:v>
                </c:pt>
                <c:pt idx="3398">
                  <c:v>50.09056091</c:v>
                </c:pt>
                <c:pt idx="3399">
                  <c:v>50.08959961</c:v>
                </c:pt>
                <c:pt idx="3400">
                  <c:v>50.08923029</c:v>
                </c:pt>
                <c:pt idx="3401">
                  <c:v>50.08895098</c:v>
                </c:pt>
                <c:pt idx="3402">
                  <c:v>50.08877563</c:v>
                </c:pt>
                <c:pt idx="3403">
                  <c:v>50.08850098</c:v>
                </c:pt>
                <c:pt idx="3404">
                  <c:v>50.08815959</c:v>
                </c:pt>
                <c:pt idx="3405">
                  <c:v>50.08790588</c:v>
                </c:pt>
                <c:pt idx="3406">
                  <c:v>50.08732165</c:v>
                </c:pt>
                <c:pt idx="3407">
                  <c:v>50.08712769</c:v>
                </c:pt>
                <c:pt idx="3408">
                  <c:v>50.08685613</c:v>
                </c:pt>
                <c:pt idx="3409">
                  <c:v>50.08657837</c:v>
                </c:pt>
                <c:pt idx="3410">
                  <c:v>50.08648371</c:v>
                </c:pt>
                <c:pt idx="3411">
                  <c:v>50.08587853</c:v>
                </c:pt>
                <c:pt idx="3412">
                  <c:v>50.08541301</c:v>
                </c:pt>
                <c:pt idx="3413">
                  <c:v>50.08518025</c:v>
                </c:pt>
                <c:pt idx="3414">
                  <c:v>50.08466818</c:v>
                </c:pt>
                <c:pt idx="3415">
                  <c:v>50.0843811</c:v>
                </c:pt>
                <c:pt idx="3416">
                  <c:v>50.08410955</c:v>
                </c:pt>
                <c:pt idx="3417">
                  <c:v>50.08383024</c:v>
                </c:pt>
                <c:pt idx="3418">
                  <c:v>50.08355713</c:v>
                </c:pt>
                <c:pt idx="3419">
                  <c:v>50.08331816</c:v>
                </c:pt>
                <c:pt idx="3420">
                  <c:v>50.08305359</c:v>
                </c:pt>
                <c:pt idx="3421">
                  <c:v>50.08275953</c:v>
                </c:pt>
                <c:pt idx="3422">
                  <c:v>50.0824585</c:v>
                </c:pt>
                <c:pt idx="3423">
                  <c:v>50.08220091</c:v>
                </c:pt>
                <c:pt idx="3424">
                  <c:v>50.08192159</c:v>
                </c:pt>
                <c:pt idx="3425">
                  <c:v>50.08168883</c:v>
                </c:pt>
                <c:pt idx="3426">
                  <c:v>50.08140952</c:v>
                </c:pt>
                <c:pt idx="3427">
                  <c:v>50.08108521</c:v>
                </c:pt>
                <c:pt idx="3428">
                  <c:v>50.080944</c:v>
                </c:pt>
                <c:pt idx="3429">
                  <c:v>50.08057158</c:v>
                </c:pt>
                <c:pt idx="3430">
                  <c:v>50.08038537</c:v>
                </c:pt>
                <c:pt idx="3431">
                  <c:v>50.08003235</c:v>
                </c:pt>
                <c:pt idx="3432">
                  <c:v>50.07991985</c:v>
                </c:pt>
                <c:pt idx="3433">
                  <c:v>50.07950088</c:v>
                </c:pt>
                <c:pt idx="3434">
                  <c:v>50.07936122</c:v>
                </c:pt>
                <c:pt idx="3435">
                  <c:v>50.07902527</c:v>
                </c:pt>
                <c:pt idx="3436">
                  <c:v>50.07875061</c:v>
                </c:pt>
                <c:pt idx="3437">
                  <c:v>50.07852328</c:v>
                </c:pt>
                <c:pt idx="3438">
                  <c:v>50.07829285</c:v>
                </c:pt>
                <c:pt idx="3439">
                  <c:v>50.07788086</c:v>
                </c:pt>
                <c:pt idx="3440">
                  <c:v>50.07769775</c:v>
                </c:pt>
                <c:pt idx="3441">
                  <c:v>50.07740603</c:v>
                </c:pt>
                <c:pt idx="3442">
                  <c:v>50.07723999</c:v>
                </c:pt>
                <c:pt idx="3443">
                  <c:v>50.0769405</c:v>
                </c:pt>
                <c:pt idx="3444">
                  <c:v>50.07666119</c:v>
                </c:pt>
                <c:pt idx="3445">
                  <c:v>50.07638188</c:v>
                </c:pt>
                <c:pt idx="3446">
                  <c:v>50.07610256</c:v>
                </c:pt>
                <c:pt idx="3447">
                  <c:v>50.07582325</c:v>
                </c:pt>
                <c:pt idx="3448">
                  <c:v>50.07559204</c:v>
                </c:pt>
                <c:pt idx="3449">
                  <c:v>50.07531738</c:v>
                </c:pt>
                <c:pt idx="3450">
                  <c:v>50.07504272</c:v>
                </c:pt>
                <c:pt idx="3451">
                  <c:v>50.0747991</c:v>
                </c:pt>
                <c:pt idx="3452">
                  <c:v>50.07458496</c:v>
                </c:pt>
                <c:pt idx="3453">
                  <c:v>50.07426453</c:v>
                </c:pt>
                <c:pt idx="3454">
                  <c:v>50.07403564</c:v>
                </c:pt>
                <c:pt idx="3455">
                  <c:v>50.07376099</c:v>
                </c:pt>
                <c:pt idx="3456">
                  <c:v>50.07349564</c:v>
                </c:pt>
                <c:pt idx="3457">
                  <c:v>50.07326288</c:v>
                </c:pt>
                <c:pt idx="3458">
                  <c:v>50.07303012</c:v>
                </c:pt>
                <c:pt idx="3459">
                  <c:v>50.07279736</c:v>
                </c:pt>
                <c:pt idx="3460">
                  <c:v>50.07243347</c:v>
                </c:pt>
                <c:pt idx="3461">
                  <c:v>50.07225037</c:v>
                </c:pt>
                <c:pt idx="3462">
                  <c:v>50.07195941</c:v>
                </c:pt>
                <c:pt idx="3463">
                  <c:v>50.07170105</c:v>
                </c:pt>
                <c:pt idx="3464">
                  <c:v>50.07144734</c:v>
                </c:pt>
                <c:pt idx="3465">
                  <c:v>50.07121458</c:v>
                </c:pt>
                <c:pt idx="3466">
                  <c:v>50.0710144</c:v>
                </c:pt>
                <c:pt idx="3467">
                  <c:v>50.07073975</c:v>
                </c:pt>
                <c:pt idx="3468">
                  <c:v>50.07056285</c:v>
                </c:pt>
                <c:pt idx="3469">
                  <c:v>50.07028353</c:v>
                </c:pt>
                <c:pt idx="3470">
                  <c:v>50.0700531</c:v>
                </c:pt>
                <c:pt idx="3471">
                  <c:v>50.06982422</c:v>
                </c:pt>
                <c:pt idx="3472">
                  <c:v>50.06964111</c:v>
                </c:pt>
                <c:pt idx="3473">
                  <c:v>50.06939904</c:v>
                </c:pt>
                <c:pt idx="3474">
                  <c:v>50.06916628</c:v>
                </c:pt>
                <c:pt idx="3475">
                  <c:v>50.06893352</c:v>
                </c:pt>
                <c:pt idx="3476">
                  <c:v>50.06870076</c:v>
                </c:pt>
                <c:pt idx="3477">
                  <c:v>50.0684967</c:v>
                </c:pt>
                <c:pt idx="3478">
                  <c:v>50.06828179</c:v>
                </c:pt>
                <c:pt idx="3479">
                  <c:v>50.06808472</c:v>
                </c:pt>
                <c:pt idx="3480">
                  <c:v>50.06790161</c:v>
                </c:pt>
                <c:pt idx="3481">
                  <c:v>50.06767273</c:v>
                </c:pt>
                <c:pt idx="3482">
                  <c:v>50.06744385</c:v>
                </c:pt>
                <c:pt idx="3483">
                  <c:v>50.06725764</c:v>
                </c:pt>
                <c:pt idx="3484">
                  <c:v>50.06693177</c:v>
                </c:pt>
                <c:pt idx="3485">
                  <c:v>50.06683867</c:v>
                </c:pt>
                <c:pt idx="3486">
                  <c:v>50.06665246</c:v>
                </c:pt>
                <c:pt idx="3487">
                  <c:v>50.06632659</c:v>
                </c:pt>
                <c:pt idx="3488">
                  <c:v>50.06616211</c:v>
                </c:pt>
                <c:pt idx="3489">
                  <c:v>50.06595418</c:v>
                </c:pt>
                <c:pt idx="3490">
                  <c:v>50.06572141</c:v>
                </c:pt>
                <c:pt idx="3491">
                  <c:v>50.06553521</c:v>
                </c:pt>
                <c:pt idx="3492">
                  <c:v>50.06533813</c:v>
                </c:pt>
                <c:pt idx="3493">
                  <c:v>50.06511624</c:v>
                </c:pt>
                <c:pt idx="3494">
                  <c:v>50.06497658</c:v>
                </c:pt>
                <c:pt idx="3495">
                  <c:v>50.06474382</c:v>
                </c:pt>
                <c:pt idx="3496">
                  <c:v>50.06432485</c:v>
                </c:pt>
                <c:pt idx="3497">
                  <c:v>50.06414795</c:v>
                </c:pt>
                <c:pt idx="3498">
                  <c:v>50.06395243</c:v>
                </c:pt>
                <c:pt idx="3499">
                  <c:v>50.06378174</c:v>
                </c:pt>
                <c:pt idx="3500">
                  <c:v>50.06355286</c:v>
                </c:pt>
                <c:pt idx="3501">
                  <c:v>50.06334725</c:v>
                </c:pt>
                <c:pt idx="3502">
                  <c:v>50.06309509</c:v>
                </c:pt>
                <c:pt idx="3503">
                  <c:v>50.06286621</c:v>
                </c:pt>
                <c:pt idx="3504">
                  <c:v>50.06269552</c:v>
                </c:pt>
                <c:pt idx="3505">
                  <c:v>50.0625</c:v>
                </c:pt>
                <c:pt idx="3506">
                  <c:v>50.06227112</c:v>
                </c:pt>
                <c:pt idx="3507">
                  <c:v>50.06209034</c:v>
                </c:pt>
                <c:pt idx="3508">
                  <c:v>50.06190413</c:v>
                </c:pt>
                <c:pt idx="3509">
                  <c:v>50.0617218</c:v>
                </c:pt>
                <c:pt idx="3510">
                  <c:v>50.06144714</c:v>
                </c:pt>
                <c:pt idx="3511">
                  <c:v>50.0612524</c:v>
                </c:pt>
                <c:pt idx="3512">
                  <c:v>50.06101964</c:v>
                </c:pt>
                <c:pt idx="3513">
                  <c:v>50.06085205</c:v>
                </c:pt>
                <c:pt idx="3514">
                  <c:v>50.06071472</c:v>
                </c:pt>
                <c:pt idx="3515">
                  <c:v>50.06048584</c:v>
                </c:pt>
                <c:pt idx="3516">
                  <c:v>50.06025696</c:v>
                </c:pt>
                <c:pt idx="3517">
                  <c:v>50.06021118</c:v>
                </c:pt>
                <c:pt idx="3518">
                  <c:v>50.05989075</c:v>
                </c:pt>
                <c:pt idx="3519">
                  <c:v>50.05966962</c:v>
                </c:pt>
                <c:pt idx="3520">
                  <c:v>50.05947876</c:v>
                </c:pt>
                <c:pt idx="3521">
                  <c:v>50.05925065</c:v>
                </c:pt>
                <c:pt idx="3522">
                  <c:v>50.05906444</c:v>
                </c:pt>
                <c:pt idx="3523">
                  <c:v>50.05883789</c:v>
                </c:pt>
                <c:pt idx="3524">
                  <c:v>50.05865479</c:v>
                </c:pt>
                <c:pt idx="3525">
                  <c:v>50.0584259</c:v>
                </c:pt>
                <c:pt idx="3526">
                  <c:v>50.05810547</c:v>
                </c:pt>
                <c:pt idx="3527">
                  <c:v>50.05794719</c:v>
                </c:pt>
                <c:pt idx="3528">
                  <c:v>50.05776098</c:v>
                </c:pt>
                <c:pt idx="3529">
                  <c:v>50.05751038</c:v>
                </c:pt>
                <c:pt idx="3530">
                  <c:v>50.05729546</c:v>
                </c:pt>
                <c:pt idx="3531">
                  <c:v>50.0570627</c:v>
                </c:pt>
                <c:pt idx="3532">
                  <c:v>50.05696106</c:v>
                </c:pt>
                <c:pt idx="3533">
                  <c:v>50.05664373</c:v>
                </c:pt>
                <c:pt idx="3534">
                  <c:v>50.05650407</c:v>
                </c:pt>
                <c:pt idx="3535">
                  <c:v>50.05627441</c:v>
                </c:pt>
                <c:pt idx="3536">
                  <c:v>50.05604553</c:v>
                </c:pt>
                <c:pt idx="3537">
                  <c:v>50.05585234</c:v>
                </c:pt>
                <c:pt idx="3538">
                  <c:v>50.05571268</c:v>
                </c:pt>
                <c:pt idx="3539">
                  <c:v>50.05549622</c:v>
                </c:pt>
                <c:pt idx="3540">
                  <c:v>50.05526733</c:v>
                </c:pt>
                <c:pt idx="3541">
                  <c:v>50.05506095</c:v>
                </c:pt>
                <c:pt idx="3542">
                  <c:v>50.05487474</c:v>
                </c:pt>
                <c:pt idx="3543">
                  <c:v>50.05467224</c:v>
                </c:pt>
                <c:pt idx="3544">
                  <c:v>50.05440922</c:v>
                </c:pt>
                <c:pt idx="3545">
                  <c:v>50.05430603</c:v>
                </c:pt>
                <c:pt idx="3546">
                  <c:v>50.0540368</c:v>
                </c:pt>
                <c:pt idx="3547">
                  <c:v>50.05384827</c:v>
                </c:pt>
                <c:pt idx="3548">
                  <c:v>50.05357128</c:v>
                </c:pt>
                <c:pt idx="3549">
                  <c:v>50.05338507</c:v>
                </c:pt>
                <c:pt idx="3550">
                  <c:v>50.05315231</c:v>
                </c:pt>
                <c:pt idx="3551">
                  <c:v>50.05305921</c:v>
                </c:pt>
                <c:pt idx="3552">
                  <c:v>50.05282644</c:v>
                </c:pt>
                <c:pt idx="3553">
                  <c:v>50.0526123</c:v>
                </c:pt>
                <c:pt idx="3554">
                  <c:v>50.05222127</c:v>
                </c:pt>
                <c:pt idx="3555">
                  <c:v>50.0519885</c:v>
                </c:pt>
                <c:pt idx="3556">
                  <c:v>50.05169678</c:v>
                </c:pt>
                <c:pt idx="3557">
                  <c:v>50.05147643</c:v>
                </c:pt>
                <c:pt idx="3558">
                  <c:v>50.05124367</c:v>
                </c:pt>
                <c:pt idx="3559">
                  <c:v>50.05105746</c:v>
                </c:pt>
                <c:pt idx="3560">
                  <c:v>50.0508728</c:v>
                </c:pt>
                <c:pt idx="3561">
                  <c:v>50.05064392</c:v>
                </c:pt>
                <c:pt idx="3562">
                  <c:v>50.05046082</c:v>
                </c:pt>
                <c:pt idx="3563">
                  <c:v>50.05023193</c:v>
                </c:pt>
                <c:pt idx="3564">
                  <c:v>50.05004883</c:v>
                </c:pt>
                <c:pt idx="3565">
                  <c:v>50.04986572</c:v>
                </c:pt>
                <c:pt idx="3566">
                  <c:v>50.04963684</c:v>
                </c:pt>
                <c:pt idx="3567">
                  <c:v>50.04945374</c:v>
                </c:pt>
                <c:pt idx="3568">
                  <c:v>50.04922485</c:v>
                </c:pt>
                <c:pt idx="3569">
                  <c:v>50.0489502</c:v>
                </c:pt>
                <c:pt idx="3570">
                  <c:v>50.04876709</c:v>
                </c:pt>
                <c:pt idx="3571">
                  <c:v>50.04853821</c:v>
                </c:pt>
                <c:pt idx="3572">
                  <c:v>50.04830933</c:v>
                </c:pt>
                <c:pt idx="3573">
                  <c:v>50.04808044</c:v>
                </c:pt>
                <c:pt idx="3574">
                  <c:v>50.04789734</c:v>
                </c:pt>
                <c:pt idx="3575">
                  <c:v>50.0477057</c:v>
                </c:pt>
                <c:pt idx="3576">
                  <c:v>50.04747294</c:v>
                </c:pt>
                <c:pt idx="3577">
                  <c:v>50.04725647</c:v>
                </c:pt>
                <c:pt idx="3578">
                  <c:v>50.04711914</c:v>
                </c:pt>
                <c:pt idx="3579">
                  <c:v>50.04691431</c:v>
                </c:pt>
                <c:pt idx="3580">
                  <c:v>50.0466156</c:v>
                </c:pt>
                <c:pt idx="3581">
                  <c:v>50.04647827</c:v>
                </c:pt>
                <c:pt idx="3582">
                  <c:v>50.04626258</c:v>
                </c:pt>
                <c:pt idx="3583">
                  <c:v>50.04615784</c:v>
                </c:pt>
                <c:pt idx="3584">
                  <c:v>50.04584361</c:v>
                </c:pt>
                <c:pt idx="3585">
                  <c:v>50.04561085</c:v>
                </c:pt>
                <c:pt idx="3586">
                  <c:v>50.04537809</c:v>
                </c:pt>
                <c:pt idx="3587">
                  <c:v>50.0450592</c:v>
                </c:pt>
                <c:pt idx="3588">
                  <c:v>50.04460144</c:v>
                </c:pt>
                <c:pt idx="3589">
                  <c:v>50.04428101</c:v>
                </c:pt>
                <c:pt idx="3590">
                  <c:v>50.04405212</c:v>
                </c:pt>
                <c:pt idx="3591">
                  <c:v>50.04398152</c:v>
                </c:pt>
                <c:pt idx="3592">
                  <c:v>50.04290771</c:v>
                </c:pt>
                <c:pt idx="3593">
                  <c:v>50.04272461</c:v>
                </c:pt>
              </c:numCache>
            </c:numRef>
          </c:yVal>
        </c:ser>
        <c:ser>
          <c:idx val="2"/>
          <c:order val="2"/>
          <c:tx>
            <c:v>Cluster 2 (68 flights)</c:v>
          </c:tx>
          <c:spPr>
            <a:ln xmlns:a="http://schemas.openxmlformats.org/drawingml/2006/main" w="23813">
              <a:solidFill>
                <a:srgbClr val="2C9652"/>
              </a:solidFill>
            </a:ln>
          </c:spPr>
          <c:marker>
            <c:symbol val="none"/>
          </c:marker>
          <c:xVal>
            <c:numRef>
              <c:f>'Chart Data'!$E$2:$E$3217</c:f>
              <c:numCache>
                <c:formatCode>General</c:formatCode>
                <c:ptCount val="3216"/>
                <c:pt idx="0">
                  <c:v>-0.45890808</c:v>
                </c:pt>
                <c:pt idx="1">
                  <c:v>-0.45838227</c:v>
                </c:pt>
                <c:pt idx="2">
                  <c:v>-0.45639038</c:v>
                </c:pt>
                <c:pt idx="3">
                  <c:v>-0.45532227</c:v>
                </c:pt>
                <c:pt idx="4">
                  <c:v>-0.45429951</c:v>
                </c:pt>
                <c:pt idx="5">
                  <c:v>-0.4533345</c:v>
                </c:pt>
                <c:pt idx="6">
                  <c:v>-0.45188904</c:v>
                </c:pt>
                <c:pt idx="7">
                  <c:v>-0.4510498</c:v>
                </c:pt>
                <c:pt idx="8">
                  <c:v>-0.45006829</c:v>
                </c:pt>
                <c:pt idx="9">
                  <c:v>-0.44898987</c:v>
                </c:pt>
                <c:pt idx="10">
                  <c:v>-0.4477671</c:v>
                </c:pt>
                <c:pt idx="11">
                  <c:v>-0.44576284</c:v>
                </c:pt>
                <c:pt idx="12">
                  <c:v>-0.44464936</c:v>
                </c:pt>
                <c:pt idx="13">
                  <c:v>-0.44346165</c:v>
                </c:pt>
                <c:pt idx="14">
                  <c:v>-0.4426451</c:v>
                </c:pt>
                <c:pt idx="15">
                  <c:v>-0.44145739</c:v>
                </c:pt>
                <c:pt idx="16">
                  <c:v>-0.44021606</c:v>
                </c:pt>
                <c:pt idx="17">
                  <c:v>-0.43967582</c:v>
                </c:pt>
                <c:pt idx="18">
                  <c:v>-0.43823242</c:v>
                </c:pt>
                <c:pt idx="19">
                  <c:v>-0.43700347</c:v>
                </c:pt>
                <c:pt idx="20">
                  <c:v>-0.4360199</c:v>
                </c:pt>
                <c:pt idx="21">
                  <c:v>-0.4347229</c:v>
                </c:pt>
                <c:pt idx="22">
                  <c:v>-0.4335022</c:v>
                </c:pt>
                <c:pt idx="23">
                  <c:v>-0.43281555</c:v>
                </c:pt>
                <c:pt idx="24">
                  <c:v>-0.43174744</c:v>
                </c:pt>
                <c:pt idx="25">
                  <c:v>-0.42999268</c:v>
                </c:pt>
                <c:pt idx="26">
                  <c:v>-0.42943181</c:v>
                </c:pt>
                <c:pt idx="27">
                  <c:v>-0.42793274</c:v>
                </c:pt>
                <c:pt idx="28">
                  <c:v>-0.42671204</c:v>
                </c:pt>
                <c:pt idx="29">
                  <c:v>-0.42564598</c:v>
                </c:pt>
                <c:pt idx="30">
                  <c:v>-0.42457581</c:v>
                </c:pt>
                <c:pt idx="31">
                  <c:v>-0.42319633</c:v>
                </c:pt>
                <c:pt idx="32">
                  <c:v>-0.42223131</c:v>
                </c:pt>
                <c:pt idx="33">
                  <c:v>-0.42089514</c:v>
                </c:pt>
                <c:pt idx="34">
                  <c:v>-0.41970743</c:v>
                </c:pt>
                <c:pt idx="35">
                  <c:v>-0.41862488</c:v>
                </c:pt>
                <c:pt idx="36">
                  <c:v>-0.41732788</c:v>
                </c:pt>
                <c:pt idx="37">
                  <c:v>-0.41621853</c:v>
                </c:pt>
                <c:pt idx="38">
                  <c:v>-0.41503081</c:v>
                </c:pt>
                <c:pt idx="39">
                  <c:v>-0.41376887</c:v>
                </c:pt>
                <c:pt idx="40">
                  <c:v>-0.41258116</c:v>
                </c:pt>
                <c:pt idx="41">
                  <c:v>-0.41152954</c:v>
                </c:pt>
                <c:pt idx="42">
                  <c:v>-0.41030884</c:v>
                </c:pt>
                <c:pt idx="43">
                  <c:v>-0.40931495</c:v>
                </c:pt>
                <c:pt idx="44">
                  <c:v>-0.40820148</c:v>
                </c:pt>
                <c:pt idx="45">
                  <c:v>-0.4069519</c:v>
                </c:pt>
                <c:pt idx="46">
                  <c:v>-0.40582605</c:v>
                </c:pt>
                <c:pt idx="47">
                  <c:v>-0.40463834</c:v>
                </c:pt>
                <c:pt idx="48">
                  <c:v>-0.40344238</c:v>
                </c:pt>
                <c:pt idx="49">
                  <c:v>-0.40226292</c:v>
                </c:pt>
                <c:pt idx="50">
                  <c:v>-0.40100098</c:v>
                </c:pt>
                <c:pt idx="51">
                  <c:v>-0.39996173</c:v>
                </c:pt>
                <c:pt idx="52">
                  <c:v>-0.3993988</c:v>
                </c:pt>
                <c:pt idx="53">
                  <c:v>-0.39795747</c:v>
                </c:pt>
                <c:pt idx="54">
                  <c:v>-0.39642334</c:v>
                </c:pt>
                <c:pt idx="55">
                  <c:v>-0.39535935</c:v>
                </c:pt>
                <c:pt idx="56">
                  <c:v>-0.39409741</c:v>
                </c:pt>
                <c:pt idx="57">
                  <c:v>-0.39290969</c:v>
                </c:pt>
                <c:pt idx="58">
                  <c:v>-0.39164775</c:v>
                </c:pt>
                <c:pt idx="59">
                  <c:v>-0.39068274</c:v>
                </c:pt>
                <c:pt idx="60">
                  <c:v>-0.38948059</c:v>
                </c:pt>
                <c:pt idx="61">
                  <c:v>-0.38825989</c:v>
                </c:pt>
                <c:pt idx="62">
                  <c:v>-0.38696289</c:v>
                </c:pt>
                <c:pt idx="63">
                  <c:v>-0.38556073</c:v>
                </c:pt>
                <c:pt idx="64">
                  <c:v>-0.38459572</c:v>
                </c:pt>
                <c:pt idx="65">
                  <c:v>-0.38355647</c:v>
                </c:pt>
                <c:pt idx="66">
                  <c:v>-0.38170067</c:v>
                </c:pt>
                <c:pt idx="67">
                  <c:v>-0.3805542</c:v>
                </c:pt>
                <c:pt idx="68">
                  <c:v>-0.37939948</c:v>
                </c:pt>
                <c:pt idx="69">
                  <c:v>-0.37811279</c:v>
                </c:pt>
                <c:pt idx="70">
                  <c:v>-0.37704468</c:v>
                </c:pt>
                <c:pt idx="71">
                  <c:v>-0.37574768</c:v>
                </c:pt>
                <c:pt idx="72">
                  <c:v>-0.37442594</c:v>
                </c:pt>
                <c:pt idx="73">
                  <c:v>-0.37257014</c:v>
                </c:pt>
                <c:pt idx="74">
                  <c:v>-0.37132263</c:v>
                </c:pt>
                <c:pt idx="75">
                  <c:v>-0.36997202</c:v>
                </c:pt>
                <c:pt idx="76">
                  <c:v>-0.36636353</c:v>
                </c:pt>
                <c:pt idx="77">
                  <c:v>-0.36418193</c:v>
                </c:pt>
                <c:pt idx="78">
                  <c:v>-0.3629303</c:v>
                </c:pt>
                <c:pt idx="79">
                  <c:v>-0.36186218</c:v>
                </c:pt>
                <c:pt idx="80">
                  <c:v>-0.3603363</c:v>
                </c:pt>
                <c:pt idx="81">
                  <c:v>-0.35839184</c:v>
                </c:pt>
                <c:pt idx="82">
                  <c:v>-0.35727836</c:v>
                </c:pt>
                <c:pt idx="83">
                  <c:v>-0.35571949</c:v>
                </c:pt>
                <c:pt idx="84">
                  <c:v>-0.35416062</c:v>
                </c:pt>
                <c:pt idx="85">
                  <c:v>-0.35245328</c:v>
                </c:pt>
                <c:pt idx="86">
                  <c:v>-0.35082018</c:v>
                </c:pt>
                <c:pt idx="87">
                  <c:v>-0.34942627</c:v>
                </c:pt>
                <c:pt idx="88">
                  <c:v>-0.34740551</c:v>
                </c:pt>
                <c:pt idx="89">
                  <c:v>-0.34577241</c:v>
                </c:pt>
                <c:pt idx="90">
                  <c:v>-0.34413931</c:v>
                </c:pt>
                <c:pt idx="91">
                  <c:v>-0.34248352</c:v>
                </c:pt>
                <c:pt idx="92">
                  <c:v>-0.34072876</c:v>
                </c:pt>
                <c:pt idx="93">
                  <c:v>-0.33886884</c:v>
                </c:pt>
                <c:pt idx="94">
                  <c:v>-0.33729553</c:v>
                </c:pt>
                <c:pt idx="95">
                  <c:v>-0.33560263</c:v>
                </c:pt>
                <c:pt idx="96">
                  <c:v>-0.33401489</c:v>
                </c:pt>
                <c:pt idx="97">
                  <c:v>-0.3320395</c:v>
                </c:pt>
                <c:pt idx="98">
                  <c:v>-0.33010947</c:v>
                </c:pt>
                <c:pt idx="99">
                  <c:v>-0.32852173</c:v>
                </c:pt>
                <c:pt idx="100">
                  <c:v>-0.3266948</c:v>
                </c:pt>
                <c:pt idx="101">
                  <c:v>-0.32528439</c:v>
                </c:pt>
                <c:pt idx="102">
                  <c:v>-0.32342859</c:v>
                </c:pt>
                <c:pt idx="103">
                  <c:v>-0.32165527</c:v>
                </c:pt>
                <c:pt idx="104">
                  <c:v>-0.31964276</c:v>
                </c:pt>
                <c:pt idx="105">
                  <c:v>-0.31823236</c:v>
                </c:pt>
                <c:pt idx="106">
                  <c:v>-0.31548577</c:v>
                </c:pt>
                <c:pt idx="107">
                  <c:v>-0.31407537</c:v>
                </c:pt>
                <c:pt idx="108">
                  <c:v>-0.31204224</c:v>
                </c:pt>
                <c:pt idx="109">
                  <c:v>-0.310438</c:v>
                </c:pt>
                <c:pt idx="110">
                  <c:v>-0.30835951</c:v>
                </c:pt>
                <c:pt idx="111">
                  <c:v>-0.30677795</c:v>
                </c:pt>
                <c:pt idx="112">
                  <c:v>-0.30548096</c:v>
                </c:pt>
                <c:pt idx="113">
                  <c:v>-0.3034602</c:v>
                </c:pt>
                <c:pt idx="114">
                  <c:v>-0.30143738</c:v>
                </c:pt>
                <c:pt idx="115">
                  <c:v>-0.29945374</c:v>
                </c:pt>
                <c:pt idx="116">
                  <c:v>-0.29762268</c:v>
                </c:pt>
                <c:pt idx="117">
                  <c:v>-0.29559161</c:v>
                </c:pt>
                <c:pt idx="118">
                  <c:v>-0.29396057</c:v>
                </c:pt>
                <c:pt idx="119">
                  <c:v>-0.29266357</c:v>
                </c:pt>
                <c:pt idx="120">
                  <c:v>-0.29083252</c:v>
                </c:pt>
                <c:pt idx="121">
                  <c:v>-0.28877258</c:v>
                </c:pt>
                <c:pt idx="122">
                  <c:v>-0.28712917</c:v>
                </c:pt>
                <c:pt idx="123">
                  <c:v>-0.28541565</c:v>
                </c:pt>
                <c:pt idx="124">
                  <c:v>-0.28245256</c:v>
                </c:pt>
                <c:pt idx="125">
                  <c:v>-0.28059676</c:v>
                </c:pt>
                <c:pt idx="126">
                  <c:v>-0.27911212</c:v>
                </c:pt>
                <c:pt idx="127">
                  <c:v>-0.27718209</c:v>
                </c:pt>
                <c:pt idx="128">
                  <c:v>-0.27510359</c:v>
                </c:pt>
                <c:pt idx="129">
                  <c:v>-0.2734375</c:v>
                </c:pt>
                <c:pt idx="130">
                  <c:v>-0.27153015</c:v>
                </c:pt>
                <c:pt idx="131">
                  <c:v>-0.26961043</c:v>
                </c:pt>
                <c:pt idx="132">
                  <c:v>-0.26812579</c:v>
                </c:pt>
                <c:pt idx="133">
                  <c:v>-0.26619576</c:v>
                </c:pt>
                <c:pt idx="134">
                  <c:v>-0.26428223</c:v>
                </c:pt>
                <c:pt idx="135">
                  <c:v>-0.26218724</c:v>
                </c:pt>
                <c:pt idx="136">
                  <c:v>-0.26046753</c:v>
                </c:pt>
                <c:pt idx="137">
                  <c:v>-0.25856018</c:v>
                </c:pt>
                <c:pt idx="138">
                  <c:v>-0.25632291</c:v>
                </c:pt>
                <c:pt idx="139">
                  <c:v>-0.25439288</c:v>
                </c:pt>
                <c:pt idx="140">
                  <c:v>-0.25268555</c:v>
                </c:pt>
                <c:pt idx="141">
                  <c:v>-0.25054932</c:v>
                </c:pt>
                <c:pt idx="142">
                  <c:v>-0.24882549</c:v>
                </c:pt>
                <c:pt idx="143">
                  <c:v>-0.24673462</c:v>
                </c:pt>
                <c:pt idx="144">
                  <c:v>-0.24481696</c:v>
                </c:pt>
                <c:pt idx="145">
                  <c:v>-0.24288693</c:v>
                </c:pt>
                <c:pt idx="146">
                  <c:v>-0.24116516</c:v>
                </c:pt>
                <c:pt idx="147">
                  <c:v>-0.23947226</c:v>
                </c:pt>
                <c:pt idx="148">
                  <c:v>-0.23731953</c:v>
                </c:pt>
                <c:pt idx="149">
                  <c:v>-0.23546374</c:v>
                </c:pt>
                <c:pt idx="150">
                  <c:v>-0.2335337</c:v>
                </c:pt>
                <c:pt idx="151">
                  <c:v>-0.23197483</c:v>
                </c:pt>
                <c:pt idx="152">
                  <c:v>-0.23002625</c:v>
                </c:pt>
                <c:pt idx="153">
                  <c:v>-0.2281189</c:v>
                </c:pt>
                <c:pt idx="154">
                  <c:v>-0.22521973</c:v>
                </c:pt>
                <c:pt idx="155">
                  <c:v>-0.22407532</c:v>
                </c:pt>
                <c:pt idx="156">
                  <c:v>-0.22209167</c:v>
                </c:pt>
                <c:pt idx="157">
                  <c:v>-0.21995544</c:v>
                </c:pt>
                <c:pt idx="158">
                  <c:v>-0.21824192</c:v>
                </c:pt>
                <c:pt idx="159">
                  <c:v>-0.21606445</c:v>
                </c:pt>
                <c:pt idx="160">
                  <c:v>-0.21430969</c:v>
                </c:pt>
                <c:pt idx="161">
                  <c:v>-0.21222914</c:v>
                </c:pt>
                <c:pt idx="162">
                  <c:v>-0.20965576</c:v>
                </c:pt>
                <c:pt idx="163">
                  <c:v>-0.20812988</c:v>
                </c:pt>
                <c:pt idx="164">
                  <c:v>-0.20599365</c:v>
                </c:pt>
                <c:pt idx="165">
                  <c:v>-0.20477295</c:v>
                </c:pt>
                <c:pt idx="166">
                  <c:v>-0.20202637</c:v>
                </c:pt>
                <c:pt idx="167">
                  <c:v>-0.20027161</c:v>
                </c:pt>
                <c:pt idx="168">
                  <c:v>-0.19849623</c:v>
                </c:pt>
                <c:pt idx="169">
                  <c:v>-0.19638062</c:v>
                </c:pt>
                <c:pt idx="170">
                  <c:v>-0.19441347</c:v>
                </c:pt>
                <c:pt idx="171">
                  <c:v>-0.19256592</c:v>
                </c:pt>
                <c:pt idx="172">
                  <c:v>-0.19085034</c:v>
                </c:pt>
                <c:pt idx="173">
                  <c:v>-0.18882751</c:v>
                </c:pt>
                <c:pt idx="174">
                  <c:v>-0.1864624</c:v>
                </c:pt>
                <c:pt idx="175">
                  <c:v>-0.18447876</c:v>
                </c:pt>
                <c:pt idx="176">
                  <c:v>-0.182724</c:v>
                </c:pt>
                <c:pt idx="177">
                  <c:v>-0.18090325</c:v>
                </c:pt>
                <c:pt idx="178">
                  <c:v>-0.17868042</c:v>
                </c:pt>
                <c:pt idx="179">
                  <c:v>-0.1764679</c:v>
                </c:pt>
                <c:pt idx="180">
                  <c:v>-0.17448425</c:v>
                </c:pt>
                <c:pt idx="181">
                  <c:v>-0.17266351</c:v>
                </c:pt>
                <c:pt idx="182">
                  <c:v>-0.17051078</c:v>
                </c:pt>
                <c:pt idx="183">
                  <c:v>-0.16850652</c:v>
                </c:pt>
                <c:pt idx="184">
                  <c:v>-0.16670227</c:v>
                </c:pt>
                <c:pt idx="185">
                  <c:v>-0.16448975</c:v>
                </c:pt>
                <c:pt idx="186">
                  <c:v>-0.1626422</c:v>
                </c:pt>
                <c:pt idx="187">
                  <c:v>-0.16041524</c:v>
                </c:pt>
                <c:pt idx="188">
                  <c:v>-0.15841097</c:v>
                </c:pt>
                <c:pt idx="189">
                  <c:v>-0.15640671</c:v>
                </c:pt>
                <c:pt idx="190">
                  <c:v>-0.15396118</c:v>
                </c:pt>
                <c:pt idx="191">
                  <c:v>-0.15396118</c:v>
                </c:pt>
                <c:pt idx="192">
                  <c:v>-0.15029907</c:v>
                </c:pt>
                <c:pt idx="193">
                  <c:v>-0.14831543</c:v>
                </c:pt>
                <c:pt idx="194">
                  <c:v>-0.14623694</c:v>
                </c:pt>
                <c:pt idx="195">
                  <c:v>-0.14423267</c:v>
                </c:pt>
                <c:pt idx="196">
                  <c:v>-0.14221191</c:v>
                </c:pt>
                <c:pt idx="197">
                  <c:v>-0.14015198</c:v>
                </c:pt>
                <c:pt idx="198">
                  <c:v>-0.1385498</c:v>
                </c:pt>
                <c:pt idx="199">
                  <c:v>-0.13651255</c:v>
                </c:pt>
                <c:pt idx="200">
                  <c:v>-0.13465881</c:v>
                </c:pt>
                <c:pt idx="201">
                  <c:v>-0.13242979</c:v>
                </c:pt>
                <c:pt idx="202">
                  <c:v>-0.13057399</c:v>
                </c:pt>
                <c:pt idx="203">
                  <c:v>-0.1284955</c:v>
                </c:pt>
                <c:pt idx="204">
                  <c:v>-0.12560045</c:v>
                </c:pt>
                <c:pt idx="205">
                  <c:v>-0.12382507</c:v>
                </c:pt>
                <c:pt idx="206">
                  <c:v>-0.12153625</c:v>
                </c:pt>
                <c:pt idx="207">
                  <c:v>-0.1196619</c:v>
                </c:pt>
                <c:pt idx="208">
                  <c:v>-0.11779785</c:v>
                </c:pt>
                <c:pt idx="209">
                  <c:v>-0.11572761</c:v>
                </c:pt>
                <c:pt idx="210">
                  <c:v>-0.11390686</c:v>
                </c:pt>
                <c:pt idx="211">
                  <c:v>-0.11097676</c:v>
                </c:pt>
                <c:pt idx="212">
                  <c:v>-0.10889827</c:v>
                </c:pt>
                <c:pt idx="213">
                  <c:v>-0.10719093</c:v>
                </c:pt>
                <c:pt idx="214">
                  <c:v>-0.10496397</c:v>
                </c:pt>
                <c:pt idx="215">
                  <c:v>-0.10281125</c:v>
                </c:pt>
                <c:pt idx="216">
                  <c:v>-0.1015493</c:v>
                </c:pt>
                <c:pt idx="217">
                  <c:v>-0.09925842</c:v>
                </c:pt>
                <c:pt idx="218">
                  <c:v>-0.0969696</c:v>
                </c:pt>
                <c:pt idx="219">
                  <c:v>-0.09509112</c:v>
                </c:pt>
                <c:pt idx="220">
                  <c:v>-0.09239197</c:v>
                </c:pt>
                <c:pt idx="221">
                  <c:v>-0.09002686</c:v>
                </c:pt>
                <c:pt idx="222">
                  <c:v>-0.08811332</c:v>
                </c:pt>
                <c:pt idx="223">
                  <c:v>-0.08648022</c:v>
                </c:pt>
                <c:pt idx="224">
                  <c:v>-0.0841048</c:v>
                </c:pt>
                <c:pt idx="225">
                  <c:v>-0.08195207</c:v>
                </c:pt>
                <c:pt idx="226">
                  <c:v>-0.08024473</c:v>
                </c:pt>
                <c:pt idx="227">
                  <c:v>-0.07786931</c:v>
                </c:pt>
                <c:pt idx="228">
                  <c:v>-0.07616198</c:v>
                </c:pt>
                <c:pt idx="229">
                  <c:v>-0.07311847</c:v>
                </c:pt>
                <c:pt idx="230">
                  <c:v>-0.07095337</c:v>
                </c:pt>
                <c:pt idx="231">
                  <c:v>-0.06912231</c:v>
                </c:pt>
                <c:pt idx="232">
                  <c:v>-0.06690979</c:v>
                </c:pt>
                <c:pt idx="233">
                  <c:v>-0.06446838</c:v>
                </c:pt>
                <c:pt idx="234">
                  <c:v>-0.06225586</c:v>
                </c:pt>
                <c:pt idx="235">
                  <c:v>-0.06027634</c:v>
                </c:pt>
                <c:pt idx="236">
                  <c:v>-0.0579834</c:v>
                </c:pt>
                <c:pt idx="237">
                  <c:v>-0.05597089</c:v>
                </c:pt>
                <c:pt idx="238">
                  <c:v>-0.0536697</c:v>
                </c:pt>
                <c:pt idx="239">
                  <c:v>-0.05114581</c:v>
                </c:pt>
                <c:pt idx="240">
                  <c:v>-0.04884462</c:v>
                </c:pt>
                <c:pt idx="241">
                  <c:v>-0.04654343</c:v>
                </c:pt>
                <c:pt idx="242">
                  <c:v>-0.04424224</c:v>
                </c:pt>
                <c:pt idx="243">
                  <c:v>-0.04164412</c:v>
                </c:pt>
                <c:pt idx="244">
                  <c:v>-0.03934293</c:v>
                </c:pt>
                <c:pt idx="245">
                  <c:v>-0.03696751</c:v>
                </c:pt>
                <c:pt idx="246">
                  <c:v>-0.03481478</c:v>
                </c:pt>
                <c:pt idx="247">
                  <c:v>-0.03199397</c:v>
                </c:pt>
                <c:pt idx="248">
                  <c:v>-0.02960205</c:v>
                </c:pt>
                <c:pt idx="249">
                  <c:v>-0.02716064</c:v>
                </c:pt>
                <c:pt idx="250">
                  <c:v>-0.02501617</c:v>
                </c:pt>
                <c:pt idx="251">
                  <c:v>-0.02204895</c:v>
                </c:pt>
                <c:pt idx="252">
                  <c:v>-0.02085918</c:v>
                </c:pt>
                <c:pt idx="253">
                  <c:v>-0.01815796</c:v>
                </c:pt>
                <c:pt idx="254">
                  <c:v>-0.01521755</c:v>
                </c:pt>
                <c:pt idx="255">
                  <c:v>-0.01296997</c:v>
                </c:pt>
                <c:pt idx="256">
                  <c:v>-0.01076363</c:v>
                </c:pt>
                <c:pt idx="257">
                  <c:v>-0.00801705</c:v>
                </c:pt>
                <c:pt idx="258">
                  <c:v>-0.00601279</c:v>
                </c:pt>
                <c:pt idx="259">
                  <c:v>-0.00252389</c:v>
                </c:pt>
                <c:pt idx="260">
                  <c:v>0.0002227</c:v>
                </c:pt>
                <c:pt idx="261">
                  <c:v>0.00282081</c:v>
                </c:pt>
                <c:pt idx="262">
                  <c:v>0.00404358</c:v>
                </c:pt>
                <c:pt idx="263">
                  <c:v>0.00712627</c:v>
                </c:pt>
                <c:pt idx="264">
                  <c:v>0.00965015</c:v>
                </c:pt>
                <c:pt idx="265">
                  <c:v>0.01224827</c:v>
                </c:pt>
                <c:pt idx="266">
                  <c:v>0.01484639</c:v>
                </c:pt>
                <c:pt idx="267">
                  <c:v>0.01739502</c:v>
                </c:pt>
                <c:pt idx="268">
                  <c:v>0.02006531</c:v>
                </c:pt>
                <c:pt idx="269">
                  <c:v>0.02212524</c:v>
                </c:pt>
                <c:pt idx="270">
                  <c:v>0.02601624</c:v>
                </c:pt>
                <c:pt idx="271">
                  <c:v>0.02731736</c:v>
                </c:pt>
                <c:pt idx="272">
                  <c:v>0.03051758</c:v>
                </c:pt>
                <c:pt idx="273">
                  <c:v>0.03257751</c:v>
                </c:pt>
                <c:pt idx="274">
                  <c:v>0.03631592</c:v>
                </c:pt>
                <c:pt idx="275">
                  <c:v>0.03867484</c:v>
                </c:pt>
                <c:pt idx="276">
                  <c:v>0.04180908</c:v>
                </c:pt>
                <c:pt idx="277">
                  <c:v>0.04424224</c:v>
                </c:pt>
                <c:pt idx="278">
                  <c:v>0.04713729</c:v>
                </c:pt>
                <c:pt idx="279">
                  <c:v>0.04980964</c:v>
                </c:pt>
                <c:pt idx="280">
                  <c:v>0.05218506</c:v>
                </c:pt>
                <c:pt idx="281">
                  <c:v>0.05508423</c:v>
                </c:pt>
                <c:pt idx="282">
                  <c:v>0.05745553</c:v>
                </c:pt>
                <c:pt idx="283">
                  <c:v>0.05989075</c:v>
                </c:pt>
                <c:pt idx="284">
                  <c:v>0.0625033</c:v>
                </c:pt>
                <c:pt idx="285">
                  <c:v>0.06492615</c:v>
                </c:pt>
                <c:pt idx="286">
                  <c:v>0.06732838</c:v>
                </c:pt>
                <c:pt idx="287">
                  <c:v>0.07049561</c:v>
                </c:pt>
                <c:pt idx="288">
                  <c:v>0.07316589</c:v>
                </c:pt>
                <c:pt idx="289">
                  <c:v>0.07591248</c:v>
                </c:pt>
                <c:pt idx="290">
                  <c:v>0.07881165</c:v>
                </c:pt>
                <c:pt idx="291">
                  <c:v>0.08128398</c:v>
                </c:pt>
                <c:pt idx="292">
                  <c:v>0.08395633</c:v>
                </c:pt>
                <c:pt idx="293">
                  <c:v>0.08692561</c:v>
                </c:pt>
                <c:pt idx="294">
                  <c:v>0.08959796</c:v>
                </c:pt>
                <c:pt idx="295">
                  <c:v>0.09101868</c:v>
                </c:pt>
                <c:pt idx="296">
                  <c:v>0.09399414</c:v>
                </c:pt>
                <c:pt idx="297">
                  <c:v>0.09719849</c:v>
                </c:pt>
                <c:pt idx="298">
                  <c:v>0.10017395</c:v>
                </c:pt>
                <c:pt idx="299">
                  <c:v>0.10292053</c:v>
                </c:pt>
                <c:pt idx="300">
                  <c:v>0.10513306</c:v>
                </c:pt>
                <c:pt idx="301">
                  <c:v>0.10787964</c:v>
                </c:pt>
                <c:pt idx="302">
                  <c:v>0.11164485</c:v>
                </c:pt>
                <c:pt idx="303">
                  <c:v>0.11306763</c:v>
                </c:pt>
                <c:pt idx="304">
                  <c:v>0.11580184</c:v>
                </c:pt>
                <c:pt idx="305">
                  <c:v>0.11878967</c:v>
                </c:pt>
                <c:pt idx="306">
                  <c:v>0.12181462</c:v>
                </c:pt>
                <c:pt idx="307">
                  <c:v>0.12485813</c:v>
                </c:pt>
                <c:pt idx="308">
                  <c:v>0.12760472</c:v>
                </c:pt>
                <c:pt idx="309">
                  <c:v>0.1303513</c:v>
                </c:pt>
                <c:pt idx="310">
                  <c:v>0.13366699</c:v>
                </c:pt>
                <c:pt idx="311">
                  <c:v>0.13614139</c:v>
                </c:pt>
                <c:pt idx="312">
                  <c:v>0.1386261</c:v>
                </c:pt>
                <c:pt idx="313">
                  <c:v>0.14111493</c:v>
                </c:pt>
                <c:pt idx="314">
                  <c:v>0.14389038</c:v>
                </c:pt>
                <c:pt idx="315">
                  <c:v>0.14671326</c:v>
                </c:pt>
                <c:pt idx="316">
                  <c:v>0.14942891</c:v>
                </c:pt>
                <c:pt idx="317">
                  <c:v>0.15197754</c:v>
                </c:pt>
                <c:pt idx="318">
                  <c:v>0.15586853</c:v>
                </c:pt>
                <c:pt idx="319">
                  <c:v>0.15722326</c:v>
                </c:pt>
                <c:pt idx="320">
                  <c:v>0.16059875</c:v>
                </c:pt>
                <c:pt idx="321">
                  <c:v>0.16342163</c:v>
                </c:pt>
                <c:pt idx="322">
                  <c:v>0.16642802</c:v>
                </c:pt>
                <c:pt idx="323">
                  <c:v>0.16983032</c:v>
                </c:pt>
                <c:pt idx="324">
                  <c:v>0.17204285</c:v>
                </c:pt>
                <c:pt idx="325">
                  <c:v>0.17425537</c:v>
                </c:pt>
                <c:pt idx="326">
                  <c:v>0.17730713</c:v>
                </c:pt>
                <c:pt idx="327">
                  <c:v>0.17986401</c:v>
                </c:pt>
                <c:pt idx="328">
                  <c:v>0.18295288</c:v>
                </c:pt>
                <c:pt idx="329">
                  <c:v>0.18569946</c:v>
                </c:pt>
                <c:pt idx="330">
                  <c:v>0.18854914</c:v>
                </c:pt>
                <c:pt idx="331">
                  <c:v>0.19188958</c:v>
                </c:pt>
                <c:pt idx="332">
                  <c:v>0.19411654</c:v>
                </c:pt>
                <c:pt idx="333">
                  <c:v>0.19693735</c:v>
                </c:pt>
                <c:pt idx="334">
                  <c:v>0.19946124</c:v>
                </c:pt>
                <c:pt idx="335">
                  <c:v>0.20195007</c:v>
                </c:pt>
                <c:pt idx="336">
                  <c:v>0.20477295</c:v>
                </c:pt>
                <c:pt idx="337">
                  <c:v>0.20814638</c:v>
                </c:pt>
                <c:pt idx="338">
                  <c:v>0.21156105</c:v>
                </c:pt>
                <c:pt idx="339">
                  <c:v>0.21408081</c:v>
                </c:pt>
                <c:pt idx="340">
                  <c:v>0.21690575</c:v>
                </c:pt>
                <c:pt idx="341">
                  <c:v>0.21972656</c:v>
                </c:pt>
                <c:pt idx="342">
                  <c:v>0.22254738</c:v>
                </c:pt>
                <c:pt idx="343">
                  <c:v>0.22566512</c:v>
                </c:pt>
                <c:pt idx="344">
                  <c:v>0.22848593</c:v>
                </c:pt>
                <c:pt idx="345">
                  <c:v>0.23132324</c:v>
                </c:pt>
                <c:pt idx="346">
                  <c:v>0.23390486</c:v>
                </c:pt>
                <c:pt idx="347">
                  <c:v>0.23696899</c:v>
                </c:pt>
                <c:pt idx="348">
                  <c:v>0.23986816</c:v>
                </c:pt>
                <c:pt idx="349">
                  <c:v>0.24185181</c:v>
                </c:pt>
                <c:pt idx="350">
                  <c:v>0.24467468</c:v>
                </c:pt>
                <c:pt idx="351">
                  <c:v>0.24719238</c:v>
                </c:pt>
                <c:pt idx="352">
                  <c:v>0.25008743</c:v>
                </c:pt>
                <c:pt idx="353">
                  <c:v>0.25320517</c:v>
                </c:pt>
                <c:pt idx="354">
                  <c:v>0.25602598</c:v>
                </c:pt>
                <c:pt idx="355">
                  <c:v>0.2588468</c:v>
                </c:pt>
                <c:pt idx="356">
                  <c:v>0.26203877</c:v>
                </c:pt>
                <c:pt idx="357">
                  <c:v>0.2645874</c:v>
                </c:pt>
                <c:pt idx="358">
                  <c:v>0.26827426</c:v>
                </c:pt>
                <c:pt idx="359">
                  <c:v>0.271392</c:v>
                </c:pt>
                <c:pt idx="360">
                  <c:v>0.27309933</c:v>
                </c:pt>
                <c:pt idx="361">
                  <c:v>0.27687073</c:v>
                </c:pt>
                <c:pt idx="362">
                  <c:v>0.27999878</c:v>
                </c:pt>
                <c:pt idx="363">
                  <c:v>0.28282166</c:v>
                </c:pt>
                <c:pt idx="364">
                  <c:v>0.28430836</c:v>
                </c:pt>
                <c:pt idx="365">
                  <c:v>0.2874261</c:v>
                </c:pt>
                <c:pt idx="366">
                  <c:v>0.28999329</c:v>
                </c:pt>
                <c:pt idx="367">
                  <c:v>0.29314196</c:v>
                </c:pt>
                <c:pt idx="368">
                  <c:v>0.29663086</c:v>
                </c:pt>
                <c:pt idx="369">
                  <c:v>0.29953003</c:v>
                </c:pt>
                <c:pt idx="370">
                  <c:v>0.30235291</c:v>
                </c:pt>
                <c:pt idx="371">
                  <c:v>0.30583562</c:v>
                </c:pt>
                <c:pt idx="372">
                  <c:v>0.30845642</c:v>
                </c:pt>
                <c:pt idx="373">
                  <c:v>0.31074524</c:v>
                </c:pt>
                <c:pt idx="374">
                  <c:v>0.31362998</c:v>
                </c:pt>
                <c:pt idx="375">
                  <c:v>0.31593117</c:v>
                </c:pt>
                <c:pt idx="376">
                  <c:v>0.32001392</c:v>
                </c:pt>
                <c:pt idx="377">
                  <c:v>0.3232059</c:v>
                </c:pt>
                <c:pt idx="378">
                  <c:v>0.32577515</c:v>
                </c:pt>
                <c:pt idx="379">
                  <c:v>0.32752991</c:v>
                </c:pt>
                <c:pt idx="380">
                  <c:v>0.33187866</c:v>
                </c:pt>
                <c:pt idx="381">
                  <c:v>0.33456338</c:v>
                </c:pt>
                <c:pt idx="382">
                  <c:v>0.33714294</c:v>
                </c:pt>
                <c:pt idx="383">
                  <c:v>0.34004211</c:v>
                </c:pt>
                <c:pt idx="384">
                  <c:v>0.34295159</c:v>
                </c:pt>
                <c:pt idx="385">
                  <c:v>0.34561157</c:v>
                </c:pt>
                <c:pt idx="386">
                  <c:v>0.34822206</c:v>
                </c:pt>
                <c:pt idx="387">
                  <c:v>0.35148827</c:v>
                </c:pt>
                <c:pt idx="388">
                  <c:v>0.3540802</c:v>
                </c:pt>
                <c:pt idx="389">
                  <c:v>0.35757529</c:v>
                </c:pt>
                <c:pt idx="390">
                  <c:v>0.36054457</c:v>
                </c:pt>
                <c:pt idx="391">
                  <c:v>0.36343961</c:v>
                </c:pt>
                <c:pt idx="392">
                  <c:v>0.36663159</c:v>
                </c:pt>
                <c:pt idx="393">
                  <c:v>0.36960086</c:v>
                </c:pt>
                <c:pt idx="394">
                  <c:v>0.37101746</c:v>
                </c:pt>
                <c:pt idx="395">
                  <c:v>0.37483215</c:v>
                </c:pt>
                <c:pt idx="396">
                  <c:v>0.37746945</c:v>
                </c:pt>
                <c:pt idx="397">
                  <c:v>0.38009644</c:v>
                </c:pt>
                <c:pt idx="398">
                  <c:v>0.38299561</c:v>
                </c:pt>
                <c:pt idx="399">
                  <c:v>0.38627625</c:v>
                </c:pt>
                <c:pt idx="400">
                  <c:v>0.38949502</c:v>
                </c:pt>
                <c:pt idx="401">
                  <c:v>0.39239007</c:v>
                </c:pt>
                <c:pt idx="402">
                  <c:v>0.39558204</c:v>
                </c:pt>
                <c:pt idx="403">
                  <c:v>0.39855132</c:v>
                </c:pt>
                <c:pt idx="404">
                  <c:v>0.40144637</c:v>
                </c:pt>
                <c:pt idx="405">
                  <c:v>0.4044342</c:v>
                </c:pt>
                <c:pt idx="406">
                  <c:v>0.40733337</c:v>
                </c:pt>
                <c:pt idx="407">
                  <c:v>0.41030884</c:v>
                </c:pt>
                <c:pt idx="408">
                  <c:v>0.41376887</c:v>
                </c:pt>
                <c:pt idx="409">
                  <c:v>0.41526794</c:v>
                </c:pt>
                <c:pt idx="410">
                  <c:v>0.41970743</c:v>
                </c:pt>
                <c:pt idx="411">
                  <c:v>0.42236328</c:v>
                </c:pt>
                <c:pt idx="412">
                  <c:v>0.42527482</c:v>
                </c:pt>
                <c:pt idx="413">
                  <c:v>0.42705639</c:v>
                </c:pt>
                <c:pt idx="414">
                  <c:v>0.43002567</c:v>
                </c:pt>
                <c:pt idx="415">
                  <c:v>0.43418266</c:v>
                </c:pt>
                <c:pt idx="416">
                  <c:v>0.43708801</c:v>
                </c:pt>
                <c:pt idx="417">
                  <c:v>0.43975005</c:v>
                </c:pt>
                <c:pt idx="418">
                  <c:v>0.44271933</c:v>
                </c:pt>
                <c:pt idx="419">
                  <c:v>0.44539168</c:v>
                </c:pt>
                <c:pt idx="420">
                  <c:v>0.4477671</c:v>
                </c:pt>
                <c:pt idx="421">
                  <c:v>0.4510498</c:v>
                </c:pt>
                <c:pt idx="422">
                  <c:v>0.45459644</c:v>
                </c:pt>
                <c:pt idx="423">
                  <c:v>0.45730591</c:v>
                </c:pt>
                <c:pt idx="424">
                  <c:v>0.46028137</c:v>
                </c:pt>
                <c:pt idx="425">
                  <c:v>0.46328158</c:v>
                </c:pt>
                <c:pt idx="426">
                  <c:v>0.46592712</c:v>
                </c:pt>
                <c:pt idx="427">
                  <c:v>0.46890259</c:v>
                </c:pt>
                <c:pt idx="428">
                  <c:v>0.47157288</c:v>
                </c:pt>
                <c:pt idx="429">
                  <c:v>0.47486176</c:v>
                </c:pt>
                <c:pt idx="430">
                  <c:v>0.4775238</c:v>
                </c:pt>
                <c:pt idx="431">
                  <c:v>0.48202515</c:v>
                </c:pt>
                <c:pt idx="432">
                  <c:v>0.48473461</c:v>
                </c:pt>
                <c:pt idx="433">
                  <c:v>0.48800082</c:v>
                </c:pt>
                <c:pt idx="434">
                  <c:v>0.48950195</c:v>
                </c:pt>
                <c:pt idx="435">
                  <c:v>0.49369812</c:v>
                </c:pt>
                <c:pt idx="436">
                  <c:v>0.49606323</c:v>
                </c:pt>
                <c:pt idx="437">
                  <c:v>0.49934387</c:v>
                </c:pt>
                <c:pt idx="438">
                  <c:v>0.50231934</c:v>
                </c:pt>
                <c:pt idx="439">
                  <c:v>0.5052948</c:v>
                </c:pt>
                <c:pt idx="440">
                  <c:v>0.50857544</c:v>
                </c:pt>
                <c:pt idx="441">
                  <c:v>0.51101685</c:v>
                </c:pt>
                <c:pt idx="442">
                  <c:v>0.51399231</c:v>
                </c:pt>
                <c:pt idx="443">
                  <c:v>0.51761936</c:v>
                </c:pt>
                <c:pt idx="444">
                  <c:v>0.52024841</c:v>
                </c:pt>
                <c:pt idx="445">
                  <c:v>0.52355792</c:v>
                </c:pt>
                <c:pt idx="446">
                  <c:v>0.52658081</c:v>
                </c:pt>
                <c:pt idx="447">
                  <c:v>0.52927378</c:v>
                </c:pt>
                <c:pt idx="448">
                  <c:v>0.53260803</c:v>
                </c:pt>
                <c:pt idx="449">
                  <c:v>0.5355835</c:v>
                </c:pt>
                <c:pt idx="450">
                  <c:v>0.53862701</c:v>
                </c:pt>
                <c:pt idx="451">
                  <c:v>0.5407055</c:v>
                </c:pt>
                <c:pt idx="452">
                  <c:v>0.54336548</c:v>
                </c:pt>
                <c:pt idx="453">
                  <c:v>0.54671829</c:v>
                </c:pt>
                <c:pt idx="454">
                  <c:v>0.55005873</c:v>
                </c:pt>
                <c:pt idx="455">
                  <c:v>0.553028</c:v>
                </c:pt>
                <c:pt idx="456">
                  <c:v>0.5557251</c:v>
                </c:pt>
                <c:pt idx="457">
                  <c:v>0.55908203</c:v>
                </c:pt>
                <c:pt idx="458">
                  <c:v>0.56266785</c:v>
                </c:pt>
                <c:pt idx="459">
                  <c:v>0.56423703</c:v>
                </c:pt>
                <c:pt idx="460">
                  <c:v>0.56876518</c:v>
                </c:pt>
                <c:pt idx="461">
                  <c:v>0.57173445</c:v>
                </c:pt>
                <c:pt idx="462">
                  <c:v>0.57477796</c:v>
                </c:pt>
                <c:pt idx="463">
                  <c:v>0.5781184</c:v>
                </c:pt>
                <c:pt idx="464">
                  <c:v>0.58082581</c:v>
                </c:pt>
                <c:pt idx="465">
                  <c:v>0.58387756</c:v>
                </c:pt>
                <c:pt idx="466">
                  <c:v>0.58631897</c:v>
                </c:pt>
                <c:pt idx="467">
                  <c:v>0.58959961</c:v>
                </c:pt>
                <c:pt idx="468">
                  <c:v>0.59265137</c:v>
                </c:pt>
                <c:pt idx="469">
                  <c:v>0.59570313</c:v>
                </c:pt>
                <c:pt idx="470">
                  <c:v>0.59906006</c:v>
                </c:pt>
                <c:pt idx="471">
                  <c:v>0.60179839</c:v>
                </c:pt>
                <c:pt idx="472">
                  <c:v>0.6048419</c:v>
                </c:pt>
                <c:pt idx="473">
                  <c:v>0.60788541</c:v>
                </c:pt>
                <c:pt idx="474">
                  <c:v>0.61122585</c:v>
                </c:pt>
                <c:pt idx="475">
                  <c:v>0.61426936</c:v>
                </c:pt>
                <c:pt idx="476">
                  <c:v>0.61698914</c:v>
                </c:pt>
                <c:pt idx="477">
                  <c:v>0.62065331</c:v>
                </c:pt>
                <c:pt idx="478">
                  <c:v>0.62339783</c:v>
                </c:pt>
                <c:pt idx="479">
                  <c:v>0.62607224</c:v>
                </c:pt>
                <c:pt idx="480">
                  <c:v>0.62911987</c:v>
                </c:pt>
                <c:pt idx="481">
                  <c:v>0.63217163</c:v>
                </c:pt>
                <c:pt idx="482">
                  <c:v>0.63522339</c:v>
                </c:pt>
                <c:pt idx="483">
                  <c:v>0.63796997</c:v>
                </c:pt>
                <c:pt idx="484">
                  <c:v>0.64102173</c:v>
                </c:pt>
                <c:pt idx="485">
                  <c:v>0.64407349</c:v>
                </c:pt>
                <c:pt idx="486">
                  <c:v>0.64774797</c:v>
                </c:pt>
                <c:pt idx="487">
                  <c:v>0.64933777</c:v>
                </c:pt>
                <c:pt idx="488">
                  <c:v>0.65299988</c:v>
                </c:pt>
                <c:pt idx="489">
                  <c:v>0.65606195</c:v>
                </c:pt>
                <c:pt idx="490">
                  <c:v>0.65910546</c:v>
                </c:pt>
                <c:pt idx="491">
                  <c:v>0.66184998</c:v>
                </c:pt>
                <c:pt idx="492">
                  <c:v>0.66520691</c:v>
                </c:pt>
                <c:pt idx="493">
                  <c:v>0.66801329</c:v>
                </c:pt>
                <c:pt idx="494">
                  <c:v>0.6710568</c:v>
                </c:pt>
                <c:pt idx="495">
                  <c:v>0.67474365</c:v>
                </c:pt>
                <c:pt idx="496">
                  <c:v>0.67751498</c:v>
                </c:pt>
                <c:pt idx="497">
                  <c:v>0.68063272</c:v>
                </c:pt>
                <c:pt idx="498">
                  <c:v>0.6842804</c:v>
                </c:pt>
                <c:pt idx="499">
                  <c:v>0.68740845</c:v>
                </c:pt>
                <c:pt idx="500">
                  <c:v>0.69013441</c:v>
                </c:pt>
                <c:pt idx="501">
                  <c:v>0.69325215</c:v>
                </c:pt>
                <c:pt idx="502">
                  <c:v>0.69633484</c:v>
                </c:pt>
                <c:pt idx="503">
                  <c:v>0.69911647</c:v>
                </c:pt>
                <c:pt idx="504">
                  <c:v>0.70215998</c:v>
                </c:pt>
                <c:pt idx="505">
                  <c:v>0.70587158</c:v>
                </c:pt>
                <c:pt idx="506">
                  <c:v>0.70899963</c:v>
                </c:pt>
                <c:pt idx="507">
                  <c:v>0.71210707</c:v>
                </c:pt>
                <c:pt idx="508">
                  <c:v>0.71487427</c:v>
                </c:pt>
                <c:pt idx="509">
                  <c:v>0.71800232</c:v>
                </c:pt>
                <c:pt idx="510">
                  <c:v>0.72108913</c:v>
                </c:pt>
                <c:pt idx="511">
                  <c:v>0.72420687</c:v>
                </c:pt>
                <c:pt idx="512">
                  <c:v>0.72761536</c:v>
                </c:pt>
                <c:pt idx="513">
                  <c:v>0.73074341</c:v>
                </c:pt>
                <c:pt idx="514">
                  <c:v>0.73259508</c:v>
                </c:pt>
                <c:pt idx="515">
                  <c:v>0.73722839</c:v>
                </c:pt>
                <c:pt idx="516">
                  <c:v>0.73883057</c:v>
                </c:pt>
                <c:pt idx="517">
                  <c:v>0.74378967</c:v>
                </c:pt>
                <c:pt idx="518">
                  <c:v>0.74662492</c:v>
                </c:pt>
                <c:pt idx="519">
                  <c:v>0.7497406</c:v>
                </c:pt>
                <c:pt idx="520">
                  <c:v>0.75248924</c:v>
                </c:pt>
                <c:pt idx="521">
                  <c:v>0.75531006</c:v>
                </c:pt>
                <c:pt idx="522">
                  <c:v>0.7584278</c:v>
                </c:pt>
                <c:pt idx="523">
                  <c:v>0.76126099</c:v>
                </c:pt>
                <c:pt idx="524">
                  <c:v>0.76438904</c:v>
                </c:pt>
                <c:pt idx="525">
                  <c:v>0.7674408</c:v>
                </c:pt>
                <c:pt idx="526">
                  <c:v>0.77087402</c:v>
                </c:pt>
                <c:pt idx="527">
                  <c:v>0.77371958</c:v>
                </c:pt>
                <c:pt idx="528">
                  <c:v>0.77683732</c:v>
                </c:pt>
                <c:pt idx="529">
                  <c:v>0.779953</c:v>
                </c:pt>
                <c:pt idx="530">
                  <c:v>0.78336973</c:v>
                </c:pt>
                <c:pt idx="531">
                  <c:v>0.78651428</c:v>
                </c:pt>
                <c:pt idx="532">
                  <c:v>0.78903198</c:v>
                </c:pt>
                <c:pt idx="533">
                  <c:v>0.79338074</c:v>
                </c:pt>
                <c:pt idx="534">
                  <c:v>0.79681396</c:v>
                </c:pt>
                <c:pt idx="535">
                  <c:v>0.79836459</c:v>
                </c:pt>
                <c:pt idx="536">
                  <c:v>0.80177307</c:v>
                </c:pt>
                <c:pt idx="537">
                  <c:v>0.80460007</c:v>
                </c:pt>
                <c:pt idx="538">
                  <c:v>0.80833435</c:v>
                </c:pt>
                <c:pt idx="539">
                  <c:v>0.81180057</c:v>
                </c:pt>
                <c:pt idx="540">
                  <c:v>0.81459045</c:v>
                </c:pt>
                <c:pt idx="541">
                  <c:v>0.81802368</c:v>
                </c:pt>
                <c:pt idx="542">
                  <c:v>0.82115173</c:v>
                </c:pt>
                <c:pt idx="543">
                  <c:v>0.82427979</c:v>
                </c:pt>
                <c:pt idx="544">
                  <c:v>0.82771301</c:v>
                </c:pt>
                <c:pt idx="545">
                  <c:v>0.83084106</c:v>
                </c:pt>
                <c:pt idx="546">
                  <c:v>0.83273398</c:v>
                </c:pt>
                <c:pt idx="547">
                  <c:v>0.83618164</c:v>
                </c:pt>
                <c:pt idx="548">
                  <c:v>0.83963755</c:v>
                </c:pt>
                <c:pt idx="549">
                  <c:v>0.84274292</c:v>
                </c:pt>
                <c:pt idx="550">
                  <c:v>0.84557611</c:v>
                </c:pt>
                <c:pt idx="551">
                  <c:v>0.84869385</c:v>
                </c:pt>
                <c:pt idx="552">
                  <c:v>0.85210852</c:v>
                </c:pt>
                <c:pt idx="553">
                  <c:v>0.85624695</c:v>
                </c:pt>
                <c:pt idx="554">
                  <c:v>0.85782438</c:v>
                </c:pt>
                <c:pt idx="555">
                  <c:v>0.86123905</c:v>
                </c:pt>
                <c:pt idx="556">
                  <c:v>0.86435679</c:v>
                </c:pt>
                <c:pt idx="557">
                  <c:v>0.86723328</c:v>
                </c:pt>
                <c:pt idx="558">
                  <c:v>0.87036958</c:v>
                </c:pt>
                <c:pt idx="559">
                  <c:v>0.87348732</c:v>
                </c:pt>
                <c:pt idx="560">
                  <c:v>0.87697622</c:v>
                </c:pt>
                <c:pt idx="561">
                  <c:v>0.88016819</c:v>
                </c:pt>
                <c:pt idx="562">
                  <c:v>0.88328593</c:v>
                </c:pt>
                <c:pt idx="563">
                  <c:v>0.88647791</c:v>
                </c:pt>
                <c:pt idx="564">
                  <c:v>0.89019775</c:v>
                </c:pt>
                <c:pt idx="565">
                  <c:v>0.8934021</c:v>
                </c:pt>
                <c:pt idx="566">
                  <c:v>0.89716731</c:v>
                </c:pt>
                <c:pt idx="567">
                  <c:v>0.90003967</c:v>
                </c:pt>
                <c:pt idx="568">
                  <c:v>0.90162123</c:v>
                </c:pt>
                <c:pt idx="569">
                  <c:v>0.90637207</c:v>
                </c:pt>
                <c:pt idx="570">
                  <c:v>0.90919495</c:v>
                </c:pt>
                <c:pt idx="571">
                  <c:v>0.91268179</c:v>
                </c:pt>
                <c:pt idx="572">
                  <c:v>0.91557683</c:v>
                </c:pt>
                <c:pt idx="573">
                  <c:v>0.91876881</c:v>
                </c:pt>
                <c:pt idx="574">
                  <c:v>0.92188655</c:v>
                </c:pt>
                <c:pt idx="575">
                  <c:v>0.92475891</c:v>
                </c:pt>
                <c:pt idx="576">
                  <c:v>0.92826843</c:v>
                </c:pt>
                <c:pt idx="577">
                  <c:v>0.93109131</c:v>
                </c:pt>
                <c:pt idx="578">
                  <c:v>0.93428328</c:v>
                </c:pt>
                <c:pt idx="579">
                  <c:v>0.93777218</c:v>
                </c:pt>
                <c:pt idx="580">
                  <c:v>0.94096416</c:v>
                </c:pt>
                <c:pt idx="581">
                  <c:v>0.94348804</c:v>
                </c:pt>
                <c:pt idx="582">
                  <c:v>0.94697695</c:v>
                </c:pt>
                <c:pt idx="583">
                  <c:v>0.95046997</c:v>
                </c:pt>
                <c:pt idx="584">
                  <c:v>0.95336089</c:v>
                </c:pt>
                <c:pt idx="585">
                  <c:v>0.95647863</c:v>
                </c:pt>
                <c:pt idx="586">
                  <c:v>0.95970154</c:v>
                </c:pt>
                <c:pt idx="587">
                  <c:v>0.96323374</c:v>
                </c:pt>
                <c:pt idx="588">
                  <c:v>0.96635148</c:v>
                </c:pt>
                <c:pt idx="589">
                  <c:v>0.96635148</c:v>
                </c:pt>
                <c:pt idx="590">
                  <c:v>0.97213745</c:v>
                </c:pt>
                <c:pt idx="591">
                  <c:v>0.9753418</c:v>
                </c:pt>
                <c:pt idx="592">
                  <c:v>0.97946167</c:v>
                </c:pt>
                <c:pt idx="593">
                  <c:v>0.98297944</c:v>
                </c:pt>
                <c:pt idx="594">
                  <c:v>0.98457336</c:v>
                </c:pt>
                <c:pt idx="595">
                  <c:v>0.98808289</c:v>
                </c:pt>
                <c:pt idx="596">
                  <c:v>0.99099649</c:v>
                </c:pt>
                <c:pt idx="597">
                  <c:v>0.99449158</c:v>
                </c:pt>
                <c:pt idx="598">
                  <c:v>0.9980011</c:v>
                </c:pt>
                <c:pt idx="599">
                  <c:v>1.00153743</c:v>
                </c:pt>
                <c:pt idx="600">
                  <c:v>1.00510056</c:v>
                </c:pt>
                <c:pt idx="601">
                  <c:v>1.00829253</c:v>
                </c:pt>
                <c:pt idx="602">
                  <c:v>1.00990295</c:v>
                </c:pt>
                <c:pt idx="603">
                  <c:v>1.01371147</c:v>
                </c:pt>
                <c:pt idx="604">
                  <c:v>1.01697767</c:v>
                </c:pt>
                <c:pt idx="605">
                  <c:v>1.02016964</c:v>
                </c:pt>
                <c:pt idx="606">
                  <c:v>1.02343585</c:v>
                </c:pt>
                <c:pt idx="607">
                  <c:v>1.02759284</c:v>
                </c:pt>
                <c:pt idx="608">
                  <c:v>1.03050232</c:v>
                </c:pt>
                <c:pt idx="609">
                  <c:v>1.03370667</c:v>
                </c:pt>
                <c:pt idx="610">
                  <c:v>1.03599548</c:v>
                </c:pt>
                <c:pt idx="611">
                  <c:v>1.03954418</c:v>
                </c:pt>
                <c:pt idx="612">
                  <c:v>1.04248047</c:v>
                </c:pt>
                <c:pt idx="613">
                  <c:v>1.04598999</c:v>
                </c:pt>
                <c:pt idx="614">
                  <c:v>1.04927063</c:v>
                </c:pt>
                <c:pt idx="615">
                  <c:v>1.05349979</c:v>
                </c:pt>
                <c:pt idx="616">
                  <c:v>1.05639483</c:v>
                </c:pt>
                <c:pt idx="617">
                  <c:v>1.05995178</c:v>
                </c:pt>
                <c:pt idx="618">
                  <c:v>1.06254578</c:v>
                </c:pt>
                <c:pt idx="619">
                  <c:v>1.06613159</c:v>
                </c:pt>
                <c:pt idx="620">
                  <c:v>1.06933594</c:v>
                </c:pt>
                <c:pt idx="621">
                  <c:v>1.07228047</c:v>
                </c:pt>
                <c:pt idx="622">
                  <c:v>1.07551575</c:v>
                </c:pt>
                <c:pt idx="623">
                  <c:v>1.07879639</c:v>
                </c:pt>
                <c:pt idx="624">
                  <c:v>1.08170793</c:v>
                </c:pt>
                <c:pt idx="625">
                  <c:v>1.0849762</c:v>
                </c:pt>
                <c:pt idx="626">
                  <c:v>1.08920536</c:v>
                </c:pt>
                <c:pt idx="627">
                  <c:v>1.09214783</c:v>
                </c:pt>
                <c:pt idx="628">
                  <c:v>1.095047</c:v>
                </c:pt>
                <c:pt idx="629">
                  <c:v>1.09796472</c:v>
                </c:pt>
                <c:pt idx="630">
                  <c:v>1.10182479</c:v>
                </c:pt>
                <c:pt idx="631">
                  <c:v>1.10538792</c:v>
                </c:pt>
                <c:pt idx="632">
                  <c:v>1.10865413</c:v>
                </c:pt>
                <c:pt idx="633">
                  <c:v>1.11192033</c:v>
                </c:pt>
                <c:pt idx="634">
                  <c:v>1.1151123</c:v>
                </c:pt>
                <c:pt idx="635">
                  <c:v>1.11808158</c:v>
                </c:pt>
                <c:pt idx="636">
                  <c:v>1.12127356</c:v>
                </c:pt>
                <c:pt idx="637">
                  <c:v>1.1241686</c:v>
                </c:pt>
                <c:pt idx="638">
                  <c:v>1.12743481</c:v>
                </c:pt>
                <c:pt idx="639">
                  <c:v>1.13037109</c:v>
                </c:pt>
                <c:pt idx="640">
                  <c:v>1.13388062</c:v>
                </c:pt>
                <c:pt idx="641">
                  <c:v>1.13678803</c:v>
                </c:pt>
                <c:pt idx="642">
                  <c:v>1.13967896</c:v>
                </c:pt>
                <c:pt idx="643">
                  <c:v>1.14294928</c:v>
                </c:pt>
                <c:pt idx="644">
                  <c:v>1.14776611</c:v>
                </c:pt>
                <c:pt idx="645">
                  <c:v>1.15097046</c:v>
                </c:pt>
                <c:pt idx="646">
                  <c:v>1.15259944</c:v>
                </c:pt>
                <c:pt idx="647">
                  <c:v>1.15616257</c:v>
                </c:pt>
                <c:pt idx="648">
                  <c:v>1.16061649</c:v>
                </c:pt>
                <c:pt idx="649">
                  <c:v>1.16355896</c:v>
                </c:pt>
                <c:pt idx="650">
                  <c:v>1.16577148</c:v>
                </c:pt>
                <c:pt idx="651">
                  <c:v>1.16870777</c:v>
                </c:pt>
                <c:pt idx="652">
                  <c:v>1.17355347</c:v>
                </c:pt>
                <c:pt idx="653">
                  <c:v>1.17546288</c:v>
                </c:pt>
                <c:pt idx="654">
                  <c:v>1.17965698</c:v>
                </c:pt>
                <c:pt idx="655">
                  <c:v>1.18843079</c:v>
                </c:pt>
                <c:pt idx="656">
                  <c:v>1.19194031</c:v>
                </c:pt>
                <c:pt idx="657">
                  <c:v>1.19522095</c:v>
                </c:pt>
                <c:pt idx="658">
                  <c:v>1.19877171</c:v>
                </c:pt>
                <c:pt idx="659">
                  <c:v>1.20233484</c:v>
                </c:pt>
                <c:pt idx="660">
                  <c:v>1.20560105</c:v>
                </c:pt>
                <c:pt idx="661">
                  <c:v>1.20879302</c:v>
                </c:pt>
                <c:pt idx="662">
                  <c:v>1.21205923</c:v>
                </c:pt>
                <c:pt idx="663">
                  <c:v>1.21436042</c:v>
                </c:pt>
                <c:pt idx="664">
                  <c:v>1.2172699</c:v>
                </c:pt>
                <c:pt idx="665">
                  <c:v>1.22177124</c:v>
                </c:pt>
                <c:pt idx="666">
                  <c:v>1.22535706</c:v>
                </c:pt>
                <c:pt idx="667">
                  <c:v>1.22831602</c:v>
                </c:pt>
                <c:pt idx="668">
                  <c:v>1.23123169</c:v>
                </c:pt>
                <c:pt idx="669">
                  <c:v>1.2348175</c:v>
                </c:pt>
                <c:pt idx="670">
                  <c:v>1.23809814</c:v>
                </c:pt>
                <c:pt idx="671">
                  <c:v>1.24130249</c:v>
                </c:pt>
                <c:pt idx="672">
                  <c:v>1.24328613</c:v>
                </c:pt>
                <c:pt idx="673">
                  <c:v>1.24783903</c:v>
                </c:pt>
                <c:pt idx="674">
                  <c:v>1.25110523</c:v>
                </c:pt>
                <c:pt idx="675">
                  <c:v>1.2547426</c:v>
                </c:pt>
                <c:pt idx="676">
                  <c:v>1.25734071</c:v>
                </c:pt>
                <c:pt idx="677">
                  <c:v>1.26060692</c:v>
                </c:pt>
                <c:pt idx="678">
                  <c:v>1.2638855</c:v>
                </c:pt>
                <c:pt idx="679">
                  <c:v>1.26676817</c:v>
                </c:pt>
                <c:pt idx="680">
                  <c:v>1.27010861</c:v>
                </c:pt>
                <c:pt idx="681">
                  <c:v>1.27367174</c:v>
                </c:pt>
                <c:pt idx="682">
                  <c:v>1.27693795</c:v>
                </c:pt>
                <c:pt idx="683">
                  <c:v>1.27953607</c:v>
                </c:pt>
                <c:pt idx="684">
                  <c:v>1.28317343</c:v>
                </c:pt>
                <c:pt idx="685">
                  <c:v>1.28643964</c:v>
                </c:pt>
                <c:pt idx="686">
                  <c:v>1.28970584</c:v>
                </c:pt>
                <c:pt idx="687">
                  <c:v>1.29297205</c:v>
                </c:pt>
                <c:pt idx="688">
                  <c:v>1.29660941</c:v>
                </c:pt>
                <c:pt idx="689">
                  <c:v>1.29920753</c:v>
                </c:pt>
                <c:pt idx="690">
                  <c:v>1.30317688</c:v>
                </c:pt>
                <c:pt idx="691">
                  <c:v>1.30645752</c:v>
                </c:pt>
                <c:pt idx="692">
                  <c:v>1.30945154</c:v>
                </c:pt>
                <c:pt idx="693">
                  <c:v>1.31301467</c:v>
                </c:pt>
                <c:pt idx="694">
                  <c:v>1.31635511</c:v>
                </c:pt>
                <c:pt idx="695">
                  <c:v>1.3192749</c:v>
                </c:pt>
                <c:pt idx="696">
                  <c:v>1.32125442</c:v>
                </c:pt>
                <c:pt idx="697">
                  <c:v>1.32652489</c:v>
                </c:pt>
                <c:pt idx="698">
                  <c:v>1.32949829</c:v>
                </c:pt>
                <c:pt idx="699">
                  <c:v>1.33178711</c:v>
                </c:pt>
                <c:pt idx="700">
                  <c:v>1.33543272</c:v>
                </c:pt>
                <c:pt idx="701">
                  <c:v>1.33903503</c:v>
                </c:pt>
                <c:pt idx="702">
                  <c:v>1.34233629</c:v>
                </c:pt>
                <c:pt idx="703">
                  <c:v>1.34666443</c:v>
                </c:pt>
                <c:pt idx="704">
                  <c:v>1.34864807</c:v>
                </c:pt>
                <c:pt idx="705">
                  <c:v>1.35228337</c:v>
                </c:pt>
                <c:pt idx="706">
                  <c:v>1.35559082</c:v>
                </c:pt>
                <c:pt idx="707">
                  <c:v>1.35894775</c:v>
                </c:pt>
                <c:pt idx="708">
                  <c:v>1.36192322</c:v>
                </c:pt>
                <c:pt idx="709">
                  <c:v>1.36520386</c:v>
                </c:pt>
                <c:pt idx="710">
                  <c:v>1.36854017</c:v>
                </c:pt>
                <c:pt idx="711">
                  <c:v>1.3722229</c:v>
                </c:pt>
                <c:pt idx="712">
                  <c:v>1.37514681</c:v>
                </c:pt>
                <c:pt idx="713">
                  <c:v>1.37885841</c:v>
                </c:pt>
                <c:pt idx="714">
                  <c:v>1.38219885</c:v>
                </c:pt>
                <c:pt idx="715">
                  <c:v>1.38546505</c:v>
                </c:pt>
                <c:pt idx="716">
                  <c:v>1.38916016</c:v>
                </c:pt>
                <c:pt idx="717">
                  <c:v>1.39282227</c:v>
                </c:pt>
                <c:pt idx="718">
                  <c:v>1.3961792</c:v>
                </c:pt>
                <c:pt idx="719">
                  <c:v>1.39815872</c:v>
                </c:pt>
                <c:pt idx="720">
                  <c:v>1.40149916</c:v>
                </c:pt>
                <c:pt idx="721">
                  <c:v>1.40518188</c:v>
                </c:pt>
                <c:pt idx="722">
                  <c:v>1.40884812</c:v>
                </c:pt>
                <c:pt idx="723">
                  <c:v>1.41220093</c:v>
                </c:pt>
                <c:pt idx="724">
                  <c:v>1.41523207</c:v>
                </c:pt>
                <c:pt idx="725">
                  <c:v>1.41921997</c:v>
                </c:pt>
                <c:pt idx="726">
                  <c:v>1.42220987</c:v>
                </c:pt>
                <c:pt idx="727">
                  <c:v>1.42524719</c:v>
                </c:pt>
                <c:pt idx="728">
                  <c:v>1.4289093</c:v>
                </c:pt>
                <c:pt idx="729">
                  <c:v>1.43193425</c:v>
                </c:pt>
                <c:pt idx="730">
                  <c:v>1.43562317</c:v>
                </c:pt>
                <c:pt idx="731">
                  <c:v>1.43928528</c:v>
                </c:pt>
                <c:pt idx="732">
                  <c:v>1.44264221</c:v>
                </c:pt>
                <c:pt idx="733">
                  <c:v>1.44566716</c:v>
                </c:pt>
                <c:pt idx="734">
                  <c:v>1.44930453</c:v>
                </c:pt>
                <c:pt idx="735">
                  <c:v>1.45264497</c:v>
                </c:pt>
                <c:pt idx="736">
                  <c:v>1.45568848</c:v>
                </c:pt>
                <c:pt idx="737">
                  <c:v>1.45935059</c:v>
                </c:pt>
                <c:pt idx="738">
                  <c:v>1.46236935</c:v>
                </c:pt>
                <c:pt idx="739">
                  <c:v>1.46606445</c:v>
                </c:pt>
                <c:pt idx="740">
                  <c:v>1.46972656</c:v>
                </c:pt>
                <c:pt idx="741">
                  <c:v>1.4730072</c:v>
                </c:pt>
                <c:pt idx="742">
                  <c:v>1.47469185</c:v>
                </c:pt>
                <c:pt idx="743">
                  <c:v>1.48002625</c:v>
                </c:pt>
                <c:pt idx="744">
                  <c:v>1.48300583</c:v>
                </c:pt>
                <c:pt idx="745">
                  <c:v>1.48634627</c:v>
                </c:pt>
                <c:pt idx="746">
                  <c:v>1.48998364</c:v>
                </c:pt>
                <c:pt idx="747">
                  <c:v>1.49291992</c:v>
                </c:pt>
                <c:pt idx="748">
                  <c:v>1.49627686</c:v>
                </c:pt>
                <c:pt idx="749">
                  <c:v>1.49856567</c:v>
                </c:pt>
                <c:pt idx="750">
                  <c:v>1.50156382</c:v>
                </c:pt>
                <c:pt idx="751">
                  <c:v>1.50483003</c:v>
                </c:pt>
                <c:pt idx="752">
                  <c:v>1.50980357</c:v>
                </c:pt>
                <c:pt idx="753">
                  <c:v>1.51275635</c:v>
                </c:pt>
                <c:pt idx="754">
                  <c:v>1.51574212</c:v>
                </c:pt>
                <c:pt idx="755">
                  <c:v>1.5196991</c:v>
                </c:pt>
                <c:pt idx="756">
                  <c:v>1.52229309</c:v>
                </c:pt>
                <c:pt idx="757">
                  <c:v>1.52531804</c:v>
                </c:pt>
                <c:pt idx="758">
                  <c:v>1.52923584</c:v>
                </c:pt>
                <c:pt idx="759">
                  <c:v>1.53222161</c:v>
                </c:pt>
                <c:pt idx="760">
                  <c:v>1.53579712</c:v>
                </c:pt>
                <c:pt idx="761">
                  <c:v>1.53945923</c:v>
                </c:pt>
                <c:pt idx="762">
                  <c:v>1.54144287</c:v>
                </c:pt>
                <c:pt idx="763">
                  <c:v>1.54439565</c:v>
                </c:pt>
                <c:pt idx="764">
                  <c:v>1.54830933</c:v>
                </c:pt>
                <c:pt idx="765">
                  <c:v>1.55129922</c:v>
                </c:pt>
                <c:pt idx="766">
                  <c:v>1.55456543</c:v>
                </c:pt>
                <c:pt idx="767">
                  <c:v>1.55784607</c:v>
                </c:pt>
                <c:pt idx="768">
                  <c:v>1.56213709</c:v>
                </c:pt>
                <c:pt idx="769">
                  <c:v>1.56540329</c:v>
                </c:pt>
                <c:pt idx="770">
                  <c:v>1.56837463</c:v>
                </c:pt>
                <c:pt idx="771">
                  <c:v>1.57196045</c:v>
                </c:pt>
                <c:pt idx="772">
                  <c:v>1.57490498</c:v>
                </c:pt>
                <c:pt idx="773">
                  <c:v>1.5788269</c:v>
                </c:pt>
                <c:pt idx="774">
                  <c:v>1.58081055</c:v>
                </c:pt>
                <c:pt idx="775">
                  <c:v>1.58373858</c:v>
                </c:pt>
                <c:pt idx="776">
                  <c:v>1.58707902</c:v>
                </c:pt>
                <c:pt idx="777">
                  <c:v>1.59095764</c:v>
                </c:pt>
                <c:pt idx="778">
                  <c:v>1.59390836</c:v>
                </c:pt>
                <c:pt idx="779">
                  <c:v>1.59754573</c:v>
                </c:pt>
                <c:pt idx="780">
                  <c:v>1.60118103</c:v>
                </c:pt>
                <c:pt idx="781">
                  <c:v>1.60377502</c:v>
                </c:pt>
                <c:pt idx="782">
                  <c:v>1.60838359</c:v>
                </c:pt>
                <c:pt idx="783">
                  <c:v>1.60964553</c:v>
                </c:pt>
                <c:pt idx="784">
                  <c:v>1.61291174</c:v>
                </c:pt>
                <c:pt idx="785">
                  <c:v>1.61689758</c:v>
                </c:pt>
                <c:pt idx="786">
                  <c:v>1.6204834</c:v>
                </c:pt>
                <c:pt idx="787">
                  <c:v>1.62345886</c:v>
                </c:pt>
                <c:pt idx="788">
                  <c:v>1.62704468</c:v>
                </c:pt>
                <c:pt idx="789">
                  <c:v>1.63032532</c:v>
                </c:pt>
                <c:pt idx="790">
                  <c:v>1.63354822</c:v>
                </c:pt>
                <c:pt idx="791">
                  <c:v>1.63688866</c:v>
                </c:pt>
                <c:pt idx="792">
                  <c:v>1.63978577</c:v>
                </c:pt>
                <c:pt idx="793">
                  <c:v>1.64337158</c:v>
                </c:pt>
                <c:pt idx="794">
                  <c:v>1.64639035</c:v>
                </c:pt>
                <c:pt idx="795">
                  <c:v>1.64965655</c:v>
                </c:pt>
                <c:pt idx="796">
                  <c:v>1.65292276</c:v>
                </c:pt>
                <c:pt idx="797">
                  <c:v>1.65648589</c:v>
                </c:pt>
                <c:pt idx="798">
                  <c:v>1.65915824</c:v>
                </c:pt>
                <c:pt idx="799">
                  <c:v>1.66242445</c:v>
                </c:pt>
                <c:pt idx="800">
                  <c:v>1.66633606</c:v>
                </c:pt>
                <c:pt idx="801">
                  <c:v>1.66999611</c:v>
                </c:pt>
                <c:pt idx="802">
                  <c:v>1.6722973</c:v>
                </c:pt>
                <c:pt idx="803">
                  <c:v>1.6758728</c:v>
                </c:pt>
                <c:pt idx="804">
                  <c:v>1.67915344</c:v>
                </c:pt>
                <c:pt idx="805">
                  <c:v>1.68273926</c:v>
                </c:pt>
                <c:pt idx="806">
                  <c:v>1.68609619</c:v>
                </c:pt>
                <c:pt idx="807">
                  <c:v>1.68937065</c:v>
                </c:pt>
                <c:pt idx="808">
                  <c:v>1.69263685</c:v>
                </c:pt>
                <c:pt idx="809">
                  <c:v>1.69555664</c:v>
                </c:pt>
                <c:pt idx="810">
                  <c:v>1.69954042</c:v>
                </c:pt>
                <c:pt idx="811">
                  <c:v>1.70318604</c:v>
                </c:pt>
                <c:pt idx="812">
                  <c:v>1.70607283</c:v>
                </c:pt>
                <c:pt idx="813">
                  <c:v>1.7097102</c:v>
                </c:pt>
                <c:pt idx="814">
                  <c:v>1.71333313</c:v>
                </c:pt>
                <c:pt idx="815">
                  <c:v>1.71861803</c:v>
                </c:pt>
                <c:pt idx="816">
                  <c:v>1.72188424</c:v>
                </c:pt>
                <c:pt idx="817">
                  <c:v>1.72515044</c:v>
                </c:pt>
                <c:pt idx="818">
                  <c:v>1.72843933</c:v>
                </c:pt>
                <c:pt idx="819">
                  <c:v>1.73138593</c:v>
                </c:pt>
                <c:pt idx="820">
                  <c:v>1.73465213</c:v>
                </c:pt>
                <c:pt idx="821">
                  <c:v>1.7382895</c:v>
                </c:pt>
                <c:pt idx="822">
                  <c:v>1.7415557</c:v>
                </c:pt>
                <c:pt idx="823">
                  <c:v>1.74549</c:v>
                </c:pt>
                <c:pt idx="824">
                  <c:v>1.74911499</c:v>
                </c:pt>
                <c:pt idx="825">
                  <c:v>1.75079346</c:v>
                </c:pt>
                <c:pt idx="826">
                  <c:v>1.75468445</c:v>
                </c:pt>
                <c:pt idx="827">
                  <c:v>1.75827026</c:v>
                </c:pt>
                <c:pt idx="828">
                  <c:v>1.76189526</c:v>
                </c:pt>
                <c:pt idx="829">
                  <c:v>1.76486453</c:v>
                </c:pt>
                <c:pt idx="830">
                  <c:v>1.76780701</c:v>
                </c:pt>
                <c:pt idx="831">
                  <c:v>1.77139695</c:v>
                </c:pt>
                <c:pt idx="832">
                  <c:v>1.77503431</c:v>
                </c:pt>
                <c:pt idx="833">
                  <c:v>1.77830052</c:v>
                </c:pt>
                <c:pt idx="834">
                  <c:v>1.78153992</c:v>
                </c:pt>
                <c:pt idx="835">
                  <c:v>1.784536</c:v>
                </c:pt>
                <c:pt idx="836">
                  <c:v>1.78780221</c:v>
                </c:pt>
                <c:pt idx="837">
                  <c:v>1.79069519</c:v>
                </c:pt>
                <c:pt idx="838">
                  <c:v>1.79396346</c:v>
                </c:pt>
                <c:pt idx="839">
                  <c:v>1.79722966</c:v>
                </c:pt>
                <c:pt idx="840">
                  <c:v>1.80049587</c:v>
                </c:pt>
                <c:pt idx="841">
                  <c:v>1.80381775</c:v>
                </c:pt>
                <c:pt idx="842">
                  <c:v>1.80673135</c:v>
                </c:pt>
                <c:pt idx="843">
                  <c:v>1.80999756</c:v>
                </c:pt>
                <c:pt idx="844">
                  <c:v>1.81363492</c:v>
                </c:pt>
                <c:pt idx="845">
                  <c:v>1.81655884</c:v>
                </c:pt>
                <c:pt idx="846">
                  <c:v>1.82016734</c:v>
                </c:pt>
                <c:pt idx="847">
                  <c:v>1.82342529</c:v>
                </c:pt>
                <c:pt idx="848">
                  <c:v>1.82800293</c:v>
                </c:pt>
                <c:pt idx="849">
                  <c:v>1.82959479</c:v>
                </c:pt>
                <c:pt idx="850">
                  <c:v>1.8344941</c:v>
                </c:pt>
                <c:pt idx="851">
                  <c:v>1.83776031</c:v>
                </c:pt>
                <c:pt idx="852">
                  <c:v>1.84035842</c:v>
                </c:pt>
                <c:pt idx="853">
                  <c:v>1.84364319</c:v>
                </c:pt>
                <c:pt idx="854">
                  <c:v>1.84659391</c:v>
                </c:pt>
                <c:pt idx="855">
                  <c:v>1.849823</c:v>
                </c:pt>
                <c:pt idx="856">
                  <c:v>1.85275516</c:v>
                </c:pt>
                <c:pt idx="857">
                  <c:v>1.85699463</c:v>
                </c:pt>
                <c:pt idx="858">
                  <c:v>1.86058044</c:v>
                </c:pt>
                <c:pt idx="859">
                  <c:v>1.86225685</c:v>
                </c:pt>
                <c:pt idx="860">
                  <c:v>1.866785</c:v>
                </c:pt>
                <c:pt idx="861">
                  <c:v>1.87034813</c:v>
                </c:pt>
                <c:pt idx="862">
                  <c:v>1.87202454</c:v>
                </c:pt>
                <c:pt idx="863">
                  <c:v>1.87554437</c:v>
                </c:pt>
                <c:pt idx="864">
                  <c:v>1.87918173</c:v>
                </c:pt>
                <c:pt idx="865">
                  <c:v>1.88177985</c:v>
                </c:pt>
                <c:pt idx="866">
                  <c:v>1.886308</c:v>
                </c:pt>
                <c:pt idx="867">
                  <c:v>1.88957214</c:v>
                </c:pt>
                <c:pt idx="868">
                  <c:v>1.89147949</c:v>
                </c:pt>
                <c:pt idx="869">
                  <c:v>1.89573546</c:v>
                </c:pt>
                <c:pt idx="870">
                  <c:v>1.89803665</c:v>
                </c:pt>
                <c:pt idx="871">
                  <c:v>1.9025648</c:v>
                </c:pt>
                <c:pt idx="872">
                  <c:v>1.905831</c:v>
                </c:pt>
                <c:pt idx="873">
                  <c:v>1.9077301</c:v>
                </c:pt>
                <c:pt idx="874">
                  <c:v>1.91132417</c:v>
                </c:pt>
                <c:pt idx="875">
                  <c:v>1.91459037</c:v>
                </c:pt>
                <c:pt idx="876">
                  <c:v>1.91749573</c:v>
                </c:pt>
                <c:pt idx="877">
                  <c:v>1.92108154</c:v>
                </c:pt>
                <c:pt idx="878">
                  <c:v>1.92461168</c:v>
                </c:pt>
                <c:pt idx="879">
                  <c:v>1.92756653</c:v>
                </c:pt>
                <c:pt idx="880">
                  <c:v>1.93077294</c:v>
                </c:pt>
                <c:pt idx="881">
                  <c:v>1.93403914</c:v>
                </c:pt>
                <c:pt idx="882">
                  <c:v>1.93760228</c:v>
                </c:pt>
                <c:pt idx="883">
                  <c:v>1.94086848</c:v>
                </c:pt>
                <c:pt idx="884">
                  <c:v>1.94381714</c:v>
                </c:pt>
                <c:pt idx="885">
                  <c:v>1.94732666</c:v>
                </c:pt>
                <c:pt idx="886">
                  <c:v>1.95029594</c:v>
                </c:pt>
                <c:pt idx="887">
                  <c:v>1.95449829</c:v>
                </c:pt>
                <c:pt idx="888">
                  <c:v>1.95771913</c:v>
                </c:pt>
                <c:pt idx="889">
                  <c:v>1.96098534</c:v>
                </c:pt>
                <c:pt idx="890">
                  <c:v>1.96388245</c:v>
                </c:pt>
                <c:pt idx="891">
                  <c:v>1.96739197</c:v>
                </c:pt>
                <c:pt idx="892">
                  <c:v>1.97067261</c:v>
                </c:pt>
                <c:pt idx="893">
                  <c:v>1.97360477</c:v>
                </c:pt>
                <c:pt idx="894">
                  <c:v>1.97677612</c:v>
                </c:pt>
                <c:pt idx="895">
                  <c:v>1.97969179</c:v>
                </c:pt>
                <c:pt idx="896">
                  <c:v>1.98326111</c:v>
                </c:pt>
                <c:pt idx="897">
                  <c:v>1.98646545</c:v>
                </c:pt>
                <c:pt idx="898">
                  <c:v>1.99195862</c:v>
                </c:pt>
                <c:pt idx="899">
                  <c:v>1.99516296</c:v>
                </c:pt>
                <c:pt idx="900">
                  <c:v>2.00004578</c:v>
                </c:pt>
                <c:pt idx="901">
                  <c:v>2.00159021</c:v>
                </c:pt>
                <c:pt idx="902">
                  <c:v>2.00611836</c:v>
                </c:pt>
                <c:pt idx="903">
                  <c:v>2.00841955</c:v>
                </c:pt>
                <c:pt idx="904">
                  <c:v>2.01126099</c:v>
                </c:pt>
                <c:pt idx="905">
                  <c:v>2.0148468</c:v>
                </c:pt>
                <c:pt idx="906">
                  <c:v>2.01805115</c:v>
                </c:pt>
                <c:pt idx="907">
                  <c:v>2.02089052</c:v>
                </c:pt>
                <c:pt idx="908">
                  <c:v>2.02545166</c:v>
                </c:pt>
                <c:pt idx="909">
                  <c:v>2.02865601</c:v>
                </c:pt>
                <c:pt idx="910">
                  <c:v>2.03186035</c:v>
                </c:pt>
                <c:pt idx="911">
                  <c:v>2.03407288</c:v>
                </c:pt>
                <c:pt idx="912">
                  <c:v>2.03727722</c:v>
                </c:pt>
                <c:pt idx="913">
                  <c:v>2.04085891</c:v>
                </c:pt>
                <c:pt idx="914">
                  <c:v>2.04406738</c:v>
                </c:pt>
                <c:pt idx="915">
                  <c:v>2.04788208</c:v>
                </c:pt>
                <c:pt idx="916">
                  <c:v>2.05080599</c:v>
                </c:pt>
                <c:pt idx="917">
                  <c:v>2.0542949</c:v>
                </c:pt>
                <c:pt idx="918">
                  <c:v>2.05689301</c:v>
                </c:pt>
                <c:pt idx="919">
                  <c:v>2.05970764</c:v>
                </c:pt>
                <c:pt idx="920">
                  <c:v>2.06424198</c:v>
                </c:pt>
                <c:pt idx="921">
                  <c:v>2.06617201</c:v>
                </c:pt>
                <c:pt idx="922">
                  <c:v>2.06936398</c:v>
                </c:pt>
                <c:pt idx="923">
                  <c:v>2.07255595</c:v>
                </c:pt>
                <c:pt idx="924">
                  <c:v>2.07633972</c:v>
                </c:pt>
                <c:pt idx="925">
                  <c:v>2.07923683</c:v>
                </c:pt>
                <c:pt idx="926">
                  <c:v>2.08213806</c:v>
                </c:pt>
                <c:pt idx="927">
                  <c:v>2.08564758</c:v>
                </c:pt>
                <c:pt idx="928">
                  <c:v>2.08885193</c:v>
                </c:pt>
                <c:pt idx="929">
                  <c:v>2.09205627</c:v>
                </c:pt>
                <c:pt idx="930">
                  <c:v>2.0955658</c:v>
                </c:pt>
                <c:pt idx="931">
                  <c:v>2.09838867</c:v>
                </c:pt>
                <c:pt idx="932">
                  <c:v>2.10128784</c:v>
                </c:pt>
                <c:pt idx="933">
                  <c:v>2.10449219</c:v>
                </c:pt>
                <c:pt idx="934">
                  <c:v>2.10766767</c:v>
                </c:pt>
                <c:pt idx="935">
                  <c:v>2.11085964</c:v>
                </c:pt>
                <c:pt idx="936">
                  <c:v>2.11372375</c:v>
                </c:pt>
                <c:pt idx="937">
                  <c:v>2.11853027</c:v>
                </c:pt>
                <c:pt idx="938">
                  <c:v>2.12140058</c:v>
                </c:pt>
                <c:pt idx="939">
                  <c:v>2.12425232</c:v>
                </c:pt>
                <c:pt idx="940">
                  <c:v>2.12776184</c:v>
                </c:pt>
                <c:pt idx="941">
                  <c:v>2.13096619</c:v>
                </c:pt>
                <c:pt idx="942">
                  <c:v>2.13253537</c:v>
                </c:pt>
                <c:pt idx="943">
                  <c:v>2.13602427</c:v>
                </c:pt>
                <c:pt idx="944">
                  <c:v>2.13951111</c:v>
                </c:pt>
                <c:pt idx="945">
                  <c:v>2.14240822</c:v>
                </c:pt>
                <c:pt idx="946">
                  <c:v>2.14622498</c:v>
                </c:pt>
                <c:pt idx="947">
                  <c:v>2.14908909</c:v>
                </c:pt>
                <c:pt idx="948">
                  <c:v>2.15228107</c:v>
                </c:pt>
                <c:pt idx="949">
                  <c:v>2.15576997</c:v>
                </c:pt>
                <c:pt idx="950">
                  <c:v>2.15896194</c:v>
                </c:pt>
                <c:pt idx="951">
                  <c:v>2.16178894</c:v>
                </c:pt>
                <c:pt idx="952">
                  <c:v>2.16529846</c:v>
                </c:pt>
                <c:pt idx="953">
                  <c:v>2.16876056</c:v>
                </c:pt>
                <c:pt idx="954">
                  <c:v>2.17195253</c:v>
                </c:pt>
                <c:pt idx="955">
                  <c:v>2.17544143</c:v>
                </c:pt>
                <c:pt idx="956">
                  <c:v>2.17863341</c:v>
                </c:pt>
                <c:pt idx="957">
                  <c:v>2.18175115</c:v>
                </c:pt>
                <c:pt idx="958">
                  <c:v>2.18397811</c:v>
                </c:pt>
                <c:pt idx="959">
                  <c:v>2.18681335</c:v>
                </c:pt>
                <c:pt idx="960">
                  <c:v>2.1900177</c:v>
                </c:pt>
                <c:pt idx="961">
                  <c:v>2.19318287</c:v>
                </c:pt>
                <c:pt idx="962">
                  <c:v>2.19763678</c:v>
                </c:pt>
                <c:pt idx="963">
                  <c:v>2.20016067</c:v>
                </c:pt>
                <c:pt idx="964">
                  <c:v>2.20364957</c:v>
                </c:pt>
                <c:pt idx="965">
                  <c:v>2.20676731</c:v>
                </c:pt>
                <c:pt idx="966">
                  <c:v>2.20995929</c:v>
                </c:pt>
                <c:pt idx="967">
                  <c:v>2.21313477</c:v>
                </c:pt>
                <c:pt idx="968">
                  <c:v>2.21597208</c:v>
                </c:pt>
                <c:pt idx="969">
                  <c:v>2.21946098</c:v>
                </c:pt>
                <c:pt idx="970">
                  <c:v>2.22229004</c:v>
                </c:pt>
                <c:pt idx="971">
                  <c:v>2.22549438</c:v>
                </c:pt>
                <c:pt idx="972">
                  <c:v>2.22866574</c:v>
                </c:pt>
                <c:pt idx="973">
                  <c:v>2.23178348</c:v>
                </c:pt>
                <c:pt idx="974">
                  <c:v>2.23526001</c:v>
                </c:pt>
                <c:pt idx="975">
                  <c:v>2.23846436</c:v>
                </c:pt>
                <c:pt idx="976">
                  <c:v>2.24165633</c:v>
                </c:pt>
                <c:pt idx="977">
                  <c:v>2.24510193</c:v>
                </c:pt>
                <c:pt idx="978">
                  <c:v>2.24761963</c:v>
                </c:pt>
                <c:pt idx="979">
                  <c:v>2.25078686</c:v>
                </c:pt>
                <c:pt idx="980">
                  <c:v>2.2543335</c:v>
                </c:pt>
                <c:pt idx="981">
                  <c:v>2.2568512</c:v>
                </c:pt>
                <c:pt idx="982">
                  <c:v>2.26065971</c:v>
                </c:pt>
                <c:pt idx="983">
                  <c:v>2.26417542</c:v>
                </c:pt>
                <c:pt idx="984">
                  <c:v>2.26608276</c:v>
                </c:pt>
                <c:pt idx="985">
                  <c:v>2.26927061</c:v>
                </c:pt>
                <c:pt idx="986">
                  <c:v>2.27272034</c:v>
                </c:pt>
                <c:pt idx="987">
                  <c:v>2.27592468</c:v>
                </c:pt>
                <c:pt idx="988">
                  <c:v>2.2794342</c:v>
                </c:pt>
                <c:pt idx="989">
                  <c:v>2.28263855</c:v>
                </c:pt>
                <c:pt idx="990">
                  <c:v>2.2858429</c:v>
                </c:pt>
                <c:pt idx="991">
                  <c:v>2.28961017</c:v>
                </c:pt>
                <c:pt idx="992">
                  <c:v>2.29287637</c:v>
                </c:pt>
                <c:pt idx="993">
                  <c:v>2.29568481</c:v>
                </c:pt>
                <c:pt idx="994">
                  <c:v>2.29859223</c:v>
                </c:pt>
                <c:pt idx="995">
                  <c:v>2.30239868</c:v>
                </c:pt>
                <c:pt idx="996">
                  <c:v>2.30560303</c:v>
                </c:pt>
                <c:pt idx="997">
                  <c:v>2.30751038</c:v>
                </c:pt>
                <c:pt idx="998">
                  <c:v>2.31076627</c:v>
                </c:pt>
                <c:pt idx="999">
                  <c:v>2.31552124</c:v>
                </c:pt>
                <c:pt idx="1000">
                  <c:v>2.31681824</c:v>
                </c:pt>
                <c:pt idx="1001">
                  <c:v>2.32063912</c:v>
                </c:pt>
                <c:pt idx="1002">
                  <c:v>2.32383109</c:v>
                </c:pt>
                <c:pt idx="1003">
                  <c:v>2.32673645</c:v>
                </c:pt>
                <c:pt idx="1004">
                  <c:v>2.33024597</c:v>
                </c:pt>
                <c:pt idx="1005">
                  <c:v>2.33406067</c:v>
                </c:pt>
                <c:pt idx="1006">
                  <c:v>2.33726501</c:v>
                </c:pt>
                <c:pt idx="1007">
                  <c:v>2.34016418</c:v>
                </c:pt>
                <c:pt idx="1008">
                  <c:v>2.34336853</c:v>
                </c:pt>
                <c:pt idx="1009">
                  <c:v>2.34624914</c:v>
                </c:pt>
                <c:pt idx="1010">
                  <c:v>2.35040613</c:v>
                </c:pt>
                <c:pt idx="1011">
                  <c:v>2.35321045</c:v>
                </c:pt>
                <c:pt idx="1012">
                  <c:v>2.35612199</c:v>
                </c:pt>
                <c:pt idx="1013">
                  <c:v>2.35931396</c:v>
                </c:pt>
                <c:pt idx="1014">
                  <c:v>2.36280287</c:v>
                </c:pt>
                <c:pt idx="1015">
                  <c:v>2.36572266</c:v>
                </c:pt>
                <c:pt idx="1016">
                  <c:v>2.36923218</c:v>
                </c:pt>
                <c:pt idx="1017">
                  <c:v>2.37243652</c:v>
                </c:pt>
                <c:pt idx="1018">
                  <c:v>2.37495422</c:v>
                </c:pt>
                <c:pt idx="1019">
                  <c:v>2.37846375</c:v>
                </c:pt>
                <c:pt idx="1020">
                  <c:v>2.38136085</c:v>
                </c:pt>
                <c:pt idx="1021">
                  <c:v>2.38487244</c:v>
                </c:pt>
                <c:pt idx="1022">
                  <c:v>2.38777161</c:v>
                </c:pt>
                <c:pt idx="1023">
                  <c:v>2.3912337</c:v>
                </c:pt>
                <c:pt idx="1024">
                  <c:v>2.39442568</c:v>
                </c:pt>
                <c:pt idx="1025">
                  <c:v>2.39732072</c:v>
                </c:pt>
                <c:pt idx="1026">
                  <c:v>2.4005127</c:v>
                </c:pt>
                <c:pt idx="1027">
                  <c:v>2.40341187</c:v>
                </c:pt>
                <c:pt idx="1028">
                  <c:v>2.40659971</c:v>
                </c:pt>
                <c:pt idx="1029">
                  <c:v>2.41105363</c:v>
                </c:pt>
                <c:pt idx="1030">
                  <c:v>2.41424561</c:v>
                </c:pt>
                <c:pt idx="1031">
                  <c:v>2.41744995</c:v>
                </c:pt>
                <c:pt idx="1032">
                  <c:v>2.41899645</c:v>
                </c:pt>
                <c:pt idx="1033">
                  <c:v>2.42378235</c:v>
                </c:pt>
                <c:pt idx="1034">
                  <c:v>2.42729187</c:v>
                </c:pt>
                <c:pt idx="1035">
                  <c:v>2.4288693</c:v>
                </c:pt>
                <c:pt idx="1036">
                  <c:v>2.43240356</c:v>
                </c:pt>
                <c:pt idx="1037">
                  <c:v>2.43562441</c:v>
                </c:pt>
                <c:pt idx="1038">
                  <c:v>2.43881638</c:v>
                </c:pt>
                <c:pt idx="1039">
                  <c:v>2.44200835</c:v>
                </c:pt>
                <c:pt idx="1040">
                  <c:v>2.4458313</c:v>
                </c:pt>
                <c:pt idx="1041">
                  <c:v>2.44895935</c:v>
                </c:pt>
                <c:pt idx="1042">
                  <c:v>2.45217813</c:v>
                </c:pt>
                <c:pt idx="1043">
                  <c:v>2.45603819</c:v>
                </c:pt>
                <c:pt idx="1044">
                  <c:v>2.45887756</c:v>
                </c:pt>
                <c:pt idx="1045">
                  <c:v>2.46238708</c:v>
                </c:pt>
                <c:pt idx="1046">
                  <c:v>2.46490479</c:v>
                </c:pt>
                <c:pt idx="1047">
                  <c:v>2.46810913</c:v>
                </c:pt>
                <c:pt idx="1048">
                  <c:v>2.47131348</c:v>
                </c:pt>
                <c:pt idx="1049">
                  <c:v>2.474823</c:v>
                </c:pt>
                <c:pt idx="1050">
                  <c:v>2.4773407</c:v>
                </c:pt>
                <c:pt idx="1051">
                  <c:v>2.48054504</c:v>
                </c:pt>
                <c:pt idx="1052">
                  <c:v>2.48405457</c:v>
                </c:pt>
                <c:pt idx="1053">
                  <c:v>2.48758677</c:v>
                </c:pt>
                <c:pt idx="1054">
                  <c:v>2.49038696</c:v>
                </c:pt>
                <c:pt idx="1055">
                  <c:v>2.49426764</c:v>
                </c:pt>
                <c:pt idx="1056">
                  <c:v>2.49612344</c:v>
                </c:pt>
                <c:pt idx="1057">
                  <c:v>2.49968658</c:v>
                </c:pt>
                <c:pt idx="1058">
                  <c:v>2.50287855</c:v>
                </c:pt>
                <c:pt idx="1059">
                  <c:v>2.50599629</c:v>
                </c:pt>
                <c:pt idx="1060">
                  <c:v>2.50984192</c:v>
                </c:pt>
                <c:pt idx="1061">
                  <c:v>2.5127514</c:v>
                </c:pt>
                <c:pt idx="1062">
                  <c:v>2.51586914</c:v>
                </c:pt>
                <c:pt idx="1063">
                  <c:v>2.51906111</c:v>
                </c:pt>
                <c:pt idx="1064">
                  <c:v>2.52098083</c:v>
                </c:pt>
                <c:pt idx="1065">
                  <c:v>2.52418518</c:v>
                </c:pt>
                <c:pt idx="1066">
                  <c:v>2.52893396</c:v>
                </c:pt>
                <c:pt idx="1067">
                  <c:v>2.53211975</c:v>
                </c:pt>
                <c:pt idx="1068">
                  <c:v>2.5353241</c:v>
                </c:pt>
                <c:pt idx="1069">
                  <c:v>2.53724794</c:v>
                </c:pt>
                <c:pt idx="1070">
                  <c:v>2.54074097</c:v>
                </c:pt>
                <c:pt idx="1071">
                  <c:v>2.54363189</c:v>
                </c:pt>
                <c:pt idx="1072">
                  <c:v>2.54745483</c:v>
                </c:pt>
                <c:pt idx="1073">
                  <c:v>2.55031276</c:v>
                </c:pt>
                <c:pt idx="1074">
                  <c:v>2.55350474</c:v>
                </c:pt>
                <c:pt idx="1075">
                  <c:v>2.55669671</c:v>
                </c:pt>
                <c:pt idx="1076">
                  <c:v>2.55989075</c:v>
                </c:pt>
                <c:pt idx="1077">
                  <c:v>2.56404567</c:v>
                </c:pt>
                <c:pt idx="1078">
                  <c:v>2.56723765</c:v>
                </c:pt>
                <c:pt idx="1079">
                  <c:v>2.57072655</c:v>
                </c:pt>
                <c:pt idx="1080">
                  <c:v>2.57362366</c:v>
                </c:pt>
                <c:pt idx="1081">
                  <c:v>2.57518047</c:v>
                </c:pt>
                <c:pt idx="1082">
                  <c:v>2.57965088</c:v>
                </c:pt>
                <c:pt idx="1083">
                  <c:v>2.58285522</c:v>
                </c:pt>
                <c:pt idx="1084">
                  <c:v>2.58638949</c:v>
                </c:pt>
                <c:pt idx="1085">
                  <c:v>2.58891338</c:v>
                </c:pt>
                <c:pt idx="1086">
                  <c:v>2.59247651</c:v>
                </c:pt>
                <c:pt idx="1087">
                  <c:v>2.59529114</c:v>
                </c:pt>
                <c:pt idx="1088">
                  <c:v>2.59819237</c:v>
                </c:pt>
                <c:pt idx="1089">
                  <c:v>2.60138434</c:v>
                </c:pt>
                <c:pt idx="1090">
                  <c:v>2.60520935</c:v>
                </c:pt>
                <c:pt idx="1091">
                  <c:v>2.60806522</c:v>
                </c:pt>
                <c:pt idx="1092">
                  <c:v>2.61131287</c:v>
                </c:pt>
                <c:pt idx="1093">
                  <c:v>2.61383057</c:v>
                </c:pt>
                <c:pt idx="1094">
                  <c:v>2.61703491</c:v>
                </c:pt>
                <c:pt idx="1095">
                  <c:v>2.6215012</c:v>
                </c:pt>
                <c:pt idx="1096">
                  <c:v>2.62469317</c:v>
                </c:pt>
                <c:pt idx="1097">
                  <c:v>2.62818208</c:v>
                </c:pt>
                <c:pt idx="1098">
                  <c:v>2.63078019</c:v>
                </c:pt>
                <c:pt idx="1099">
                  <c:v>2.63389794</c:v>
                </c:pt>
                <c:pt idx="1100">
                  <c:v>2.63746107</c:v>
                </c:pt>
                <c:pt idx="1101">
                  <c:v>2.64030457</c:v>
                </c:pt>
                <c:pt idx="1102">
                  <c:v>2.64350891</c:v>
                </c:pt>
                <c:pt idx="1103">
                  <c:v>2.64663696</c:v>
                </c:pt>
                <c:pt idx="1104">
                  <c:v>2.6498578</c:v>
                </c:pt>
                <c:pt idx="1105">
                  <c:v>2.65335083</c:v>
                </c:pt>
                <c:pt idx="1106">
                  <c:v>2.65490558</c:v>
                </c:pt>
                <c:pt idx="1107">
                  <c:v>2.65846871</c:v>
                </c:pt>
                <c:pt idx="1108">
                  <c:v>2.66158645</c:v>
                </c:pt>
                <c:pt idx="1109">
                  <c:v>2.66604037</c:v>
                </c:pt>
                <c:pt idx="1110">
                  <c:v>2.6679704</c:v>
                </c:pt>
                <c:pt idx="1111">
                  <c:v>2.67112732</c:v>
                </c:pt>
                <c:pt idx="1112">
                  <c:v>2.67433167</c:v>
                </c:pt>
                <c:pt idx="1113">
                  <c:v>2.67784119</c:v>
                </c:pt>
                <c:pt idx="1114">
                  <c:v>2.68133215</c:v>
                </c:pt>
                <c:pt idx="1115">
                  <c:v>2.68452412</c:v>
                </c:pt>
                <c:pt idx="1116">
                  <c:v>2.68737793</c:v>
                </c:pt>
                <c:pt idx="1117">
                  <c:v>2.69081116</c:v>
                </c:pt>
                <c:pt idx="1118">
                  <c:v>2.69372889</c:v>
                </c:pt>
                <c:pt idx="1119">
                  <c:v>2.69691467</c:v>
                </c:pt>
                <c:pt idx="1120">
                  <c:v>2.70004272</c:v>
                </c:pt>
                <c:pt idx="1121">
                  <c:v>2.70324707</c:v>
                </c:pt>
                <c:pt idx="1122">
                  <c:v>2.70675659</c:v>
                </c:pt>
                <c:pt idx="1123">
                  <c:v>2.70988464</c:v>
                </c:pt>
                <c:pt idx="1124">
                  <c:v>2.71308899</c:v>
                </c:pt>
                <c:pt idx="1125">
                  <c:v>2.71560669</c:v>
                </c:pt>
                <c:pt idx="1126">
                  <c:v>2.71941314</c:v>
                </c:pt>
                <c:pt idx="1127">
                  <c:v>2.72293091</c:v>
                </c:pt>
                <c:pt idx="1128">
                  <c:v>2.72544861</c:v>
                </c:pt>
                <c:pt idx="1129">
                  <c:v>2.72895813</c:v>
                </c:pt>
                <c:pt idx="1130">
                  <c:v>2.73208618</c:v>
                </c:pt>
                <c:pt idx="1131">
                  <c:v>2.73529053</c:v>
                </c:pt>
                <c:pt idx="1132">
                  <c:v>2.73849075</c:v>
                </c:pt>
                <c:pt idx="1133">
                  <c:v>2.74131775</c:v>
                </c:pt>
                <c:pt idx="1134">
                  <c:v>2.74546855</c:v>
                </c:pt>
                <c:pt idx="1135">
                  <c:v>2.74895745</c:v>
                </c:pt>
                <c:pt idx="1136">
                  <c:v>2.75177002</c:v>
                </c:pt>
                <c:pt idx="1137">
                  <c:v>2.75497437</c:v>
                </c:pt>
                <c:pt idx="1138">
                  <c:v>2.75786529</c:v>
                </c:pt>
                <c:pt idx="1139">
                  <c:v>2.76135419</c:v>
                </c:pt>
                <c:pt idx="1140">
                  <c:v>2.76447193</c:v>
                </c:pt>
                <c:pt idx="1141">
                  <c:v>2.7676639</c:v>
                </c:pt>
                <c:pt idx="1142">
                  <c:v>2.77115281</c:v>
                </c:pt>
                <c:pt idx="1143">
                  <c:v>2.77367669</c:v>
                </c:pt>
                <c:pt idx="1144">
                  <c:v>2.77656555</c:v>
                </c:pt>
                <c:pt idx="1145">
                  <c:v>2.78007507</c:v>
                </c:pt>
                <c:pt idx="1146">
                  <c:v>2.78259277</c:v>
                </c:pt>
                <c:pt idx="1147">
                  <c:v>2.78607343</c:v>
                </c:pt>
                <c:pt idx="1148">
                  <c:v>2.78923035</c:v>
                </c:pt>
                <c:pt idx="1149">
                  <c:v>2.79243469</c:v>
                </c:pt>
                <c:pt idx="1150">
                  <c:v>2.79586792</c:v>
                </c:pt>
                <c:pt idx="1151">
                  <c:v>2.79907227</c:v>
                </c:pt>
                <c:pt idx="1152">
                  <c:v>2.80158997</c:v>
                </c:pt>
                <c:pt idx="1153">
                  <c:v>2.80509949</c:v>
                </c:pt>
                <c:pt idx="1154">
                  <c:v>2.80822754</c:v>
                </c:pt>
                <c:pt idx="1155">
                  <c:v>2.81108959</c:v>
                </c:pt>
                <c:pt idx="1156">
                  <c:v>2.81425476</c:v>
                </c:pt>
                <c:pt idx="1157">
                  <c:v>2.81777047</c:v>
                </c:pt>
                <c:pt idx="1158">
                  <c:v>2.82059128</c:v>
                </c:pt>
                <c:pt idx="1159">
                  <c:v>2.82378326</c:v>
                </c:pt>
                <c:pt idx="1160">
                  <c:v>2.82730103</c:v>
                </c:pt>
                <c:pt idx="1161">
                  <c:v>2.83009297</c:v>
                </c:pt>
                <c:pt idx="1162">
                  <c:v>2.83325195</c:v>
                </c:pt>
                <c:pt idx="1163">
                  <c:v>2.83610576</c:v>
                </c:pt>
                <c:pt idx="1164">
                  <c:v>2.84026275</c:v>
                </c:pt>
                <c:pt idx="1165">
                  <c:v>2.84378052</c:v>
                </c:pt>
                <c:pt idx="1166">
                  <c:v>2.84629822</c:v>
                </c:pt>
                <c:pt idx="1167">
                  <c:v>2.84980774</c:v>
                </c:pt>
                <c:pt idx="1168">
                  <c:v>2.85258525</c:v>
                </c:pt>
                <c:pt idx="1169">
                  <c:v>2.85577722</c:v>
                </c:pt>
                <c:pt idx="1170">
                  <c:v>2.85926613</c:v>
                </c:pt>
                <c:pt idx="1171">
                  <c:v>2.8624581</c:v>
                </c:pt>
                <c:pt idx="1172">
                  <c:v>2.86498199</c:v>
                </c:pt>
                <c:pt idx="1173">
                  <c:v>2.86847089</c:v>
                </c:pt>
                <c:pt idx="1174">
                  <c:v>2.87132263</c:v>
                </c:pt>
                <c:pt idx="1175">
                  <c:v>2.8747806</c:v>
                </c:pt>
                <c:pt idx="1176">
                  <c:v>2.87767565</c:v>
                </c:pt>
                <c:pt idx="1177">
                  <c:v>2.88047791</c:v>
                </c:pt>
                <c:pt idx="1178">
                  <c:v>2.88528442</c:v>
                </c:pt>
                <c:pt idx="1179">
                  <c:v>2.88780212</c:v>
                </c:pt>
                <c:pt idx="1180">
                  <c:v>2.89093018</c:v>
                </c:pt>
                <c:pt idx="1181">
                  <c:v>2.89413452</c:v>
                </c:pt>
                <c:pt idx="1182">
                  <c:v>2.8969574</c:v>
                </c:pt>
                <c:pt idx="1183">
                  <c:v>2.90016174</c:v>
                </c:pt>
                <c:pt idx="1184">
                  <c:v>2.90298874</c:v>
                </c:pt>
                <c:pt idx="1185">
                  <c:v>2.90679932</c:v>
                </c:pt>
                <c:pt idx="1186">
                  <c:v>2.90966962</c:v>
                </c:pt>
                <c:pt idx="1187">
                  <c:v>2.91286159</c:v>
                </c:pt>
                <c:pt idx="1188">
                  <c:v>2.91635049</c:v>
                </c:pt>
                <c:pt idx="1189">
                  <c:v>2.91915894</c:v>
                </c:pt>
                <c:pt idx="1190">
                  <c:v>2.92236328</c:v>
                </c:pt>
                <c:pt idx="1191">
                  <c:v>2.92518616</c:v>
                </c:pt>
                <c:pt idx="1192">
                  <c:v>2.9283905</c:v>
                </c:pt>
                <c:pt idx="1193">
                  <c:v>2.93149381</c:v>
                </c:pt>
                <c:pt idx="1194">
                  <c:v>2.93468578</c:v>
                </c:pt>
                <c:pt idx="1195">
                  <c:v>2.93754578</c:v>
                </c:pt>
                <c:pt idx="1196">
                  <c:v>2.94075012</c:v>
                </c:pt>
                <c:pt idx="1197">
                  <c:v>2.94548035</c:v>
                </c:pt>
                <c:pt idx="1198">
                  <c:v>2.94708252</c:v>
                </c:pt>
                <c:pt idx="1199">
                  <c:v>2.95051575</c:v>
                </c:pt>
                <c:pt idx="1200">
                  <c:v>2.95435725</c:v>
                </c:pt>
                <c:pt idx="1201">
                  <c:v>2.95754922</c:v>
                </c:pt>
                <c:pt idx="1202">
                  <c:v>2.96035767</c:v>
                </c:pt>
                <c:pt idx="1203">
                  <c:v>2.96386719</c:v>
                </c:pt>
                <c:pt idx="1204">
                  <c:v>2.96734784</c:v>
                </c:pt>
                <c:pt idx="1205">
                  <c:v>2.96920364</c:v>
                </c:pt>
                <c:pt idx="1206">
                  <c:v>2.97271729</c:v>
                </c:pt>
                <c:pt idx="1207">
                  <c:v>2.97622681</c:v>
                </c:pt>
                <c:pt idx="1208">
                  <c:v>2.97967034</c:v>
                </c:pt>
                <c:pt idx="1209">
                  <c:v>2.98286438</c:v>
                </c:pt>
                <c:pt idx="1210">
                  <c:v>2.98575736</c:v>
                </c:pt>
                <c:pt idx="1211">
                  <c:v>2.98887511</c:v>
                </c:pt>
                <c:pt idx="1212">
                  <c:v>2.99209595</c:v>
                </c:pt>
                <c:pt idx="1213">
                  <c:v>2.995224</c:v>
                </c:pt>
                <c:pt idx="1214">
                  <c:v>2.99842834</c:v>
                </c:pt>
                <c:pt idx="1215">
                  <c:v>3.00127184</c:v>
                </c:pt>
                <c:pt idx="1216">
                  <c:v>3.00476074</c:v>
                </c:pt>
                <c:pt idx="1217">
                  <c:v>3.00795272</c:v>
                </c:pt>
                <c:pt idx="1218">
                  <c:v>3.01078796</c:v>
                </c:pt>
                <c:pt idx="1219">
                  <c:v>3.0139655</c:v>
                </c:pt>
                <c:pt idx="1220">
                  <c:v>3.01742554</c:v>
                </c:pt>
                <c:pt idx="1221">
                  <c:v>3.02027522</c:v>
                </c:pt>
                <c:pt idx="1222">
                  <c:v>3.02376412</c:v>
                </c:pt>
                <c:pt idx="1223">
                  <c:v>3.02695609</c:v>
                </c:pt>
                <c:pt idx="1224">
                  <c:v>3.03014807</c:v>
                </c:pt>
                <c:pt idx="1225">
                  <c:v>3.0329895</c:v>
                </c:pt>
                <c:pt idx="1226">
                  <c:v>3.03616086</c:v>
                </c:pt>
                <c:pt idx="1227">
                  <c:v>3.03935283</c:v>
                </c:pt>
                <c:pt idx="1228">
                  <c:v>3.04222107</c:v>
                </c:pt>
                <c:pt idx="1229">
                  <c:v>3.0460337</c:v>
                </c:pt>
                <c:pt idx="1230">
                  <c:v>3.04885864</c:v>
                </c:pt>
                <c:pt idx="1231">
                  <c:v>3.05206299</c:v>
                </c:pt>
                <c:pt idx="1232">
                  <c:v>3.05650041</c:v>
                </c:pt>
                <c:pt idx="1233">
                  <c:v>3.0590243</c:v>
                </c:pt>
                <c:pt idx="1234">
                  <c:v>3.06221627</c:v>
                </c:pt>
                <c:pt idx="1235">
                  <c:v>3.06533813</c:v>
                </c:pt>
                <c:pt idx="1236">
                  <c:v>3.06889714</c:v>
                </c:pt>
                <c:pt idx="1237">
                  <c:v>3.07142103</c:v>
                </c:pt>
                <c:pt idx="1238">
                  <c:v>3.07490993</c:v>
                </c:pt>
                <c:pt idx="1239">
                  <c:v>3.07810191</c:v>
                </c:pt>
                <c:pt idx="1240">
                  <c:v>3.08121965</c:v>
                </c:pt>
                <c:pt idx="1241">
                  <c:v>3.08441162</c:v>
                </c:pt>
                <c:pt idx="1242">
                  <c:v>3.08790052</c:v>
                </c:pt>
                <c:pt idx="1243">
                  <c:v>3.09082031</c:v>
                </c:pt>
                <c:pt idx="1244">
                  <c:v>3.0945814</c:v>
                </c:pt>
                <c:pt idx="1245">
                  <c:v>3.09710528</c:v>
                </c:pt>
                <c:pt idx="1246">
                  <c:v>3.09997559</c:v>
                </c:pt>
                <c:pt idx="1247">
                  <c:v>3.1031923</c:v>
                </c:pt>
                <c:pt idx="1248">
                  <c:v>3.10600281</c:v>
                </c:pt>
                <c:pt idx="1249">
                  <c:v>3.10920715</c:v>
                </c:pt>
                <c:pt idx="1250">
                  <c:v>3.11210632</c:v>
                </c:pt>
                <c:pt idx="1251">
                  <c:v>3.11653137</c:v>
                </c:pt>
                <c:pt idx="1252">
                  <c:v>3.11904907</c:v>
                </c:pt>
                <c:pt idx="1253">
                  <c:v>3.12255859</c:v>
                </c:pt>
                <c:pt idx="1254">
                  <c:v>3.12605574</c:v>
                </c:pt>
                <c:pt idx="1255">
                  <c:v>3.12924772</c:v>
                </c:pt>
                <c:pt idx="1256">
                  <c:v>3.13214276</c:v>
                </c:pt>
                <c:pt idx="1257">
                  <c:v>3.13499451</c:v>
                </c:pt>
                <c:pt idx="1258">
                  <c:v>3.13819885</c:v>
                </c:pt>
                <c:pt idx="1259">
                  <c:v>3.14102173</c:v>
                </c:pt>
                <c:pt idx="1260">
                  <c:v>3.14422607</c:v>
                </c:pt>
                <c:pt idx="1261">
                  <c:v>3.1477356</c:v>
                </c:pt>
                <c:pt idx="1262">
                  <c:v>3.15086365</c:v>
                </c:pt>
                <c:pt idx="1263">
                  <c:v>3.15406799</c:v>
                </c:pt>
                <c:pt idx="1264">
                  <c:v>3.15757751</c:v>
                </c:pt>
                <c:pt idx="1265">
                  <c:v>3.16078186</c:v>
                </c:pt>
                <c:pt idx="1266">
                  <c:v>3.16390991</c:v>
                </c:pt>
                <c:pt idx="1267">
                  <c:v>3.16741943</c:v>
                </c:pt>
                <c:pt idx="1268">
                  <c:v>3.17029798</c:v>
                </c:pt>
                <c:pt idx="1269">
                  <c:v>3.17348996</c:v>
                </c:pt>
                <c:pt idx="1270">
                  <c:v>3.17697886</c:v>
                </c:pt>
                <c:pt idx="1271">
                  <c:v>3.18017083</c:v>
                </c:pt>
                <c:pt idx="1272">
                  <c:v>3.18269472</c:v>
                </c:pt>
                <c:pt idx="1273">
                  <c:v>3.18618362</c:v>
                </c:pt>
                <c:pt idx="1274">
                  <c:v>3.18878174</c:v>
                </c:pt>
                <c:pt idx="1275">
                  <c:v>3.19189948</c:v>
                </c:pt>
                <c:pt idx="1276">
                  <c:v>3.19546261</c:v>
                </c:pt>
                <c:pt idx="1277">
                  <c:v>3.19858036</c:v>
                </c:pt>
                <c:pt idx="1278">
                  <c:v>3.20213318</c:v>
                </c:pt>
                <c:pt idx="1279">
                  <c:v>3.20556641</c:v>
                </c:pt>
                <c:pt idx="1280">
                  <c:v>3.2081604</c:v>
                </c:pt>
                <c:pt idx="1281">
                  <c:v>3.21128845</c:v>
                </c:pt>
                <c:pt idx="1282">
                  <c:v>3.21446599</c:v>
                </c:pt>
                <c:pt idx="1283">
                  <c:v>3.21765797</c:v>
                </c:pt>
                <c:pt idx="1284">
                  <c:v>3.22151803</c:v>
                </c:pt>
                <c:pt idx="1285">
                  <c:v>3.22463989</c:v>
                </c:pt>
                <c:pt idx="1286">
                  <c:v>3.22784424</c:v>
                </c:pt>
                <c:pt idx="1287">
                  <c:v>3.23072279</c:v>
                </c:pt>
                <c:pt idx="1288">
                  <c:v>3.23387146</c:v>
                </c:pt>
                <c:pt idx="1289">
                  <c:v>3.23673558</c:v>
                </c:pt>
                <c:pt idx="1290">
                  <c:v>3.23992755</c:v>
                </c:pt>
                <c:pt idx="1291">
                  <c:v>3.24279785</c:v>
                </c:pt>
                <c:pt idx="1292">
                  <c:v>3.24630737</c:v>
                </c:pt>
                <c:pt idx="1293">
                  <c:v>3.24913231</c:v>
                </c:pt>
                <c:pt idx="1294">
                  <c:v>3.25263977</c:v>
                </c:pt>
                <c:pt idx="1295">
                  <c:v>3.25614929</c:v>
                </c:pt>
                <c:pt idx="1296">
                  <c:v>3.25900516</c:v>
                </c:pt>
                <c:pt idx="1297">
                  <c:v>3.26219713</c:v>
                </c:pt>
                <c:pt idx="1298">
                  <c:v>3.26501795</c:v>
                </c:pt>
                <c:pt idx="1299">
                  <c:v>3.26789856</c:v>
                </c:pt>
                <c:pt idx="1300">
                  <c:v>3.27110291</c:v>
                </c:pt>
                <c:pt idx="1301">
                  <c:v>3.27583313</c:v>
                </c:pt>
                <c:pt idx="1302">
                  <c:v>3.27875086</c:v>
                </c:pt>
                <c:pt idx="1303">
                  <c:v>3.28194283</c:v>
                </c:pt>
                <c:pt idx="1304">
                  <c:v>3.28475952</c:v>
                </c:pt>
                <c:pt idx="1305">
                  <c:v>3.28765869</c:v>
                </c:pt>
                <c:pt idx="1306">
                  <c:v>3.29017639</c:v>
                </c:pt>
                <c:pt idx="1307">
                  <c:v>3.29367148</c:v>
                </c:pt>
                <c:pt idx="1308">
                  <c:v>3.29689026</c:v>
                </c:pt>
                <c:pt idx="1309">
                  <c:v>3.29968427</c:v>
                </c:pt>
                <c:pt idx="1310">
                  <c:v>3.30352783</c:v>
                </c:pt>
                <c:pt idx="1311">
                  <c:v>3.30734253</c:v>
                </c:pt>
                <c:pt idx="1312">
                  <c:v>3.3102252</c:v>
                </c:pt>
                <c:pt idx="1313">
                  <c:v>3.3140564</c:v>
                </c:pt>
                <c:pt idx="1314">
                  <c:v>3.31690608</c:v>
                </c:pt>
                <c:pt idx="1315">
                  <c:v>3.31883611</c:v>
                </c:pt>
                <c:pt idx="1316">
                  <c:v>3.32232501</c:v>
                </c:pt>
                <c:pt idx="1317">
                  <c:v>3.32551698</c:v>
                </c:pt>
                <c:pt idx="1318">
                  <c:v>3.32832336</c:v>
                </c:pt>
                <c:pt idx="1319">
                  <c:v>3.33152977</c:v>
                </c:pt>
                <c:pt idx="1320">
                  <c:v>3.33598369</c:v>
                </c:pt>
                <c:pt idx="1321">
                  <c:v>3.33947259</c:v>
                </c:pt>
                <c:pt idx="1322">
                  <c:v>3.34236145</c:v>
                </c:pt>
                <c:pt idx="1323">
                  <c:v>3.34518845</c:v>
                </c:pt>
                <c:pt idx="1324">
                  <c:v>3.34741541</c:v>
                </c:pt>
                <c:pt idx="1325">
                  <c:v>3.35350037</c:v>
                </c:pt>
                <c:pt idx="1326">
                  <c:v>3.35862443</c:v>
                </c:pt>
                <c:pt idx="1327">
                  <c:v>3.36013794</c:v>
                </c:pt>
                <c:pt idx="1328">
                  <c:v>3.36334229</c:v>
                </c:pt>
                <c:pt idx="1329">
                  <c:v>3.36685181</c:v>
                </c:pt>
                <c:pt idx="1330">
                  <c:v>3.37005615</c:v>
                </c:pt>
                <c:pt idx="1331">
                  <c:v>3.37421314</c:v>
                </c:pt>
                <c:pt idx="1332">
                  <c:v>3.37738037</c:v>
                </c:pt>
                <c:pt idx="1333">
                  <c:v>3.38022593</c:v>
                </c:pt>
                <c:pt idx="1334">
                  <c:v>3.3834179</c:v>
                </c:pt>
                <c:pt idx="1335">
                  <c:v>3.38531494</c:v>
                </c:pt>
                <c:pt idx="1336">
                  <c:v>3.39009878</c:v>
                </c:pt>
                <c:pt idx="1337">
                  <c:v>3.39232574</c:v>
                </c:pt>
                <c:pt idx="1338">
                  <c:v>3.39515686</c:v>
                </c:pt>
                <c:pt idx="1339">
                  <c:v>3.39836121</c:v>
                </c:pt>
                <c:pt idx="1340">
                  <c:v>3.4015305</c:v>
                </c:pt>
                <c:pt idx="1341">
                  <c:v>3.40507507</c:v>
                </c:pt>
                <c:pt idx="1342">
                  <c:v>3.40791445</c:v>
                </c:pt>
                <c:pt idx="1343">
                  <c:v>3.41177451</c:v>
                </c:pt>
                <c:pt idx="1344">
                  <c:v>3.41526341</c:v>
                </c:pt>
                <c:pt idx="1345">
                  <c:v>3.41845538</c:v>
                </c:pt>
                <c:pt idx="1346">
                  <c:v>3.42097927</c:v>
                </c:pt>
                <c:pt idx="1347">
                  <c:v>3.42414856</c:v>
                </c:pt>
                <c:pt idx="1348">
                  <c:v>3.4286499</c:v>
                </c:pt>
                <c:pt idx="1349">
                  <c:v>3.43025826</c:v>
                </c:pt>
                <c:pt idx="1350">
                  <c:v>3.43374716</c:v>
                </c:pt>
                <c:pt idx="1351">
                  <c:v>3.43693914</c:v>
                </c:pt>
                <c:pt idx="1352">
                  <c:v>3.44108582</c:v>
                </c:pt>
                <c:pt idx="1353">
                  <c:v>3.44295192</c:v>
                </c:pt>
                <c:pt idx="1354">
                  <c:v>3.44650269</c:v>
                </c:pt>
                <c:pt idx="1355">
                  <c:v>3.44933587</c:v>
                </c:pt>
                <c:pt idx="1356">
                  <c:v>3.45416095</c:v>
                </c:pt>
                <c:pt idx="1357">
                  <c:v>3.45695496</c:v>
                </c:pt>
                <c:pt idx="1358">
                  <c:v>3.45987681</c:v>
                </c:pt>
                <c:pt idx="1359">
                  <c:v>3.46336571</c:v>
                </c:pt>
                <c:pt idx="1360">
                  <c:v>3.46655768</c:v>
                </c:pt>
                <c:pt idx="1361">
                  <c:v>3.46974966</c:v>
                </c:pt>
                <c:pt idx="1362">
                  <c:v>3.47290039</c:v>
                </c:pt>
                <c:pt idx="1363">
                  <c:v>3.47610474</c:v>
                </c:pt>
                <c:pt idx="1364">
                  <c:v>3.47862244</c:v>
                </c:pt>
                <c:pt idx="1365">
                  <c:v>3.48184946</c:v>
                </c:pt>
                <c:pt idx="1366">
                  <c:v>3.48437335</c:v>
                </c:pt>
                <c:pt idx="1367">
                  <c:v>3.48882727</c:v>
                </c:pt>
                <c:pt idx="1368">
                  <c:v>3.49172231</c:v>
                </c:pt>
                <c:pt idx="1369">
                  <c:v>3.49456787</c:v>
                </c:pt>
                <c:pt idx="1370">
                  <c:v>3.49777222</c:v>
                </c:pt>
                <c:pt idx="1371">
                  <c:v>3.50059509</c:v>
                </c:pt>
                <c:pt idx="1372">
                  <c:v>3.50411905</c:v>
                </c:pt>
                <c:pt idx="1373">
                  <c:v>3.50731102</c:v>
                </c:pt>
                <c:pt idx="1374">
                  <c:v>3.51112366</c:v>
                </c:pt>
                <c:pt idx="1375">
                  <c:v>3.5139919</c:v>
                </c:pt>
                <c:pt idx="1376">
                  <c:v>3.51718387</c:v>
                </c:pt>
                <c:pt idx="1377">
                  <c:v>3.52067277</c:v>
                </c:pt>
                <c:pt idx="1378">
                  <c:v>3.52386475</c:v>
                </c:pt>
                <c:pt idx="1379">
                  <c:v>3.52705672</c:v>
                </c:pt>
                <c:pt idx="1380">
                  <c:v>3.52987753</c:v>
                </c:pt>
                <c:pt idx="1381">
                  <c:v>3.53306951</c:v>
                </c:pt>
                <c:pt idx="1382">
                  <c:v>3.53660583</c:v>
                </c:pt>
                <c:pt idx="1383">
                  <c:v>3.53981018</c:v>
                </c:pt>
                <c:pt idx="1384">
                  <c:v>3.54294236</c:v>
                </c:pt>
                <c:pt idx="1385">
                  <c:v>3.54554047</c:v>
                </c:pt>
                <c:pt idx="1386">
                  <c:v>3.54934692</c:v>
                </c:pt>
                <c:pt idx="1387">
                  <c:v>3.55186462</c:v>
                </c:pt>
                <c:pt idx="1388">
                  <c:v>3.55533909</c:v>
                </c:pt>
                <c:pt idx="1389">
                  <c:v>3.55823414</c:v>
                </c:pt>
                <c:pt idx="1390">
                  <c:v>3.56142611</c:v>
                </c:pt>
                <c:pt idx="1391">
                  <c:v>3.56491089</c:v>
                </c:pt>
                <c:pt idx="1392">
                  <c:v>3.56842041</c:v>
                </c:pt>
                <c:pt idx="1393">
                  <c:v>3.57162476</c:v>
                </c:pt>
                <c:pt idx="1394">
                  <c:v>3.57449093</c:v>
                </c:pt>
                <c:pt idx="1395">
                  <c:v>3.57768291</c:v>
                </c:pt>
                <c:pt idx="1396">
                  <c:v>3.58085632</c:v>
                </c:pt>
                <c:pt idx="1397">
                  <c:v>3.5836957</c:v>
                </c:pt>
                <c:pt idx="1398">
                  <c:v>3.58659074</c:v>
                </c:pt>
                <c:pt idx="1399">
                  <c:v>3.59008789</c:v>
                </c:pt>
                <c:pt idx="1400">
                  <c:v>3.59290046</c:v>
                </c:pt>
                <c:pt idx="1401">
                  <c:v>3.59609243</c:v>
                </c:pt>
                <c:pt idx="1402">
                  <c:v>3.59931946</c:v>
                </c:pt>
                <c:pt idx="1403">
                  <c:v>3.60344139</c:v>
                </c:pt>
                <c:pt idx="1404">
                  <c:v>3.60626221</c:v>
                </c:pt>
                <c:pt idx="1405">
                  <c:v>3.60945418</c:v>
                </c:pt>
                <c:pt idx="1406">
                  <c:v>3.61297607</c:v>
                </c:pt>
                <c:pt idx="1407">
                  <c:v>3.61549377</c:v>
                </c:pt>
                <c:pt idx="1408">
                  <c:v>3.6190033</c:v>
                </c:pt>
                <c:pt idx="1409">
                  <c:v>3.62159729</c:v>
                </c:pt>
                <c:pt idx="1410">
                  <c:v>3.62472534</c:v>
                </c:pt>
                <c:pt idx="1411">
                  <c:v>3.62823486</c:v>
                </c:pt>
                <c:pt idx="1412">
                  <c:v>3.63143921</c:v>
                </c:pt>
                <c:pt idx="1413">
                  <c:v>3.63432188</c:v>
                </c:pt>
                <c:pt idx="1414">
                  <c:v>3.63781078</c:v>
                </c:pt>
                <c:pt idx="1415">
                  <c:v>3.64100276</c:v>
                </c:pt>
                <c:pt idx="1416">
                  <c:v>3.6441205</c:v>
                </c:pt>
                <c:pt idx="1417">
                  <c:v>3.64700317</c:v>
                </c:pt>
                <c:pt idx="1418">
                  <c:v>3.6505127</c:v>
                </c:pt>
                <c:pt idx="1419">
                  <c:v>3.65432739</c:v>
                </c:pt>
                <c:pt idx="1420">
                  <c:v>3.65783691</c:v>
                </c:pt>
                <c:pt idx="1421">
                  <c:v>3.65974426</c:v>
                </c:pt>
                <c:pt idx="1422">
                  <c:v>3.6638662</c:v>
                </c:pt>
                <c:pt idx="1423">
                  <c:v>3.66676124</c:v>
                </c:pt>
                <c:pt idx="1424">
                  <c:v>3.66995322</c:v>
                </c:pt>
                <c:pt idx="1425">
                  <c:v>3.67279053</c:v>
                </c:pt>
                <c:pt idx="1426">
                  <c:v>3.67630005</c:v>
                </c:pt>
                <c:pt idx="1427">
                  <c:v>3.6794281</c:v>
                </c:pt>
                <c:pt idx="1428">
                  <c:v>3.68234995</c:v>
                </c:pt>
                <c:pt idx="1429">
                  <c:v>3.68546769</c:v>
                </c:pt>
                <c:pt idx="1430">
                  <c:v>3.68865967</c:v>
                </c:pt>
                <c:pt idx="1431">
                  <c:v>3.69186401</c:v>
                </c:pt>
                <c:pt idx="1432">
                  <c:v>3.69506836</c:v>
                </c:pt>
                <c:pt idx="1433">
                  <c:v>3.69850159</c:v>
                </c:pt>
                <c:pt idx="1434">
                  <c:v>3.70170593</c:v>
                </c:pt>
                <c:pt idx="1435">
                  <c:v>3.70521339</c:v>
                </c:pt>
                <c:pt idx="1436">
                  <c:v>3.70803421</c:v>
                </c:pt>
                <c:pt idx="1437">
                  <c:v>3.7109375</c:v>
                </c:pt>
                <c:pt idx="1438">
                  <c:v>3.71375007</c:v>
                </c:pt>
                <c:pt idx="1439">
                  <c:v>3.71665955</c:v>
                </c:pt>
                <c:pt idx="1440">
                  <c:v>3.72138977</c:v>
                </c:pt>
                <c:pt idx="1441">
                  <c:v>3.72390747</c:v>
                </c:pt>
                <c:pt idx="1442">
                  <c:v>3.72711182</c:v>
                </c:pt>
                <c:pt idx="1443">
                  <c:v>3.73031616</c:v>
                </c:pt>
                <c:pt idx="1444">
                  <c:v>3.73374939</c:v>
                </c:pt>
                <c:pt idx="1445">
                  <c:v>3.73634338</c:v>
                </c:pt>
                <c:pt idx="1446">
                  <c:v>3.74015808</c:v>
                </c:pt>
                <c:pt idx="1447">
                  <c:v>3.74329438</c:v>
                </c:pt>
                <c:pt idx="1448">
                  <c:v>3.74581827</c:v>
                </c:pt>
                <c:pt idx="1449">
                  <c:v>3.748703</c:v>
                </c:pt>
                <c:pt idx="1450">
                  <c:v>3.75249914</c:v>
                </c:pt>
                <c:pt idx="1451">
                  <c:v>3.75502303</c:v>
                </c:pt>
                <c:pt idx="1452">
                  <c:v>3.75854492</c:v>
                </c:pt>
                <c:pt idx="1453">
                  <c:v>3.76205444</c:v>
                </c:pt>
                <c:pt idx="1454">
                  <c:v>3.7651825</c:v>
                </c:pt>
                <c:pt idx="1455">
                  <c:v>3.76868171</c:v>
                </c:pt>
                <c:pt idx="1456">
                  <c:v>3.77151489</c:v>
                </c:pt>
                <c:pt idx="1457">
                  <c:v>3.77469449</c:v>
                </c:pt>
                <c:pt idx="1458">
                  <c:v>3.77788647</c:v>
                </c:pt>
                <c:pt idx="1459">
                  <c:v>3.78041035</c:v>
                </c:pt>
                <c:pt idx="1460">
                  <c:v>3.78389926</c:v>
                </c:pt>
                <c:pt idx="1461">
                  <c:v>3.78709123</c:v>
                </c:pt>
                <c:pt idx="1462">
                  <c:v>3.7902832</c:v>
                </c:pt>
                <c:pt idx="1463">
                  <c:v>3.79340094</c:v>
                </c:pt>
                <c:pt idx="1464">
                  <c:v>3.79688985</c:v>
                </c:pt>
                <c:pt idx="1465">
                  <c:v>3.80008182</c:v>
                </c:pt>
                <c:pt idx="1466">
                  <c:v>3.802948</c:v>
                </c:pt>
                <c:pt idx="1467">
                  <c:v>3.80609461</c:v>
                </c:pt>
                <c:pt idx="1468">
                  <c:v>3.81019592</c:v>
                </c:pt>
                <c:pt idx="1469">
                  <c:v>3.81278992</c:v>
                </c:pt>
                <c:pt idx="1470">
                  <c:v>3.81589322</c:v>
                </c:pt>
                <c:pt idx="1471">
                  <c:v>3.81874084</c:v>
                </c:pt>
                <c:pt idx="1472">
                  <c:v>3.82190601</c:v>
                </c:pt>
                <c:pt idx="1473">
                  <c:v>3.82509799</c:v>
                </c:pt>
                <c:pt idx="1474">
                  <c:v>3.82828996</c:v>
                </c:pt>
                <c:pt idx="1475">
                  <c:v>3.83209229</c:v>
                </c:pt>
                <c:pt idx="1476">
                  <c:v>3.83556469</c:v>
                </c:pt>
                <c:pt idx="1477">
                  <c:v>3.83712769</c:v>
                </c:pt>
                <c:pt idx="1478">
                  <c:v>3.84063721</c:v>
                </c:pt>
                <c:pt idx="1479">
                  <c:v>3.84376526</c:v>
                </c:pt>
                <c:pt idx="1480">
                  <c:v>3.84689331</c:v>
                </c:pt>
                <c:pt idx="1481">
                  <c:v>3.85040283</c:v>
                </c:pt>
                <c:pt idx="1482">
                  <c:v>3.85323189</c:v>
                </c:pt>
                <c:pt idx="1483">
                  <c:v>3.85642387</c:v>
                </c:pt>
                <c:pt idx="1484">
                  <c:v>3.85955811</c:v>
                </c:pt>
                <c:pt idx="1485">
                  <c:v>3.86276245</c:v>
                </c:pt>
                <c:pt idx="1486">
                  <c:v>3.86689057</c:v>
                </c:pt>
                <c:pt idx="1487">
                  <c:v>3.87000831</c:v>
                </c:pt>
                <c:pt idx="1488">
                  <c:v>3.87321472</c:v>
                </c:pt>
                <c:pt idx="1489">
                  <c:v>3.87634277</c:v>
                </c:pt>
                <c:pt idx="1490">
                  <c:v>3.87980693</c:v>
                </c:pt>
                <c:pt idx="1491">
                  <c:v>3.88137817</c:v>
                </c:pt>
                <c:pt idx="1492">
                  <c:v>3.88455778</c:v>
                </c:pt>
                <c:pt idx="1493">
                  <c:v>3.88801575</c:v>
                </c:pt>
                <c:pt idx="1494">
                  <c:v>3.89086749</c:v>
                </c:pt>
                <c:pt idx="1495">
                  <c:v>3.89465332</c:v>
                </c:pt>
                <c:pt idx="1496">
                  <c:v>3.89785767</c:v>
                </c:pt>
                <c:pt idx="1497">
                  <c:v>3.9013342</c:v>
                </c:pt>
                <c:pt idx="1498">
                  <c:v>3.90449524</c:v>
                </c:pt>
                <c:pt idx="1499">
                  <c:v>3.90734698</c:v>
                </c:pt>
                <c:pt idx="1500">
                  <c:v>3.91014099</c:v>
                </c:pt>
                <c:pt idx="1501">
                  <c:v>3.91365051</c:v>
                </c:pt>
                <c:pt idx="1502">
                  <c:v>3.91647751</c:v>
                </c:pt>
                <c:pt idx="1503">
                  <c:v>3.91998291</c:v>
                </c:pt>
                <c:pt idx="1504">
                  <c:v>3.92280579</c:v>
                </c:pt>
                <c:pt idx="1505">
                  <c:v>3.92593384</c:v>
                </c:pt>
                <c:pt idx="1506">
                  <c:v>3.92913818</c:v>
                </c:pt>
                <c:pt idx="1507">
                  <c:v>3.93199199</c:v>
                </c:pt>
                <c:pt idx="1508">
                  <c:v>3.93540666</c:v>
                </c:pt>
                <c:pt idx="1509">
                  <c:v>3.93859863</c:v>
                </c:pt>
                <c:pt idx="1510">
                  <c:v>3.94271851</c:v>
                </c:pt>
                <c:pt idx="1511">
                  <c:v>3.94615173</c:v>
                </c:pt>
                <c:pt idx="1512">
                  <c:v>3.94772916</c:v>
                </c:pt>
                <c:pt idx="1513">
                  <c:v>3.95218308</c:v>
                </c:pt>
                <c:pt idx="1514">
                  <c:v>3.95567198</c:v>
                </c:pt>
                <c:pt idx="1515">
                  <c:v>3.95851135</c:v>
                </c:pt>
                <c:pt idx="1516">
                  <c:v>3.9616394</c:v>
                </c:pt>
                <c:pt idx="1517">
                  <c:v>3.96480251</c:v>
                </c:pt>
                <c:pt idx="1518">
                  <c:v>3.96766663</c:v>
                </c:pt>
                <c:pt idx="1519">
                  <c:v>3.97079468</c:v>
                </c:pt>
                <c:pt idx="1520">
                  <c:v>3.9743042</c:v>
                </c:pt>
                <c:pt idx="1521">
                  <c:v>3.97712501</c:v>
                </c:pt>
                <c:pt idx="1522">
                  <c:v>3.98025513</c:v>
                </c:pt>
                <c:pt idx="1523">
                  <c:v>3.98373166</c:v>
                </c:pt>
                <c:pt idx="1524">
                  <c:v>3.98692363</c:v>
                </c:pt>
                <c:pt idx="1525">
                  <c:v>3.98971558</c:v>
                </c:pt>
                <c:pt idx="1526">
                  <c:v>3.99353027</c:v>
                </c:pt>
                <c:pt idx="1527">
                  <c:v>3.99635315</c:v>
                </c:pt>
                <c:pt idx="1528">
                  <c:v>3.99983999</c:v>
                </c:pt>
                <c:pt idx="1529">
                  <c:v>4.00138855</c:v>
                </c:pt>
                <c:pt idx="1530">
                  <c:v>4.00489807</c:v>
                </c:pt>
                <c:pt idx="1531">
                  <c:v>4.00863647</c:v>
                </c:pt>
                <c:pt idx="1532">
                  <c:v>4.01184082</c:v>
                </c:pt>
                <c:pt idx="1533">
                  <c:v>4.0146637</c:v>
                </c:pt>
                <c:pt idx="1534">
                  <c:v>4.01779175</c:v>
                </c:pt>
                <c:pt idx="1535">
                  <c:v>4.02062493</c:v>
                </c:pt>
                <c:pt idx="1536">
                  <c:v>4.02503967</c:v>
                </c:pt>
                <c:pt idx="1537">
                  <c:v>4.02789966</c:v>
                </c:pt>
                <c:pt idx="1538">
                  <c:v>4.03101741</c:v>
                </c:pt>
                <c:pt idx="1539">
                  <c:v>4.03388977</c:v>
                </c:pt>
                <c:pt idx="1540">
                  <c:v>4.037323</c:v>
                </c:pt>
                <c:pt idx="1541">
                  <c:v>4.0398407</c:v>
                </c:pt>
                <c:pt idx="1542">
                  <c:v>4.04267182</c:v>
                </c:pt>
                <c:pt idx="1543">
                  <c:v>4.04647827</c:v>
                </c:pt>
                <c:pt idx="1544">
                  <c:v>4.04960632</c:v>
                </c:pt>
                <c:pt idx="1545">
                  <c:v>4.05247044</c:v>
                </c:pt>
                <c:pt idx="1546">
                  <c:v>4.05595934</c:v>
                </c:pt>
                <c:pt idx="1547">
                  <c:v>4.05907708</c:v>
                </c:pt>
                <c:pt idx="1548">
                  <c:v>4.06257629</c:v>
                </c:pt>
                <c:pt idx="1549">
                  <c:v>4.06471252</c:v>
                </c:pt>
                <c:pt idx="1550">
                  <c:v>4.06791687</c:v>
                </c:pt>
                <c:pt idx="1551">
                  <c:v>4.07104492</c:v>
                </c:pt>
                <c:pt idx="1552">
                  <c:v>4.07417297</c:v>
                </c:pt>
                <c:pt idx="1553">
                  <c:v>4.07733814</c:v>
                </c:pt>
                <c:pt idx="1554">
                  <c:v>4.08171783</c:v>
                </c:pt>
                <c:pt idx="1555">
                  <c:v>4.08424171</c:v>
                </c:pt>
                <c:pt idx="1556">
                  <c:v>4.08773061</c:v>
                </c:pt>
                <c:pt idx="1557">
                  <c:v>4.09057617</c:v>
                </c:pt>
                <c:pt idx="1558">
                  <c:v>4.09337224</c:v>
                </c:pt>
                <c:pt idx="1559">
                  <c:v>4.09686114</c:v>
                </c:pt>
                <c:pt idx="1560">
                  <c:v>4.09965515</c:v>
                </c:pt>
                <c:pt idx="1561">
                  <c:v>4.10250277</c:v>
                </c:pt>
                <c:pt idx="1562">
                  <c:v>4.10598755</c:v>
                </c:pt>
                <c:pt idx="1563">
                  <c:v>4.10942078</c:v>
                </c:pt>
                <c:pt idx="1564">
                  <c:v>4.11230139</c:v>
                </c:pt>
                <c:pt idx="1565">
                  <c:v>4.11514282</c:v>
                </c:pt>
                <c:pt idx="1566">
                  <c:v>4.11857605</c:v>
                </c:pt>
                <c:pt idx="1567">
                  <c:v>4.12202577</c:v>
                </c:pt>
                <c:pt idx="1568">
                  <c:v>4.12483215</c:v>
                </c:pt>
                <c:pt idx="1569">
                  <c:v>4.12834167</c:v>
                </c:pt>
                <c:pt idx="1570">
                  <c:v>4.13175016</c:v>
                </c:pt>
                <c:pt idx="1571">
                  <c:v>4.13427404</c:v>
                </c:pt>
                <c:pt idx="1572">
                  <c:v>4.13746602</c:v>
                </c:pt>
                <c:pt idx="1573">
                  <c:v>4.140625</c:v>
                </c:pt>
                <c:pt idx="1574">
                  <c:v>4.14340457</c:v>
                </c:pt>
                <c:pt idx="1575">
                  <c:v>4.14627075</c:v>
                </c:pt>
                <c:pt idx="1576">
                  <c:v>4.14941736</c:v>
                </c:pt>
                <c:pt idx="1577">
                  <c:v>4.15283203</c:v>
                </c:pt>
                <c:pt idx="1578">
                  <c:v>4.15691479</c:v>
                </c:pt>
                <c:pt idx="1579">
                  <c:v>4.15885925</c:v>
                </c:pt>
                <c:pt idx="1580">
                  <c:v>4.16225949</c:v>
                </c:pt>
                <c:pt idx="1581">
                  <c:v>4.16478337</c:v>
                </c:pt>
                <c:pt idx="1582">
                  <c:v>4.1685692</c:v>
                </c:pt>
                <c:pt idx="1583">
                  <c:v>4.17236328</c:v>
                </c:pt>
                <c:pt idx="1584">
                  <c:v>4.17517585</c:v>
                </c:pt>
                <c:pt idx="1585">
                  <c:v>4.17896168</c:v>
                </c:pt>
                <c:pt idx="1586">
                  <c:v>4.18237635</c:v>
                </c:pt>
                <c:pt idx="1587">
                  <c:v>4.18556832</c:v>
                </c:pt>
                <c:pt idx="1588">
                  <c:v>4.18708801</c:v>
                </c:pt>
                <c:pt idx="1589">
                  <c:v>4.19021606</c:v>
                </c:pt>
                <c:pt idx="1590">
                  <c:v>4.19494629</c:v>
                </c:pt>
                <c:pt idx="1591">
                  <c:v>4.19807434</c:v>
                </c:pt>
                <c:pt idx="1592">
                  <c:v>4.20127869</c:v>
                </c:pt>
                <c:pt idx="1593">
                  <c:v>4.20372009</c:v>
                </c:pt>
                <c:pt idx="1594">
                  <c:v>4.20722961</c:v>
                </c:pt>
                <c:pt idx="1595">
                  <c:v>4.20880292</c:v>
                </c:pt>
                <c:pt idx="1596">
                  <c:v>4.2131826</c:v>
                </c:pt>
                <c:pt idx="1597">
                  <c:v>4.21630859</c:v>
                </c:pt>
                <c:pt idx="1598">
                  <c:v>4.21912116</c:v>
                </c:pt>
                <c:pt idx="1599">
                  <c:v>4.2225647</c:v>
                </c:pt>
                <c:pt idx="1600">
                  <c:v>4.22543088</c:v>
                </c:pt>
                <c:pt idx="1601">
                  <c:v>4.22859192</c:v>
                </c:pt>
                <c:pt idx="1602">
                  <c:v>4.23136943</c:v>
                </c:pt>
                <c:pt idx="1603">
                  <c:v>4.23484802</c:v>
                </c:pt>
                <c:pt idx="1604">
                  <c:v>4.23767915</c:v>
                </c:pt>
                <c:pt idx="1605">
                  <c:v>4.2414093</c:v>
                </c:pt>
                <c:pt idx="1606">
                  <c:v>4.24453735</c:v>
                </c:pt>
                <c:pt idx="1607">
                  <c:v>4.2477417</c:v>
                </c:pt>
                <c:pt idx="1608">
                  <c:v>4.25056458</c:v>
                </c:pt>
                <c:pt idx="1609">
                  <c:v>4.25401017</c:v>
                </c:pt>
                <c:pt idx="1610">
                  <c:v>4.25743103</c:v>
                </c:pt>
                <c:pt idx="1611">
                  <c:v>4.26061682</c:v>
                </c:pt>
                <c:pt idx="1612">
                  <c:v>4.26373456</c:v>
                </c:pt>
                <c:pt idx="1613">
                  <c:v>4.26651001</c:v>
                </c:pt>
                <c:pt idx="1614">
                  <c:v>4.26937619</c:v>
                </c:pt>
                <c:pt idx="1615">
                  <c:v>4.27314758</c:v>
                </c:pt>
                <c:pt idx="1616">
                  <c:v>4.27627563</c:v>
                </c:pt>
                <c:pt idx="1617">
                  <c:v>4.27940369</c:v>
                </c:pt>
                <c:pt idx="1618">
                  <c:v>4.28161621</c:v>
                </c:pt>
                <c:pt idx="1619">
                  <c:v>4.28503913</c:v>
                </c:pt>
                <c:pt idx="1620">
                  <c:v>4.2882311</c:v>
                </c:pt>
                <c:pt idx="1621">
                  <c:v>4.29199219</c:v>
                </c:pt>
                <c:pt idx="1622">
                  <c:v>4.29512024</c:v>
                </c:pt>
                <c:pt idx="1623">
                  <c:v>4.29763794</c:v>
                </c:pt>
                <c:pt idx="1624">
                  <c:v>4.30107117</c:v>
                </c:pt>
                <c:pt idx="1625">
                  <c:v>4.3044879</c:v>
                </c:pt>
                <c:pt idx="1626">
                  <c:v>4.30732727</c:v>
                </c:pt>
                <c:pt idx="1627">
                  <c:v>4.31109454</c:v>
                </c:pt>
                <c:pt idx="1628">
                  <c:v>4.31361843</c:v>
                </c:pt>
                <c:pt idx="1629">
                  <c:v>4.31673617</c:v>
                </c:pt>
                <c:pt idx="1630">
                  <c:v>4.3196106</c:v>
                </c:pt>
                <c:pt idx="1631">
                  <c:v>4.32304382</c:v>
                </c:pt>
                <c:pt idx="1632">
                  <c:v>4.32646055</c:v>
                </c:pt>
                <c:pt idx="1633">
                  <c:v>4.32898444</c:v>
                </c:pt>
                <c:pt idx="1634">
                  <c:v>4.33239911</c:v>
                </c:pt>
                <c:pt idx="1635">
                  <c:v>4.33559108</c:v>
                </c:pt>
                <c:pt idx="1636">
                  <c:v>4.33837891</c:v>
                </c:pt>
                <c:pt idx="1637">
                  <c:v>4.34182657</c:v>
                </c:pt>
                <c:pt idx="1638">
                  <c:v>4.34531547</c:v>
                </c:pt>
                <c:pt idx="1639">
                  <c:v>4.34776512</c:v>
                </c:pt>
                <c:pt idx="1640">
                  <c:v>4.35127258</c:v>
                </c:pt>
                <c:pt idx="1641">
                  <c:v>4.35437177</c:v>
                </c:pt>
                <c:pt idx="1642">
                  <c:v>4.35722351</c:v>
                </c:pt>
                <c:pt idx="1643">
                  <c:v>4.36035156</c:v>
                </c:pt>
                <c:pt idx="1644">
                  <c:v>4.36409615</c:v>
                </c:pt>
                <c:pt idx="1645">
                  <c:v>4.36662004</c:v>
                </c:pt>
                <c:pt idx="1646">
                  <c:v>4.37004089</c:v>
                </c:pt>
                <c:pt idx="1647">
                  <c:v>4.37316895</c:v>
                </c:pt>
                <c:pt idx="1648">
                  <c:v>4.37660217</c:v>
                </c:pt>
                <c:pt idx="1649">
                  <c:v>4.37946216</c:v>
                </c:pt>
                <c:pt idx="1650">
                  <c:v>4.38257991</c:v>
                </c:pt>
                <c:pt idx="1651">
                  <c:v>4.38599458</c:v>
                </c:pt>
                <c:pt idx="1652">
                  <c:v>4.3888092</c:v>
                </c:pt>
                <c:pt idx="1653">
                  <c:v>4.39193726</c:v>
                </c:pt>
                <c:pt idx="1654">
                  <c:v>4.39571896</c:v>
                </c:pt>
                <c:pt idx="1655">
                  <c:v>4.39857483</c:v>
                </c:pt>
                <c:pt idx="1656">
                  <c:v>4.40170288</c:v>
                </c:pt>
                <c:pt idx="1657">
                  <c:v>4.40351332</c:v>
                </c:pt>
                <c:pt idx="1658">
                  <c:v>4.40670529</c:v>
                </c:pt>
                <c:pt idx="1659">
                  <c:v>4.41011996</c:v>
                </c:pt>
                <c:pt idx="1660">
                  <c:v>4.4132377</c:v>
                </c:pt>
                <c:pt idx="1661">
                  <c:v>4.41761739</c:v>
                </c:pt>
                <c:pt idx="1662">
                  <c:v>4.4204382</c:v>
                </c:pt>
                <c:pt idx="1663">
                  <c:v>4.42329407</c:v>
                </c:pt>
                <c:pt idx="1664">
                  <c:v>4.42607983</c:v>
                </c:pt>
                <c:pt idx="1665">
                  <c:v>4.42955017</c:v>
                </c:pt>
                <c:pt idx="1666">
                  <c:v>4.4329834</c:v>
                </c:pt>
                <c:pt idx="1667">
                  <c:v>4.43454227</c:v>
                </c:pt>
                <c:pt idx="1668">
                  <c:v>4.43824768</c:v>
                </c:pt>
                <c:pt idx="1669">
                  <c:v>4.44267273</c:v>
                </c:pt>
                <c:pt idx="1670">
                  <c:v>4.44519043</c:v>
                </c:pt>
                <c:pt idx="1671">
                  <c:v>4.44797825</c:v>
                </c:pt>
                <c:pt idx="1672">
                  <c:v>4.45139292</c:v>
                </c:pt>
                <c:pt idx="1673">
                  <c:v>4.45451066</c:v>
                </c:pt>
                <c:pt idx="1674">
                  <c:v>4.45770264</c:v>
                </c:pt>
                <c:pt idx="1675">
                  <c:v>4.46111731</c:v>
                </c:pt>
                <c:pt idx="1676">
                  <c:v>4.46388245</c:v>
                </c:pt>
                <c:pt idx="1677">
                  <c:v>4.46735279</c:v>
                </c:pt>
                <c:pt idx="1678">
                  <c:v>4.4701736</c:v>
                </c:pt>
                <c:pt idx="1679">
                  <c:v>4.47296143</c:v>
                </c:pt>
                <c:pt idx="1680">
                  <c:v>4.47608948</c:v>
                </c:pt>
                <c:pt idx="1681">
                  <c:v>4.4792299</c:v>
                </c:pt>
                <c:pt idx="1682">
                  <c:v>4.48204041</c:v>
                </c:pt>
                <c:pt idx="1683">
                  <c:v>4.48516846</c:v>
                </c:pt>
                <c:pt idx="1684">
                  <c:v>4.48858313</c:v>
                </c:pt>
                <c:pt idx="1685">
                  <c:v>4.49172974</c:v>
                </c:pt>
                <c:pt idx="1686">
                  <c:v>4.49485779</c:v>
                </c:pt>
                <c:pt idx="1687">
                  <c:v>4.49798584</c:v>
                </c:pt>
                <c:pt idx="1688">
                  <c:v>4.5008314</c:v>
                </c:pt>
                <c:pt idx="1689">
                  <c:v>4.50424607</c:v>
                </c:pt>
                <c:pt idx="1690">
                  <c:v>4.50736381</c:v>
                </c:pt>
                <c:pt idx="1691">
                  <c:v>4.51048155</c:v>
                </c:pt>
                <c:pt idx="1692">
                  <c:v>4.5136261</c:v>
                </c:pt>
                <c:pt idx="1693">
                  <c:v>4.51675415</c:v>
                </c:pt>
                <c:pt idx="1694">
                  <c:v>4.51953785</c:v>
                </c:pt>
                <c:pt idx="1695">
                  <c:v>4.52270508</c:v>
                </c:pt>
                <c:pt idx="1696">
                  <c:v>4.52583313</c:v>
                </c:pt>
                <c:pt idx="1697">
                  <c:v>4.52985609</c:v>
                </c:pt>
                <c:pt idx="1698">
                  <c:v>4.53297383</c:v>
                </c:pt>
                <c:pt idx="1699">
                  <c:v>4.53613281</c:v>
                </c:pt>
                <c:pt idx="1700">
                  <c:v>4.53891239</c:v>
                </c:pt>
                <c:pt idx="1701">
                  <c:v>4.54177856</c:v>
                </c:pt>
                <c:pt idx="1702">
                  <c:v>4.54455401</c:v>
                </c:pt>
                <c:pt idx="1703">
                  <c:v>4.54863677</c:v>
                </c:pt>
                <c:pt idx="1704">
                  <c:v>4.5514679</c:v>
                </c:pt>
                <c:pt idx="1705">
                  <c:v>4.55490112</c:v>
                </c:pt>
                <c:pt idx="1706">
                  <c:v>4.55769307</c:v>
                </c:pt>
                <c:pt idx="1707">
                  <c:v>4.56021696</c:v>
                </c:pt>
                <c:pt idx="1708">
                  <c:v>4.5633347</c:v>
                </c:pt>
                <c:pt idx="1709">
                  <c:v>4.56674937</c:v>
                </c:pt>
                <c:pt idx="1710">
                  <c:v>4.56962585</c:v>
                </c:pt>
                <c:pt idx="1711">
                  <c:v>4.57305908</c:v>
                </c:pt>
                <c:pt idx="1712">
                  <c:v>4.57618713</c:v>
                </c:pt>
                <c:pt idx="1713">
                  <c:v>4.57899764</c:v>
                </c:pt>
                <c:pt idx="1714">
                  <c:v>4.58244324</c:v>
                </c:pt>
                <c:pt idx="1715">
                  <c:v>4.58587646</c:v>
                </c:pt>
                <c:pt idx="1716">
                  <c:v>4.58900452</c:v>
                </c:pt>
                <c:pt idx="1717">
                  <c:v>4.59213257</c:v>
                </c:pt>
                <c:pt idx="1718">
                  <c:v>4.59495544</c:v>
                </c:pt>
                <c:pt idx="1719">
                  <c:v>4.5980835</c:v>
                </c:pt>
                <c:pt idx="1720">
                  <c:v>4.60148992</c:v>
                </c:pt>
                <c:pt idx="1721">
                  <c:v>4.60464478</c:v>
                </c:pt>
                <c:pt idx="1722">
                  <c:v>4.60777283</c:v>
                </c:pt>
                <c:pt idx="1723">
                  <c:v>4.61029053</c:v>
                </c:pt>
                <c:pt idx="1724">
                  <c:v>4.6130701</c:v>
                </c:pt>
                <c:pt idx="1725">
                  <c:v>4.61774671</c:v>
                </c:pt>
                <c:pt idx="1726">
                  <c:v>4.61936951</c:v>
                </c:pt>
                <c:pt idx="1727">
                  <c:v>4.62279449</c:v>
                </c:pt>
                <c:pt idx="1728">
                  <c:v>4.62405643</c:v>
                </c:pt>
                <c:pt idx="1729">
                  <c:v>4.6293269</c:v>
                </c:pt>
                <c:pt idx="1730">
                  <c:v>4.63279724</c:v>
                </c:pt>
                <c:pt idx="1731">
                  <c:v>4.63592529</c:v>
                </c:pt>
                <c:pt idx="1732">
                  <c:v>4.63935852</c:v>
                </c:pt>
                <c:pt idx="1733">
                  <c:v>4.64216902</c:v>
                </c:pt>
                <c:pt idx="1734">
                  <c:v>4.64500427</c:v>
                </c:pt>
                <c:pt idx="1735">
                  <c:v>4.6484375</c:v>
                </c:pt>
                <c:pt idx="1736">
                  <c:v>4.65189341</c:v>
                </c:pt>
                <c:pt idx="1737">
                  <c:v>4.6546936</c:v>
                </c:pt>
                <c:pt idx="1738">
                  <c:v>4.65783197</c:v>
                </c:pt>
                <c:pt idx="1739">
                  <c:v>4.66094971</c:v>
                </c:pt>
                <c:pt idx="1740">
                  <c:v>4.66377258</c:v>
                </c:pt>
                <c:pt idx="1741">
                  <c:v>4.66688826</c:v>
                </c:pt>
                <c:pt idx="1742">
                  <c:v>4.670006</c:v>
                </c:pt>
                <c:pt idx="1743">
                  <c:v>4.67252989</c:v>
                </c:pt>
                <c:pt idx="1744">
                  <c:v>4.67628479</c:v>
                </c:pt>
                <c:pt idx="1745">
                  <c:v>4.67880249</c:v>
                </c:pt>
                <c:pt idx="1746">
                  <c:v>4.68225428</c:v>
                </c:pt>
                <c:pt idx="1747">
                  <c:v>4.68507509</c:v>
                </c:pt>
                <c:pt idx="1748">
                  <c:v>4.68849182</c:v>
                </c:pt>
                <c:pt idx="1749">
                  <c:v>4.69223022</c:v>
                </c:pt>
                <c:pt idx="1750">
                  <c:v>4.69474792</c:v>
                </c:pt>
                <c:pt idx="1751">
                  <c:v>4.69851107</c:v>
                </c:pt>
                <c:pt idx="1752">
                  <c:v>4.70199585</c:v>
                </c:pt>
                <c:pt idx="1753">
                  <c:v>4.70482079</c:v>
                </c:pt>
                <c:pt idx="1754">
                  <c:v>4.70794678</c:v>
                </c:pt>
                <c:pt idx="1755">
                  <c:v>4.7113532</c:v>
                </c:pt>
                <c:pt idx="1756">
                  <c:v>4.71447094</c:v>
                </c:pt>
                <c:pt idx="1757">
                  <c:v>4.71763611</c:v>
                </c:pt>
                <c:pt idx="1758">
                  <c:v>4.72076416</c:v>
                </c:pt>
                <c:pt idx="1759">
                  <c:v>4.72360147</c:v>
                </c:pt>
                <c:pt idx="1760">
                  <c:v>4.72671509</c:v>
                </c:pt>
                <c:pt idx="1761">
                  <c:v>4.72984314</c:v>
                </c:pt>
                <c:pt idx="1762">
                  <c:v>4.73265777</c:v>
                </c:pt>
                <c:pt idx="1763">
                  <c:v>4.73579407</c:v>
                </c:pt>
                <c:pt idx="1764">
                  <c:v>4.73892212</c:v>
                </c:pt>
                <c:pt idx="1765">
                  <c:v>4.74171407</c:v>
                </c:pt>
                <c:pt idx="1766">
                  <c:v>4.74609375</c:v>
                </c:pt>
                <c:pt idx="1767">
                  <c:v>4.74739075</c:v>
                </c:pt>
                <c:pt idx="1768">
                  <c:v>4.75203231</c:v>
                </c:pt>
                <c:pt idx="1769">
                  <c:v>4.75517273</c:v>
                </c:pt>
                <c:pt idx="1770">
                  <c:v>4.75830078</c:v>
                </c:pt>
                <c:pt idx="1771">
                  <c:v>4.76116284</c:v>
                </c:pt>
                <c:pt idx="1772">
                  <c:v>4.76394653</c:v>
                </c:pt>
                <c:pt idx="1773">
                  <c:v>4.76680446</c:v>
                </c:pt>
                <c:pt idx="1774">
                  <c:v>4.76989746</c:v>
                </c:pt>
                <c:pt idx="1775">
                  <c:v>4.77302551</c:v>
                </c:pt>
                <c:pt idx="1776">
                  <c:v>4.77586076</c:v>
                </c:pt>
                <c:pt idx="1777">
                  <c:v>4.77958679</c:v>
                </c:pt>
                <c:pt idx="1778">
                  <c:v>4.78279114</c:v>
                </c:pt>
                <c:pt idx="1779">
                  <c:v>4.78591919</c:v>
                </c:pt>
                <c:pt idx="1780">
                  <c:v>4.7896679</c:v>
                </c:pt>
                <c:pt idx="1781">
                  <c:v>4.79248047</c:v>
                </c:pt>
                <c:pt idx="1782">
                  <c:v>4.79560852</c:v>
                </c:pt>
                <c:pt idx="1783">
                  <c:v>4.79904175</c:v>
                </c:pt>
                <c:pt idx="1784">
                  <c:v>4.80184194</c:v>
                </c:pt>
                <c:pt idx="1785">
                  <c:v>4.80495968</c:v>
                </c:pt>
                <c:pt idx="1786">
                  <c:v>4.80844859</c:v>
                </c:pt>
                <c:pt idx="1787">
                  <c:v>4.81156633</c:v>
                </c:pt>
                <c:pt idx="1788">
                  <c:v>4.81437683</c:v>
                </c:pt>
                <c:pt idx="1789">
                  <c:v>4.81780181</c:v>
                </c:pt>
                <c:pt idx="1790">
                  <c:v>4.82129071</c:v>
                </c:pt>
                <c:pt idx="1791">
                  <c:v>4.82406616</c:v>
                </c:pt>
                <c:pt idx="1792">
                  <c:v>4.82597351</c:v>
                </c:pt>
                <c:pt idx="1793">
                  <c:v>4.82910156</c:v>
                </c:pt>
                <c:pt idx="1794">
                  <c:v>4.83346475</c:v>
                </c:pt>
                <c:pt idx="1795">
                  <c:v>4.83658249</c:v>
                </c:pt>
                <c:pt idx="1796">
                  <c:v>4.83999716</c:v>
                </c:pt>
                <c:pt idx="1797">
                  <c:v>4.84283447</c:v>
                </c:pt>
                <c:pt idx="1798">
                  <c:v>4.84596252</c:v>
                </c:pt>
                <c:pt idx="1799">
                  <c:v>4.84909058</c:v>
                </c:pt>
                <c:pt idx="1800">
                  <c:v>4.85061233</c:v>
                </c:pt>
                <c:pt idx="1801">
                  <c:v>4.85410123</c:v>
                </c:pt>
                <c:pt idx="1802">
                  <c:v>4.85721897</c:v>
                </c:pt>
                <c:pt idx="1803">
                  <c:v>4.86099243</c:v>
                </c:pt>
                <c:pt idx="1804">
                  <c:v>4.86441947</c:v>
                </c:pt>
                <c:pt idx="1805">
                  <c:v>4.86724854</c:v>
                </c:pt>
                <c:pt idx="1806">
                  <c:v>4.87037659</c:v>
                </c:pt>
                <c:pt idx="1807">
                  <c:v>4.87380981</c:v>
                </c:pt>
                <c:pt idx="1808">
                  <c:v>4.87693787</c:v>
                </c:pt>
                <c:pt idx="1809">
                  <c:v>4.88037934</c:v>
                </c:pt>
                <c:pt idx="1810">
                  <c:v>4.88349708</c:v>
                </c:pt>
                <c:pt idx="1811">
                  <c:v>4.8853302</c:v>
                </c:pt>
                <c:pt idx="1812">
                  <c:v>4.89002949</c:v>
                </c:pt>
                <c:pt idx="1813">
                  <c:v>4.8928833</c:v>
                </c:pt>
                <c:pt idx="1814">
                  <c:v>4.89596805</c:v>
                </c:pt>
                <c:pt idx="1815">
                  <c:v>4.89849194</c:v>
                </c:pt>
                <c:pt idx="1816">
                  <c:v>4.90160968</c:v>
                </c:pt>
                <c:pt idx="1817">
                  <c:v>4.90470886</c:v>
                </c:pt>
                <c:pt idx="1818">
                  <c:v>4.90783691</c:v>
                </c:pt>
                <c:pt idx="1819">
                  <c:v>4.91096497</c:v>
                </c:pt>
                <c:pt idx="1820">
                  <c:v>4.91406892</c:v>
                </c:pt>
                <c:pt idx="1821">
                  <c:v>4.91724918</c:v>
                </c:pt>
                <c:pt idx="1822">
                  <c:v>4.92068729</c:v>
                </c:pt>
                <c:pt idx="1823">
                  <c:v>4.9235081</c:v>
                </c:pt>
                <c:pt idx="1824">
                  <c:v>4.92662584</c:v>
                </c:pt>
                <c:pt idx="1825">
                  <c:v>4.93004247</c:v>
                </c:pt>
                <c:pt idx="1826">
                  <c:v>4.93351183</c:v>
                </c:pt>
                <c:pt idx="1827">
                  <c:v>4.93694409</c:v>
                </c:pt>
                <c:pt idx="1828">
                  <c:v>4.9381318</c:v>
                </c:pt>
                <c:pt idx="1829">
                  <c:v>4.94319715</c:v>
                </c:pt>
                <c:pt idx="1830">
                  <c:v>4.94442588</c:v>
                </c:pt>
                <c:pt idx="1831">
                  <c:v>4.94876259</c:v>
                </c:pt>
                <c:pt idx="1832">
                  <c:v>4.95253279</c:v>
                </c:pt>
                <c:pt idx="1833">
                  <c:v>4.95438859</c:v>
                </c:pt>
                <c:pt idx="1834">
                  <c:v>4.95750633</c:v>
                </c:pt>
                <c:pt idx="1835">
                  <c:v>4.96062408</c:v>
                </c:pt>
                <c:pt idx="1836">
                  <c:v>4.96502525</c:v>
                </c:pt>
                <c:pt idx="1837">
                  <c:v>4.96625398</c:v>
                </c:pt>
                <c:pt idx="1838">
                  <c:v>4.96972335</c:v>
                </c:pt>
                <c:pt idx="1839">
                  <c:v>4.97316928</c:v>
                </c:pt>
                <c:pt idx="1840">
                  <c:v>4.97628702</c:v>
                </c:pt>
                <c:pt idx="1841">
                  <c:v>4.98005917</c:v>
                </c:pt>
                <c:pt idx="1842">
                  <c:v>4.98316715</c:v>
                </c:pt>
                <c:pt idx="1843">
                  <c:v>4.9860114</c:v>
                </c:pt>
                <c:pt idx="1844">
                  <c:v>4.98942607</c:v>
                </c:pt>
                <c:pt idx="1845">
                  <c:v>4.99187573</c:v>
                </c:pt>
                <c:pt idx="1846">
                  <c:v>4.99596044</c:v>
                </c:pt>
                <c:pt idx="1847">
                  <c:v>4.99781428</c:v>
                </c:pt>
                <c:pt idx="1848">
                  <c:v>5.00130904</c:v>
                </c:pt>
                <c:pt idx="1849">
                  <c:v>5.00376651</c:v>
                </c:pt>
                <c:pt idx="1850">
                  <c:v>5.00724174</c:v>
                </c:pt>
                <c:pt idx="1851">
                  <c:v>5.01065641</c:v>
                </c:pt>
                <c:pt idx="1852">
                  <c:v>5.01377415</c:v>
                </c:pt>
                <c:pt idx="1853">
                  <c:v>5.01689189</c:v>
                </c:pt>
                <c:pt idx="1854">
                  <c:v>5.02038079</c:v>
                </c:pt>
                <c:pt idx="1855">
                  <c:v>5.02349854</c:v>
                </c:pt>
                <c:pt idx="1856">
                  <c:v>5.02661628</c:v>
                </c:pt>
                <c:pt idx="1857">
                  <c:v>5.02971448</c:v>
                </c:pt>
                <c:pt idx="1858">
                  <c:v>5.03255483</c:v>
                </c:pt>
                <c:pt idx="1859">
                  <c:v>5.03567257</c:v>
                </c:pt>
                <c:pt idx="1860">
                  <c:v>5.03882157</c:v>
                </c:pt>
                <c:pt idx="1861">
                  <c:v>5.04192955</c:v>
                </c:pt>
                <c:pt idx="1862">
                  <c:v>5.04472887</c:v>
                </c:pt>
                <c:pt idx="1863">
                  <c:v>5.04814354</c:v>
                </c:pt>
                <c:pt idx="1864">
                  <c:v>5.05252323</c:v>
                </c:pt>
                <c:pt idx="1865">
                  <c:v>5.05378517</c:v>
                </c:pt>
                <c:pt idx="1866">
                  <c:v>5.0575417</c:v>
                </c:pt>
                <c:pt idx="1867">
                  <c:v>5.06007144</c:v>
                </c:pt>
                <c:pt idx="1868">
                  <c:v>5.06411904</c:v>
                </c:pt>
                <c:pt idx="1869">
                  <c:v>5.06818617</c:v>
                </c:pt>
                <c:pt idx="1870">
                  <c:v>5.06975676</c:v>
                </c:pt>
                <c:pt idx="1871">
                  <c:v>5.07351524</c:v>
                </c:pt>
                <c:pt idx="1872">
                  <c:v>5.07724246</c:v>
                </c:pt>
                <c:pt idx="1873">
                  <c:v>5.0800203</c:v>
                </c:pt>
                <c:pt idx="1874">
                  <c:v>5.08320056</c:v>
                </c:pt>
                <c:pt idx="1875">
                  <c:v>5.08659764</c:v>
                </c:pt>
                <c:pt idx="1876">
                  <c:v>5.0894165</c:v>
                </c:pt>
                <c:pt idx="1877">
                  <c:v>5.09288587</c:v>
                </c:pt>
                <c:pt idx="1878">
                  <c:v>5.09439004</c:v>
                </c:pt>
                <c:pt idx="1879">
                  <c:v>5.09787895</c:v>
                </c:pt>
                <c:pt idx="1880">
                  <c:v>5.10127017</c:v>
                </c:pt>
                <c:pt idx="1881">
                  <c:v>5.10411443</c:v>
                </c:pt>
                <c:pt idx="1882">
                  <c:v>5.10784751</c:v>
                </c:pt>
                <c:pt idx="1883">
                  <c:v>5.11095549</c:v>
                </c:pt>
                <c:pt idx="1884">
                  <c:v>5.11442486</c:v>
                </c:pt>
                <c:pt idx="1885">
                  <c:v>5.11784734</c:v>
                </c:pt>
                <c:pt idx="1886">
                  <c:v>5.12037123</c:v>
                </c:pt>
                <c:pt idx="1887">
                  <c:v>5.12374878</c:v>
                </c:pt>
                <c:pt idx="1888">
                  <c:v>5.12721815</c:v>
                </c:pt>
                <c:pt idx="1889">
                  <c:v>5.13032612</c:v>
                </c:pt>
                <c:pt idx="1890">
                  <c:v>5.13313912</c:v>
                </c:pt>
                <c:pt idx="1891">
                  <c:v>5.13655379</c:v>
                </c:pt>
                <c:pt idx="1892">
                  <c:v>5.13936093</c:v>
                </c:pt>
                <c:pt idx="1893">
                  <c:v>5.14254118</c:v>
                </c:pt>
                <c:pt idx="1894">
                  <c:v>5.14531316</c:v>
                </c:pt>
                <c:pt idx="1895">
                  <c:v>5.14846802</c:v>
                </c:pt>
                <c:pt idx="1896">
                  <c:v>5.15125172</c:v>
                </c:pt>
                <c:pt idx="1897">
                  <c:v>5.15466639</c:v>
                </c:pt>
                <c:pt idx="1898">
                  <c:v>5.15750283</c:v>
                </c:pt>
                <c:pt idx="1899">
                  <c:v>5.16030801</c:v>
                </c:pt>
                <c:pt idx="1900">
                  <c:v>5.16372268</c:v>
                </c:pt>
                <c:pt idx="1901">
                  <c:v>5.16653764</c:v>
                </c:pt>
                <c:pt idx="1902">
                  <c:v>5.16936431</c:v>
                </c:pt>
                <c:pt idx="1903">
                  <c:v>5.17311498</c:v>
                </c:pt>
                <c:pt idx="1904">
                  <c:v>5.17622295</c:v>
                </c:pt>
                <c:pt idx="1905">
                  <c:v>5.18027641</c:v>
                </c:pt>
                <c:pt idx="1906">
                  <c:v>5.18183528</c:v>
                </c:pt>
                <c:pt idx="1907">
                  <c:v>5.18655877</c:v>
                </c:pt>
                <c:pt idx="1908">
                  <c:v>5.18966675</c:v>
                </c:pt>
                <c:pt idx="1909">
                  <c:v>5.19306384</c:v>
                </c:pt>
                <c:pt idx="1910">
                  <c:v>5.19586512</c:v>
                </c:pt>
                <c:pt idx="1911">
                  <c:v>5.19870156</c:v>
                </c:pt>
                <c:pt idx="1912">
                  <c:v>5.20180367</c:v>
                </c:pt>
                <c:pt idx="1913">
                  <c:v>5.20462839</c:v>
                </c:pt>
                <c:pt idx="1914">
                  <c:v>5.2074453</c:v>
                </c:pt>
                <c:pt idx="1915">
                  <c:v>5.21085997</c:v>
                </c:pt>
                <c:pt idx="1916">
                  <c:v>5.21431371</c:v>
                </c:pt>
                <c:pt idx="1917">
                  <c:v>5.21619295</c:v>
                </c:pt>
                <c:pt idx="1918">
                  <c:v>5.22303401</c:v>
                </c:pt>
                <c:pt idx="1919">
                  <c:v>5.22580599</c:v>
                </c:pt>
                <c:pt idx="1920">
                  <c:v>5.22898624</c:v>
                </c:pt>
                <c:pt idx="1921">
                  <c:v>5.23361206</c:v>
                </c:pt>
                <c:pt idx="1922">
                  <c:v>5.23646999</c:v>
                </c:pt>
                <c:pt idx="1923">
                  <c:v>5.23924978</c:v>
                </c:pt>
                <c:pt idx="1924">
                  <c:v>5.2430024</c:v>
                </c:pt>
                <c:pt idx="1925">
                  <c:v>5.24452611</c:v>
                </c:pt>
                <c:pt idx="1926">
                  <c:v>5.2489351</c:v>
                </c:pt>
                <c:pt idx="1927">
                  <c:v>5.25175396</c:v>
                </c:pt>
                <c:pt idx="1928">
                  <c:v>5.25450835</c:v>
                </c:pt>
                <c:pt idx="1929">
                  <c:v>5.25829418</c:v>
                </c:pt>
                <c:pt idx="1930">
                  <c:v>5.26107788</c:v>
                </c:pt>
                <c:pt idx="1931">
                  <c:v>5.26447497</c:v>
                </c:pt>
                <c:pt idx="1932">
                  <c:v>5.26727625</c:v>
                </c:pt>
                <c:pt idx="1933">
                  <c:v>5.27039399</c:v>
                </c:pt>
                <c:pt idx="1934">
                  <c:v>5.27388289</c:v>
                </c:pt>
                <c:pt idx="1935">
                  <c:v>5.27661775</c:v>
                </c:pt>
                <c:pt idx="1936">
                  <c:v>5.27945029</c:v>
                </c:pt>
                <c:pt idx="1937">
                  <c:v>5.28290598</c:v>
                </c:pt>
                <c:pt idx="1938">
                  <c:v>5.28630307</c:v>
                </c:pt>
                <c:pt idx="1939">
                  <c:v>5.28876054</c:v>
                </c:pt>
                <c:pt idx="1940">
                  <c:v>5.29162433</c:v>
                </c:pt>
                <c:pt idx="1941">
                  <c:v>5.29439826</c:v>
                </c:pt>
                <c:pt idx="1942">
                  <c:v>5.29779535</c:v>
                </c:pt>
                <c:pt idx="1943">
                  <c:v>5.30186834</c:v>
                </c:pt>
                <c:pt idx="1944">
                  <c:v>5.30498608</c:v>
                </c:pt>
                <c:pt idx="1945">
                  <c:v>5.30840075</c:v>
                </c:pt>
                <c:pt idx="1946">
                  <c:v>5.30993813</c:v>
                </c:pt>
                <c:pt idx="1947">
                  <c:v>5.3130461</c:v>
                </c:pt>
                <c:pt idx="1948">
                  <c:v>5.31649203</c:v>
                </c:pt>
                <c:pt idx="1949">
                  <c:v>5.31962345</c:v>
                </c:pt>
                <c:pt idx="1950">
                  <c:v>5.32273142</c:v>
                </c:pt>
                <c:pt idx="1951">
                  <c:v>5.32583939</c:v>
                </c:pt>
                <c:pt idx="1952">
                  <c:v>5.328963</c:v>
                </c:pt>
                <c:pt idx="1953">
                  <c:v>5.33176623</c:v>
                </c:pt>
                <c:pt idx="1954">
                  <c:v>5.33638619</c:v>
                </c:pt>
                <c:pt idx="1955">
                  <c:v>5.339207</c:v>
                </c:pt>
                <c:pt idx="1956">
                  <c:v>5.34232475</c:v>
                </c:pt>
                <c:pt idx="1957">
                  <c:v>5.34513775</c:v>
                </c:pt>
                <c:pt idx="1958">
                  <c:v>5.34853484</c:v>
                </c:pt>
                <c:pt idx="1959">
                  <c:v>5.3509923</c:v>
                </c:pt>
                <c:pt idx="1960">
                  <c:v>5.35442455</c:v>
                </c:pt>
                <c:pt idx="1961">
                  <c:v>5.35724537</c:v>
                </c:pt>
                <c:pt idx="1962">
                  <c:v>5.36067762</c:v>
                </c:pt>
                <c:pt idx="1963">
                  <c:v>5.36348085</c:v>
                </c:pt>
                <c:pt idx="1964">
                  <c:v>5.36653218</c:v>
                </c:pt>
                <c:pt idx="1965">
                  <c:v>5.37001326</c:v>
                </c:pt>
                <c:pt idx="1966">
                  <c:v>5.37339863</c:v>
                </c:pt>
                <c:pt idx="1967">
                  <c:v>5.37621749</c:v>
                </c:pt>
                <c:pt idx="1968">
                  <c:v>5.37932547</c:v>
                </c:pt>
                <c:pt idx="1969">
                  <c:v>5.38243344</c:v>
                </c:pt>
                <c:pt idx="1970">
                  <c:v>5.38523081</c:v>
                </c:pt>
                <c:pt idx="1971">
                  <c:v>5.38834855</c:v>
                </c:pt>
                <c:pt idx="1972">
                  <c:v>5.39176322</c:v>
                </c:pt>
                <c:pt idx="1973">
                  <c:v>5.39457622</c:v>
                </c:pt>
                <c:pt idx="1974">
                  <c:v>5.39797331</c:v>
                </c:pt>
                <c:pt idx="1975">
                  <c:v>5.40043078</c:v>
                </c:pt>
                <c:pt idx="1976">
                  <c:v>5.40326917</c:v>
                </c:pt>
                <c:pt idx="1977">
                  <c:v>5.40638692</c:v>
                </c:pt>
                <c:pt idx="1978">
                  <c:v>5.40946559</c:v>
                </c:pt>
                <c:pt idx="1979">
                  <c:v>5.4138023</c:v>
                </c:pt>
                <c:pt idx="1980">
                  <c:v>5.41691027</c:v>
                </c:pt>
                <c:pt idx="1981">
                  <c:v>5.41907863</c:v>
                </c:pt>
                <c:pt idx="1982">
                  <c:v>5.42341533</c:v>
                </c:pt>
                <c:pt idx="1983">
                  <c:v>5.42501914</c:v>
                </c:pt>
                <c:pt idx="1984">
                  <c:v>5.42969575</c:v>
                </c:pt>
                <c:pt idx="1985">
                  <c:v>5.4321454</c:v>
                </c:pt>
                <c:pt idx="1986">
                  <c:v>5.43497989</c:v>
                </c:pt>
                <c:pt idx="1987">
                  <c:v>5.43808396</c:v>
                </c:pt>
                <c:pt idx="1988">
                  <c:v>5.44083445</c:v>
                </c:pt>
                <c:pt idx="1989">
                  <c:v>5.44365135</c:v>
                </c:pt>
                <c:pt idx="1990">
                  <c:v>5.44733951</c:v>
                </c:pt>
                <c:pt idx="1991">
                  <c:v>5.44986926</c:v>
                </c:pt>
                <c:pt idx="1992">
                  <c:v>5.45297723</c:v>
                </c:pt>
                <c:pt idx="1993">
                  <c:v>5.45760696</c:v>
                </c:pt>
                <c:pt idx="1994">
                  <c:v>5.46071103</c:v>
                </c:pt>
                <c:pt idx="1995">
                  <c:v>5.46259027</c:v>
                </c:pt>
                <c:pt idx="1996">
                  <c:v>5.46569824</c:v>
                </c:pt>
                <c:pt idx="1997">
                  <c:v>5.46909533</c:v>
                </c:pt>
                <c:pt idx="1998">
                  <c:v>5.4722033</c:v>
                </c:pt>
                <c:pt idx="1999">
                  <c:v>5.47654001</c:v>
                </c:pt>
                <c:pt idx="2000">
                  <c:v>5.48462739</c:v>
                </c:pt>
                <c:pt idx="2001">
                  <c:v>5.48804206</c:v>
                </c:pt>
                <c:pt idx="2002">
                  <c:v>5.4911598</c:v>
                </c:pt>
                <c:pt idx="2003">
                  <c:v>5.49360945</c:v>
                </c:pt>
                <c:pt idx="2004">
                  <c:v>5.49518786</c:v>
                </c:pt>
                <c:pt idx="2005">
                  <c:v>5.50292166</c:v>
                </c:pt>
                <c:pt idx="2006">
                  <c:v>5.50570926</c:v>
                </c:pt>
                <c:pt idx="2007">
                  <c:v>5.50912393</c:v>
                </c:pt>
                <c:pt idx="2008">
                  <c:v>5.51224167</c:v>
                </c:pt>
                <c:pt idx="2009">
                  <c:v>5.51499216</c:v>
                </c:pt>
                <c:pt idx="2010">
                  <c:v>5.51838925</c:v>
                </c:pt>
                <c:pt idx="2011">
                  <c:v>5.52149722</c:v>
                </c:pt>
                <c:pt idx="2012">
                  <c:v>5.52307954</c:v>
                </c:pt>
                <c:pt idx="2013">
                  <c:v>5.52800229</c:v>
                </c:pt>
                <c:pt idx="2014">
                  <c:v>5.53079966</c:v>
                </c:pt>
                <c:pt idx="2015">
                  <c:v>5.53356773</c:v>
                </c:pt>
                <c:pt idx="2016">
                  <c:v>5.5366757</c:v>
                </c:pt>
                <c:pt idx="2017">
                  <c:v>5.54416141</c:v>
                </c:pt>
                <c:pt idx="2018">
                  <c:v>5.54693925</c:v>
                </c:pt>
                <c:pt idx="2019">
                  <c:v>5.55061959</c:v>
                </c:pt>
                <c:pt idx="2020">
                  <c:v>5.55648001</c:v>
                </c:pt>
                <c:pt idx="2021">
                  <c:v>5.55960165</c:v>
                </c:pt>
                <c:pt idx="2022">
                  <c:v>5.56732178</c:v>
                </c:pt>
                <c:pt idx="2023">
                  <c:v>5.5964207</c:v>
                </c:pt>
                <c:pt idx="2024">
                  <c:v>5.6001362</c:v>
                </c:pt>
                <c:pt idx="2025">
                  <c:v>5.60324418</c:v>
                </c:pt>
                <c:pt idx="2026">
                  <c:v>5.60447291</c:v>
                </c:pt>
                <c:pt idx="2027">
                  <c:v>5.60941129</c:v>
                </c:pt>
                <c:pt idx="2028">
                  <c:v>5.61097798</c:v>
                </c:pt>
                <c:pt idx="2029">
                  <c:v>5.61408595</c:v>
                </c:pt>
                <c:pt idx="2030">
                  <c:v>5.61748304</c:v>
                </c:pt>
                <c:pt idx="2031">
                  <c:v>5.62051873</c:v>
                </c:pt>
                <c:pt idx="2032">
                  <c:v>5.62362671</c:v>
                </c:pt>
                <c:pt idx="2033">
                  <c:v>5.62670733</c:v>
                </c:pt>
                <c:pt idx="2034">
                  <c:v>5.62982508</c:v>
                </c:pt>
                <c:pt idx="2035">
                  <c:v>5.63413053</c:v>
                </c:pt>
                <c:pt idx="2036">
                  <c:v>5.63539247</c:v>
                </c:pt>
                <c:pt idx="2037">
                  <c:v>5.64032304</c:v>
                </c:pt>
                <c:pt idx="2038">
                  <c:v>5.6427805</c:v>
                </c:pt>
                <c:pt idx="2039">
                  <c:v>5.64588848</c:v>
                </c:pt>
                <c:pt idx="2040">
                  <c:v>5.64897692</c:v>
                </c:pt>
                <c:pt idx="2041">
                  <c:v>5.65142657</c:v>
                </c:pt>
                <c:pt idx="2042">
                  <c:v>5.65454431</c:v>
                </c:pt>
                <c:pt idx="2043">
                  <c:v>5.65860949</c:v>
                </c:pt>
                <c:pt idx="2044">
                  <c:v>5.66200658</c:v>
                </c:pt>
                <c:pt idx="2045">
                  <c:v>5.66381354</c:v>
                </c:pt>
                <c:pt idx="2046">
                  <c:v>5.66627101</c:v>
                </c:pt>
                <c:pt idx="2047">
                  <c:v>5.6712465</c:v>
                </c:pt>
                <c:pt idx="2048">
                  <c:v>5.67400481</c:v>
                </c:pt>
                <c:pt idx="2049">
                  <c:v>5.67653455</c:v>
                </c:pt>
                <c:pt idx="2050">
                  <c:v>5.68022857</c:v>
                </c:pt>
                <c:pt idx="2051">
                  <c:v>5.68303962</c:v>
                </c:pt>
                <c:pt idx="2052">
                  <c:v>5.68638982</c:v>
                </c:pt>
                <c:pt idx="2053">
                  <c:v>5.68824367</c:v>
                </c:pt>
                <c:pt idx="2054">
                  <c:v>5.69258037</c:v>
                </c:pt>
                <c:pt idx="2055">
                  <c:v>5.69596574</c:v>
                </c:pt>
                <c:pt idx="2056">
                  <c:v>5.69752461</c:v>
                </c:pt>
                <c:pt idx="2057">
                  <c:v>5.7019043</c:v>
                </c:pt>
                <c:pt idx="2058">
                  <c:v>5.70530139</c:v>
                </c:pt>
                <c:pt idx="2059">
                  <c:v>5.70806555</c:v>
                </c:pt>
                <c:pt idx="2060">
                  <c:v>5.71115594</c:v>
                </c:pt>
                <c:pt idx="2061">
                  <c:v>5.71426392</c:v>
                </c:pt>
                <c:pt idx="2062">
                  <c:v>5.71764147</c:v>
                </c:pt>
                <c:pt idx="2063">
                  <c:v>5.72040759</c:v>
                </c:pt>
                <c:pt idx="2064">
                  <c:v>5.72257594</c:v>
                </c:pt>
                <c:pt idx="2065">
                  <c:v>5.72568391</c:v>
                </c:pt>
                <c:pt idx="2066">
                  <c:v>5.72877626</c:v>
                </c:pt>
                <c:pt idx="2067">
                  <c:v>5.73122592</c:v>
                </c:pt>
                <c:pt idx="2068">
                  <c:v>5.7356056</c:v>
                </c:pt>
                <c:pt idx="2069">
                  <c:v>5.73869404</c:v>
                </c:pt>
                <c:pt idx="2070">
                  <c:v>5.74180201</c:v>
                </c:pt>
                <c:pt idx="2071">
                  <c:v>5.74451343</c:v>
                </c:pt>
                <c:pt idx="2072">
                  <c:v>5.74765657</c:v>
                </c:pt>
                <c:pt idx="2073">
                  <c:v>5.75104585</c:v>
                </c:pt>
                <c:pt idx="2074">
                  <c:v>5.75380024</c:v>
                </c:pt>
                <c:pt idx="2075">
                  <c:v>5.75690822</c:v>
                </c:pt>
                <c:pt idx="2076">
                  <c:v>5.7603053</c:v>
                </c:pt>
                <c:pt idx="2077">
                  <c:v>5.763341</c:v>
                </c:pt>
                <c:pt idx="2078">
                  <c:v>5.76579847</c:v>
                </c:pt>
                <c:pt idx="2079">
                  <c:v>5.76886151</c:v>
                </c:pt>
                <c:pt idx="2080">
                  <c:v>5.77197925</c:v>
                </c:pt>
                <c:pt idx="2081">
                  <c:v>5.774761</c:v>
                </c:pt>
                <c:pt idx="2082">
                  <c:v>5.77843743</c:v>
                </c:pt>
                <c:pt idx="2083">
                  <c:v>5.78242252</c:v>
                </c:pt>
                <c:pt idx="2084">
                  <c:v>5.7839306</c:v>
                </c:pt>
                <c:pt idx="2085">
                  <c:v>5.78734527</c:v>
                </c:pt>
                <c:pt idx="2086">
                  <c:v>5.79165072</c:v>
                </c:pt>
                <c:pt idx="2087">
                  <c:v>5.79311973</c:v>
                </c:pt>
                <c:pt idx="2088">
                  <c:v>5.79684696</c:v>
                </c:pt>
                <c:pt idx="2089">
                  <c:v>5.80020302</c:v>
                </c:pt>
                <c:pt idx="2090">
                  <c:v>5.80293398</c:v>
                </c:pt>
                <c:pt idx="2091">
                  <c:v>5.80605172</c:v>
                </c:pt>
                <c:pt idx="2092">
                  <c:v>5.8096715</c:v>
                </c:pt>
                <c:pt idx="2093">
                  <c:v>5.81243567</c:v>
                </c:pt>
                <c:pt idx="2094">
                  <c:v>5.81555341</c:v>
                </c:pt>
                <c:pt idx="2095">
                  <c:v>5.81889385</c:v>
                </c:pt>
                <c:pt idx="2096">
                  <c:v>5.82074964</c:v>
                </c:pt>
                <c:pt idx="2097">
                  <c:v>5.8241272</c:v>
                </c:pt>
                <c:pt idx="2098">
                  <c:v>5.82713359</c:v>
                </c:pt>
                <c:pt idx="2099">
                  <c:v>5.83025133</c:v>
                </c:pt>
                <c:pt idx="2100">
                  <c:v>5.83329484</c:v>
                </c:pt>
                <c:pt idx="2101">
                  <c:v>5.83605315</c:v>
                </c:pt>
                <c:pt idx="2102">
                  <c:v>5.83945023</c:v>
                </c:pt>
                <c:pt idx="2103">
                  <c:v>5.84248593</c:v>
                </c:pt>
                <c:pt idx="2104">
                  <c:v>5.84554311</c:v>
                </c:pt>
                <c:pt idx="2105">
                  <c:v>5.84834049</c:v>
                </c:pt>
                <c:pt idx="2106">
                  <c:v>5.85195441</c:v>
                </c:pt>
                <c:pt idx="2107">
                  <c:v>5.8553515</c:v>
                </c:pt>
                <c:pt idx="2108">
                  <c:v>5.85845947</c:v>
                </c:pt>
                <c:pt idx="2109">
                  <c:v>5.86120605</c:v>
                </c:pt>
                <c:pt idx="2110">
                  <c:v>5.86489226</c:v>
                </c:pt>
                <c:pt idx="2111">
                  <c:v>5.86825809</c:v>
                </c:pt>
                <c:pt idx="2112">
                  <c:v>5.87103593</c:v>
                </c:pt>
                <c:pt idx="2113">
                  <c:v>5.87284289</c:v>
                </c:pt>
                <c:pt idx="2114">
                  <c:v>5.87623998</c:v>
                </c:pt>
                <c:pt idx="2115">
                  <c:v>5.87902172</c:v>
                </c:pt>
                <c:pt idx="2116">
                  <c:v>5.8836241</c:v>
                </c:pt>
                <c:pt idx="2117">
                  <c:v>5.88607376</c:v>
                </c:pt>
                <c:pt idx="2118">
                  <c:v>5.88888871</c:v>
                </c:pt>
                <c:pt idx="2119">
                  <c:v>5.89221352</c:v>
                </c:pt>
                <c:pt idx="2120">
                  <c:v>5.89564968</c:v>
                </c:pt>
                <c:pt idx="2121">
                  <c:v>5.89720073</c:v>
                </c:pt>
                <c:pt idx="2122">
                  <c:v>5.90052554</c:v>
                </c:pt>
                <c:pt idx="2123">
                  <c:v>5.90363352</c:v>
                </c:pt>
                <c:pt idx="2124">
                  <c:v>5.90700717</c:v>
                </c:pt>
                <c:pt idx="2125">
                  <c:v>5.91013858</c:v>
                </c:pt>
                <c:pt idx="2126">
                  <c:v>5.91287149</c:v>
                </c:pt>
                <c:pt idx="2127">
                  <c:v>5.91751099</c:v>
                </c:pt>
                <c:pt idx="2128">
                  <c:v>5.92032985</c:v>
                </c:pt>
                <c:pt idx="2129">
                  <c:v>5.92647352</c:v>
                </c:pt>
                <c:pt idx="2130">
                  <c:v>5.92838597</c:v>
                </c:pt>
                <c:pt idx="2131">
                  <c:v>5.93174985</c:v>
                </c:pt>
                <c:pt idx="2132">
                  <c:v>5.93454722</c:v>
                </c:pt>
                <c:pt idx="2133">
                  <c:v>5.93796189</c:v>
                </c:pt>
                <c:pt idx="2134">
                  <c:v>5.94136288</c:v>
                </c:pt>
                <c:pt idx="2135">
                  <c:v>5.94382035</c:v>
                </c:pt>
                <c:pt idx="2136">
                  <c:v>5.94721744</c:v>
                </c:pt>
                <c:pt idx="2137">
                  <c:v>5.95032541</c:v>
                </c:pt>
                <c:pt idx="2138">
                  <c:v>5.95343339</c:v>
                </c:pt>
                <c:pt idx="2139">
                  <c:v>5.95659411</c:v>
                </c:pt>
                <c:pt idx="2140">
                  <c:v>5.96001073</c:v>
                </c:pt>
                <c:pt idx="2141">
                  <c:v>5.9640173</c:v>
                </c:pt>
                <c:pt idx="2142">
                  <c:v>5.9671663</c:v>
                </c:pt>
                <c:pt idx="2143">
                  <c:v>5.96869391</c:v>
                </c:pt>
                <c:pt idx="2144">
                  <c:v>5.97215351</c:v>
                </c:pt>
                <c:pt idx="2145">
                  <c:v>5.97461098</c:v>
                </c:pt>
                <c:pt idx="2146">
                  <c:v>5.97834407</c:v>
                </c:pt>
                <c:pt idx="2147">
                  <c:v>5.98118832</c:v>
                </c:pt>
                <c:pt idx="2148">
                  <c:v>5.98552503</c:v>
                </c:pt>
                <c:pt idx="2149">
                  <c:v>5.9889944</c:v>
                </c:pt>
                <c:pt idx="2150">
                  <c:v>5.99051811</c:v>
                </c:pt>
                <c:pt idx="2151">
                  <c:v>6.00024249</c:v>
                </c:pt>
                <c:pt idx="2152">
                  <c:v>6.00336023</c:v>
                </c:pt>
                <c:pt idx="2153">
                  <c:v>6.00647797</c:v>
                </c:pt>
                <c:pt idx="2154">
                  <c:v>6.00773992</c:v>
                </c:pt>
                <c:pt idx="2155">
                  <c:v>6.01277402</c:v>
                </c:pt>
                <c:pt idx="2156">
                  <c:v>6.01588199</c:v>
                </c:pt>
                <c:pt idx="2157">
                  <c:v>6.01898996</c:v>
                </c:pt>
                <c:pt idx="2158">
                  <c:v>6.02245933</c:v>
                </c:pt>
                <c:pt idx="2159">
                  <c:v>6.02556731</c:v>
                </c:pt>
                <c:pt idx="2160">
                  <c:v>6.02963834</c:v>
                </c:pt>
                <c:pt idx="2161">
                  <c:v>6.03216223</c:v>
                </c:pt>
                <c:pt idx="2162">
                  <c:v>6.03402389</c:v>
                </c:pt>
                <c:pt idx="2163">
                  <c:v>6.04062467</c:v>
                </c:pt>
                <c:pt idx="2164">
                  <c:v>6.05064794</c:v>
                </c:pt>
                <c:pt idx="2165">
                  <c:v>6.0569557</c:v>
                </c:pt>
                <c:pt idx="2166">
                  <c:v>6.06007344</c:v>
                </c:pt>
                <c:pt idx="2167">
                  <c:v>6.06293528</c:v>
                </c:pt>
                <c:pt idx="2168">
                  <c:v>6.06668008</c:v>
                </c:pt>
                <c:pt idx="2169">
                  <c:v>6.06951262</c:v>
                </c:pt>
                <c:pt idx="2170">
                  <c:v>6.07269287</c:v>
                </c:pt>
                <c:pt idx="2171">
                  <c:v>6.07551173</c:v>
                </c:pt>
                <c:pt idx="2172">
                  <c:v>6.07927021</c:v>
                </c:pt>
                <c:pt idx="2173">
                  <c:v>6.08245047</c:v>
                </c:pt>
                <c:pt idx="2174">
                  <c:v>6.08523807</c:v>
                </c:pt>
                <c:pt idx="2175">
                  <c:v>6.08872697</c:v>
                </c:pt>
                <c:pt idx="2176">
                  <c:v>6.09155755</c:v>
                </c:pt>
                <c:pt idx="2177">
                  <c:v>6.09503669</c:v>
                </c:pt>
                <c:pt idx="2178">
                  <c:v>6.09690616</c:v>
                </c:pt>
                <c:pt idx="2179">
                  <c:v>6.10164333</c:v>
                </c:pt>
                <c:pt idx="2180">
                  <c:v>6.1044954</c:v>
                </c:pt>
                <c:pt idx="2181">
                  <c:v>6.10824997</c:v>
                </c:pt>
                <c:pt idx="2182">
                  <c:v>6.11114502</c:v>
                </c:pt>
                <c:pt idx="2183">
                  <c:v>6.11270389</c:v>
                </c:pt>
                <c:pt idx="2184">
                  <c:v>6.11745474</c:v>
                </c:pt>
                <c:pt idx="2185">
                  <c:v>6.12025211</c:v>
                </c:pt>
                <c:pt idx="2186">
                  <c:v>6.15530717</c:v>
                </c:pt>
                <c:pt idx="2187">
                  <c:v>6.18002641</c:v>
                </c:pt>
                <c:pt idx="2188">
                  <c:v>6.18315001</c:v>
                </c:pt>
                <c:pt idx="2189">
                  <c:v>6.18634198</c:v>
                </c:pt>
                <c:pt idx="2190">
                  <c:v>6.18920577</c:v>
                </c:pt>
                <c:pt idx="2191">
                  <c:v>6.19302286</c:v>
                </c:pt>
                <c:pt idx="2192">
                  <c:v>6.19585539</c:v>
                </c:pt>
                <c:pt idx="2193">
                  <c:v>6.1994068</c:v>
                </c:pt>
                <c:pt idx="2194">
                  <c:v>6.20289571</c:v>
                </c:pt>
                <c:pt idx="2195">
                  <c:v>6.20608768</c:v>
                </c:pt>
                <c:pt idx="2196">
                  <c:v>6.2089378</c:v>
                </c:pt>
                <c:pt idx="2197">
                  <c:v>6.21276855</c:v>
                </c:pt>
                <c:pt idx="2198">
                  <c:v>6.21565969</c:v>
                </c:pt>
                <c:pt idx="2199">
                  <c:v>6.21855865</c:v>
                </c:pt>
                <c:pt idx="2200">
                  <c:v>6.22144197</c:v>
                </c:pt>
                <c:pt idx="2201">
                  <c:v>6.22531375</c:v>
                </c:pt>
                <c:pt idx="2202">
                  <c:v>6.22816387</c:v>
                </c:pt>
                <c:pt idx="2203">
                  <c:v>6.23102961</c:v>
                </c:pt>
                <c:pt idx="2204">
                  <c:v>6.23459275</c:v>
                </c:pt>
                <c:pt idx="2205">
                  <c:v>6.23748779</c:v>
                </c:pt>
                <c:pt idx="2206">
                  <c:v>6.24105093</c:v>
                </c:pt>
                <c:pt idx="2207">
                  <c:v>6.24453983</c:v>
                </c:pt>
                <c:pt idx="2208">
                  <c:v>6.24780603</c:v>
                </c:pt>
                <c:pt idx="2209">
                  <c:v>6.24941374</c:v>
                </c:pt>
                <c:pt idx="2210">
                  <c:v>6.25322497</c:v>
                </c:pt>
                <c:pt idx="2211">
                  <c:v>6.25743665</c:v>
                </c:pt>
                <c:pt idx="2212">
                  <c:v>6.26068918</c:v>
                </c:pt>
                <c:pt idx="2213">
                  <c:v>6.26423083</c:v>
                </c:pt>
                <c:pt idx="2214">
                  <c:v>6.26741108</c:v>
                </c:pt>
                <c:pt idx="2215">
                  <c:v>6.26903637</c:v>
                </c:pt>
                <c:pt idx="2216">
                  <c:v>6.27349029</c:v>
                </c:pt>
                <c:pt idx="2217">
                  <c:v>6.27579148</c:v>
                </c:pt>
                <c:pt idx="2218">
                  <c:v>6.27861424</c:v>
                </c:pt>
                <c:pt idx="2219">
                  <c:v>6.28316779</c:v>
                </c:pt>
                <c:pt idx="2220">
                  <c:v>6.28633241</c:v>
                </c:pt>
                <c:pt idx="2221">
                  <c:v>6.28923918</c:v>
                </c:pt>
                <c:pt idx="2222">
                  <c:v>6.29271636</c:v>
                </c:pt>
                <c:pt idx="2223">
                  <c:v>6.29598257</c:v>
                </c:pt>
                <c:pt idx="2224">
                  <c:v>6.29914133</c:v>
                </c:pt>
                <c:pt idx="2225">
                  <c:v>6.30232158</c:v>
                </c:pt>
                <c:pt idx="2226">
                  <c:v>6.3042731</c:v>
                </c:pt>
                <c:pt idx="2227">
                  <c:v>6.30774247</c:v>
                </c:pt>
                <c:pt idx="2228">
                  <c:v>6.31092272</c:v>
                </c:pt>
                <c:pt idx="2229">
                  <c:v>6.31446632</c:v>
                </c:pt>
                <c:pt idx="2230">
                  <c:v>6.31795522</c:v>
                </c:pt>
                <c:pt idx="2231">
                  <c:v>6.32082487</c:v>
                </c:pt>
                <c:pt idx="2232">
                  <c:v>6.32393285</c:v>
                </c:pt>
                <c:pt idx="2233">
                  <c:v>6.32747449</c:v>
                </c:pt>
                <c:pt idx="2234">
                  <c:v>6.33058247</c:v>
                </c:pt>
                <c:pt idx="2235">
                  <c:v>6.33376272</c:v>
                </c:pt>
                <c:pt idx="2236">
                  <c:v>6.3369586</c:v>
                </c:pt>
                <c:pt idx="2237">
                  <c:v>6.33976183</c:v>
                </c:pt>
                <c:pt idx="2238">
                  <c:v>6.34294209</c:v>
                </c:pt>
                <c:pt idx="2239">
                  <c:v>6.34605006</c:v>
                </c:pt>
                <c:pt idx="2240">
                  <c:v>6.34886892</c:v>
                </c:pt>
                <c:pt idx="2241">
                  <c:v>6.35204918</c:v>
                </c:pt>
                <c:pt idx="2242">
                  <c:v>6.35515715</c:v>
                </c:pt>
                <c:pt idx="2243">
                  <c:v>6.35862652</c:v>
                </c:pt>
                <c:pt idx="2244">
                  <c:v>6.36173449</c:v>
                </c:pt>
                <c:pt idx="2245">
                  <c:v>6.36484247</c:v>
                </c:pt>
                <c:pt idx="2246">
                  <c:v>6.36798756</c:v>
                </c:pt>
                <c:pt idx="2247">
                  <c:v>6.3707693</c:v>
                </c:pt>
                <c:pt idx="2248">
                  <c:v>6.37355495</c:v>
                </c:pt>
                <c:pt idx="2249">
                  <c:v>6.37696962</c:v>
                </c:pt>
                <c:pt idx="2250">
                  <c:v>6.38103284</c:v>
                </c:pt>
                <c:pt idx="2251">
                  <c:v>6.38379896</c:v>
                </c:pt>
                <c:pt idx="2252">
                  <c:v>6.3868874</c:v>
                </c:pt>
                <c:pt idx="2253">
                  <c:v>6.38941715</c:v>
                </c:pt>
                <c:pt idx="2254">
                  <c:v>6.39278103</c:v>
                </c:pt>
                <c:pt idx="2255">
                  <c:v>6.3961957</c:v>
                </c:pt>
                <c:pt idx="2256">
                  <c:v>6.39923921</c:v>
                </c:pt>
                <c:pt idx="2257">
                  <c:v>6.4019936</c:v>
                </c:pt>
                <c:pt idx="2258">
                  <c:v>6.4048066</c:v>
                </c:pt>
                <c:pt idx="2259">
                  <c:v>6.40784816</c:v>
                </c:pt>
                <c:pt idx="2260">
                  <c:v>6.41088385</c:v>
                </c:pt>
                <c:pt idx="2261">
                  <c:v>6.41399183</c:v>
                </c:pt>
                <c:pt idx="2262">
                  <c:v>6.41705487</c:v>
                </c:pt>
                <c:pt idx="2263">
                  <c:v>6.42042461</c:v>
                </c:pt>
                <c:pt idx="2264">
                  <c:v>6.42346031</c:v>
                </c:pt>
                <c:pt idx="2265">
                  <c:v>6.426496</c:v>
                </c:pt>
                <c:pt idx="2266">
                  <c:v>6.42952584</c:v>
                </c:pt>
                <c:pt idx="2267">
                  <c:v>6.43227828</c:v>
                </c:pt>
                <c:pt idx="2268">
                  <c:v>6.43531398</c:v>
                </c:pt>
                <c:pt idx="2269">
                  <c:v>6.43835944</c:v>
                </c:pt>
                <c:pt idx="2270">
                  <c:v>6.44259066</c:v>
                </c:pt>
                <c:pt idx="2271">
                  <c:v>6.44563417</c:v>
                </c:pt>
                <c:pt idx="2272">
                  <c:v>6.44682188</c:v>
                </c:pt>
                <c:pt idx="2273">
                  <c:v>6.45049246</c:v>
                </c:pt>
                <c:pt idx="2274">
                  <c:v>6.45468461</c:v>
                </c:pt>
                <c:pt idx="2275">
                  <c:v>6.45743705</c:v>
                </c:pt>
                <c:pt idx="2276">
                  <c:v>6.46046689</c:v>
                </c:pt>
                <c:pt idx="2277">
                  <c:v>6.46315291</c:v>
                </c:pt>
                <c:pt idx="2278">
                  <c:v>6.46612219</c:v>
                </c:pt>
                <c:pt idx="2279">
                  <c:v>6.4691657</c:v>
                </c:pt>
                <c:pt idx="2280">
                  <c:v>6.472176</c:v>
                </c:pt>
                <c:pt idx="2281">
                  <c:v>6.4752117</c:v>
                </c:pt>
                <c:pt idx="2282">
                  <c:v>6.47851892</c:v>
                </c:pt>
                <c:pt idx="2283">
                  <c:v>6.48149992</c:v>
                </c:pt>
                <c:pt idx="2284">
                  <c:v>6.48423478</c:v>
                </c:pt>
                <c:pt idx="2285">
                  <c:v>6.48749904</c:v>
                </c:pt>
                <c:pt idx="2286">
                  <c:v>6.49082385</c:v>
                </c:pt>
                <c:pt idx="2287">
                  <c:v>6.49351378</c:v>
                </c:pt>
                <c:pt idx="2288">
                  <c:v>6.49624473</c:v>
                </c:pt>
                <c:pt idx="2289">
                  <c:v>6.49922964</c:v>
                </c:pt>
                <c:pt idx="2290">
                  <c:v>6.50253296</c:v>
                </c:pt>
                <c:pt idx="2291">
                  <c:v>6.50524243</c:v>
                </c:pt>
                <c:pt idx="2292">
                  <c:v>6.50769208</c:v>
                </c:pt>
                <c:pt idx="2293">
                  <c:v>6.51070043</c:v>
                </c:pt>
                <c:pt idx="2294">
                  <c:v>6.51366384</c:v>
                </c:pt>
                <c:pt idx="2295">
                  <c:v>6.51669954</c:v>
                </c:pt>
                <c:pt idx="2296">
                  <c:v>6.51815878</c:v>
                </c:pt>
                <c:pt idx="2297">
                  <c:v>6.523566</c:v>
                </c:pt>
                <c:pt idx="2298">
                  <c:v>6.52506235</c:v>
                </c:pt>
                <c:pt idx="2299">
                  <c:v>6.53196593</c:v>
                </c:pt>
                <c:pt idx="2300">
                  <c:v>6.53527511</c:v>
                </c:pt>
                <c:pt idx="2301">
                  <c:v>6.53797871</c:v>
                </c:pt>
                <c:pt idx="2302">
                  <c:v>6.54098511</c:v>
                </c:pt>
                <c:pt idx="2303">
                  <c:v>6.54394852</c:v>
                </c:pt>
                <c:pt idx="2304">
                  <c:v>6.54756245</c:v>
                </c:pt>
                <c:pt idx="2305">
                  <c:v>6.55052587</c:v>
                </c:pt>
                <c:pt idx="2306">
                  <c:v>6.55349319</c:v>
                </c:pt>
                <c:pt idx="2307">
                  <c:v>6.5565367</c:v>
                </c:pt>
                <c:pt idx="2308">
                  <c:v>6.55919928</c:v>
                </c:pt>
                <c:pt idx="2309">
                  <c:v>6.56277218</c:v>
                </c:pt>
                <c:pt idx="2310">
                  <c:v>6.56548751</c:v>
                </c:pt>
                <c:pt idx="2311">
                  <c:v>6.56845093</c:v>
                </c:pt>
                <c:pt idx="2312">
                  <c:v>6.57177574</c:v>
                </c:pt>
                <c:pt idx="2313">
                  <c:v>6.5744266</c:v>
                </c:pt>
                <c:pt idx="2314">
                  <c:v>6.57712434</c:v>
                </c:pt>
                <c:pt idx="2315">
                  <c:v>6.58014246</c:v>
                </c:pt>
                <c:pt idx="2316">
                  <c:v>6.58341257</c:v>
                </c:pt>
                <c:pt idx="2317">
                  <c:v>6.58637599</c:v>
                </c:pt>
                <c:pt idx="2318">
                  <c:v>6.58905029</c:v>
                </c:pt>
                <c:pt idx="2319">
                  <c:v>6.5923165</c:v>
                </c:pt>
                <c:pt idx="2320">
                  <c:v>6.59528578</c:v>
                </c:pt>
                <c:pt idx="2321">
                  <c:v>6.59862621</c:v>
                </c:pt>
                <c:pt idx="2322">
                  <c:v>6.60126536</c:v>
                </c:pt>
                <c:pt idx="2323">
                  <c:v>6.60397091</c:v>
                </c:pt>
                <c:pt idx="2324">
                  <c:v>6.60604941</c:v>
                </c:pt>
                <c:pt idx="2325">
                  <c:v>6.60901869</c:v>
                </c:pt>
                <c:pt idx="2326">
                  <c:v>6.61198796</c:v>
                </c:pt>
                <c:pt idx="2327">
                  <c:v>6.61557649</c:v>
                </c:pt>
                <c:pt idx="2328">
                  <c:v>6.61829768</c:v>
                </c:pt>
                <c:pt idx="2329">
                  <c:v>6.62126696</c:v>
                </c:pt>
                <c:pt idx="2330">
                  <c:v>6.62511725</c:v>
                </c:pt>
                <c:pt idx="2331">
                  <c:v>6.62690859</c:v>
                </c:pt>
                <c:pt idx="2332">
                  <c:v>6.63140548</c:v>
                </c:pt>
                <c:pt idx="2333">
                  <c:v>6.63410908</c:v>
                </c:pt>
                <c:pt idx="2334">
                  <c:v>6.63737529</c:v>
                </c:pt>
                <c:pt idx="2335">
                  <c:v>6.6400789</c:v>
                </c:pt>
                <c:pt idx="2336">
                  <c:v>6.64304231</c:v>
                </c:pt>
                <c:pt idx="2337">
                  <c:v>6.64636712</c:v>
                </c:pt>
                <c:pt idx="2338">
                  <c:v>6.64902971</c:v>
                </c:pt>
                <c:pt idx="2339">
                  <c:v>6.65207322</c:v>
                </c:pt>
                <c:pt idx="2340">
                  <c:v>6.65504054</c:v>
                </c:pt>
                <c:pt idx="2341">
                  <c:v>6.65800396</c:v>
                </c:pt>
                <c:pt idx="2342">
                  <c:v>6.66103965</c:v>
                </c:pt>
                <c:pt idx="2343">
                  <c:v>6.66313573</c:v>
                </c:pt>
                <c:pt idx="2344">
                  <c:v>6.66609915</c:v>
                </c:pt>
                <c:pt idx="2345">
                  <c:v>6.6702913</c:v>
                </c:pt>
                <c:pt idx="2346">
                  <c:v>6.67330355</c:v>
                </c:pt>
                <c:pt idx="2347">
                  <c:v>6.67477256</c:v>
                </c:pt>
                <c:pt idx="2348">
                  <c:v>6.67773598</c:v>
                </c:pt>
                <c:pt idx="2349">
                  <c:v>6.68072675</c:v>
                </c:pt>
                <c:pt idx="2350">
                  <c:v>6.68377026</c:v>
                </c:pt>
                <c:pt idx="2351">
                  <c:v>6.68792725</c:v>
                </c:pt>
                <c:pt idx="2352">
                  <c:v>6.69119345</c:v>
                </c:pt>
                <c:pt idx="2353">
                  <c:v>6.69304925</c:v>
                </c:pt>
                <c:pt idx="2354">
                  <c:v>6.69631155</c:v>
                </c:pt>
                <c:pt idx="2355">
                  <c:v>6.69898585</c:v>
                </c:pt>
                <c:pt idx="2356">
                  <c:v>6.703178</c:v>
                </c:pt>
                <c:pt idx="2357">
                  <c:v>6.70462943</c:v>
                </c:pt>
                <c:pt idx="2358">
                  <c:v>6.70759871</c:v>
                </c:pt>
                <c:pt idx="2359">
                  <c:v>6.71212686</c:v>
                </c:pt>
                <c:pt idx="2360">
                  <c:v>6.71474256</c:v>
                </c:pt>
                <c:pt idx="2361">
                  <c:v>6.71747156</c:v>
                </c:pt>
                <c:pt idx="2362">
                  <c:v>6.72073777</c:v>
                </c:pt>
                <c:pt idx="2363">
                  <c:v>6.72341598</c:v>
                </c:pt>
                <c:pt idx="2364">
                  <c:v>6.72637939</c:v>
                </c:pt>
                <c:pt idx="2365">
                  <c:v>6.72811408</c:v>
                </c:pt>
                <c:pt idx="2366">
                  <c:v>6.73252306</c:v>
                </c:pt>
                <c:pt idx="2367">
                  <c:v>6.73433003</c:v>
                </c:pt>
                <c:pt idx="2368">
                  <c:v>6.73758842</c:v>
                </c:pt>
                <c:pt idx="2369">
                  <c:v>6.74054598</c:v>
                </c:pt>
                <c:pt idx="2370">
                  <c:v>6.74343711</c:v>
                </c:pt>
                <c:pt idx="2371">
                  <c:v>6.74612509</c:v>
                </c:pt>
                <c:pt idx="2372">
                  <c:v>6.74936395</c:v>
                </c:pt>
                <c:pt idx="2373">
                  <c:v>6.7525442</c:v>
                </c:pt>
                <c:pt idx="2374">
                  <c:v>6.75492939</c:v>
                </c:pt>
                <c:pt idx="2375">
                  <c:v>6.75810964</c:v>
                </c:pt>
                <c:pt idx="2376">
                  <c:v>6.76107306</c:v>
                </c:pt>
                <c:pt idx="2377">
                  <c:v>6.76490577</c:v>
                </c:pt>
                <c:pt idx="2378">
                  <c:v>6.76809775</c:v>
                </c:pt>
                <c:pt idx="2379">
                  <c:v>6.7706861</c:v>
                </c:pt>
                <c:pt idx="2380">
                  <c:v>6.77364952</c:v>
                </c:pt>
                <c:pt idx="2381">
                  <c:v>6.77625154</c:v>
                </c:pt>
                <c:pt idx="2382">
                  <c:v>6.77914268</c:v>
                </c:pt>
                <c:pt idx="2383">
                  <c:v>6.78175643</c:v>
                </c:pt>
                <c:pt idx="2384">
                  <c:v>6.7849484</c:v>
                </c:pt>
                <c:pt idx="2385">
                  <c:v>6.78784345</c:v>
                </c:pt>
                <c:pt idx="2386">
                  <c:v>6.7904904</c:v>
                </c:pt>
                <c:pt idx="2387">
                  <c:v>6.79341084</c:v>
                </c:pt>
                <c:pt idx="2388">
                  <c:v>6.79630589</c:v>
                </c:pt>
                <c:pt idx="2389">
                  <c:v>6.7988747</c:v>
                </c:pt>
                <c:pt idx="2390">
                  <c:v>6.80179905</c:v>
                </c:pt>
                <c:pt idx="2391">
                  <c:v>6.8046941</c:v>
                </c:pt>
                <c:pt idx="2392">
                  <c:v>6.80788607</c:v>
                </c:pt>
                <c:pt idx="2393">
                  <c:v>6.81078112</c:v>
                </c:pt>
                <c:pt idx="2394">
                  <c:v>6.81340268</c:v>
                </c:pt>
                <c:pt idx="2395">
                  <c:v>6.81658293</c:v>
                </c:pt>
                <c:pt idx="2396">
                  <c:v>6.81916933</c:v>
                </c:pt>
                <c:pt idx="2397">
                  <c:v>6.82206437</c:v>
                </c:pt>
                <c:pt idx="2398">
                  <c:v>6.82496723</c:v>
                </c:pt>
                <c:pt idx="2399">
                  <c:v>6.82785837</c:v>
                </c:pt>
                <c:pt idx="2400">
                  <c:v>6.83104644</c:v>
                </c:pt>
                <c:pt idx="2401">
                  <c:v>6.83334763</c:v>
                </c:pt>
                <c:pt idx="2402">
                  <c:v>6.8368209</c:v>
                </c:pt>
                <c:pt idx="2403">
                  <c:v>6.83971204</c:v>
                </c:pt>
                <c:pt idx="2404">
                  <c:v>6.8423297</c:v>
                </c:pt>
                <c:pt idx="2405">
                  <c:v>6.84520521</c:v>
                </c:pt>
                <c:pt idx="2406">
                  <c:v>6.84782286</c:v>
                </c:pt>
                <c:pt idx="2407">
                  <c:v>6.85071791</c:v>
                </c:pt>
                <c:pt idx="2408">
                  <c:v>6.85358951</c:v>
                </c:pt>
                <c:pt idx="2409">
                  <c:v>6.8576371</c:v>
                </c:pt>
                <c:pt idx="2410">
                  <c:v>6.86029383</c:v>
                </c:pt>
                <c:pt idx="2411">
                  <c:v>6.8637085</c:v>
                </c:pt>
                <c:pt idx="2412">
                  <c:v>6.86544318</c:v>
                </c:pt>
                <c:pt idx="2413">
                  <c:v>6.86949077</c:v>
                </c:pt>
                <c:pt idx="2414">
                  <c:v>6.87239363</c:v>
                </c:pt>
                <c:pt idx="2415">
                  <c:v>6.87410097</c:v>
                </c:pt>
                <c:pt idx="2416">
                  <c:v>6.87699601</c:v>
                </c:pt>
                <c:pt idx="2417">
                  <c:v>6.88018799</c:v>
                </c:pt>
                <c:pt idx="2418">
                  <c:v>6.88336824</c:v>
                </c:pt>
                <c:pt idx="2419">
                  <c:v>6.8864977</c:v>
                </c:pt>
                <c:pt idx="2420">
                  <c:v>6.88936735</c:v>
                </c:pt>
                <c:pt idx="2421">
                  <c:v>6.89225849</c:v>
                </c:pt>
                <c:pt idx="2422">
                  <c:v>6.89514963</c:v>
                </c:pt>
                <c:pt idx="2423">
                  <c:v>6.89800366</c:v>
                </c:pt>
                <c:pt idx="2424">
                  <c:v>6.89978522</c:v>
                </c:pt>
                <c:pt idx="2425">
                  <c:v>6.90295571</c:v>
                </c:pt>
                <c:pt idx="2426">
                  <c:v>6.90698572</c:v>
                </c:pt>
                <c:pt idx="2427">
                  <c:v>6.90953305</c:v>
                </c:pt>
                <c:pt idx="2428">
                  <c:v>6.91126773</c:v>
                </c:pt>
                <c:pt idx="2429">
                  <c:v>6.91444799</c:v>
                </c:pt>
                <c:pt idx="2430">
                  <c:v>6.91849558</c:v>
                </c:pt>
                <c:pt idx="2431">
                  <c:v>6.92108979</c:v>
                </c:pt>
                <c:pt idx="2432">
                  <c:v>6.92316829</c:v>
                </c:pt>
                <c:pt idx="2433">
                  <c:v>6.9259891</c:v>
                </c:pt>
                <c:pt idx="2434">
                  <c:v>6.92861457</c:v>
                </c:pt>
                <c:pt idx="2435">
                  <c:v>6.93185342</c:v>
                </c:pt>
                <c:pt idx="2436">
                  <c:v>6.93475824</c:v>
                </c:pt>
                <c:pt idx="2437">
                  <c:v>6.93794044</c:v>
                </c:pt>
                <c:pt idx="2438">
                  <c:v>6.94024163</c:v>
                </c:pt>
                <c:pt idx="2439">
                  <c:v>6.94343361</c:v>
                </c:pt>
                <c:pt idx="2440">
                  <c:v>6.94632865</c:v>
                </c:pt>
                <c:pt idx="2441">
                  <c:v>6.94892482</c:v>
                </c:pt>
                <c:pt idx="2442">
                  <c:v>6.95211874</c:v>
                </c:pt>
                <c:pt idx="2443">
                  <c:v>6.95506849</c:v>
                </c:pt>
                <c:pt idx="2444">
                  <c:v>6.95820576</c:v>
                </c:pt>
                <c:pt idx="2445">
                  <c:v>6.96085077</c:v>
                </c:pt>
                <c:pt idx="2446">
                  <c:v>6.96403102</c:v>
                </c:pt>
                <c:pt idx="2447">
                  <c:v>6.96692216</c:v>
                </c:pt>
                <c:pt idx="2448">
                  <c:v>6.97015711</c:v>
                </c:pt>
                <c:pt idx="2449">
                  <c:v>6.97270444</c:v>
                </c:pt>
                <c:pt idx="2450">
                  <c:v>6.97565027</c:v>
                </c:pt>
                <c:pt idx="2451">
                  <c:v>6.97854532</c:v>
                </c:pt>
                <c:pt idx="2452">
                  <c:v>6.98144036</c:v>
                </c:pt>
                <c:pt idx="2453">
                  <c:v>6.98397988</c:v>
                </c:pt>
                <c:pt idx="2454">
                  <c:v>6.98804701</c:v>
                </c:pt>
                <c:pt idx="2455">
                  <c:v>6.9906295</c:v>
                </c:pt>
                <c:pt idx="2456">
                  <c:v>6.99352064</c:v>
                </c:pt>
                <c:pt idx="2457">
                  <c:v>6.99524751</c:v>
                </c:pt>
                <c:pt idx="2458">
                  <c:v>6.99959203</c:v>
                </c:pt>
                <c:pt idx="2459">
                  <c:v>7.00215108</c:v>
                </c:pt>
                <c:pt idx="2460">
                  <c:v>7.00415534</c:v>
                </c:pt>
                <c:pt idx="2461">
                  <c:v>7.00816386</c:v>
                </c:pt>
                <c:pt idx="2462">
                  <c:v>7.00963874</c:v>
                </c:pt>
                <c:pt idx="2463">
                  <c:v>7.0135828</c:v>
                </c:pt>
                <c:pt idx="2464">
                  <c:v>7.01621608</c:v>
                </c:pt>
                <c:pt idx="2465">
                  <c:v>7.01737253</c:v>
                </c:pt>
                <c:pt idx="2466">
                  <c:v>7.02019139</c:v>
                </c:pt>
                <c:pt idx="2467">
                  <c:v>7.02479182</c:v>
                </c:pt>
                <c:pt idx="2468">
                  <c:v>7.02734696</c:v>
                </c:pt>
                <c:pt idx="2469">
                  <c:v>7.0332738</c:v>
                </c:pt>
                <c:pt idx="2470">
                  <c:v>7.03585238</c:v>
                </c:pt>
                <c:pt idx="2471">
                  <c:v>7.0389838</c:v>
                </c:pt>
                <c:pt idx="2472">
                  <c:v>7.04180266</c:v>
                </c:pt>
                <c:pt idx="2473">
                  <c:v>7.04382645</c:v>
                </c:pt>
                <c:pt idx="2474">
                  <c:v>7.04780177</c:v>
                </c:pt>
                <c:pt idx="2475">
                  <c:v>7.05062063</c:v>
                </c:pt>
                <c:pt idx="2476">
                  <c:v>7.05372861</c:v>
                </c:pt>
                <c:pt idx="2477">
                  <c:v>7.05539101</c:v>
                </c:pt>
                <c:pt idx="2478">
                  <c:v>7.05849312</c:v>
                </c:pt>
                <c:pt idx="2479">
                  <c:v>7.06161087</c:v>
                </c:pt>
                <c:pt idx="2480">
                  <c:v>7.06443168</c:v>
                </c:pt>
                <c:pt idx="2481">
                  <c:v>7.06725249</c:v>
                </c:pt>
                <c:pt idx="2482">
                  <c:v>7.07007331</c:v>
                </c:pt>
                <c:pt idx="2483">
                  <c:v>7.0728824</c:v>
                </c:pt>
                <c:pt idx="2484">
                  <c:v>7.07541801</c:v>
                </c:pt>
                <c:pt idx="2485">
                  <c:v>7.07823101</c:v>
                </c:pt>
                <c:pt idx="2486">
                  <c:v>7.08076271</c:v>
                </c:pt>
                <c:pt idx="2487">
                  <c:v>7.084697</c:v>
                </c:pt>
                <c:pt idx="2488">
                  <c:v>7.08639848</c:v>
                </c:pt>
                <c:pt idx="2489">
                  <c:v>7.08952208</c:v>
                </c:pt>
                <c:pt idx="2490">
                  <c:v>7.09226866</c:v>
                </c:pt>
                <c:pt idx="2491">
                  <c:v>7.09507189</c:v>
                </c:pt>
                <c:pt idx="2492">
                  <c:v>7.09761336</c:v>
                </c:pt>
                <c:pt idx="2493">
                  <c:v>7.10128784</c:v>
                </c:pt>
                <c:pt idx="2494">
                  <c:v>7.10377461</c:v>
                </c:pt>
                <c:pt idx="2495">
                  <c:v>7.1062985</c:v>
                </c:pt>
                <c:pt idx="2496">
                  <c:v>7.10911931</c:v>
                </c:pt>
                <c:pt idx="2497">
                  <c:v>7.11186589</c:v>
                </c:pt>
                <c:pt idx="2498">
                  <c:v>7.11297937</c:v>
                </c:pt>
                <c:pt idx="2499">
                  <c:v>7.11713636</c:v>
                </c:pt>
                <c:pt idx="2500">
                  <c:v>7.12107066</c:v>
                </c:pt>
                <c:pt idx="2501">
                  <c:v>7.12359454</c:v>
                </c:pt>
                <c:pt idx="2502">
                  <c:v>7.12607936</c:v>
                </c:pt>
                <c:pt idx="2503">
                  <c:v>7.12882594</c:v>
                </c:pt>
                <c:pt idx="2504">
                  <c:v>7.13193391</c:v>
                </c:pt>
                <c:pt idx="2505">
                  <c:v>7.1346805</c:v>
                </c:pt>
                <c:pt idx="2506">
                  <c:v>7.13742708</c:v>
                </c:pt>
                <c:pt idx="2507">
                  <c:v>7.14328164</c:v>
                </c:pt>
                <c:pt idx="2508">
                  <c:v>7.14436581</c:v>
                </c:pt>
                <c:pt idx="2509">
                  <c:v>7.15046651</c:v>
                </c:pt>
                <c:pt idx="2510">
                  <c:v>7.15321309</c:v>
                </c:pt>
                <c:pt idx="2511">
                  <c:v>7.1562566</c:v>
                </c:pt>
                <c:pt idx="2512">
                  <c:v>7.16115591</c:v>
                </c:pt>
                <c:pt idx="2513">
                  <c:v>7.16419942</c:v>
                </c:pt>
                <c:pt idx="2514">
                  <c:v>7.16805948</c:v>
                </c:pt>
                <c:pt idx="2515">
                  <c:v>7.16917296</c:v>
                </c:pt>
                <c:pt idx="2516">
                  <c:v>7.1779753</c:v>
                </c:pt>
                <c:pt idx="2517">
                  <c:v>7.18072189</c:v>
                </c:pt>
                <c:pt idx="2518">
                  <c:v>7.18401935</c:v>
                </c:pt>
                <c:pt idx="2519">
                  <c:v>7.18650416</c:v>
                </c:pt>
                <c:pt idx="2520">
                  <c:v>7.18867252</c:v>
                </c:pt>
                <c:pt idx="2521">
                  <c:v>7.19196216</c:v>
                </c:pt>
                <c:pt idx="2522">
                  <c:v>7.1944548</c:v>
                </c:pt>
                <c:pt idx="2523">
                  <c:v>7.19720138</c:v>
                </c:pt>
                <c:pt idx="2524">
                  <c:v>7.20016479</c:v>
                </c:pt>
                <c:pt idx="2525">
                  <c:v>7.20565796</c:v>
                </c:pt>
                <c:pt idx="2526">
                  <c:v>7.20866435</c:v>
                </c:pt>
                <c:pt idx="2527">
                  <c:v>7.21170786</c:v>
                </c:pt>
                <c:pt idx="2528">
                  <c:v>7.21438021</c:v>
                </c:pt>
                <c:pt idx="2529">
                  <c:v>7.21712679</c:v>
                </c:pt>
                <c:pt idx="2530">
                  <c:v>7.21957645</c:v>
                </c:pt>
                <c:pt idx="2531">
                  <c:v>7.22206517</c:v>
                </c:pt>
                <c:pt idx="2532">
                  <c:v>7.22447576</c:v>
                </c:pt>
                <c:pt idx="2533">
                  <c:v>7.22698011</c:v>
                </c:pt>
                <c:pt idx="2534">
                  <c:v>7.22967199</c:v>
                </c:pt>
                <c:pt idx="2535">
                  <c:v>7.23241858</c:v>
                </c:pt>
                <c:pt idx="2536">
                  <c:v>7.23485846</c:v>
                </c:pt>
                <c:pt idx="2537">
                  <c:v>7.23917368</c:v>
                </c:pt>
                <c:pt idx="2538">
                  <c:v>7.24080679</c:v>
                </c:pt>
                <c:pt idx="2539">
                  <c:v>7.24355337</c:v>
                </c:pt>
                <c:pt idx="2540">
                  <c:v>7.24652265</c:v>
                </c:pt>
                <c:pt idx="2541">
                  <c:v>7.25194158</c:v>
                </c:pt>
                <c:pt idx="2542">
                  <c:v>7.25461393</c:v>
                </c:pt>
                <c:pt idx="2543">
                  <c:v>7.25758321</c:v>
                </c:pt>
                <c:pt idx="2544">
                  <c:v>7.26008365</c:v>
                </c:pt>
                <c:pt idx="2545">
                  <c:v>7.26275795</c:v>
                </c:pt>
                <c:pt idx="2546">
                  <c:v>7.26597142</c:v>
                </c:pt>
                <c:pt idx="2547">
                  <c:v>7.26839567</c:v>
                </c:pt>
                <c:pt idx="2548">
                  <c:v>7.27114226</c:v>
                </c:pt>
                <c:pt idx="2549">
                  <c:v>7.27352745</c:v>
                </c:pt>
                <c:pt idx="2550">
                  <c:v>7.27599273</c:v>
                </c:pt>
                <c:pt idx="2551">
                  <c:v>7.27866508</c:v>
                </c:pt>
                <c:pt idx="2552">
                  <c:v>7.28133743</c:v>
                </c:pt>
                <c:pt idx="2553">
                  <c:v>7.285092</c:v>
                </c:pt>
                <c:pt idx="2554">
                  <c:v>7.28668213</c:v>
                </c:pt>
                <c:pt idx="2555">
                  <c:v>7.29210106</c:v>
                </c:pt>
                <c:pt idx="2556">
                  <c:v>7.29744576</c:v>
                </c:pt>
                <c:pt idx="2557">
                  <c:v>7.30301316</c:v>
                </c:pt>
                <c:pt idx="2558">
                  <c:v>7.30568551</c:v>
                </c:pt>
                <c:pt idx="2559">
                  <c:v>7.30836567</c:v>
                </c:pt>
                <c:pt idx="2560">
                  <c:v>7.31184676</c:v>
                </c:pt>
                <c:pt idx="2561">
                  <c:v>7.31320833</c:v>
                </c:pt>
                <c:pt idx="2562">
                  <c:v>7.31696876</c:v>
                </c:pt>
                <c:pt idx="2563">
                  <c:v>7.31964111</c:v>
                </c:pt>
                <c:pt idx="2564">
                  <c:v>7.32068036</c:v>
                </c:pt>
                <c:pt idx="2565">
                  <c:v>7.32498972</c:v>
                </c:pt>
                <c:pt idx="2566">
                  <c:v>7.33003359</c:v>
                </c:pt>
                <c:pt idx="2567">
                  <c:v>7.33322947</c:v>
                </c:pt>
                <c:pt idx="2568">
                  <c:v>7.3401682</c:v>
                </c:pt>
                <c:pt idx="2569">
                  <c:v>7.34197516</c:v>
                </c:pt>
                <c:pt idx="2570">
                  <c:v>7.34573364</c:v>
                </c:pt>
                <c:pt idx="2571">
                  <c:v>7.34807195</c:v>
                </c:pt>
                <c:pt idx="2572">
                  <c:v>7.35072086</c:v>
                </c:pt>
                <c:pt idx="2573">
                  <c:v>7.35599719</c:v>
                </c:pt>
                <c:pt idx="2574">
                  <c:v>7.35868712</c:v>
                </c:pt>
                <c:pt idx="2575">
                  <c:v>7.36156263</c:v>
                </c:pt>
                <c:pt idx="2576">
                  <c:v>7.36499683</c:v>
                </c:pt>
                <c:pt idx="2577">
                  <c:v>7.36763402</c:v>
                </c:pt>
                <c:pt idx="2578">
                  <c:v>7.3697301</c:v>
                </c:pt>
                <c:pt idx="2579">
                  <c:v>7.37233212</c:v>
                </c:pt>
                <c:pt idx="2580">
                  <c:v>7.37390467</c:v>
                </c:pt>
                <c:pt idx="2581">
                  <c:v>7.37969476</c:v>
                </c:pt>
                <c:pt idx="2582">
                  <c:v>7.38339073</c:v>
                </c:pt>
                <c:pt idx="2583">
                  <c:v>7.38498085</c:v>
                </c:pt>
                <c:pt idx="2584">
                  <c:v>7.38866706</c:v>
                </c:pt>
                <c:pt idx="2585">
                  <c:v>7.39105225</c:v>
                </c:pt>
                <c:pt idx="2586">
                  <c:v>7.39372655</c:v>
                </c:pt>
                <c:pt idx="2587">
                  <c:v>7.39632857</c:v>
                </c:pt>
                <c:pt idx="2588">
                  <c:v>7.39900288</c:v>
                </c:pt>
                <c:pt idx="2589">
                  <c:v>7.40189402</c:v>
                </c:pt>
                <c:pt idx="2590">
                  <c:v>7.40456832</c:v>
                </c:pt>
                <c:pt idx="2591">
                  <c:v>7.40693788</c:v>
                </c:pt>
                <c:pt idx="2592">
                  <c:v>7.40931331</c:v>
                </c:pt>
                <c:pt idx="2593">
                  <c:v>7.41222984</c:v>
                </c:pt>
                <c:pt idx="2594">
                  <c:v>7.41490414</c:v>
                </c:pt>
                <c:pt idx="2595">
                  <c:v>7.41779528</c:v>
                </c:pt>
                <c:pt idx="2596">
                  <c:v>7.41911192</c:v>
                </c:pt>
                <c:pt idx="2597">
                  <c:v>7.42178427</c:v>
                </c:pt>
                <c:pt idx="2598">
                  <c:v>7.42438239</c:v>
                </c:pt>
                <c:pt idx="2599">
                  <c:v>7.42735167</c:v>
                </c:pt>
                <c:pt idx="2600">
                  <c:v>7.43080541</c:v>
                </c:pt>
                <c:pt idx="2601">
                  <c:v>7.43611104</c:v>
                </c:pt>
                <c:pt idx="2602">
                  <c:v>7.43818953</c:v>
                </c:pt>
                <c:pt idx="2603">
                  <c:v>7.44086188</c:v>
                </c:pt>
                <c:pt idx="2604">
                  <c:v>7.44403237</c:v>
                </c:pt>
                <c:pt idx="2605">
                  <c:v>7.4469489</c:v>
                </c:pt>
                <c:pt idx="2606">
                  <c:v>7.4490274</c:v>
                </c:pt>
                <c:pt idx="2607">
                  <c:v>7.45169389</c:v>
                </c:pt>
                <c:pt idx="2608">
                  <c:v>7.45277806</c:v>
                </c:pt>
                <c:pt idx="2609">
                  <c:v>7.4593554</c:v>
                </c:pt>
                <c:pt idx="2610">
                  <c:v>7.46195743</c:v>
                </c:pt>
                <c:pt idx="2611">
                  <c:v>7.46463173</c:v>
                </c:pt>
                <c:pt idx="2612">
                  <c:v>7.46752287</c:v>
                </c:pt>
                <c:pt idx="2613">
                  <c:v>7.47196507</c:v>
                </c:pt>
                <c:pt idx="2614">
                  <c:v>7.47561806</c:v>
                </c:pt>
                <c:pt idx="2615">
                  <c:v>7.47805209</c:v>
                </c:pt>
                <c:pt idx="2616">
                  <c:v>7.48089439</c:v>
                </c:pt>
                <c:pt idx="2617">
                  <c:v>7.482506</c:v>
                </c:pt>
                <c:pt idx="2618">
                  <c:v>7.48537566</c:v>
                </c:pt>
                <c:pt idx="2619">
                  <c:v>7.48797768</c:v>
                </c:pt>
                <c:pt idx="2620">
                  <c:v>7.49111691</c:v>
                </c:pt>
                <c:pt idx="2621">
                  <c:v>7.49378926</c:v>
                </c:pt>
                <c:pt idx="2622">
                  <c:v>7.49638738</c:v>
                </c:pt>
                <c:pt idx="2623">
                  <c:v>7.49928242</c:v>
                </c:pt>
                <c:pt idx="2624">
                  <c:v>7.50163831</c:v>
                </c:pt>
                <c:pt idx="2625">
                  <c:v>7.50395904</c:v>
                </c:pt>
                <c:pt idx="2626">
                  <c:v>7.50684236</c:v>
                </c:pt>
                <c:pt idx="2627">
                  <c:v>7.50922755</c:v>
                </c:pt>
                <c:pt idx="2628">
                  <c:v>7.51205032</c:v>
                </c:pt>
                <c:pt idx="2629">
                  <c:v>7.51472267</c:v>
                </c:pt>
                <c:pt idx="2630">
                  <c:v>7.51732274</c:v>
                </c:pt>
                <c:pt idx="2631">
                  <c:v>7.51969621</c:v>
                </c:pt>
                <c:pt idx="2632">
                  <c:v>7.52202084</c:v>
                </c:pt>
                <c:pt idx="2633">
                  <c:v>7.525709</c:v>
                </c:pt>
                <c:pt idx="2634">
                  <c:v>7.52801996</c:v>
                </c:pt>
                <c:pt idx="2635">
                  <c:v>7.52961008</c:v>
                </c:pt>
                <c:pt idx="2636">
                  <c:v>7.53250122</c:v>
                </c:pt>
                <c:pt idx="2637">
                  <c:v>7.53483953</c:v>
                </c:pt>
                <c:pt idx="2638">
                  <c:v>7.53770527</c:v>
                </c:pt>
                <c:pt idx="2639">
                  <c:v>7.54262021</c:v>
                </c:pt>
                <c:pt idx="2640">
                  <c:v>7.54864667</c:v>
                </c:pt>
                <c:pt idx="2641">
                  <c:v>7.55154172</c:v>
                </c:pt>
                <c:pt idx="2642">
                  <c:v>7.55413983</c:v>
                </c:pt>
                <c:pt idx="2643">
                  <c:v>7.55517908</c:v>
                </c:pt>
                <c:pt idx="2644">
                  <c:v>7.56163726</c:v>
                </c:pt>
                <c:pt idx="2645">
                  <c:v>7.56293046</c:v>
                </c:pt>
                <c:pt idx="2646">
                  <c:v>7.5715316</c:v>
                </c:pt>
                <c:pt idx="2647">
                  <c:v>7.57413362</c:v>
                </c:pt>
                <c:pt idx="2648">
                  <c:v>7.57514552</c:v>
                </c:pt>
                <c:pt idx="2649">
                  <c:v>7.57930446</c:v>
                </c:pt>
                <c:pt idx="2650">
                  <c:v>7.58034371</c:v>
                </c:pt>
                <c:pt idx="2651">
                  <c:v>7.58396349</c:v>
                </c:pt>
                <c:pt idx="2652">
                  <c:v>7.58732151</c:v>
                </c:pt>
                <c:pt idx="2653">
                  <c:v>7.59249235</c:v>
                </c:pt>
                <c:pt idx="2654">
                  <c:v>7.59509438</c:v>
                </c:pt>
                <c:pt idx="2655">
                  <c:v>7.5976964</c:v>
                </c:pt>
                <c:pt idx="2656">
                  <c:v>7.60051527</c:v>
                </c:pt>
                <c:pt idx="2657">
                  <c:v>7.60335561</c:v>
                </c:pt>
                <c:pt idx="2658">
                  <c:v>7.60595373</c:v>
                </c:pt>
                <c:pt idx="2659">
                  <c:v>7.60832134</c:v>
                </c:pt>
                <c:pt idx="2660">
                  <c:v>7.6111402</c:v>
                </c:pt>
                <c:pt idx="2661">
                  <c:v>7.61374223</c:v>
                </c:pt>
                <c:pt idx="2662">
                  <c:v>7.61656109</c:v>
                </c:pt>
                <c:pt idx="2663">
                  <c:v>7.61916311</c:v>
                </c:pt>
                <c:pt idx="2664">
                  <c:v>7.62176514</c:v>
                </c:pt>
                <c:pt idx="2665">
                  <c:v>7.62407805</c:v>
                </c:pt>
                <c:pt idx="2666">
                  <c:v>7.62668007</c:v>
                </c:pt>
                <c:pt idx="2667">
                  <c:v>7.6292821</c:v>
                </c:pt>
                <c:pt idx="2668">
                  <c:v>7.63163799</c:v>
                </c:pt>
                <c:pt idx="2669">
                  <c:v>7.63470298</c:v>
                </c:pt>
                <c:pt idx="2670">
                  <c:v>7.63730501</c:v>
                </c:pt>
                <c:pt idx="2671">
                  <c:v>7.63965504</c:v>
                </c:pt>
                <c:pt idx="2672">
                  <c:v>7.64247585</c:v>
                </c:pt>
                <c:pt idx="2673">
                  <c:v>7.64381007</c:v>
                </c:pt>
                <c:pt idx="2674">
                  <c:v>7.64715246</c:v>
                </c:pt>
                <c:pt idx="2675">
                  <c:v>7.64973691</c:v>
                </c:pt>
                <c:pt idx="2676">
                  <c:v>7.65486868</c:v>
                </c:pt>
                <c:pt idx="2677">
                  <c:v>7.65739647</c:v>
                </c:pt>
                <c:pt idx="2678">
                  <c:v>7.65963906</c:v>
                </c:pt>
                <c:pt idx="2679">
                  <c:v>7.66534906</c:v>
                </c:pt>
                <c:pt idx="2680">
                  <c:v>7.66756625</c:v>
                </c:pt>
                <c:pt idx="2681">
                  <c:v>7.6700159</c:v>
                </c:pt>
                <c:pt idx="2682">
                  <c:v>7.68115069</c:v>
                </c:pt>
                <c:pt idx="2683">
                  <c:v>7.68320184</c:v>
                </c:pt>
                <c:pt idx="2684">
                  <c:v>7.68760887</c:v>
                </c:pt>
                <c:pt idx="2685">
                  <c:v>7.68894505</c:v>
                </c:pt>
                <c:pt idx="2686">
                  <c:v>7.69377013</c:v>
                </c:pt>
                <c:pt idx="2687">
                  <c:v>7.69584862</c:v>
                </c:pt>
                <c:pt idx="2688">
                  <c:v>7.69997045</c:v>
                </c:pt>
                <c:pt idx="2689">
                  <c:v>7.70445953</c:v>
                </c:pt>
                <c:pt idx="2690">
                  <c:v>7.70809689</c:v>
                </c:pt>
                <c:pt idx="2691">
                  <c:v>7.71008943</c:v>
                </c:pt>
                <c:pt idx="2692">
                  <c:v>7.71106617</c:v>
                </c:pt>
                <c:pt idx="2693">
                  <c:v>7.71507665</c:v>
                </c:pt>
                <c:pt idx="2694">
                  <c:v>7.71897968</c:v>
                </c:pt>
                <c:pt idx="2695">
                  <c:v>7.72071632</c:v>
                </c:pt>
                <c:pt idx="2696">
                  <c:v>7.72187082</c:v>
                </c:pt>
                <c:pt idx="2697">
                  <c:v>7.72382234</c:v>
                </c:pt>
                <c:pt idx="2698">
                  <c:v>7.7249788</c:v>
                </c:pt>
                <c:pt idx="2699">
                  <c:v>7.72999532</c:v>
                </c:pt>
                <c:pt idx="2700">
                  <c:v>7.73206209</c:v>
                </c:pt>
                <c:pt idx="2701">
                  <c:v>7.73415816</c:v>
                </c:pt>
                <c:pt idx="2702">
                  <c:v>7.73610968</c:v>
                </c:pt>
                <c:pt idx="2703">
                  <c:v>7.73986816</c:v>
                </c:pt>
                <c:pt idx="2704">
                  <c:v>7.74153057</c:v>
                </c:pt>
                <c:pt idx="2705">
                  <c:v>7.74268702</c:v>
                </c:pt>
                <c:pt idx="2706">
                  <c:v>7.74565826</c:v>
                </c:pt>
                <c:pt idx="2707">
                  <c:v>7.74731285</c:v>
                </c:pt>
                <c:pt idx="2708">
                  <c:v>7.74899869</c:v>
                </c:pt>
                <c:pt idx="2709">
                  <c:v>7.75100296</c:v>
                </c:pt>
                <c:pt idx="2710">
                  <c:v>7.75278452</c:v>
                </c:pt>
                <c:pt idx="2711">
                  <c:v>7.75352684</c:v>
                </c:pt>
                <c:pt idx="2712">
                  <c:v>7.75641993</c:v>
                </c:pt>
                <c:pt idx="2713">
                  <c:v>7.75805499</c:v>
                </c:pt>
                <c:pt idx="2714">
                  <c:v>7.75967247</c:v>
                </c:pt>
                <c:pt idx="2715">
                  <c:v>7.76147943</c:v>
                </c:pt>
                <c:pt idx="2716">
                  <c:v>7.76270816</c:v>
                </c:pt>
                <c:pt idx="2717">
                  <c:v>7.76697259</c:v>
                </c:pt>
                <c:pt idx="2718">
                  <c:v>7.76892411</c:v>
                </c:pt>
                <c:pt idx="2719">
                  <c:v>7.77065879</c:v>
                </c:pt>
                <c:pt idx="2720">
                  <c:v>7.77156521</c:v>
                </c:pt>
                <c:pt idx="2721">
                  <c:v>7.77557373</c:v>
                </c:pt>
                <c:pt idx="2722">
                  <c:v>7.77687474</c:v>
                </c:pt>
                <c:pt idx="2723">
                  <c:v>7.77846878</c:v>
                </c:pt>
                <c:pt idx="2724">
                  <c:v>7.77983816</c:v>
                </c:pt>
                <c:pt idx="2725">
                  <c:v>7.78151229</c:v>
                </c:pt>
                <c:pt idx="2726">
                  <c:v>7.78287386</c:v>
                </c:pt>
                <c:pt idx="2727">
                  <c:v>7.78511449</c:v>
                </c:pt>
                <c:pt idx="2728">
                  <c:v>7.78633736</c:v>
                </c:pt>
                <c:pt idx="2729">
                  <c:v>7.78771651</c:v>
                </c:pt>
                <c:pt idx="2730">
                  <c:v>7.79019742</c:v>
                </c:pt>
                <c:pt idx="2731">
                  <c:v>7.79133044</c:v>
                </c:pt>
                <c:pt idx="2732">
                  <c:v>7.79257285</c:v>
                </c:pt>
                <c:pt idx="2733">
                  <c:v>7.79376056</c:v>
                </c:pt>
                <c:pt idx="2734">
                  <c:v>7.797101</c:v>
                </c:pt>
                <c:pt idx="2735">
                  <c:v>7.79828871</c:v>
                </c:pt>
                <c:pt idx="2736">
                  <c:v>7.79947642</c:v>
                </c:pt>
                <c:pt idx="2737">
                  <c:v>7.80007613</c:v>
                </c:pt>
                <c:pt idx="2738">
                  <c:v>7.80170338</c:v>
                </c:pt>
                <c:pt idx="2739">
                  <c:v>7.80289109</c:v>
                </c:pt>
                <c:pt idx="2740">
                  <c:v>7.80491879</c:v>
                </c:pt>
                <c:pt idx="2741">
                  <c:v>7.80600883</c:v>
                </c:pt>
                <c:pt idx="2742">
                  <c:v>7.80816156</c:v>
                </c:pt>
                <c:pt idx="2743">
                  <c:v>7.80911094</c:v>
                </c:pt>
                <c:pt idx="2744">
                  <c:v>7.8102674</c:v>
                </c:pt>
                <c:pt idx="2745">
                  <c:v>7.8112793</c:v>
                </c:pt>
                <c:pt idx="2746">
                  <c:v>7.81246701</c:v>
                </c:pt>
                <c:pt idx="2747">
                  <c:v>7.81351993</c:v>
                </c:pt>
                <c:pt idx="2748">
                  <c:v>7.81453183</c:v>
                </c:pt>
                <c:pt idx="2749">
                  <c:v>7.81561601</c:v>
                </c:pt>
                <c:pt idx="2750">
                  <c:v>7.81654977</c:v>
                </c:pt>
                <c:pt idx="2751">
                  <c:v>7.81766324</c:v>
                </c:pt>
                <c:pt idx="2752">
                  <c:v>7.81857942</c:v>
                </c:pt>
                <c:pt idx="2753">
                  <c:v>7.81988044</c:v>
                </c:pt>
                <c:pt idx="2754">
                  <c:v>7.82060322</c:v>
                </c:pt>
                <c:pt idx="2755">
                  <c:v>7.821746</c:v>
                </c:pt>
                <c:pt idx="2756">
                  <c:v>7.8226993</c:v>
                </c:pt>
                <c:pt idx="2757">
                  <c:v>7.82378347</c:v>
                </c:pt>
                <c:pt idx="2758">
                  <c:v>7.82587955</c:v>
                </c:pt>
                <c:pt idx="2759">
                  <c:v>7.82631322</c:v>
                </c:pt>
                <c:pt idx="2760">
                  <c:v>7.82891524</c:v>
                </c:pt>
                <c:pt idx="2761">
                  <c:v>7.82927664</c:v>
                </c:pt>
                <c:pt idx="2762">
                  <c:v>7.83139615</c:v>
                </c:pt>
                <c:pt idx="2763">
                  <c:v>7.83231233</c:v>
                </c:pt>
                <c:pt idx="2764">
                  <c:v>7.83295503</c:v>
                </c:pt>
                <c:pt idx="2765">
                  <c:v>7.83404702</c:v>
                </c:pt>
                <c:pt idx="2766">
                  <c:v>7.83491436</c:v>
                </c:pt>
                <c:pt idx="2767">
                  <c:v>7.83718625</c:v>
                </c:pt>
                <c:pt idx="2768">
                  <c:v>7.84026297</c:v>
                </c:pt>
                <c:pt idx="2769">
                  <c:v>7.84119477</c:v>
                </c:pt>
                <c:pt idx="2770">
                  <c:v>7.84223402</c:v>
                </c:pt>
                <c:pt idx="2771">
                  <c:v>7.84579715</c:v>
                </c:pt>
                <c:pt idx="2772">
                  <c:v>7.84631678</c:v>
                </c:pt>
                <c:pt idx="2773">
                  <c:v>7.85146613</c:v>
                </c:pt>
                <c:pt idx="2774">
                  <c:v>7.85204436</c:v>
                </c:pt>
                <c:pt idx="2775">
                  <c:v>7.85448229</c:v>
                </c:pt>
                <c:pt idx="2776">
                  <c:v>7.85663502</c:v>
                </c:pt>
                <c:pt idx="2777">
                  <c:v>7.85893621</c:v>
                </c:pt>
                <c:pt idx="2778">
                  <c:v>7.85997545</c:v>
                </c:pt>
                <c:pt idx="2779">
                  <c:v>7.86050094</c:v>
                </c:pt>
                <c:pt idx="2780">
                  <c:v>7.86187423</c:v>
                </c:pt>
                <c:pt idx="2781">
                  <c:v>7.86249934</c:v>
                </c:pt>
                <c:pt idx="2782">
                  <c:v>7.86613866</c:v>
                </c:pt>
                <c:pt idx="2783">
                  <c:v>7.867006</c:v>
                </c:pt>
                <c:pt idx="2784">
                  <c:v>7.86780106</c:v>
                </c:pt>
                <c:pt idx="2785">
                  <c:v>7.86859613</c:v>
                </c:pt>
                <c:pt idx="2786">
                  <c:v>7.87021946</c:v>
                </c:pt>
                <c:pt idx="2787">
                  <c:v>7.87140717</c:v>
                </c:pt>
                <c:pt idx="2788">
                  <c:v>7.8737826</c:v>
                </c:pt>
                <c:pt idx="2789">
                  <c:v>7.87511877</c:v>
                </c:pt>
                <c:pt idx="2790">
                  <c:v>7.8757517</c:v>
                </c:pt>
                <c:pt idx="2791">
                  <c:v>7.8791273</c:v>
                </c:pt>
                <c:pt idx="2792">
                  <c:v>7.87987157</c:v>
                </c:pt>
                <c:pt idx="2793">
                  <c:v>7.89107864</c:v>
                </c:pt>
                <c:pt idx="2794">
                  <c:v>7.89538409</c:v>
                </c:pt>
                <c:pt idx="2795">
                  <c:v>7.90162739</c:v>
                </c:pt>
                <c:pt idx="2796">
                  <c:v>7.90242245</c:v>
                </c:pt>
                <c:pt idx="2797">
                  <c:v>7.90740967</c:v>
                </c:pt>
                <c:pt idx="2798">
                  <c:v>7.90842157</c:v>
                </c:pt>
                <c:pt idx="2799">
                  <c:v>7.90941393</c:v>
                </c:pt>
                <c:pt idx="2800">
                  <c:v>7.91340878</c:v>
                </c:pt>
                <c:pt idx="2801">
                  <c:v>7.92757536</c:v>
                </c:pt>
                <c:pt idx="2802">
                  <c:v>7.93111701</c:v>
                </c:pt>
                <c:pt idx="2803">
                  <c:v>7.93569204</c:v>
                </c:pt>
                <c:pt idx="2804">
                  <c:v>7.93777053</c:v>
                </c:pt>
                <c:pt idx="2805">
                  <c:v>7.95254269</c:v>
                </c:pt>
                <c:pt idx="2806">
                  <c:v>7.95254269</c:v>
                </c:pt>
                <c:pt idx="2807">
                  <c:v>7.9674008</c:v>
                </c:pt>
                <c:pt idx="2808">
                  <c:v>7.9674008</c:v>
                </c:pt>
                <c:pt idx="2809">
                  <c:v>7.9804539</c:v>
                </c:pt>
                <c:pt idx="2810">
                  <c:v>7.98245817</c:v>
                </c:pt>
                <c:pt idx="2811">
                  <c:v>7.98973485</c:v>
                </c:pt>
                <c:pt idx="2812">
                  <c:v>7.98973485</c:v>
                </c:pt>
                <c:pt idx="2813">
                  <c:v>7.993927</c:v>
                </c:pt>
                <c:pt idx="2814">
                  <c:v>8.0055443</c:v>
                </c:pt>
                <c:pt idx="2815">
                  <c:v>8.00845498</c:v>
                </c:pt>
                <c:pt idx="2816">
                  <c:v>8.01214118</c:v>
                </c:pt>
                <c:pt idx="2817">
                  <c:v>8.0178668</c:v>
                </c:pt>
                <c:pt idx="2818">
                  <c:v>8.02224649</c:v>
                </c:pt>
                <c:pt idx="2819">
                  <c:v>8.02803658</c:v>
                </c:pt>
                <c:pt idx="2820">
                  <c:v>8.03679595</c:v>
                </c:pt>
                <c:pt idx="2821">
                  <c:v>8.04047434</c:v>
                </c:pt>
                <c:pt idx="2822">
                  <c:v>8.04600071</c:v>
                </c:pt>
                <c:pt idx="2823">
                  <c:v>8.04965371</c:v>
                </c:pt>
                <c:pt idx="2824">
                  <c:v>8.05164234</c:v>
                </c:pt>
                <c:pt idx="2825">
                  <c:v>8.0573875</c:v>
                </c:pt>
                <c:pt idx="2826">
                  <c:v>8.0589913</c:v>
                </c:pt>
                <c:pt idx="2827">
                  <c:v>8.0608471</c:v>
                </c:pt>
                <c:pt idx="2828">
                  <c:v>8.06708259</c:v>
                </c:pt>
                <c:pt idx="2829">
                  <c:v>8.07695543</c:v>
                </c:pt>
                <c:pt idx="2830">
                  <c:v>8.0802275</c:v>
                </c:pt>
                <c:pt idx="2831">
                  <c:v>8.09009449</c:v>
                </c:pt>
                <c:pt idx="2832">
                  <c:v>8.09916446</c:v>
                </c:pt>
                <c:pt idx="2833">
                  <c:v>8.10017636</c:v>
                </c:pt>
                <c:pt idx="2834">
                  <c:v>8.11087357</c:v>
                </c:pt>
                <c:pt idx="2835">
                  <c:v>8.11441522</c:v>
                </c:pt>
                <c:pt idx="2836">
                  <c:v>8.12243813</c:v>
                </c:pt>
                <c:pt idx="2837">
                  <c:v>8.13826712</c:v>
                </c:pt>
                <c:pt idx="2838">
                  <c:v>8.13920674</c:v>
                </c:pt>
                <c:pt idx="2839">
                  <c:v>8.14339889</c:v>
                </c:pt>
                <c:pt idx="2840">
                  <c:v>8.14448306</c:v>
                </c:pt>
                <c:pt idx="2841">
                  <c:v>8.14968711</c:v>
                </c:pt>
                <c:pt idx="2842">
                  <c:v>8.14968711</c:v>
                </c:pt>
                <c:pt idx="2843">
                  <c:v>8.1524337</c:v>
                </c:pt>
                <c:pt idx="2844">
                  <c:v>8.15930015</c:v>
                </c:pt>
                <c:pt idx="2845">
                  <c:v>8.15930015</c:v>
                </c:pt>
                <c:pt idx="2846">
                  <c:v>8.16313872</c:v>
                </c:pt>
                <c:pt idx="2847">
                  <c:v>8.16392597</c:v>
                </c:pt>
                <c:pt idx="2848">
                  <c:v>8.16640493</c:v>
                </c:pt>
                <c:pt idx="2849">
                  <c:v>8.17204656</c:v>
                </c:pt>
                <c:pt idx="2850">
                  <c:v>8.17751433</c:v>
                </c:pt>
                <c:pt idx="2851">
                  <c:v>8.17910445</c:v>
                </c:pt>
                <c:pt idx="2852">
                  <c:v>8.18033319</c:v>
                </c:pt>
                <c:pt idx="2853">
                  <c:v>8.18185104</c:v>
                </c:pt>
                <c:pt idx="2854">
                  <c:v>8.18570524</c:v>
                </c:pt>
                <c:pt idx="2855">
                  <c:v>8.18777787</c:v>
                </c:pt>
                <c:pt idx="2856">
                  <c:v>8.18842838</c:v>
                </c:pt>
                <c:pt idx="2857">
                  <c:v>8.1911984</c:v>
                </c:pt>
                <c:pt idx="2858">
                  <c:v>8.19269281</c:v>
                </c:pt>
                <c:pt idx="2859">
                  <c:v>8.19536711</c:v>
                </c:pt>
                <c:pt idx="2860">
                  <c:v>8.19684003</c:v>
                </c:pt>
                <c:pt idx="2861">
                  <c:v>8.20107125</c:v>
                </c:pt>
                <c:pt idx="2862">
                  <c:v>8.20237812</c:v>
                </c:pt>
                <c:pt idx="2863">
                  <c:v>8.20366937</c:v>
                </c:pt>
                <c:pt idx="2864">
                  <c:v>8.2051247</c:v>
                </c:pt>
                <c:pt idx="2865">
                  <c:v>8.20671288</c:v>
                </c:pt>
                <c:pt idx="2866">
                  <c:v>8.20812328</c:v>
                </c:pt>
                <c:pt idx="2867">
                  <c:v>8.20960597</c:v>
                </c:pt>
                <c:pt idx="2868">
                  <c:v>8.21086987</c:v>
                </c:pt>
                <c:pt idx="2869">
                  <c:v>8.21228027</c:v>
                </c:pt>
                <c:pt idx="2870">
                  <c:v>8.21287413</c:v>
                </c:pt>
                <c:pt idx="2871">
                  <c:v>8.21574964</c:v>
                </c:pt>
                <c:pt idx="2872">
                  <c:v>8.21703112</c:v>
                </c:pt>
                <c:pt idx="2873">
                  <c:v>8.21703112</c:v>
                </c:pt>
                <c:pt idx="2874">
                  <c:v>8.22449534</c:v>
                </c:pt>
                <c:pt idx="2875">
                  <c:v>8.22608742</c:v>
                </c:pt>
                <c:pt idx="2876">
                  <c:v>8.22875977</c:v>
                </c:pt>
                <c:pt idx="2877">
                  <c:v>8.23374698</c:v>
                </c:pt>
                <c:pt idx="2878">
                  <c:v>8.23512027</c:v>
                </c:pt>
                <c:pt idx="2879">
                  <c:v>8.23584306</c:v>
                </c:pt>
                <c:pt idx="2880">
                  <c:v>8.24382885</c:v>
                </c:pt>
                <c:pt idx="2881">
                  <c:v>8.24625116</c:v>
                </c:pt>
                <c:pt idx="2882">
                  <c:v>8.24709506</c:v>
                </c:pt>
                <c:pt idx="2883">
                  <c:v>8.24972052</c:v>
                </c:pt>
                <c:pt idx="2884">
                  <c:v>8.25377593</c:v>
                </c:pt>
                <c:pt idx="2885">
                  <c:v>8.25689367</c:v>
                </c:pt>
                <c:pt idx="2886">
                  <c:v>8.25832166</c:v>
                </c:pt>
                <c:pt idx="2887">
                  <c:v>8.25940584</c:v>
                </c:pt>
                <c:pt idx="2888">
                  <c:v>8.26092369</c:v>
                </c:pt>
                <c:pt idx="2889">
                  <c:v>8.26142964</c:v>
                </c:pt>
                <c:pt idx="2890">
                  <c:v>8.26654383</c:v>
                </c:pt>
                <c:pt idx="2891">
                  <c:v>8.26728615</c:v>
                </c:pt>
                <c:pt idx="2892">
                  <c:v>8.26916343</c:v>
                </c:pt>
                <c:pt idx="2893">
                  <c:v>8.27053672</c:v>
                </c:pt>
                <c:pt idx="2894">
                  <c:v>8.27133179</c:v>
                </c:pt>
                <c:pt idx="2895">
                  <c:v>8.27277736</c:v>
                </c:pt>
                <c:pt idx="2896">
                  <c:v>8.27407837</c:v>
                </c:pt>
                <c:pt idx="2897">
                  <c:v>8.27552589</c:v>
                </c:pt>
                <c:pt idx="2898">
                  <c:v>8.27819824</c:v>
                </c:pt>
                <c:pt idx="2899">
                  <c:v>8.27968288</c:v>
                </c:pt>
                <c:pt idx="2900">
                  <c:v>8.28101906</c:v>
                </c:pt>
                <c:pt idx="2901">
                  <c:v>8.28217356</c:v>
                </c:pt>
                <c:pt idx="2902">
                  <c:v>8.28354294</c:v>
                </c:pt>
                <c:pt idx="2903">
                  <c:v>8.28621529</c:v>
                </c:pt>
                <c:pt idx="2904">
                  <c:v>8.28769993</c:v>
                </c:pt>
                <c:pt idx="2905">
                  <c:v>8.28889546</c:v>
                </c:pt>
                <c:pt idx="2906">
                  <c:v>8.29019647</c:v>
                </c:pt>
                <c:pt idx="2907">
                  <c:v>8.29155999</c:v>
                </c:pt>
                <c:pt idx="2908">
                  <c:v>8.29272622</c:v>
                </c:pt>
                <c:pt idx="2909">
                  <c:v>8.29393541</c:v>
                </c:pt>
                <c:pt idx="2910">
                  <c:v>8.29525596</c:v>
                </c:pt>
                <c:pt idx="2911">
                  <c:v>8.29684609</c:v>
                </c:pt>
                <c:pt idx="2912">
                  <c:v>8.29801817</c:v>
                </c:pt>
                <c:pt idx="2913">
                  <c:v>8.29979974</c:v>
                </c:pt>
                <c:pt idx="2914">
                  <c:v>8.30096596</c:v>
                </c:pt>
                <c:pt idx="2915">
                  <c:v>8.30233925</c:v>
                </c:pt>
                <c:pt idx="2916">
                  <c:v>8.30364027</c:v>
                </c:pt>
                <c:pt idx="2917">
                  <c:v>8.30521867</c:v>
                </c:pt>
                <c:pt idx="2918">
                  <c:v>8.30645913</c:v>
                </c:pt>
                <c:pt idx="2919">
                  <c:v>8.30766833</c:v>
                </c:pt>
                <c:pt idx="2920">
                  <c:v>8.30898887</c:v>
                </c:pt>
                <c:pt idx="2921">
                  <c:v>8.31041491</c:v>
                </c:pt>
                <c:pt idx="2922">
                  <c:v>8.3115909</c:v>
                </c:pt>
                <c:pt idx="2923">
                  <c:v>8.31256763</c:v>
                </c:pt>
                <c:pt idx="2924">
                  <c:v>8.31412064</c:v>
                </c:pt>
                <c:pt idx="2925">
                  <c:v>8.31549394</c:v>
                </c:pt>
                <c:pt idx="2926">
                  <c:v>8.31665039</c:v>
                </c:pt>
                <c:pt idx="2927">
                  <c:v>8.31824052</c:v>
                </c:pt>
                <c:pt idx="2928">
                  <c:v>8.31939697</c:v>
                </c:pt>
                <c:pt idx="2929">
                  <c:v>8.32073315</c:v>
                </c:pt>
                <c:pt idx="2930">
                  <c:v>8.32221779</c:v>
                </c:pt>
                <c:pt idx="2931">
                  <c:v>8.32511283</c:v>
                </c:pt>
                <c:pt idx="2932">
                  <c:v>8.32590204</c:v>
                </c:pt>
                <c:pt idx="2933">
                  <c:v>8.32720305</c:v>
                </c:pt>
                <c:pt idx="2934">
                  <c:v>8.32799811</c:v>
                </c:pt>
                <c:pt idx="2935">
                  <c:v>8.33134832</c:v>
                </c:pt>
                <c:pt idx="2936">
                  <c:v>8.33197343</c:v>
                </c:pt>
                <c:pt idx="2937">
                  <c:v>8.33587646</c:v>
                </c:pt>
                <c:pt idx="2938">
                  <c:v>8.33898444</c:v>
                </c:pt>
                <c:pt idx="2939">
                  <c:v>8.33949039</c:v>
                </c:pt>
                <c:pt idx="2940">
                  <c:v>8.34187558</c:v>
                </c:pt>
                <c:pt idx="2941">
                  <c:v>8.34238153</c:v>
                </c:pt>
                <c:pt idx="2942">
                  <c:v>8.34440532</c:v>
                </c:pt>
                <c:pt idx="2943">
                  <c:v>8.34686279</c:v>
                </c:pt>
                <c:pt idx="2944">
                  <c:v>8.3475133</c:v>
                </c:pt>
                <c:pt idx="2945">
                  <c:v>8.34823608</c:v>
                </c:pt>
                <c:pt idx="2946">
                  <c:v>8.35332097</c:v>
                </c:pt>
                <c:pt idx="2947">
                  <c:v>8.35532523</c:v>
                </c:pt>
                <c:pt idx="2948">
                  <c:v>8.35727089</c:v>
                </c:pt>
                <c:pt idx="2949">
                  <c:v>8.35888837</c:v>
                </c:pt>
                <c:pt idx="2950">
                  <c:v>8.36015031</c:v>
                </c:pt>
                <c:pt idx="2951">
                  <c:v>8.3616076</c:v>
                </c:pt>
                <c:pt idx="2952">
                  <c:v>8.3626195</c:v>
                </c:pt>
                <c:pt idx="2953">
                  <c:v>8.3656552</c:v>
                </c:pt>
                <c:pt idx="2954">
                  <c:v>8.36846429</c:v>
                </c:pt>
                <c:pt idx="2955">
                  <c:v>8.36898391</c:v>
                </c:pt>
                <c:pt idx="2956">
                  <c:v>8.37143747</c:v>
                </c:pt>
                <c:pt idx="2957">
                  <c:v>8.37259393</c:v>
                </c:pt>
                <c:pt idx="2958">
                  <c:v>8.37259393</c:v>
                </c:pt>
                <c:pt idx="2959">
                  <c:v>8.37541279</c:v>
                </c:pt>
                <c:pt idx="2960">
                  <c:v>8.37787026</c:v>
                </c:pt>
                <c:pt idx="2961">
                  <c:v>8.37953266</c:v>
                </c:pt>
                <c:pt idx="2962">
                  <c:v>8.38032773</c:v>
                </c:pt>
                <c:pt idx="2963">
                  <c:v>8.38427569</c:v>
                </c:pt>
                <c:pt idx="2964">
                  <c:v>8.38494378</c:v>
                </c:pt>
                <c:pt idx="2965">
                  <c:v>8.38746767</c:v>
                </c:pt>
                <c:pt idx="2966">
                  <c:v>8.39006579</c:v>
                </c:pt>
                <c:pt idx="2967">
                  <c:v>8.39051118</c:v>
                </c:pt>
                <c:pt idx="2968">
                  <c:v>8.3928866</c:v>
                </c:pt>
                <c:pt idx="2969">
                  <c:v>8.39565076</c:v>
                </c:pt>
                <c:pt idx="2970">
                  <c:v>8.39565076</c:v>
                </c:pt>
                <c:pt idx="2971">
                  <c:v>8.40092709</c:v>
                </c:pt>
                <c:pt idx="2972">
                  <c:v>8.4022281</c:v>
                </c:pt>
                <c:pt idx="2973">
                  <c:v>8.40266178</c:v>
                </c:pt>
                <c:pt idx="2974">
                  <c:v>8.40468557</c:v>
                </c:pt>
                <c:pt idx="2975">
                  <c:v>8.40620342</c:v>
                </c:pt>
                <c:pt idx="2976">
                  <c:v>8.40676797</c:v>
                </c:pt>
                <c:pt idx="2977">
                  <c:v>8.40951456</c:v>
                </c:pt>
                <c:pt idx="2978">
                  <c:v>8.40988572</c:v>
                </c:pt>
                <c:pt idx="2979">
                  <c:v>8.41227481</c:v>
                </c:pt>
                <c:pt idx="2980">
                  <c:v>8.41328671</c:v>
                </c:pt>
                <c:pt idx="2981">
                  <c:v>8.41429861</c:v>
                </c:pt>
                <c:pt idx="2982">
                  <c:v>8.41478502</c:v>
                </c:pt>
                <c:pt idx="2983">
                  <c:v>8.41626966</c:v>
                </c:pt>
                <c:pt idx="2984">
                  <c:v>8.41812546</c:v>
                </c:pt>
                <c:pt idx="2985">
                  <c:v>8.41921355</c:v>
                </c:pt>
                <c:pt idx="2986">
                  <c:v>8.42015317</c:v>
                </c:pt>
                <c:pt idx="2987">
                  <c:v>8.42196013</c:v>
                </c:pt>
                <c:pt idx="2988">
                  <c:v>8.42243091</c:v>
                </c:pt>
                <c:pt idx="2989">
                  <c:v>8.42384132</c:v>
                </c:pt>
                <c:pt idx="2990">
                  <c:v>8.42480634</c:v>
                </c:pt>
                <c:pt idx="2991">
                  <c:v>8.42673637</c:v>
                </c:pt>
                <c:pt idx="2992">
                  <c:v>8.42774241</c:v>
                </c:pt>
                <c:pt idx="2993">
                  <c:v>8.4301276</c:v>
                </c:pt>
                <c:pt idx="2994">
                  <c:v>8.43460495</c:v>
                </c:pt>
                <c:pt idx="2995">
                  <c:v>8.43556997</c:v>
                </c:pt>
                <c:pt idx="2996">
                  <c:v>8.43905887</c:v>
                </c:pt>
                <c:pt idx="2997">
                  <c:v>8.44964278</c:v>
                </c:pt>
                <c:pt idx="2998">
                  <c:v>8.45130714</c:v>
                </c:pt>
                <c:pt idx="2999">
                  <c:v>8.45227216</c:v>
                </c:pt>
                <c:pt idx="3000">
                  <c:v>8.45227216</c:v>
                </c:pt>
                <c:pt idx="3001">
                  <c:v>8.45325671</c:v>
                </c:pt>
                <c:pt idx="3002">
                  <c:v>8.45513595</c:v>
                </c:pt>
                <c:pt idx="3003">
                  <c:v>8.45607557</c:v>
                </c:pt>
                <c:pt idx="3004">
                  <c:v>8.46511038</c:v>
                </c:pt>
                <c:pt idx="3005">
                  <c:v>8.46563391</c:v>
                </c:pt>
                <c:pt idx="3006">
                  <c:v>8.46615353</c:v>
                </c:pt>
                <c:pt idx="3007">
                  <c:v>8.47363924</c:v>
                </c:pt>
                <c:pt idx="3008">
                  <c:v>8.47446751</c:v>
                </c:pt>
                <c:pt idx="3009">
                  <c:v>8.47713986</c:v>
                </c:pt>
                <c:pt idx="3010">
                  <c:v>8.47768683</c:v>
                </c:pt>
                <c:pt idx="3011">
                  <c:v>8.47978291</c:v>
                </c:pt>
                <c:pt idx="3012">
                  <c:v>8.48077722</c:v>
                </c:pt>
                <c:pt idx="3013">
                  <c:v>8.48166215</c:v>
                </c:pt>
                <c:pt idx="3014">
                  <c:v>8.48300418</c:v>
                </c:pt>
                <c:pt idx="3015">
                  <c:v>8.48545384</c:v>
                </c:pt>
                <c:pt idx="3016">
                  <c:v>8.4858543</c:v>
                </c:pt>
                <c:pt idx="3017">
                  <c:v>8.4868662</c:v>
                </c:pt>
                <c:pt idx="3018">
                  <c:v>8.48894274</c:v>
                </c:pt>
                <c:pt idx="3019">
                  <c:v>8.48946822</c:v>
                </c:pt>
                <c:pt idx="3020">
                  <c:v>8.49050161</c:v>
                </c:pt>
                <c:pt idx="3021">
                  <c:v>8.49127519</c:v>
                </c:pt>
                <c:pt idx="3022">
                  <c:v>8.49176355</c:v>
                </c:pt>
                <c:pt idx="3023">
                  <c:v>8.49324819</c:v>
                </c:pt>
                <c:pt idx="3024">
                  <c:v>8.49373265</c:v>
                </c:pt>
                <c:pt idx="3025">
                  <c:v>8.49495553</c:v>
                </c:pt>
                <c:pt idx="3026">
                  <c:v>8.49546734</c:v>
                </c:pt>
                <c:pt idx="3027">
                  <c:v>8.49695979</c:v>
                </c:pt>
                <c:pt idx="3028">
                  <c:v>8.49851866</c:v>
                </c:pt>
                <c:pt idx="3029">
                  <c:v>8.49903828</c:v>
                </c:pt>
                <c:pt idx="3030">
                  <c:v>8.50002088</c:v>
                </c:pt>
                <c:pt idx="3031">
                  <c:v>8.5009605</c:v>
                </c:pt>
                <c:pt idx="3032">
                  <c:v>8.50178487</c:v>
                </c:pt>
                <c:pt idx="3033">
                  <c:v>8.50312885</c:v>
                </c:pt>
                <c:pt idx="3034">
                  <c:v>8.50364066</c:v>
                </c:pt>
                <c:pt idx="3035">
                  <c:v>8.51195464</c:v>
                </c:pt>
                <c:pt idx="3036">
                  <c:v>8.51268768</c:v>
                </c:pt>
                <c:pt idx="3037">
                  <c:v>8.51353696</c:v>
                </c:pt>
                <c:pt idx="3038">
                  <c:v>8.51592605</c:v>
                </c:pt>
                <c:pt idx="3039">
                  <c:v>8.51742192</c:v>
                </c:pt>
                <c:pt idx="3040">
                  <c:v>8.5188211</c:v>
                </c:pt>
                <c:pt idx="3041">
                  <c:v>8.52006448</c:v>
                </c:pt>
                <c:pt idx="3042">
                  <c:v>8.52027692</c:v>
                </c:pt>
                <c:pt idx="3043">
                  <c:v>8.52073257</c:v>
                </c:pt>
                <c:pt idx="3044">
                  <c:v>8.52130689</c:v>
                </c:pt>
                <c:pt idx="3045">
                  <c:v>8.52146952</c:v>
                </c:pt>
                <c:pt idx="3046">
                  <c:v>8.52197596</c:v>
                </c:pt>
                <c:pt idx="3047">
                  <c:v>8.52277053</c:v>
                </c:pt>
                <c:pt idx="3048">
                  <c:v>8.52372041</c:v>
                </c:pt>
                <c:pt idx="3049">
                  <c:v>8.52418436</c:v>
                </c:pt>
                <c:pt idx="3050">
                  <c:v>8.52464831</c:v>
                </c:pt>
                <c:pt idx="3051">
                  <c:v>8.52500091</c:v>
                </c:pt>
                <c:pt idx="3052">
                  <c:v>8.52542774</c:v>
                </c:pt>
                <c:pt idx="3053">
                  <c:v>8.52589657</c:v>
                </c:pt>
                <c:pt idx="3054">
                  <c:v>8.52620718</c:v>
                </c:pt>
                <c:pt idx="3055">
                  <c:v>8.52652266</c:v>
                </c:pt>
                <c:pt idx="3056">
                  <c:v>8.52680006</c:v>
                </c:pt>
                <c:pt idx="3057">
                  <c:v>8.52706084</c:v>
                </c:pt>
                <c:pt idx="3058">
                  <c:v>8.52737633</c:v>
                </c:pt>
                <c:pt idx="3059">
                  <c:v>8.52857088</c:v>
                </c:pt>
                <c:pt idx="3060">
                  <c:v>8.52906511</c:v>
                </c:pt>
                <c:pt idx="3061">
                  <c:v>8.52931173</c:v>
                </c:pt>
                <c:pt idx="3062">
                  <c:v>8.5298631</c:v>
                </c:pt>
                <c:pt idx="3063">
                  <c:v>8.5301068</c:v>
                </c:pt>
                <c:pt idx="3064">
                  <c:v>8.53041984</c:v>
                </c:pt>
                <c:pt idx="3065">
                  <c:v>8.53067965</c:v>
                </c:pt>
                <c:pt idx="3066">
                  <c:v>8.53092091</c:v>
                </c:pt>
                <c:pt idx="3067">
                  <c:v>8.5311729</c:v>
                </c:pt>
                <c:pt idx="3068">
                  <c:v>8.53129206</c:v>
                </c:pt>
                <c:pt idx="3069">
                  <c:v>8.53162611</c:v>
                </c:pt>
                <c:pt idx="3070">
                  <c:v>8.53213059</c:v>
                </c:pt>
                <c:pt idx="3071">
                  <c:v>8.53267268</c:v>
                </c:pt>
                <c:pt idx="3072">
                  <c:v>8.53323284</c:v>
                </c:pt>
                <c:pt idx="3073">
                  <c:v>8.5335747</c:v>
                </c:pt>
                <c:pt idx="3074">
                  <c:v>8.53374172</c:v>
                </c:pt>
                <c:pt idx="3075">
                  <c:v>8.5339273</c:v>
                </c:pt>
                <c:pt idx="3076">
                  <c:v>8.53411288</c:v>
                </c:pt>
                <c:pt idx="3077">
                  <c:v>8.53426134</c:v>
                </c:pt>
                <c:pt idx="3078">
                  <c:v>8.53442543</c:v>
                </c:pt>
                <c:pt idx="3079">
                  <c:v>8.53472529</c:v>
                </c:pt>
                <c:pt idx="3080">
                  <c:v>8.53487717</c:v>
                </c:pt>
                <c:pt idx="3081">
                  <c:v>8.53504078</c:v>
                </c:pt>
                <c:pt idx="3082">
                  <c:v>8.53520243</c:v>
                </c:pt>
                <c:pt idx="3083">
                  <c:v>8.53540119</c:v>
                </c:pt>
                <c:pt idx="3084">
                  <c:v>8.53557896</c:v>
                </c:pt>
                <c:pt idx="3085">
                  <c:v>8.53574598</c:v>
                </c:pt>
                <c:pt idx="3086">
                  <c:v>8.53595012</c:v>
                </c:pt>
                <c:pt idx="3087">
                  <c:v>8.53608003</c:v>
                </c:pt>
                <c:pt idx="3088">
                  <c:v>8.53628416</c:v>
                </c:pt>
                <c:pt idx="3089">
                  <c:v>8.53645119</c:v>
                </c:pt>
                <c:pt idx="3090">
                  <c:v>8.53653958</c:v>
                </c:pt>
                <c:pt idx="3091">
                  <c:v>8.53678523</c:v>
                </c:pt>
                <c:pt idx="3092">
                  <c:v>8.53695518</c:v>
                </c:pt>
                <c:pt idx="3093">
                  <c:v>8.53719009</c:v>
                </c:pt>
                <c:pt idx="3094">
                  <c:v>8.53728043</c:v>
                </c:pt>
                <c:pt idx="3095">
                  <c:v>8.53746113</c:v>
                </c:pt>
                <c:pt idx="3096">
                  <c:v>8.53773169</c:v>
                </c:pt>
                <c:pt idx="3097">
                  <c:v>8.53784303</c:v>
                </c:pt>
                <c:pt idx="3098">
                  <c:v>8.53821419</c:v>
                </c:pt>
                <c:pt idx="3099">
                  <c:v>8.5384911</c:v>
                </c:pt>
                <c:pt idx="3100">
                  <c:v>8.53867179</c:v>
                </c:pt>
                <c:pt idx="3101">
                  <c:v>8.53923195</c:v>
                </c:pt>
                <c:pt idx="3102">
                  <c:v>8.53941265</c:v>
                </c:pt>
                <c:pt idx="3103">
                  <c:v>8.54031613</c:v>
                </c:pt>
                <c:pt idx="3104">
                  <c:v>8.54100278</c:v>
                </c:pt>
                <c:pt idx="3105">
                  <c:v>8.54123768</c:v>
                </c:pt>
                <c:pt idx="3106">
                  <c:v>8.54152679</c:v>
                </c:pt>
                <c:pt idx="3107">
                  <c:v>8.54181591</c:v>
                </c:pt>
                <c:pt idx="3108">
                  <c:v>8.54201858</c:v>
                </c:pt>
                <c:pt idx="3109">
                  <c:v>8.54224958</c:v>
                </c:pt>
                <c:pt idx="3110">
                  <c:v>8.54235262</c:v>
                </c:pt>
                <c:pt idx="3111">
                  <c:v>8.54272378</c:v>
                </c:pt>
                <c:pt idx="3112">
                  <c:v>8.54286395</c:v>
                </c:pt>
                <c:pt idx="3113">
                  <c:v>8.54306271</c:v>
                </c:pt>
                <c:pt idx="3114">
                  <c:v>8.54359601</c:v>
                </c:pt>
                <c:pt idx="3115">
                  <c:v>8.54380015</c:v>
                </c:pt>
                <c:pt idx="3116">
                  <c:v>8.54421917</c:v>
                </c:pt>
                <c:pt idx="3117">
                  <c:v>8.54569306</c:v>
                </c:pt>
                <c:pt idx="3118">
                  <c:v>8.54610134</c:v>
                </c:pt>
                <c:pt idx="3119">
                  <c:v>8.54649594</c:v>
                </c:pt>
                <c:pt idx="3120">
                  <c:v>8.54663952</c:v>
                </c:pt>
                <c:pt idx="3121">
                  <c:v>8.54680654</c:v>
                </c:pt>
                <c:pt idx="3122">
                  <c:v>8.5476524</c:v>
                </c:pt>
                <c:pt idx="3123">
                  <c:v>8.54784579</c:v>
                </c:pt>
                <c:pt idx="3124">
                  <c:v>8.54797569</c:v>
                </c:pt>
                <c:pt idx="3125">
                  <c:v>8.54862815</c:v>
                </c:pt>
                <c:pt idx="3126">
                  <c:v>8.54900762</c:v>
                </c:pt>
                <c:pt idx="3127">
                  <c:v>8.54929673</c:v>
                </c:pt>
                <c:pt idx="3128">
                  <c:v>8.55001707</c:v>
                </c:pt>
                <c:pt idx="3129">
                  <c:v>8.55090493</c:v>
                </c:pt>
                <c:pt idx="3130">
                  <c:v>8.55112176</c:v>
                </c:pt>
                <c:pt idx="3131">
                  <c:v>8.55224208</c:v>
                </c:pt>
                <c:pt idx="3132">
                  <c:v>8.55289356</c:v>
                </c:pt>
                <c:pt idx="3133">
                  <c:v>8.55330184</c:v>
                </c:pt>
                <c:pt idx="3134">
                  <c:v>8.55366958</c:v>
                </c:pt>
                <c:pt idx="3135">
                  <c:v>8.5538029</c:v>
                </c:pt>
                <c:pt idx="3136">
                  <c:v>8.55394062</c:v>
                </c:pt>
                <c:pt idx="3137">
                  <c:v>8.55408127</c:v>
                </c:pt>
                <c:pt idx="3138">
                  <c:v>8.55421118</c:v>
                </c:pt>
                <c:pt idx="3139">
                  <c:v>8.55434108</c:v>
                </c:pt>
                <c:pt idx="3140">
                  <c:v>8.5546009</c:v>
                </c:pt>
                <c:pt idx="3141">
                  <c:v>8.5552055</c:v>
                </c:pt>
                <c:pt idx="3142">
                  <c:v>8.55531391</c:v>
                </c:pt>
                <c:pt idx="3143">
                  <c:v>8.55551024</c:v>
                </c:pt>
                <c:pt idx="3144">
                  <c:v>8.55556591</c:v>
                </c:pt>
                <c:pt idx="3145">
                  <c:v>8.55558447</c:v>
                </c:pt>
                <c:pt idx="3146">
                  <c:v>8.55569338</c:v>
                </c:pt>
                <c:pt idx="3147">
                  <c:v>8.55573293</c:v>
                </c:pt>
                <c:pt idx="3148">
                  <c:v>8.55577005</c:v>
                </c:pt>
                <c:pt idx="3149">
                  <c:v>8.55580717</c:v>
                </c:pt>
                <c:pt idx="3150">
                  <c:v>8.55581986</c:v>
                </c:pt>
                <c:pt idx="3151">
                  <c:v>8.55587407</c:v>
                </c:pt>
                <c:pt idx="3152">
                  <c:v>8.55589996</c:v>
                </c:pt>
                <c:pt idx="3153">
                  <c:v>8.55591851</c:v>
                </c:pt>
                <c:pt idx="3154">
                  <c:v>8.55591851</c:v>
                </c:pt>
                <c:pt idx="3155">
                  <c:v>8.55594635</c:v>
                </c:pt>
                <c:pt idx="3156">
                  <c:v>8.55595563</c:v>
                </c:pt>
                <c:pt idx="3157">
                  <c:v>8.55595563</c:v>
                </c:pt>
                <c:pt idx="3158">
                  <c:v>8.55596442</c:v>
                </c:pt>
                <c:pt idx="3159">
                  <c:v>8.55596442</c:v>
                </c:pt>
                <c:pt idx="3160">
                  <c:v>8.55596442</c:v>
                </c:pt>
                <c:pt idx="3161">
                  <c:v>8.55596442</c:v>
                </c:pt>
                <c:pt idx="3162">
                  <c:v>8.55596442</c:v>
                </c:pt>
                <c:pt idx="3163">
                  <c:v>8.55596442</c:v>
                </c:pt>
                <c:pt idx="3164">
                  <c:v>8.55596442</c:v>
                </c:pt>
                <c:pt idx="3165">
                  <c:v>8.55596442</c:v>
                </c:pt>
                <c:pt idx="3166">
                  <c:v>8.55596442</c:v>
                </c:pt>
                <c:pt idx="3167">
                  <c:v>8.55596442</c:v>
                </c:pt>
                <c:pt idx="3168">
                  <c:v>8.55596442</c:v>
                </c:pt>
                <c:pt idx="3169">
                  <c:v>8.55596442</c:v>
                </c:pt>
                <c:pt idx="3170">
                  <c:v>8.55596442</c:v>
                </c:pt>
                <c:pt idx="3171">
                  <c:v>8.55596442</c:v>
                </c:pt>
                <c:pt idx="3172">
                  <c:v>8.55596442</c:v>
                </c:pt>
                <c:pt idx="3173">
                  <c:v>8.55596442</c:v>
                </c:pt>
                <c:pt idx="3174">
                  <c:v>8.55596442</c:v>
                </c:pt>
                <c:pt idx="3175">
                  <c:v>8.55596442</c:v>
                </c:pt>
                <c:pt idx="3176">
                  <c:v>8.55595563</c:v>
                </c:pt>
                <c:pt idx="3177">
                  <c:v>8.5560113</c:v>
                </c:pt>
                <c:pt idx="3178">
                  <c:v>8.55612705</c:v>
                </c:pt>
                <c:pt idx="3179">
                  <c:v>8.55615977</c:v>
                </c:pt>
                <c:pt idx="3180">
                  <c:v>8.55617832</c:v>
                </c:pt>
                <c:pt idx="3181">
                  <c:v>8.55625256</c:v>
                </c:pt>
                <c:pt idx="3182">
                  <c:v>8.55640102</c:v>
                </c:pt>
                <c:pt idx="3183">
                  <c:v>8.55647037</c:v>
                </c:pt>
                <c:pt idx="3184">
                  <c:v>8.55652458</c:v>
                </c:pt>
                <c:pt idx="3185">
                  <c:v>8.55659686</c:v>
                </c:pt>
                <c:pt idx="3186">
                  <c:v>8.55666083</c:v>
                </c:pt>
                <c:pt idx="3187">
                  <c:v>8.55670527</c:v>
                </c:pt>
                <c:pt idx="3188">
                  <c:v>8.5568093</c:v>
                </c:pt>
                <c:pt idx="3189">
                  <c:v>8.55684641</c:v>
                </c:pt>
                <c:pt idx="3190">
                  <c:v>8.5569392</c:v>
                </c:pt>
                <c:pt idx="3191">
                  <c:v>8.55695825</c:v>
                </c:pt>
                <c:pt idx="3192">
                  <c:v>8.55706911</c:v>
                </c:pt>
                <c:pt idx="3193">
                  <c:v>8.55719315</c:v>
                </c:pt>
                <c:pt idx="3194">
                  <c:v>8.55725469</c:v>
                </c:pt>
                <c:pt idx="3195">
                  <c:v>8.55736604</c:v>
                </c:pt>
                <c:pt idx="3196">
                  <c:v>8.5574642</c:v>
                </c:pt>
                <c:pt idx="3197">
                  <c:v>8.5575145</c:v>
                </c:pt>
                <c:pt idx="3198">
                  <c:v>8.55762585</c:v>
                </c:pt>
                <c:pt idx="3199">
                  <c:v>8.55775575</c:v>
                </c:pt>
                <c:pt idx="3200">
                  <c:v>8.55779287</c:v>
                </c:pt>
                <c:pt idx="3201">
                  <c:v>8.55797845</c:v>
                </c:pt>
                <c:pt idx="3202">
                  <c:v>8.55810836</c:v>
                </c:pt>
                <c:pt idx="3203">
                  <c:v>8.55840382</c:v>
                </c:pt>
                <c:pt idx="3204">
                  <c:v>8.55862065</c:v>
                </c:pt>
                <c:pt idx="3205">
                  <c:v>8.55885556</c:v>
                </c:pt>
                <c:pt idx="3206">
                  <c:v>8.55894346</c:v>
                </c:pt>
                <c:pt idx="3207">
                  <c:v>8.55907337</c:v>
                </c:pt>
                <c:pt idx="3208">
                  <c:v>8.55937958</c:v>
                </c:pt>
                <c:pt idx="3209">
                  <c:v>8.55950606</c:v>
                </c:pt>
                <c:pt idx="3210">
                  <c:v>8.55970434</c:v>
                </c:pt>
                <c:pt idx="3211">
                  <c:v>8.55976002</c:v>
                </c:pt>
                <c:pt idx="3212">
                  <c:v>8.55998271</c:v>
                </c:pt>
                <c:pt idx="3213">
                  <c:v>8.56004815</c:v>
                </c:pt>
                <c:pt idx="3214">
                  <c:v>8.56030113</c:v>
                </c:pt>
                <c:pt idx="3215">
                  <c:v>8.56037243</c:v>
                </c:pt>
              </c:numCache>
            </c:numRef>
          </c:xVal>
          <c:yVal>
            <c:numRef>
              <c:f>'Chart Data'!$F$2:$F$3217</c:f>
              <c:numCache>
                <c:formatCode>0.0</c:formatCode>
                <c:ptCount val="3216"/>
                <c:pt idx="0">
                  <c:v>51.46484892</c:v>
                </c:pt>
                <c:pt idx="1">
                  <c:v>51.46485901</c:v>
                </c:pt>
                <c:pt idx="2">
                  <c:v>51.46484892</c:v>
                </c:pt>
                <c:pt idx="3">
                  <c:v>51.46484892</c:v>
                </c:pt>
                <c:pt idx="4">
                  <c:v>51.46485901</c:v>
                </c:pt>
                <c:pt idx="5">
                  <c:v>51.46485901</c:v>
                </c:pt>
                <c:pt idx="6">
                  <c:v>51.46484892</c:v>
                </c:pt>
                <c:pt idx="7">
                  <c:v>51.46484892</c:v>
                </c:pt>
                <c:pt idx="8">
                  <c:v>51.46485901</c:v>
                </c:pt>
                <c:pt idx="9">
                  <c:v>51.46489547</c:v>
                </c:pt>
                <c:pt idx="10">
                  <c:v>51.46490479</c:v>
                </c:pt>
                <c:pt idx="11">
                  <c:v>51.46490479</c:v>
                </c:pt>
                <c:pt idx="12">
                  <c:v>51.46490479</c:v>
                </c:pt>
                <c:pt idx="13">
                  <c:v>51.46490479</c:v>
                </c:pt>
                <c:pt idx="14">
                  <c:v>51.46490479</c:v>
                </c:pt>
                <c:pt idx="15">
                  <c:v>51.46490479</c:v>
                </c:pt>
                <c:pt idx="16">
                  <c:v>51.46489547</c:v>
                </c:pt>
                <c:pt idx="17">
                  <c:v>51.46490479</c:v>
                </c:pt>
                <c:pt idx="18">
                  <c:v>51.46489547</c:v>
                </c:pt>
                <c:pt idx="19">
                  <c:v>51.46490479</c:v>
                </c:pt>
                <c:pt idx="20">
                  <c:v>51.46494203</c:v>
                </c:pt>
                <c:pt idx="21">
                  <c:v>51.46494203</c:v>
                </c:pt>
                <c:pt idx="22">
                  <c:v>51.46494203</c:v>
                </c:pt>
                <c:pt idx="23">
                  <c:v>51.46494203</c:v>
                </c:pt>
                <c:pt idx="24">
                  <c:v>51.46494203</c:v>
                </c:pt>
                <c:pt idx="25">
                  <c:v>51.46494203</c:v>
                </c:pt>
                <c:pt idx="26">
                  <c:v>51.46495056</c:v>
                </c:pt>
                <c:pt idx="27">
                  <c:v>51.46498858</c:v>
                </c:pt>
                <c:pt idx="28">
                  <c:v>51.46498858</c:v>
                </c:pt>
                <c:pt idx="29">
                  <c:v>51.46499634</c:v>
                </c:pt>
                <c:pt idx="30">
                  <c:v>51.46498858</c:v>
                </c:pt>
                <c:pt idx="31">
                  <c:v>51.46499634</c:v>
                </c:pt>
                <c:pt idx="32">
                  <c:v>51.46499634</c:v>
                </c:pt>
                <c:pt idx="33">
                  <c:v>51.46499634</c:v>
                </c:pt>
                <c:pt idx="34">
                  <c:v>51.46495056</c:v>
                </c:pt>
                <c:pt idx="35">
                  <c:v>51.46489547</c:v>
                </c:pt>
                <c:pt idx="36">
                  <c:v>51.46475582</c:v>
                </c:pt>
                <c:pt idx="37">
                  <c:v>51.46463013</c:v>
                </c:pt>
                <c:pt idx="38">
                  <c:v>51.46444702</c:v>
                </c:pt>
                <c:pt idx="39">
                  <c:v>51.46417236</c:v>
                </c:pt>
                <c:pt idx="40">
                  <c:v>51.46389771</c:v>
                </c:pt>
                <c:pt idx="41">
                  <c:v>51.46363856</c:v>
                </c:pt>
                <c:pt idx="42">
                  <c:v>51.46326615</c:v>
                </c:pt>
                <c:pt idx="43">
                  <c:v>51.4629364</c:v>
                </c:pt>
                <c:pt idx="44">
                  <c:v>51.46257019</c:v>
                </c:pt>
                <c:pt idx="45">
                  <c:v>51.46219544</c:v>
                </c:pt>
                <c:pt idx="46">
                  <c:v>51.46183777</c:v>
                </c:pt>
                <c:pt idx="47">
                  <c:v>51.46142578</c:v>
                </c:pt>
                <c:pt idx="48">
                  <c:v>51.46103164</c:v>
                </c:pt>
                <c:pt idx="49">
                  <c:v>51.46064758</c:v>
                </c:pt>
                <c:pt idx="50">
                  <c:v>51.4601937</c:v>
                </c:pt>
                <c:pt idx="51">
                  <c:v>51.45982361</c:v>
                </c:pt>
                <c:pt idx="52">
                  <c:v>51.45958852</c:v>
                </c:pt>
                <c:pt idx="53">
                  <c:v>51.45909119</c:v>
                </c:pt>
                <c:pt idx="54">
                  <c:v>51.45856437</c:v>
                </c:pt>
                <c:pt idx="55">
                  <c:v>51.45817566</c:v>
                </c:pt>
                <c:pt idx="56">
                  <c:v>51.4577179</c:v>
                </c:pt>
                <c:pt idx="57">
                  <c:v>51.45730591</c:v>
                </c:pt>
                <c:pt idx="58">
                  <c:v>51.45684814</c:v>
                </c:pt>
                <c:pt idx="59">
                  <c:v>51.45652771</c:v>
                </c:pt>
                <c:pt idx="60">
                  <c:v>51.45605055</c:v>
                </c:pt>
                <c:pt idx="61">
                  <c:v>51.45563158</c:v>
                </c:pt>
                <c:pt idx="62">
                  <c:v>51.4551195</c:v>
                </c:pt>
                <c:pt idx="63">
                  <c:v>51.45465088</c:v>
                </c:pt>
                <c:pt idx="64">
                  <c:v>51.45428467</c:v>
                </c:pt>
                <c:pt idx="65">
                  <c:v>51.45391846</c:v>
                </c:pt>
                <c:pt idx="66">
                  <c:v>51.45323181</c:v>
                </c:pt>
                <c:pt idx="67">
                  <c:v>51.45279189</c:v>
                </c:pt>
                <c:pt idx="68">
                  <c:v>51.45236206</c:v>
                </c:pt>
                <c:pt idx="69">
                  <c:v>51.45186085</c:v>
                </c:pt>
                <c:pt idx="70">
                  <c:v>51.45148843</c:v>
                </c:pt>
                <c:pt idx="71">
                  <c:v>51.45097636</c:v>
                </c:pt>
                <c:pt idx="72">
                  <c:v>51.45048523</c:v>
                </c:pt>
                <c:pt idx="73">
                  <c:v>51.44979858</c:v>
                </c:pt>
                <c:pt idx="74">
                  <c:v>51.44934703</c:v>
                </c:pt>
                <c:pt idx="75">
                  <c:v>51.44883728</c:v>
                </c:pt>
                <c:pt idx="76">
                  <c:v>51.44753149</c:v>
                </c:pt>
                <c:pt idx="77">
                  <c:v>51.44682312</c:v>
                </c:pt>
                <c:pt idx="78">
                  <c:v>51.44636768</c:v>
                </c:pt>
                <c:pt idx="79">
                  <c:v>51.44608837</c:v>
                </c:pt>
                <c:pt idx="80">
                  <c:v>51.44562285</c:v>
                </c:pt>
                <c:pt idx="81">
                  <c:v>51.44508362</c:v>
                </c:pt>
                <c:pt idx="82">
                  <c:v>51.44480896</c:v>
                </c:pt>
                <c:pt idx="83">
                  <c:v>51.44444275</c:v>
                </c:pt>
                <c:pt idx="84">
                  <c:v>51.44407654</c:v>
                </c:pt>
                <c:pt idx="85">
                  <c:v>51.44366455</c:v>
                </c:pt>
                <c:pt idx="86">
                  <c:v>51.44325256</c:v>
                </c:pt>
                <c:pt idx="87">
                  <c:v>51.44296937</c:v>
                </c:pt>
                <c:pt idx="88">
                  <c:v>51.44252014</c:v>
                </c:pt>
                <c:pt idx="89">
                  <c:v>51.44215393</c:v>
                </c:pt>
                <c:pt idx="90">
                  <c:v>51.44178772</c:v>
                </c:pt>
                <c:pt idx="91">
                  <c:v>51.44143315</c:v>
                </c:pt>
                <c:pt idx="92">
                  <c:v>51.44106073</c:v>
                </c:pt>
                <c:pt idx="93">
                  <c:v>51.44068909</c:v>
                </c:pt>
                <c:pt idx="94">
                  <c:v>51.44036245</c:v>
                </c:pt>
                <c:pt idx="95">
                  <c:v>51.44000244</c:v>
                </c:pt>
                <c:pt idx="96">
                  <c:v>51.43966416</c:v>
                </c:pt>
                <c:pt idx="97">
                  <c:v>51.43927002</c:v>
                </c:pt>
                <c:pt idx="98">
                  <c:v>51.43890381</c:v>
                </c:pt>
                <c:pt idx="99">
                  <c:v>51.43854691</c:v>
                </c:pt>
                <c:pt idx="100">
                  <c:v>51.43821716</c:v>
                </c:pt>
                <c:pt idx="101">
                  <c:v>51.43789673</c:v>
                </c:pt>
                <c:pt idx="102">
                  <c:v>51.43753052</c:v>
                </c:pt>
                <c:pt idx="103">
                  <c:v>51.43719689</c:v>
                </c:pt>
                <c:pt idx="104">
                  <c:v>51.4367981</c:v>
                </c:pt>
                <c:pt idx="105">
                  <c:v>51.43652344</c:v>
                </c:pt>
                <c:pt idx="106">
                  <c:v>51.43597412</c:v>
                </c:pt>
                <c:pt idx="107">
                  <c:v>51.43565369</c:v>
                </c:pt>
                <c:pt idx="108">
                  <c:v>51.43528825</c:v>
                </c:pt>
                <c:pt idx="109">
                  <c:v>51.43492126</c:v>
                </c:pt>
                <c:pt idx="110">
                  <c:v>51.43455505</c:v>
                </c:pt>
                <c:pt idx="111">
                  <c:v>51.43421755</c:v>
                </c:pt>
                <c:pt idx="112">
                  <c:v>51.43393824</c:v>
                </c:pt>
                <c:pt idx="113">
                  <c:v>51.43354797</c:v>
                </c:pt>
                <c:pt idx="114">
                  <c:v>51.43314685</c:v>
                </c:pt>
                <c:pt idx="115">
                  <c:v>51.43272788</c:v>
                </c:pt>
                <c:pt idx="116">
                  <c:v>51.43240201</c:v>
                </c:pt>
                <c:pt idx="117">
                  <c:v>51.43199158</c:v>
                </c:pt>
                <c:pt idx="118">
                  <c:v>51.43165718</c:v>
                </c:pt>
                <c:pt idx="119">
                  <c:v>51.43142442</c:v>
                </c:pt>
                <c:pt idx="120">
                  <c:v>51.43109855</c:v>
                </c:pt>
                <c:pt idx="121">
                  <c:v>51.43072613</c:v>
                </c:pt>
                <c:pt idx="122">
                  <c:v>51.4303894</c:v>
                </c:pt>
                <c:pt idx="123">
                  <c:v>51.43012095</c:v>
                </c:pt>
                <c:pt idx="124">
                  <c:v>51.42961121</c:v>
                </c:pt>
                <c:pt idx="125">
                  <c:v>51.42929077</c:v>
                </c:pt>
                <c:pt idx="126">
                  <c:v>51.42906189</c:v>
                </c:pt>
                <c:pt idx="127">
                  <c:v>51.42878723</c:v>
                </c:pt>
                <c:pt idx="128">
                  <c:v>51.4284668</c:v>
                </c:pt>
                <c:pt idx="129">
                  <c:v>51.42825886</c:v>
                </c:pt>
                <c:pt idx="130">
                  <c:v>51.42797955</c:v>
                </c:pt>
                <c:pt idx="131">
                  <c:v>51.42773438</c:v>
                </c:pt>
                <c:pt idx="132">
                  <c:v>51.42750549</c:v>
                </c:pt>
                <c:pt idx="133">
                  <c:v>51.42727661</c:v>
                </c:pt>
                <c:pt idx="134">
                  <c:v>51.42700195</c:v>
                </c:pt>
                <c:pt idx="135">
                  <c:v>51.42672729</c:v>
                </c:pt>
                <c:pt idx="136">
                  <c:v>51.42653643</c:v>
                </c:pt>
                <c:pt idx="137">
                  <c:v>51.42625712</c:v>
                </c:pt>
                <c:pt idx="138">
                  <c:v>51.4259491</c:v>
                </c:pt>
                <c:pt idx="139">
                  <c:v>51.42572021</c:v>
                </c:pt>
                <c:pt idx="140">
                  <c:v>51.42546573</c:v>
                </c:pt>
                <c:pt idx="141">
                  <c:v>51.42523297</c:v>
                </c:pt>
                <c:pt idx="142">
                  <c:v>51.42498779</c:v>
                </c:pt>
                <c:pt idx="143">
                  <c:v>51.42472089</c:v>
                </c:pt>
                <c:pt idx="144">
                  <c:v>51.42443848</c:v>
                </c:pt>
                <c:pt idx="145">
                  <c:v>51.42420959</c:v>
                </c:pt>
                <c:pt idx="146">
                  <c:v>51.42397606</c:v>
                </c:pt>
                <c:pt idx="147">
                  <c:v>51.42370605</c:v>
                </c:pt>
                <c:pt idx="148">
                  <c:v>51.4234314</c:v>
                </c:pt>
                <c:pt idx="149">
                  <c:v>51.42315674</c:v>
                </c:pt>
                <c:pt idx="150">
                  <c:v>51.42292786</c:v>
                </c:pt>
                <c:pt idx="151">
                  <c:v>51.42269897</c:v>
                </c:pt>
                <c:pt idx="152">
                  <c:v>51.42243983</c:v>
                </c:pt>
                <c:pt idx="153">
                  <c:v>51.42216052</c:v>
                </c:pt>
                <c:pt idx="154">
                  <c:v>51.4217881</c:v>
                </c:pt>
                <c:pt idx="155">
                  <c:v>51.42160189</c:v>
                </c:pt>
                <c:pt idx="156">
                  <c:v>51.42136913</c:v>
                </c:pt>
                <c:pt idx="157">
                  <c:v>51.42104327</c:v>
                </c:pt>
                <c:pt idx="158">
                  <c:v>51.42082214</c:v>
                </c:pt>
                <c:pt idx="159">
                  <c:v>51.42053119</c:v>
                </c:pt>
                <c:pt idx="160">
                  <c:v>51.42025188</c:v>
                </c:pt>
                <c:pt idx="161">
                  <c:v>51.41999817</c:v>
                </c:pt>
                <c:pt idx="162">
                  <c:v>51.4196467</c:v>
                </c:pt>
                <c:pt idx="163">
                  <c:v>51.41941394</c:v>
                </c:pt>
                <c:pt idx="164">
                  <c:v>51.41913462</c:v>
                </c:pt>
                <c:pt idx="165">
                  <c:v>51.41894842</c:v>
                </c:pt>
                <c:pt idx="166">
                  <c:v>51.418576</c:v>
                </c:pt>
                <c:pt idx="167">
                  <c:v>51.41834324</c:v>
                </c:pt>
                <c:pt idx="168">
                  <c:v>51.41812134</c:v>
                </c:pt>
                <c:pt idx="169">
                  <c:v>51.41787771</c:v>
                </c:pt>
                <c:pt idx="170">
                  <c:v>51.4176178</c:v>
                </c:pt>
                <c:pt idx="171">
                  <c:v>51.41741219</c:v>
                </c:pt>
                <c:pt idx="172">
                  <c:v>51.41725159</c:v>
                </c:pt>
                <c:pt idx="173">
                  <c:v>51.41703977</c:v>
                </c:pt>
                <c:pt idx="174">
                  <c:v>51.41676046</c:v>
                </c:pt>
                <c:pt idx="175">
                  <c:v>51.41657425</c:v>
                </c:pt>
                <c:pt idx="176">
                  <c:v>51.41638804</c:v>
                </c:pt>
                <c:pt idx="177">
                  <c:v>51.41624451</c:v>
                </c:pt>
                <c:pt idx="178">
                  <c:v>51.41601563</c:v>
                </c:pt>
                <c:pt idx="179">
                  <c:v>51.41582942</c:v>
                </c:pt>
                <c:pt idx="180">
                  <c:v>51.41564321</c:v>
                </c:pt>
                <c:pt idx="181">
                  <c:v>51.41551208</c:v>
                </c:pt>
                <c:pt idx="182">
                  <c:v>51.41532898</c:v>
                </c:pt>
                <c:pt idx="183">
                  <c:v>51.41519165</c:v>
                </c:pt>
                <c:pt idx="184">
                  <c:v>51.41503803</c:v>
                </c:pt>
                <c:pt idx="185">
                  <c:v>51.41485182</c:v>
                </c:pt>
                <c:pt idx="186">
                  <c:v>51.41473389</c:v>
                </c:pt>
                <c:pt idx="187">
                  <c:v>51.41455078</c:v>
                </c:pt>
                <c:pt idx="188">
                  <c:v>51.41441345</c:v>
                </c:pt>
                <c:pt idx="189">
                  <c:v>51.41423035</c:v>
                </c:pt>
                <c:pt idx="190">
                  <c:v>51.41406043</c:v>
                </c:pt>
                <c:pt idx="191">
                  <c:v>51.41406043</c:v>
                </c:pt>
                <c:pt idx="192">
                  <c:v>51.41378112</c:v>
                </c:pt>
                <c:pt idx="193">
                  <c:v>51.41363525</c:v>
                </c:pt>
                <c:pt idx="194">
                  <c:v>51.41349792</c:v>
                </c:pt>
                <c:pt idx="195">
                  <c:v>51.41331482</c:v>
                </c:pt>
                <c:pt idx="196">
                  <c:v>51.41317594</c:v>
                </c:pt>
                <c:pt idx="197">
                  <c:v>51.41303628</c:v>
                </c:pt>
                <c:pt idx="198">
                  <c:v>51.41289663</c:v>
                </c:pt>
                <c:pt idx="199">
                  <c:v>51.4127655</c:v>
                </c:pt>
                <c:pt idx="200">
                  <c:v>51.41261731</c:v>
                </c:pt>
                <c:pt idx="201">
                  <c:v>51.41244507</c:v>
                </c:pt>
                <c:pt idx="202">
                  <c:v>51.41230774</c:v>
                </c:pt>
                <c:pt idx="203">
                  <c:v>51.41217041</c:v>
                </c:pt>
                <c:pt idx="204">
                  <c:v>51.41194153</c:v>
                </c:pt>
                <c:pt idx="205">
                  <c:v>51.41182592</c:v>
                </c:pt>
                <c:pt idx="206">
                  <c:v>51.41163971</c:v>
                </c:pt>
                <c:pt idx="207">
                  <c:v>51.41152954</c:v>
                </c:pt>
                <c:pt idx="208">
                  <c:v>51.4113604</c:v>
                </c:pt>
                <c:pt idx="209">
                  <c:v>51.41120911</c:v>
                </c:pt>
                <c:pt idx="210">
                  <c:v>51.41108109</c:v>
                </c:pt>
                <c:pt idx="211">
                  <c:v>51.4108429</c:v>
                </c:pt>
                <c:pt idx="212">
                  <c:v>51.41070557</c:v>
                </c:pt>
                <c:pt idx="213">
                  <c:v>51.41056824</c:v>
                </c:pt>
                <c:pt idx="214">
                  <c:v>51.41043091</c:v>
                </c:pt>
                <c:pt idx="215">
                  <c:v>51.4102478</c:v>
                </c:pt>
                <c:pt idx="216">
                  <c:v>51.41015625</c:v>
                </c:pt>
                <c:pt idx="217">
                  <c:v>51.40996383</c:v>
                </c:pt>
                <c:pt idx="218">
                  <c:v>51.40982418</c:v>
                </c:pt>
                <c:pt idx="219">
                  <c:v>51.40965271</c:v>
                </c:pt>
                <c:pt idx="220">
                  <c:v>51.40945176</c:v>
                </c:pt>
                <c:pt idx="221">
                  <c:v>51.40926555</c:v>
                </c:pt>
                <c:pt idx="222">
                  <c:v>51.40914917</c:v>
                </c:pt>
                <c:pt idx="223">
                  <c:v>51.40901184</c:v>
                </c:pt>
                <c:pt idx="224">
                  <c:v>51.40882874</c:v>
                </c:pt>
                <c:pt idx="225">
                  <c:v>51.40869141</c:v>
                </c:pt>
                <c:pt idx="226">
                  <c:v>51.40855408</c:v>
                </c:pt>
                <c:pt idx="227">
                  <c:v>51.40837097</c:v>
                </c:pt>
                <c:pt idx="228">
                  <c:v>51.40823364</c:v>
                </c:pt>
                <c:pt idx="229">
                  <c:v>51.40800476</c:v>
                </c:pt>
                <c:pt idx="230">
                  <c:v>51.40782243</c:v>
                </c:pt>
                <c:pt idx="231">
                  <c:v>51.40772933</c:v>
                </c:pt>
                <c:pt idx="232">
                  <c:v>51.40754312</c:v>
                </c:pt>
                <c:pt idx="233">
                  <c:v>51.40735691</c:v>
                </c:pt>
                <c:pt idx="234">
                  <c:v>51.4071707</c:v>
                </c:pt>
                <c:pt idx="235">
                  <c:v>51.40704346</c:v>
                </c:pt>
                <c:pt idx="236">
                  <c:v>51.40684483</c:v>
                </c:pt>
                <c:pt idx="237">
                  <c:v>51.40667725</c:v>
                </c:pt>
                <c:pt idx="238">
                  <c:v>51.40653992</c:v>
                </c:pt>
                <c:pt idx="239">
                  <c:v>51.40631104</c:v>
                </c:pt>
                <c:pt idx="240">
                  <c:v>51.40617371</c:v>
                </c:pt>
                <c:pt idx="241">
                  <c:v>51.4059906</c:v>
                </c:pt>
                <c:pt idx="242">
                  <c:v>51.4058075</c:v>
                </c:pt>
                <c:pt idx="243">
                  <c:v>51.40562439</c:v>
                </c:pt>
                <c:pt idx="244">
                  <c:v>51.40544128</c:v>
                </c:pt>
                <c:pt idx="245">
                  <c:v>51.40525818</c:v>
                </c:pt>
                <c:pt idx="246">
                  <c:v>51.40507507</c:v>
                </c:pt>
                <c:pt idx="247">
                  <c:v>51.40484619</c:v>
                </c:pt>
                <c:pt idx="248">
                  <c:v>51.40465688</c:v>
                </c:pt>
                <c:pt idx="249">
                  <c:v>51.40447067</c:v>
                </c:pt>
                <c:pt idx="250">
                  <c:v>51.40429688</c:v>
                </c:pt>
                <c:pt idx="251">
                  <c:v>51.40409825</c:v>
                </c:pt>
                <c:pt idx="252">
                  <c:v>51.40397644</c:v>
                </c:pt>
                <c:pt idx="253">
                  <c:v>51.40377239</c:v>
                </c:pt>
                <c:pt idx="254">
                  <c:v>51.40356445</c:v>
                </c:pt>
                <c:pt idx="255">
                  <c:v>51.40339997</c:v>
                </c:pt>
                <c:pt idx="256">
                  <c:v>51.40319824</c:v>
                </c:pt>
                <c:pt idx="257">
                  <c:v>51.40301514</c:v>
                </c:pt>
                <c:pt idx="258">
                  <c:v>51.40283203</c:v>
                </c:pt>
                <c:pt idx="259">
                  <c:v>51.40255737</c:v>
                </c:pt>
                <c:pt idx="260">
                  <c:v>51.40232849</c:v>
                </c:pt>
                <c:pt idx="261">
                  <c:v>51.40214539</c:v>
                </c:pt>
                <c:pt idx="262">
                  <c:v>51.40204995</c:v>
                </c:pt>
                <c:pt idx="263">
                  <c:v>51.40182495</c:v>
                </c:pt>
                <c:pt idx="264">
                  <c:v>51.40159607</c:v>
                </c:pt>
                <c:pt idx="265">
                  <c:v>51.40141296</c:v>
                </c:pt>
                <c:pt idx="266">
                  <c:v>51.40122986</c:v>
                </c:pt>
                <c:pt idx="267">
                  <c:v>51.4010258</c:v>
                </c:pt>
                <c:pt idx="268">
                  <c:v>51.40079304</c:v>
                </c:pt>
                <c:pt idx="269">
                  <c:v>51.40065339</c:v>
                </c:pt>
                <c:pt idx="270">
                  <c:v>51.40037407</c:v>
                </c:pt>
                <c:pt idx="271">
                  <c:v>51.40026855</c:v>
                </c:pt>
                <c:pt idx="272">
                  <c:v>51.40000166</c:v>
                </c:pt>
                <c:pt idx="273">
                  <c:v>51.39981545</c:v>
                </c:pt>
                <c:pt idx="274">
                  <c:v>51.39953613</c:v>
                </c:pt>
                <c:pt idx="275">
                  <c:v>51.39935303</c:v>
                </c:pt>
                <c:pt idx="276">
                  <c:v>51.39911716</c:v>
                </c:pt>
                <c:pt idx="277">
                  <c:v>51.39894104</c:v>
                </c:pt>
                <c:pt idx="278">
                  <c:v>51.39871216</c:v>
                </c:pt>
                <c:pt idx="279">
                  <c:v>51.39848328</c:v>
                </c:pt>
                <c:pt idx="280">
                  <c:v>51.39827922</c:v>
                </c:pt>
                <c:pt idx="281">
                  <c:v>51.39809301</c:v>
                </c:pt>
                <c:pt idx="282">
                  <c:v>51.39788818</c:v>
                </c:pt>
                <c:pt idx="283">
                  <c:v>51.3977206</c:v>
                </c:pt>
                <c:pt idx="284">
                  <c:v>51.3974762</c:v>
                </c:pt>
                <c:pt idx="285">
                  <c:v>51.39730163</c:v>
                </c:pt>
                <c:pt idx="286">
                  <c:v>51.39710999</c:v>
                </c:pt>
                <c:pt idx="287">
                  <c:v>51.39688266</c:v>
                </c:pt>
                <c:pt idx="288">
                  <c:v>51.39664989</c:v>
                </c:pt>
                <c:pt idx="289">
                  <c:v>51.39646369</c:v>
                </c:pt>
                <c:pt idx="290">
                  <c:v>51.39623092</c:v>
                </c:pt>
                <c:pt idx="291">
                  <c:v>51.39605713</c:v>
                </c:pt>
                <c:pt idx="292">
                  <c:v>51.39582825</c:v>
                </c:pt>
                <c:pt idx="293">
                  <c:v>51.39559937</c:v>
                </c:pt>
                <c:pt idx="294">
                  <c:v>51.39537048</c:v>
                </c:pt>
                <c:pt idx="295">
                  <c:v>51.39529988</c:v>
                </c:pt>
                <c:pt idx="296">
                  <c:v>51.39506712</c:v>
                </c:pt>
                <c:pt idx="297">
                  <c:v>51.3947878</c:v>
                </c:pt>
                <c:pt idx="298">
                  <c:v>51.39455504</c:v>
                </c:pt>
                <c:pt idx="299">
                  <c:v>51.39436883</c:v>
                </c:pt>
                <c:pt idx="300">
                  <c:v>51.39418263</c:v>
                </c:pt>
                <c:pt idx="301">
                  <c:v>51.39399642</c:v>
                </c:pt>
                <c:pt idx="302">
                  <c:v>51.39367676</c:v>
                </c:pt>
                <c:pt idx="303">
                  <c:v>51.39357745</c:v>
                </c:pt>
                <c:pt idx="304">
                  <c:v>51.39335632</c:v>
                </c:pt>
                <c:pt idx="305">
                  <c:v>51.39315848</c:v>
                </c:pt>
                <c:pt idx="306">
                  <c:v>51.39289856</c:v>
                </c:pt>
                <c:pt idx="307">
                  <c:v>51.39266968</c:v>
                </c:pt>
                <c:pt idx="308">
                  <c:v>51.39248657</c:v>
                </c:pt>
                <c:pt idx="309">
                  <c:v>51.39225769</c:v>
                </c:pt>
                <c:pt idx="310">
                  <c:v>51.39199467</c:v>
                </c:pt>
                <c:pt idx="311">
                  <c:v>51.3918457</c:v>
                </c:pt>
                <c:pt idx="312">
                  <c:v>51.39162225</c:v>
                </c:pt>
                <c:pt idx="313">
                  <c:v>51.39143372</c:v>
                </c:pt>
                <c:pt idx="314">
                  <c:v>51.39124983</c:v>
                </c:pt>
                <c:pt idx="315">
                  <c:v>51.39106363</c:v>
                </c:pt>
                <c:pt idx="316">
                  <c:v>51.39083862</c:v>
                </c:pt>
                <c:pt idx="317">
                  <c:v>51.39064466</c:v>
                </c:pt>
                <c:pt idx="318">
                  <c:v>51.39036534</c:v>
                </c:pt>
                <c:pt idx="319">
                  <c:v>51.39028931</c:v>
                </c:pt>
                <c:pt idx="320">
                  <c:v>51.39003948</c:v>
                </c:pt>
                <c:pt idx="321">
                  <c:v>51.38985327</c:v>
                </c:pt>
                <c:pt idx="322">
                  <c:v>51.38960266</c:v>
                </c:pt>
                <c:pt idx="323">
                  <c:v>51.38938774</c:v>
                </c:pt>
                <c:pt idx="324">
                  <c:v>51.38920154</c:v>
                </c:pt>
                <c:pt idx="325">
                  <c:v>51.38906188</c:v>
                </c:pt>
                <c:pt idx="326">
                  <c:v>51.38882912</c:v>
                </c:pt>
                <c:pt idx="327">
                  <c:v>51.38864136</c:v>
                </c:pt>
                <c:pt idx="328">
                  <c:v>51.38841015</c:v>
                </c:pt>
                <c:pt idx="329">
                  <c:v>51.38817739</c:v>
                </c:pt>
                <c:pt idx="330">
                  <c:v>51.38795471</c:v>
                </c:pt>
                <c:pt idx="331">
                  <c:v>51.38772583</c:v>
                </c:pt>
                <c:pt idx="332">
                  <c:v>51.38754272</c:v>
                </c:pt>
                <c:pt idx="333">
                  <c:v>51.38731384</c:v>
                </c:pt>
                <c:pt idx="334">
                  <c:v>51.38713074</c:v>
                </c:pt>
                <c:pt idx="335">
                  <c:v>51.38692048</c:v>
                </c:pt>
                <c:pt idx="336">
                  <c:v>51.38668772</c:v>
                </c:pt>
                <c:pt idx="337">
                  <c:v>51.38644409</c:v>
                </c:pt>
                <c:pt idx="338">
                  <c:v>51.38616943</c:v>
                </c:pt>
                <c:pt idx="339">
                  <c:v>51.38594288</c:v>
                </c:pt>
                <c:pt idx="340">
                  <c:v>51.38571167</c:v>
                </c:pt>
                <c:pt idx="341">
                  <c:v>51.38548279</c:v>
                </c:pt>
                <c:pt idx="342">
                  <c:v>51.38525391</c:v>
                </c:pt>
                <c:pt idx="343">
                  <c:v>51.38502502</c:v>
                </c:pt>
                <c:pt idx="344">
                  <c:v>51.38479614</c:v>
                </c:pt>
                <c:pt idx="345">
                  <c:v>51.38454631</c:v>
                </c:pt>
                <c:pt idx="346">
                  <c:v>51.38433838</c:v>
                </c:pt>
                <c:pt idx="347">
                  <c:v>51.38412734</c:v>
                </c:pt>
                <c:pt idx="348">
                  <c:v>51.38389458</c:v>
                </c:pt>
                <c:pt idx="349">
                  <c:v>51.38370837</c:v>
                </c:pt>
                <c:pt idx="350">
                  <c:v>51.38347561</c:v>
                </c:pt>
                <c:pt idx="351">
                  <c:v>51.38328552</c:v>
                </c:pt>
                <c:pt idx="352">
                  <c:v>51.38301086</c:v>
                </c:pt>
                <c:pt idx="353">
                  <c:v>51.38278198</c:v>
                </c:pt>
                <c:pt idx="354">
                  <c:v>51.3825531</c:v>
                </c:pt>
                <c:pt idx="355">
                  <c:v>51.38227844</c:v>
                </c:pt>
                <c:pt idx="356">
                  <c:v>51.38200378</c:v>
                </c:pt>
                <c:pt idx="357">
                  <c:v>51.38179973</c:v>
                </c:pt>
                <c:pt idx="358">
                  <c:v>51.38150024</c:v>
                </c:pt>
                <c:pt idx="359">
                  <c:v>51.38122559</c:v>
                </c:pt>
                <c:pt idx="360">
                  <c:v>51.38104248</c:v>
                </c:pt>
                <c:pt idx="361">
                  <c:v>51.38072903</c:v>
                </c:pt>
                <c:pt idx="362">
                  <c:v>51.38044972</c:v>
                </c:pt>
                <c:pt idx="363">
                  <c:v>51.38021695</c:v>
                </c:pt>
                <c:pt idx="364">
                  <c:v>51.38008118</c:v>
                </c:pt>
                <c:pt idx="365">
                  <c:v>51.37980652</c:v>
                </c:pt>
                <c:pt idx="366">
                  <c:v>51.37961178</c:v>
                </c:pt>
                <c:pt idx="367">
                  <c:v>51.37934875</c:v>
                </c:pt>
                <c:pt idx="368">
                  <c:v>51.37905315</c:v>
                </c:pt>
                <c:pt idx="369">
                  <c:v>51.37882039</c:v>
                </c:pt>
                <c:pt idx="370">
                  <c:v>51.37854107</c:v>
                </c:pt>
                <c:pt idx="371">
                  <c:v>51.3782959</c:v>
                </c:pt>
                <c:pt idx="372">
                  <c:v>51.37807555</c:v>
                </c:pt>
                <c:pt idx="373">
                  <c:v>51.37788934</c:v>
                </c:pt>
                <c:pt idx="374">
                  <c:v>51.37765503</c:v>
                </c:pt>
                <c:pt idx="375">
                  <c:v>51.37747192</c:v>
                </c:pt>
                <c:pt idx="376">
                  <c:v>51.37715149</c:v>
                </c:pt>
                <c:pt idx="377">
                  <c:v>51.37687683</c:v>
                </c:pt>
                <c:pt idx="378">
                  <c:v>51.37667898</c:v>
                </c:pt>
                <c:pt idx="379">
                  <c:v>51.37653933</c:v>
                </c:pt>
                <c:pt idx="380">
                  <c:v>51.37621346</c:v>
                </c:pt>
                <c:pt idx="381">
                  <c:v>51.37600708</c:v>
                </c:pt>
                <c:pt idx="382">
                  <c:v>51.37579449</c:v>
                </c:pt>
                <c:pt idx="383">
                  <c:v>51.37556173</c:v>
                </c:pt>
                <c:pt idx="384">
                  <c:v>51.37532043</c:v>
                </c:pt>
                <c:pt idx="385">
                  <c:v>51.37509621</c:v>
                </c:pt>
                <c:pt idx="386">
                  <c:v>51.37490845</c:v>
                </c:pt>
                <c:pt idx="387">
                  <c:v>51.37463379</c:v>
                </c:pt>
                <c:pt idx="388">
                  <c:v>51.37444448</c:v>
                </c:pt>
                <c:pt idx="389">
                  <c:v>51.37417603</c:v>
                </c:pt>
                <c:pt idx="390">
                  <c:v>51.37394714</c:v>
                </c:pt>
                <c:pt idx="391">
                  <c:v>51.37367249</c:v>
                </c:pt>
                <c:pt idx="392">
                  <c:v>51.3734436</c:v>
                </c:pt>
                <c:pt idx="393">
                  <c:v>51.37321472</c:v>
                </c:pt>
                <c:pt idx="394">
                  <c:v>51.37309446</c:v>
                </c:pt>
                <c:pt idx="395">
                  <c:v>51.3727686</c:v>
                </c:pt>
                <c:pt idx="396">
                  <c:v>51.37257385</c:v>
                </c:pt>
                <c:pt idx="397">
                  <c:v>51.37234963</c:v>
                </c:pt>
                <c:pt idx="398">
                  <c:v>51.37211686</c:v>
                </c:pt>
                <c:pt idx="399">
                  <c:v>51.37183755</c:v>
                </c:pt>
                <c:pt idx="400">
                  <c:v>51.37156677</c:v>
                </c:pt>
                <c:pt idx="401">
                  <c:v>51.37133789</c:v>
                </c:pt>
                <c:pt idx="402">
                  <c:v>51.37106323</c:v>
                </c:pt>
                <c:pt idx="403">
                  <c:v>51.37083435</c:v>
                </c:pt>
                <c:pt idx="404">
                  <c:v>51.37060547</c:v>
                </c:pt>
                <c:pt idx="405">
                  <c:v>51.37034788</c:v>
                </c:pt>
                <c:pt idx="406">
                  <c:v>51.37011512</c:v>
                </c:pt>
                <c:pt idx="407">
                  <c:v>51.36988236</c:v>
                </c:pt>
                <c:pt idx="408">
                  <c:v>51.36959839</c:v>
                </c:pt>
                <c:pt idx="409">
                  <c:v>51.36946339</c:v>
                </c:pt>
                <c:pt idx="410">
                  <c:v>51.36909485</c:v>
                </c:pt>
                <c:pt idx="411">
                  <c:v>51.36885821</c:v>
                </c:pt>
                <c:pt idx="412">
                  <c:v>51.36863708</c:v>
                </c:pt>
                <c:pt idx="413">
                  <c:v>51.36849976</c:v>
                </c:pt>
                <c:pt idx="414">
                  <c:v>51.3682251</c:v>
                </c:pt>
                <c:pt idx="415">
                  <c:v>51.36790466</c:v>
                </c:pt>
                <c:pt idx="416">
                  <c:v>51.36764785</c:v>
                </c:pt>
                <c:pt idx="417">
                  <c:v>51.36740112</c:v>
                </c:pt>
                <c:pt idx="418">
                  <c:v>51.36717224</c:v>
                </c:pt>
                <c:pt idx="419">
                  <c:v>51.36694336</c:v>
                </c:pt>
                <c:pt idx="420">
                  <c:v>51.36676025</c:v>
                </c:pt>
                <c:pt idx="421">
                  <c:v>51.36648404</c:v>
                </c:pt>
                <c:pt idx="422">
                  <c:v>51.36621094</c:v>
                </c:pt>
                <c:pt idx="423">
                  <c:v>51.36597197</c:v>
                </c:pt>
                <c:pt idx="424">
                  <c:v>51.36573921</c:v>
                </c:pt>
                <c:pt idx="425">
                  <c:v>51.36547852</c:v>
                </c:pt>
                <c:pt idx="426">
                  <c:v>51.36527369</c:v>
                </c:pt>
                <c:pt idx="427">
                  <c:v>51.36504092</c:v>
                </c:pt>
                <c:pt idx="428">
                  <c:v>51.36480816</c:v>
                </c:pt>
                <c:pt idx="429">
                  <c:v>51.36456299</c:v>
                </c:pt>
                <c:pt idx="430">
                  <c:v>51.36434264</c:v>
                </c:pt>
                <c:pt idx="431">
                  <c:v>51.36397022</c:v>
                </c:pt>
                <c:pt idx="432">
                  <c:v>51.36373901</c:v>
                </c:pt>
                <c:pt idx="433">
                  <c:v>51.36351013</c:v>
                </c:pt>
                <c:pt idx="434">
                  <c:v>51.36336504</c:v>
                </c:pt>
                <c:pt idx="435">
                  <c:v>51.36303918</c:v>
                </c:pt>
                <c:pt idx="436">
                  <c:v>51.36285297</c:v>
                </c:pt>
                <c:pt idx="437">
                  <c:v>51.36257366</c:v>
                </c:pt>
                <c:pt idx="438">
                  <c:v>51.36234089</c:v>
                </c:pt>
                <c:pt idx="439">
                  <c:v>51.36210813</c:v>
                </c:pt>
                <c:pt idx="440">
                  <c:v>51.36182882</c:v>
                </c:pt>
                <c:pt idx="441">
                  <c:v>51.36164261</c:v>
                </c:pt>
                <c:pt idx="442">
                  <c:v>51.36140985</c:v>
                </c:pt>
                <c:pt idx="443">
                  <c:v>51.36112976</c:v>
                </c:pt>
                <c:pt idx="444">
                  <c:v>51.36089778</c:v>
                </c:pt>
                <c:pt idx="445">
                  <c:v>51.36062622</c:v>
                </c:pt>
                <c:pt idx="446">
                  <c:v>51.36033915</c:v>
                </c:pt>
                <c:pt idx="447">
                  <c:v>51.36012268</c:v>
                </c:pt>
                <c:pt idx="448">
                  <c:v>51.35987363</c:v>
                </c:pt>
                <c:pt idx="449">
                  <c:v>51.35961914</c:v>
                </c:pt>
                <c:pt idx="450">
                  <c:v>51.35934448</c:v>
                </c:pt>
                <c:pt idx="451">
                  <c:v>51.35916138</c:v>
                </c:pt>
                <c:pt idx="452">
                  <c:v>51.35894258</c:v>
                </c:pt>
                <c:pt idx="453">
                  <c:v>51.35865784</c:v>
                </c:pt>
                <c:pt idx="454">
                  <c:v>51.35838318</c:v>
                </c:pt>
                <c:pt idx="455">
                  <c:v>51.35810852</c:v>
                </c:pt>
                <c:pt idx="456">
                  <c:v>51.35787188</c:v>
                </c:pt>
                <c:pt idx="457">
                  <c:v>51.35759257</c:v>
                </c:pt>
                <c:pt idx="458">
                  <c:v>51.3572667</c:v>
                </c:pt>
                <c:pt idx="459">
                  <c:v>51.35714722</c:v>
                </c:pt>
                <c:pt idx="460">
                  <c:v>51.35673523</c:v>
                </c:pt>
                <c:pt idx="461">
                  <c:v>51.35646057</c:v>
                </c:pt>
                <c:pt idx="462">
                  <c:v>51.35623169</c:v>
                </c:pt>
                <c:pt idx="463">
                  <c:v>51.35591125</c:v>
                </c:pt>
                <c:pt idx="464">
                  <c:v>51.35568392</c:v>
                </c:pt>
                <c:pt idx="465">
                  <c:v>51.35540461</c:v>
                </c:pt>
                <c:pt idx="466">
                  <c:v>51.35517185</c:v>
                </c:pt>
                <c:pt idx="467">
                  <c:v>51.35484598</c:v>
                </c:pt>
                <c:pt idx="468">
                  <c:v>51.35456667</c:v>
                </c:pt>
                <c:pt idx="469">
                  <c:v>51.35428736</c:v>
                </c:pt>
                <c:pt idx="470">
                  <c:v>51.35396149</c:v>
                </c:pt>
                <c:pt idx="471">
                  <c:v>51.35371399</c:v>
                </c:pt>
                <c:pt idx="472">
                  <c:v>51.35339355</c:v>
                </c:pt>
                <c:pt idx="473">
                  <c:v>51.3531189</c:v>
                </c:pt>
                <c:pt idx="474">
                  <c:v>51.35279846</c:v>
                </c:pt>
                <c:pt idx="475">
                  <c:v>51.3525238</c:v>
                </c:pt>
                <c:pt idx="476">
                  <c:v>51.35223906</c:v>
                </c:pt>
                <c:pt idx="477">
                  <c:v>51.35188293</c:v>
                </c:pt>
                <c:pt idx="478">
                  <c:v>51.35163388</c:v>
                </c:pt>
                <c:pt idx="479">
                  <c:v>51.35137939</c:v>
                </c:pt>
                <c:pt idx="480">
                  <c:v>51.35107525</c:v>
                </c:pt>
                <c:pt idx="481">
                  <c:v>51.35079594</c:v>
                </c:pt>
                <c:pt idx="482">
                  <c:v>51.35051663</c:v>
                </c:pt>
                <c:pt idx="483">
                  <c:v>51.35023731</c:v>
                </c:pt>
                <c:pt idx="484">
                  <c:v>51.349958</c:v>
                </c:pt>
                <c:pt idx="485">
                  <c:v>51.34967869</c:v>
                </c:pt>
                <c:pt idx="486">
                  <c:v>51.34931946</c:v>
                </c:pt>
                <c:pt idx="487">
                  <c:v>51.34916661</c:v>
                </c:pt>
                <c:pt idx="488">
                  <c:v>51.34884075</c:v>
                </c:pt>
                <c:pt idx="489">
                  <c:v>51.34854126</c:v>
                </c:pt>
                <c:pt idx="490">
                  <c:v>51.34822083</c:v>
                </c:pt>
                <c:pt idx="491">
                  <c:v>51.34795625</c:v>
                </c:pt>
                <c:pt idx="492">
                  <c:v>51.34767694</c:v>
                </c:pt>
                <c:pt idx="493">
                  <c:v>51.34739685</c:v>
                </c:pt>
                <c:pt idx="494">
                  <c:v>51.34712219</c:v>
                </c:pt>
                <c:pt idx="495">
                  <c:v>51.3467459</c:v>
                </c:pt>
                <c:pt idx="496">
                  <c:v>51.34648132</c:v>
                </c:pt>
                <c:pt idx="497">
                  <c:v>51.34620667</c:v>
                </c:pt>
                <c:pt idx="498">
                  <c:v>51.3458614</c:v>
                </c:pt>
                <c:pt idx="499">
                  <c:v>51.34558209</c:v>
                </c:pt>
                <c:pt idx="500">
                  <c:v>51.34533691</c:v>
                </c:pt>
                <c:pt idx="501">
                  <c:v>51.34501648</c:v>
                </c:pt>
                <c:pt idx="502">
                  <c:v>51.34474415</c:v>
                </c:pt>
                <c:pt idx="503">
                  <c:v>51.34451294</c:v>
                </c:pt>
                <c:pt idx="504">
                  <c:v>51.34423828</c:v>
                </c:pt>
                <c:pt idx="505">
                  <c:v>51.34390621</c:v>
                </c:pt>
                <c:pt idx="506">
                  <c:v>51.3436269</c:v>
                </c:pt>
                <c:pt idx="507">
                  <c:v>51.34336853</c:v>
                </c:pt>
                <c:pt idx="508">
                  <c:v>51.34311482</c:v>
                </c:pt>
                <c:pt idx="509">
                  <c:v>51.34283551</c:v>
                </c:pt>
                <c:pt idx="510">
                  <c:v>51.34259033</c:v>
                </c:pt>
                <c:pt idx="511">
                  <c:v>51.34231567</c:v>
                </c:pt>
                <c:pt idx="512">
                  <c:v>51.34204412</c:v>
                </c:pt>
                <c:pt idx="513">
                  <c:v>51.34176481</c:v>
                </c:pt>
                <c:pt idx="514">
                  <c:v>51.34162903</c:v>
                </c:pt>
                <c:pt idx="515">
                  <c:v>51.34125273</c:v>
                </c:pt>
                <c:pt idx="516">
                  <c:v>51.34112549</c:v>
                </c:pt>
                <c:pt idx="517">
                  <c:v>51.3406941</c:v>
                </c:pt>
                <c:pt idx="518">
                  <c:v>51.34043884</c:v>
                </c:pt>
                <c:pt idx="519">
                  <c:v>51.34018203</c:v>
                </c:pt>
                <c:pt idx="520">
                  <c:v>51.33998108</c:v>
                </c:pt>
                <c:pt idx="521">
                  <c:v>51.33971651</c:v>
                </c:pt>
                <c:pt idx="522">
                  <c:v>51.33947754</c:v>
                </c:pt>
                <c:pt idx="523">
                  <c:v>51.33925098</c:v>
                </c:pt>
                <c:pt idx="524">
                  <c:v>51.33897167</c:v>
                </c:pt>
                <c:pt idx="525">
                  <c:v>51.33873891</c:v>
                </c:pt>
                <c:pt idx="526">
                  <c:v>51.3384596</c:v>
                </c:pt>
                <c:pt idx="527">
                  <c:v>51.3381958</c:v>
                </c:pt>
                <c:pt idx="528">
                  <c:v>51.33796692</c:v>
                </c:pt>
                <c:pt idx="529">
                  <c:v>51.33771476</c:v>
                </c:pt>
                <c:pt idx="530">
                  <c:v>51.3374176</c:v>
                </c:pt>
                <c:pt idx="531">
                  <c:v>51.33715613</c:v>
                </c:pt>
                <c:pt idx="532">
                  <c:v>51.33696993</c:v>
                </c:pt>
                <c:pt idx="533">
                  <c:v>51.33659751</c:v>
                </c:pt>
                <c:pt idx="534">
                  <c:v>51.33631819</c:v>
                </c:pt>
                <c:pt idx="535">
                  <c:v>51.33622742</c:v>
                </c:pt>
                <c:pt idx="536">
                  <c:v>51.33594578</c:v>
                </c:pt>
                <c:pt idx="537">
                  <c:v>51.33572388</c:v>
                </c:pt>
                <c:pt idx="538">
                  <c:v>51.33538715</c:v>
                </c:pt>
                <c:pt idx="539">
                  <c:v>51.33512878</c:v>
                </c:pt>
                <c:pt idx="540">
                  <c:v>51.33487507</c:v>
                </c:pt>
                <c:pt idx="541">
                  <c:v>51.33459576</c:v>
                </c:pt>
                <c:pt idx="542">
                  <c:v>51.334363</c:v>
                </c:pt>
                <c:pt idx="543">
                  <c:v>51.33408369</c:v>
                </c:pt>
                <c:pt idx="544">
                  <c:v>51.33380437</c:v>
                </c:pt>
                <c:pt idx="545">
                  <c:v>51.33357161</c:v>
                </c:pt>
                <c:pt idx="546">
                  <c:v>51.33343506</c:v>
                </c:pt>
                <c:pt idx="547">
                  <c:v>51.33315264</c:v>
                </c:pt>
                <c:pt idx="548">
                  <c:v>51.33283997</c:v>
                </c:pt>
                <c:pt idx="549">
                  <c:v>51.33259401</c:v>
                </c:pt>
                <c:pt idx="550">
                  <c:v>51.3323822</c:v>
                </c:pt>
                <c:pt idx="551">
                  <c:v>51.33210754</c:v>
                </c:pt>
                <c:pt idx="552">
                  <c:v>51.33183289</c:v>
                </c:pt>
                <c:pt idx="553">
                  <c:v>51.33152331</c:v>
                </c:pt>
                <c:pt idx="554">
                  <c:v>51.33137512</c:v>
                </c:pt>
                <c:pt idx="555">
                  <c:v>51.33110046</c:v>
                </c:pt>
                <c:pt idx="556">
                  <c:v>51.33087158</c:v>
                </c:pt>
                <c:pt idx="557">
                  <c:v>51.33063882</c:v>
                </c:pt>
                <c:pt idx="558">
                  <c:v>51.33036804</c:v>
                </c:pt>
                <c:pt idx="559">
                  <c:v>51.33009338</c:v>
                </c:pt>
                <c:pt idx="560">
                  <c:v>51.32981873</c:v>
                </c:pt>
                <c:pt idx="561">
                  <c:v>51.32954407</c:v>
                </c:pt>
                <c:pt idx="562">
                  <c:v>51.32931519</c:v>
                </c:pt>
                <c:pt idx="563">
                  <c:v>51.32904053</c:v>
                </c:pt>
                <c:pt idx="564">
                  <c:v>51.32873018</c:v>
                </c:pt>
                <c:pt idx="565">
                  <c:v>51.32845087</c:v>
                </c:pt>
                <c:pt idx="566">
                  <c:v>51.32817078</c:v>
                </c:pt>
                <c:pt idx="567">
                  <c:v>51.32793879</c:v>
                </c:pt>
                <c:pt idx="568">
                  <c:v>51.32780457</c:v>
                </c:pt>
                <c:pt idx="569">
                  <c:v>51.32739258</c:v>
                </c:pt>
                <c:pt idx="570">
                  <c:v>51.3271474</c:v>
                </c:pt>
                <c:pt idx="571">
                  <c:v>51.32684326</c:v>
                </c:pt>
                <c:pt idx="572">
                  <c:v>51.32661438</c:v>
                </c:pt>
                <c:pt idx="573">
                  <c:v>51.32633972</c:v>
                </c:pt>
                <c:pt idx="574">
                  <c:v>51.32606506</c:v>
                </c:pt>
                <c:pt idx="575">
                  <c:v>51.32579739</c:v>
                </c:pt>
                <c:pt idx="576">
                  <c:v>51.32547152</c:v>
                </c:pt>
                <c:pt idx="577">
                  <c:v>51.32524109</c:v>
                </c:pt>
                <c:pt idx="578">
                  <c:v>51.32492065</c:v>
                </c:pt>
                <c:pt idx="579">
                  <c:v>51.324646</c:v>
                </c:pt>
                <c:pt idx="580">
                  <c:v>51.32432556</c:v>
                </c:pt>
                <c:pt idx="581">
                  <c:v>51.32409668</c:v>
                </c:pt>
                <c:pt idx="582">
                  <c:v>51.32377625</c:v>
                </c:pt>
                <c:pt idx="583">
                  <c:v>51.32346978</c:v>
                </c:pt>
                <c:pt idx="584">
                  <c:v>51.32318115</c:v>
                </c:pt>
                <c:pt idx="585">
                  <c:v>51.32290649</c:v>
                </c:pt>
                <c:pt idx="586">
                  <c:v>51.32258528</c:v>
                </c:pt>
                <c:pt idx="587">
                  <c:v>51.32226563</c:v>
                </c:pt>
                <c:pt idx="588">
                  <c:v>51.32194519</c:v>
                </c:pt>
                <c:pt idx="589">
                  <c:v>51.32194519</c:v>
                </c:pt>
                <c:pt idx="590">
                  <c:v>51.32142148</c:v>
                </c:pt>
                <c:pt idx="591">
                  <c:v>51.32109561</c:v>
                </c:pt>
                <c:pt idx="592">
                  <c:v>51.32072319</c:v>
                </c:pt>
                <c:pt idx="593">
                  <c:v>51.32034302</c:v>
                </c:pt>
                <c:pt idx="594">
                  <c:v>51.32021112</c:v>
                </c:pt>
                <c:pt idx="595">
                  <c:v>51.31988525</c:v>
                </c:pt>
                <c:pt idx="596">
                  <c:v>51.31956482</c:v>
                </c:pt>
                <c:pt idx="597">
                  <c:v>51.31923352</c:v>
                </c:pt>
                <c:pt idx="598">
                  <c:v>51.31890766</c:v>
                </c:pt>
                <c:pt idx="599">
                  <c:v>51.31855774</c:v>
                </c:pt>
                <c:pt idx="600">
                  <c:v>51.31819153</c:v>
                </c:pt>
                <c:pt idx="601">
                  <c:v>51.31787109</c:v>
                </c:pt>
                <c:pt idx="602">
                  <c:v>51.31774385</c:v>
                </c:pt>
                <c:pt idx="603">
                  <c:v>51.31736755</c:v>
                </c:pt>
                <c:pt idx="604">
                  <c:v>51.31704712</c:v>
                </c:pt>
                <c:pt idx="605">
                  <c:v>51.31672668</c:v>
                </c:pt>
                <c:pt idx="606">
                  <c:v>51.31640625</c:v>
                </c:pt>
                <c:pt idx="607">
                  <c:v>51.31599426</c:v>
                </c:pt>
                <c:pt idx="608">
                  <c:v>51.31569555</c:v>
                </c:pt>
                <c:pt idx="609">
                  <c:v>51.31536969</c:v>
                </c:pt>
                <c:pt idx="610">
                  <c:v>51.31513693</c:v>
                </c:pt>
                <c:pt idx="611">
                  <c:v>51.31480408</c:v>
                </c:pt>
                <c:pt idx="612">
                  <c:v>51.31448519</c:v>
                </c:pt>
                <c:pt idx="613">
                  <c:v>51.31415933</c:v>
                </c:pt>
                <c:pt idx="614">
                  <c:v>51.31383346</c:v>
                </c:pt>
                <c:pt idx="615">
                  <c:v>51.31343079</c:v>
                </c:pt>
                <c:pt idx="616">
                  <c:v>51.31315613</c:v>
                </c:pt>
                <c:pt idx="617">
                  <c:v>51.31276276</c:v>
                </c:pt>
                <c:pt idx="618">
                  <c:v>51.31253</c:v>
                </c:pt>
                <c:pt idx="619">
                  <c:v>51.31220413</c:v>
                </c:pt>
                <c:pt idx="620">
                  <c:v>51.31187827</c:v>
                </c:pt>
                <c:pt idx="621">
                  <c:v>51.31159973</c:v>
                </c:pt>
                <c:pt idx="622">
                  <c:v>51.31127309</c:v>
                </c:pt>
                <c:pt idx="623">
                  <c:v>51.31094722</c:v>
                </c:pt>
                <c:pt idx="624">
                  <c:v>51.3106842</c:v>
                </c:pt>
                <c:pt idx="625">
                  <c:v>51.31034205</c:v>
                </c:pt>
                <c:pt idx="626">
                  <c:v>51.30995178</c:v>
                </c:pt>
                <c:pt idx="627">
                  <c:v>51.30969031</c:v>
                </c:pt>
                <c:pt idx="628">
                  <c:v>51.30936445</c:v>
                </c:pt>
                <c:pt idx="629">
                  <c:v>51.30908203</c:v>
                </c:pt>
                <c:pt idx="630">
                  <c:v>51.30871582</c:v>
                </c:pt>
                <c:pt idx="631">
                  <c:v>51.30834961</c:v>
                </c:pt>
                <c:pt idx="632">
                  <c:v>51.3079834</c:v>
                </c:pt>
                <c:pt idx="633">
                  <c:v>51.30766296</c:v>
                </c:pt>
                <c:pt idx="634">
                  <c:v>51.30731615</c:v>
                </c:pt>
                <c:pt idx="635">
                  <c:v>51.30697632</c:v>
                </c:pt>
                <c:pt idx="636">
                  <c:v>51.30661011</c:v>
                </c:pt>
                <c:pt idx="637">
                  <c:v>51.30628967</c:v>
                </c:pt>
                <c:pt idx="638">
                  <c:v>51.30587769</c:v>
                </c:pt>
                <c:pt idx="639">
                  <c:v>51.30554716</c:v>
                </c:pt>
                <c:pt idx="640">
                  <c:v>51.30512819</c:v>
                </c:pt>
                <c:pt idx="641">
                  <c:v>51.30473328</c:v>
                </c:pt>
                <c:pt idx="642">
                  <c:v>51.30438336</c:v>
                </c:pt>
                <c:pt idx="643">
                  <c:v>51.30395508</c:v>
                </c:pt>
                <c:pt idx="644">
                  <c:v>51.30331266</c:v>
                </c:pt>
                <c:pt idx="645">
                  <c:v>51.30289369</c:v>
                </c:pt>
                <c:pt idx="646">
                  <c:v>51.30267334</c:v>
                </c:pt>
                <c:pt idx="647">
                  <c:v>51.30221558</c:v>
                </c:pt>
                <c:pt idx="648">
                  <c:v>51.30162048</c:v>
                </c:pt>
                <c:pt idx="649">
                  <c:v>51.30121781</c:v>
                </c:pt>
                <c:pt idx="650">
                  <c:v>51.30093849</c:v>
                </c:pt>
                <c:pt idx="651">
                  <c:v>51.30056763</c:v>
                </c:pt>
                <c:pt idx="652">
                  <c:v>51.29991434</c:v>
                </c:pt>
                <c:pt idx="653">
                  <c:v>51.2996521</c:v>
                </c:pt>
                <c:pt idx="654">
                  <c:v>51.2990764</c:v>
                </c:pt>
                <c:pt idx="655">
                  <c:v>51.2979126</c:v>
                </c:pt>
                <c:pt idx="656">
                  <c:v>51.29744708</c:v>
                </c:pt>
                <c:pt idx="657">
                  <c:v>51.29702811</c:v>
                </c:pt>
                <c:pt idx="658">
                  <c:v>51.29653931</c:v>
                </c:pt>
                <c:pt idx="659">
                  <c:v>51.29608154</c:v>
                </c:pt>
                <c:pt idx="660">
                  <c:v>51.29566956</c:v>
                </c:pt>
                <c:pt idx="661">
                  <c:v>51.29521179</c:v>
                </c:pt>
                <c:pt idx="662">
                  <c:v>51.2947998</c:v>
                </c:pt>
                <c:pt idx="663">
                  <c:v>51.29447937</c:v>
                </c:pt>
                <c:pt idx="664">
                  <c:v>51.29409531</c:v>
                </c:pt>
                <c:pt idx="665">
                  <c:v>51.29349014</c:v>
                </c:pt>
                <c:pt idx="666">
                  <c:v>51.29302461</c:v>
                </c:pt>
                <c:pt idx="667">
                  <c:v>51.29264832</c:v>
                </c:pt>
                <c:pt idx="668">
                  <c:v>51.29223322</c:v>
                </c:pt>
                <c:pt idx="669">
                  <c:v>51.2917677</c:v>
                </c:pt>
                <c:pt idx="670">
                  <c:v>51.29134873</c:v>
                </c:pt>
                <c:pt idx="671">
                  <c:v>51.29092976</c:v>
                </c:pt>
                <c:pt idx="672">
                  <c:v>51.29065045</c:v>
                </c:pt>
                <c:pt idx="673">
                  <c:v>51.29003906</c:v>
                </c:pt>
                <c:pt idx="674">
                  <c:v>51.28962708</c:v>
                </c:pt>
                <c:pt idx="675">
                  <c:v>51.28916931</c:v>
                </c:pt>
                <c:pt idx="676">
                  <c:v>51.2888031</c:v>
                </c:pt>
                <c:pt idx="677">
                  <c:v>51.28839111</c:v>
                </c:pt>
                <c:pt idx="678">
                  <c:v>51.28795042</c:v>
                </c:pt>
                <c:pt idx="679">
                  <c:v>51.28756714</c:v>
                </c:pt>
                <c:pt idx="680">
                  <c:v>51.28710938</c:v>
                </c:pt>
                <c:pt idx="681">
                  <c:v>51.28665161</c:v>
                </c:pt>
                <c:pt idx="682">
                  <c:v>51.28619385</c:v>
                </c:pt>
                <c:pt idx="683">
                  <c:v>51.28587341</c:v>
                </c:pt>
                <c:pt idx="684">
                  <c:v>51.28536987</c:v>
                </c:pt>
                <c:pt idx="685">
                  <c:v>51.28495789</c:v>
                </c:pt>
                <c:pt idx="686">
                  <c:v>51.28450012</c:v>
                </c:pt>
                <c:pt idx="687">
                  <c:v>51.28408813</c:v>
                </c:pt>
                <c:pt idx="688">
                  <c:v>51.28358459</c:v>
                </c:pt>
                <c:pt idx="689">
                  <c:v>51.28321838</c:v>
                </c:pt>
                <c:pt idx="690">
                  <c:v>51.28273657</c:v>
                </c:pt>
                <c:pt idx="691">
                  <c:v>51.28227105</c:v>
                </c:pt>
                <c:pt idx="692">
                  <c:v>51.28189087</c:v>
                </c:pt>
                <c:pt idx="693">
                  <c:v>51.28138733</c:v>
                </c:pt>
                <c:pt idx="694">
                  <c:v>51.28097534</c:v>
                </c:pt>
                <c:pt idx="695">
                  <c:v>51.28059517</c:v>
                </c:pt>
                <c:pt idx="696">
                  <c:v>51.28033447</c:v>
                </c:pt>
                <c:pt idx="697">
                  <c:v>51.27960205</c:v>
                </c:pt>
                <c:pt idx="698">
                  <c:v>51.2791986</c:v>
                </c:pt>
                <c:pt idx="699">
                  <c:v>51.27891928</c:v>
                </c:pt>
                <c:pt idx="700">
                  <c:v>51.27841187</c:v>
                </c:pt>
                <c:pt idx="701">
                  <c:v>51.27794169</c:v>
                </c:pt>
                <c:pt idx="702">
                  <c:v>51.27749634</c:v>
                </c:pt>
                <c:pt idx="703">
                  <c:v>51.27691754</c:v>
                </c:pt>
                <c:pt idx="704">
                  <c:v>51.27668478</c:v>
                </c:pt>
                <c:pt idx="705">
                  <c:v>51.27616882</c:v>
                </c:pt>
                <c:pt idx="706">
                  <c:v>51.27575373</c:v>
                </c:pt>
                <c:pt idx="707">
                  <c:v>51.27528821</c:v>
                </c:pt>
                <c:pt idx="708">
                  <c:v>51.27491579</c:v>
                </c:pt>
                <c:pt idx="709">
                  <c:v>51.27445027</c:v>
                </c:pt>
                <c:pt idx="710">
                  <c:v>51.27401733</c:v>
                </c:pt>
                <c:pt idx="711">
                  <c:v>51.27351923</c:v>
                </c:pt>
                <c:pt idx="712">
                  <c:v>51.27314758</c:v>
                </c:pt>
                <c:pt idx="713">
                  <c:v>51.27264404</c:v>
                </c:pt>
                <c:pt idx="714">
                  <c:v>51.27218628</c:v>
                </c:pt>
                <c:pt idx="715">
                  <c:v>51.27172852</c:v>
                </c:pt>
                <c:pt idx="716">
                  <c:v>51.27123817</c:v>
                </c:pt>
                <c:pt idx="717">
                  <c:v>51.27077264</c:v>
                </c:pt>
                <c:pt idx="718">
                  <c:v>51.27030712</c:v>
                </c:pt>
                <c:pt idx="719">
                  <c:v>51.27003479</c:v>
                </c:pt>
                <c:pt idx="720">
                  <c:v>51.26957703</c:v>
                </c:pt>
                <c:pt idx="721">
                  <c:v>51.26909676</c:v>
                </c:pt>
                <c:pt idx="722">
                  <c:v>51.26861572</c:v>
                </c:pt>
                <c:pt idx="723">
                  <c:v>51.26816572</c:v>
                </c:pt>
                <c:pt idx="724">
                  <c:v>51.26774597</c:v>
                </c:pt>
                <c:pt idx="725">
                  <c:v>51.26723467</c:v>
                </c:pt>
                <c:pt idx="726">
                  <c:v>51.26678467</c:v>
                </c:pt>
                <c:pt idx="727">
                  <c:v>51.26639673</c:v>
                </c:pt>
                <c:pt idx="728">
                  <c:v>51.26588466</c:v>
                </c:pt>
                <c:pt idx="729">
                  <c:v>51.26550293</c:v>
                </c:pt>
                <c:pt idx="730">
                  <c:v>51.26500017</c:v>
                </c:pt>
                <c:pt idx="731">
                  <c:v>51.26448809</c:v>
                </c:pt>
                <c:pt idx="732">
                  <c:v>51.26402257</c:v>
                </c:pt>
                <c:pt idx="733">
                  <c:v>51.2636261</c:v>
                </c:pt>
                <c:pt idx="734">
                  <c:v>51.26312256</c:v>
                </c:pt>
                <c:pt idx="735">
                  <c:v>51.26271057</c:v>
                </c:pt>
                <c:pt idx="736">
                  <c:v>51.26230014</c:v>
                </c:pt>
                <c:pt idx="737">
                  <c:v>51.26178806</c:v>
                </c:pt>
                <c:pt idx="738">
                  <c:v>51.26138306</c:v>
                </c:pt>
                <c:pt idx="739">
                  <c:v>51.26085702</c:v>
                </c:pt>
                <c:pt idx="740">
                  <c:v>51.26039149</c:v>
                </c:pt>
                <c:pt idx="741">
                  <c:v>51.25992597</c:v>
                </c:pt>
                <c:pt idx="742">
                  <c:v>51.25964355</c:v>
                </c:pt>
                <c:pt idx="743">
                  <c:v>51.25890182</c:v>
                </c:pt>
                <c:pt idx="744">
                  <c:v>51.25845337</c:v>
                </c:pt>
                <c:pt idx="745">
                  <c:v>51.25794983</c:v>
                </c:pt>
                <c:pt idx="746">
                  <c:v>51.25740051</c:v>
                </c:pt>
                <c:pt idx="747">
                  <c:v>51.25694663</c:v>
                </c:pt>
                <c:pt idx="748">
                  <c:v>51.25643455</c:v>
                </c:pt>
                <c:pt idx="749">
                  <c:v>51.25610869</c:v>
                </c:pt>
                <c:pt idx="750">
                  <c:v>51.25561523</c:v>
                </c:pt>
                <c:pt idx="751">
                  <c:v>51.25511169</c:v>
                </c:pt>
                <c:pt idx="752">
                  <c:v>51.2543335</c:v>
                </c:pt>
                <c:pt idx="753">
                  <c:v>51.25387418</c:v>
                </c:pt>
                <c:pt idx="754">
                  <c:v>51.25337219</c:v>
                </c:pt>
                <c:pt idx="755">
                  <c:v>51.25275693</c:v>
                </c:pt>
                <c:pt idx="756">
                  <c:v>51.25233796</c:v>
                </c:pt>
                <c:pt idx="757">
                  <c:v>51.25186157</c:v>
                </c:pt>
                <c:pt idx="758">
                  <c:v>51.2512207</c:v>
                </c:pt>
                <c:pt idx="759">
                  <c:v>51.25071716</c:v>
                </c:pt>
                <c:pt idx="760">
                  <c:v>51.25015</c:v>
                </c:pt>
                <c:pt idx="761">
                  <c:v>51.24954482</c:v>
                </c:pt>
                <c:pt idx="762">
                  <c:v>51.24926551</c:v>
                </c:pt>
                <c:pt idx="763">
                  <c:v>51.24874878</c:v>
                </c:pt>
                <c:pt idx="764">
                  <c:v>51.24814826</c:v>
                </c:pt>
                <c:pt idx="765">
                  <c:v>51.24765015</c:v>
                </c:pt>
                <c:pt idx="766">
                  <c:v>51.24710083</c:v>
                </c:pt>
                <c:pt idx="767">
                  <c:v>51.24661203</c:v>
                </c:pt>
                <c:pt idx="768">
                  <c:v>51.24591064</c:v>
                </c:pt>
                <c:pt idx="769">
                  <c:v>51.24536133</c:v>
                </c:pt>
                <c:pt idx="770">
                  <c:v>51.2448896</c:v>
                </c:pt>
                <c:pt idx="771">
                  <c:v>51.24433097</c:v>
                </c:pt>
                <c:pt idx="772">
                  <c:v>51.24385071</c:v>
                </c:pt>
                <c:pt idx="773">
                  <c:v>51.24321372</c:v>
                </c:pt>
                <c:pt idx="774">
                  <c:v>51.24288785</c:v>
                </c:pt>
                <c:pt idx="775">
                  <c:v>51.24243164</c:v>
                </c:pt>
                <c:pt idx="776">
                  <c:v>51.2419281</c:v>
                </c:pt>
                <c:pt idx="777">
                  <c:v>51.24125852</c:v>
                </c:pt>
                <c:pt idx="778">
                  <c:v>51.24082947</c:v>
                </c:pt>
                <c:pt idx="779">
                  <c:v>51.24023438</c:v>
                </c:pt>
                <c:pt idx="780">
                  <c:v>51.23967575</c:v>
                </c:pt>
                <c:pt idx="781">
                  <c:v>51.23925678</c:v>
                </c:pt>
                <c:pt idx="782">
                  <c:v>51.23849487</c:v>
                </c:pt>
                <c:pt idx="783">
                  <c:v>51.23831177</c:v>
                </c:pt>
                <c:pt idx="784">
                  <c:v>51.23780823</c:v>
                </c:pt>
                <c:pt idx="785">
                  <c:v>51.23716193</c:v>
                </c:pt>
                <c:pt idx="786">
                  <c:v>51.23657227</c:v>
                </c:pt>
                <c:pt idx="787">
                  <c:v>51.23613778</c:v>
                </c:pt>
                <c:pt idx="788">
                  <c:v>51.2355326</c:v>
                </c:pt>
                <c:pt idx="789">
                  <c:v>51.23502052</c:v>
                </c:pt>
                <c:pt idx="790">
                  <c:v>51.23451233</c:v>
                </c:pt>
                <c:pt idx="791">
                  <c:v>51.23400879</c:v>
                </c:pt>
                <c:pt idx="792">
                  <c:v>51.23353085</c:v>
                </c:pt>
                <c:pt idx="793">
                  <c:v>51.23297223</c:v>
                </c:pt>
                <c:pt idx="794">
                  <c:v>51.23249817</c:v>
                </c:pt>
                <c:pt idx="795">
                  <c:v>51.23199463</c:v>
                </c:pt>
                <c:pt idx="796">
                  <c:v>51.23144531</c:v>
                </c:pt>
                <c:pt idx="797">
                  <c:v>51.230896</c:v>
                </c:pt>
                <c:pt idx="798">
                  <c:v>51.23048401</c:v>
                </c:pt>
                <c:pt idx="799">
                  <c:v>51.22998047</c:v>
                </c:pt>
                <c:pt idx="800">
                  <c:v>51.22934115</c:v>
                </c:pt>
                <c:pt idx="801">
                  <c:v>51.22879028</c:v>
                </c:pt>
                <c:pt idx="802">
                  <c:v>51.22842407</c:v>
                </c:pt>
                <c:pt idx="803">
                  <c:v>51.22785148</c:v>
                </c:pt>
                <c:pt idx="804">
                  <c:v>51.22733941</c:v>
                </c:pt>
                <c:pt idx="805">
                  <c:v>51.22678078</c:v>
                </c:pt>
                <c:pt idx="806">
                  <c:v>51.2262687</c:v>
                </c:pt>
                <c:pt idx="807">
                  <c:v>51.22572327</c:v>
                </c:pt>
                <c:pt idx="808">
                  <c:v>51.22521973</c:v>
                </c:pt>
                <c:pt idx="809">
                  <c:v>51.22477903</c:v>
                </c:pt>
                <c:pt idx="810">
                  <c:v>51.22412109</c:v>
                </c:pt>
                <c:pt idx="811">
                  <c:v>51.22356867</c:v>
                </c:pt>
                <c:pt idx="812">
                  <c:v>51.22311401</c:v>
                </c:pt>
                <c:pt idx="813">
                  <c:v>51.22251892</c:v>
                </c:pt>
                <c:pt idx="814">
                  <c:v>51.2219859</c:v>
                </c:pt>
                <c:pt idx="815">
                  <c:v>51.22114563</c:v>
                </c:pt>
                <c:pt idx="816">
                  <c:v>51.22064209</c:v>
                </c:pt>
                <c:pt idx="817">
                  <c:v>51.22009277</c:v>
                </c:pt>
                <c:pt idx="818">
                  <c:v>51.21956518</c:v>
                </c:pt>
                <c:pt idx="819">
                  <c:v>51.21913147</c:v>
                </c:pt>
                <c:pt idx="820">
                  <c:v>51.21862793</c:v>
                </c:pt>
                <c:pt idx="821">
                  <c:v>51.21803284</c:v>
                </c:pt>
                <c:pt idx="822">
                  <c:v>51.2175293</c:v>
                </c:pt>
                <c:pt idx="823">
                  <c:v>51.21688843</c:v>
                </c:pt>
                <c:pt idx="824">
                  <c:v>51.21635308</c:v>
                </c:pt>
                <c:pt idx="825">
                  <c:v>51.21607376</c:v>
                </c:pt>
                <c:pt idx="826">
                  <c:v>51.21546858</c:v>
                </c:pt>
                <c:pt idx="827">
                  <c:v>51.21490996</c:v>
                </c:pt>
                <c:pt idx="828">
                  <c:v>51.21432495</c:v>
                </c:pt>
                <c:pt idx="829">
                  <c:v>51.21386719</c:v>
                </c:pt>
                <c:pt idx="830">
                  <c:v>51.21342029</c:v>
                </c:pt>
                <c:pt idx="831">
                  <c:v>51.21286011</c:v>
                </c:pt>
                <c:pt idx="832">
                  <c:v>51.21226501</c:v>
                </c:pt>
                <c:pt idx="833">
                  <c:v>51.21176147</c:v>
                </c:pt>
                <c:pt idx="834">
                  <c:v>51.21123233</c:v>
                </c:pt>
                <c:pt idx="835">
                  <c:v>51.21080017</c:v>
                </c:pt>
                <c:pt idx="836">
                  <c:v>51.21025085</c:v>
                </c:pt>
                <c:pt idx="837">
                  <c:v>51.20978921</c:v>
                </c:pt>
                <c:pt idx="838">
                  <c:v>51.20928955</c:v>
                </c:pt>
                <c:pt idx="839">
                  <c:v>51.20878601</c:v>
                </c:pt>
                <c:pt idx="840">
                  <c:v>51.20828247</c:v>
                </c:pt>
                <c:pt idx="841">
                  <c:v>51.20774091</c:v>
                </c:pt>
                <c:pt idx="842">
                  <c:v>51.20727539</c:v>
                </c:pt>
                <c:pt idx="843">
                  <c:v>51.20677185</c:v>
                </c:pt>
                <c:pt idx="844">
                  <c:v>51.20622253</c:v>
                </c:pt>
                <c:pt idx="845">
                  <c:v>51.20573917</c:v>
                </c:pt>
                <c:pt idx="846">
                  <c:v>51.20516968</c:v>
                </c:pt>
                <c:pt idx="847">
                  <c:v>51.20466847</c:v>
                </c:pt>
                <c:pt idx="848">
                  <c:v>51.20392363</c:v>
                </c:pt>
                <c:pt idx="849">
                  <c:v>51.20365906</c:v>
                </c:pt>
                <c:pt idx="850">
                  <c:v>51.20288086</c:v>
                </c:pt>
                <c:pt idx="851">
                  <c:v>51.20237732</c:v>
                </c:pt>
                <c:pt idx="852">
                  <c:v>51.20196533</c:v>
                </c:pt>
                <c:pt idx="853">
                  <c:v>51.20145636</c:v>
                </c:pt>
                <c:pt idx="854">
                  <c:v>51.20100403</c:v>
                </c:pt>
                <c:pt idx="855">
                  <c:v>51.20047876</c:v>
                </c:pt>
                <c:pt idx="856">
                  <c:v>51.19999695</c:v>
                </c:pt>
                <c:pt idx="857">
                  <c:v>51.19936151</c:v>
                </c:pt>
                <c:pt idx="858">
                  <c:v>51.19880288</c:v>
                </c:pt>
                <c:pt idx="859">
                  <c:v>51.1985321</c:v>
                </c:pt>
                <c:pt idx="860">
                  <c:v>51.19779968</c:v>
                </c:pt>
                <c:pt idx="861">
                  <c:v>51.19725037</c:v>
                </c:pt>
                <c:pt idx="862">
                  <c:v>51.19698735</c:v>
                </c:pt>
                <c:pt idx="863">
                  <c:v>51.19642639</c:v>
                </c:pt>
                <c:pt idx="864">
                  <c:v>51.19587708</c:v>
                </c:pt>
                <c:pt idx="865">
                  <c:v>51.19546509</c:v>
                </c:pt>
                <c:pt idx="866">
                  <c:v>51.19473267</c:v>
                </c:pt>
                <c:pt idx="867">
                  <c:v>51.19419421</c:v>
                </c:pt>
                <c:pt idx="868">
                  <c:v>51.1939149</c:v>
                </c:pt>
                <c:pt idx="869">
                  <c:v>51.19322205</c:v>
                </c:pt>
                <c:pt idx="870">
                  <c:v>51.19290161</c:v>
                </c:pt>
                <c:pt idx="871">
                  <c:v>51.19216919</c:v>
                </c:pt>
                <c:pt idx="872">
                  <c:v>51.19166565</c:v>
                </c:pt>
                <c:pt idx="873">
                  <c:v>51.19135453</c:v>
                </c:pt>
                <c:pt idx="874">
                  <c:v>51.19075012</c:v>
                </c:pt>
                <c:pt idx="875">
                  <c:v>51.19024658</c:v>
                </c:pt>
                <c:pt idx="876">
                  <c:v>51.18977175</c:v>
                </c:pt>
                <c:pt idx="877">
                  <c:v>51.18921312</c:v>
                </c:pt>
                <c:pt idx="878">
                  <c:v>51.18864441</c:v>
                </c:pt>
                <c:pt idx="879">
                  <c:v>51.18818897</c:v>
                </c:pt>
                <c:pt idx="880">
                  <c:v>51.18768311</c:v>
                </c:pt>
                <c:pt idx="881">
                  <c:v>51.18717957</c:v>
                </c:pt>
                <c:pt idx="882">
                  <c:v>51.18658447</c:v>
                </c:pt>
                <c:pt idx="883">
                  <c:v>51.18608093</c:v>
                </c:pt>
                <c:pt idx="884">
                  <c:v>51.1856286</c:v>
                </c:pt>
                <c:pt idx="885">
                  <c:v>51.18506997</c:v>
                </c:pt>
                <c:pt idx="886">
                  <c:v>51.18461609</c:v>
                </c:pt>
                <c:pt idx="887">
                  <c:v>51.18390617</c:v>
                </c:pt>
                <c:pt idx="888">
                  <c:v>51.1834259</c:v>
                </c:pt>
                <c:pt idx="889">
                  <c:v>51.18287659</c:v>
                </c:pt>
                <c:pt idx="890">
                  <c:v>51.1824165</c:v>
                </c:pt>
                <c:pt idx="891">
                  <c:v>51.18185787</c:v>
                </c:pt>
                <c:pt idx="892">
                  <c:v>51.18134579</c:v>
                </c:pt>
                <c:pt idx="893">
                  <c:v>51.1809082</c:v>
                </c:pt>
                <c:pt idx="894">
                  <c:v>51.1803682</c:v>
                </c:pt>
                <c:pt idx="895">
                  <c:v>51.17990112</c:v>
                </c:pt>
                <c:pt idx="896">
                  <c:v>51.17934405</c:v>
                </c:pt>
                <c:pt idx="897">
                  <c:v>51.17883197</c:v>
                </c:pt>
                <c:pt idx="898">
                  <c:v>51.17794748</c:v>
                </c:pt>
                <c:pt idx="899">
                  <c:v>51.17743541</c:v>
                </c:pt>
                <c:pt idx="900">
                  <c:v>51.17669057</c:v>
                </c:pt>
                <c:pt idx="901">
                  <c:v>51.17642212</c:v>
                </c:pt>
                <c:pt idx="902">
                  <c:v>51.1756897</c:v>
                </c:pt>
                <c:pt idx="903">
                  <c:v>51.17532349</c:v>
                </c:pt>
                <c:pt idx="904">
                  <c:v>51.17487503</c:v>
                </c:pt>
                <c:pt idx="905">
                  <c:v>51.17431641</c:v>
                </c:pt>
                <c:pt idx="906">
                  <c:v>51.17380433</c:v>
                </c:pt>
                <c:pt idx="907">
                  <c:v>51.17330933</c:v>
                </c:pt>
                <c:pt idx="908">
                  <c:v>51.17259397</c:v>
                </c:pt>
                <c:pt idx="909">
                  <c:v>51.1720819</c:v>
                </c:pt>
                <c:pt idx="910">
                  <c:v>51.17156982</c:v>
                </c:pt>
                <c:pt idx="911">
                  <c:v>51.17124396</c:v>
                </c:pt>
                <c:pt idx="912">
                  <c:v>51.17073188</c:v>
                </c:pt>
                <c:pt idx="913">
                  <c:v>51.17015076</c:v>
                </c:pt>
                <c:pt idx="914">
                  <c:v>51.16961463</c:v>
                </c:pt>
                <c:pt idx="915">
                  <c:v>51.16900945</c:v>
                </c:pt>
                <c:pt idx="916">
                  <c:v>51.16854858</c:v>
                </c:pt>
                <c:pt idx="917">
                  <c:v>51.16799927</c:v>
                </c:pt>
                <c:pt idx="918">
                  <c:v>51.16758728</c:v>
                </c:pt>
                <c:pt idx="919">
                  <c:v>51.16714736</c:v>
                </c:pt>
                <c:pt idx="920">
                  <c:v>51.16639709</c:v>
                </c:pt>
                <c:pt idx="921">
                  <c:v>51.16607666</c:v>
                </c:pt>
                <c:pt idx="922">
                  <c:v>51.16557312</c:v>
                </c:pt>
                <c:pt idx="923">
                  <c:v>51.16506958</c:v>
                </c:pt>
                <c:pt idx="924">
                  <c:v>51.16444733</c:v>
                </c:pt>
                <c:pt idx="925">
                  <c:v>51.16401672</c:v>
                </c:pt>
                <c:pt idx="926">
                  <c:v>51.16351629</c:v>
                </c:pt>
                <c:pt idx="927">
                  <c:v>51.16295766</c:v>
                </c:pt>
                <c:pt idx="928">
                  <c:v>51.16244559</c:v>
                </c:pt>
                <c:pt idx="929">
                  <c:v>51.16193351</c:v>
                </c:pt>
                <c:pt idx="930">
                  <c:v>51.16137488</c:v>
                </c:pt>
                <c:pt idx="931">
                  <c:v>51.16090393</c:v>
                </c:pt>
                <c:pt idx="932">
                  <c:v>51.16044384</c:v>
                </c:pt>
                <c:pt idx="933">
                  <c:v>51.15993176</c:v>
                </c:pt>
                <c:pt idx="934">
                  <c:v>51.15943909</c:v>
                </c:pt>
                <c:pt idx="935">
                  <c:v>51.15893555</c:v>
                </c:pt>
                <c:pt idx="936">
                  <c:v>51.15844209</c:v>
                </c:pt>
                <c:pt idx="937">
                  <c:v>51.15769726</c:v>
                </c:pt>
                <c:pt idx="938">
                  <c:v>51.15724182</c:v>
                </c:pt>
                <c:pt idx="939">
                  <c:v>51.15676621</c:v>
                </c:pt>
                <c:pt idx="940">
                  <c:v>51.15620759</c:v>
                </c:pt>
                <c:pt idx="941">
                  <c:v>51.15569551</c:v>
                </c:pt>
                <c:pt idx="942">
                  <c:v>51.15541077</c:v>
                </c:pt>
                <c:pt idx="943">
                  <c:v>51.15486145</c:v>
                </c:pt>
                <c:pt idx="944">
                  <c:v>51.15429894</c:v>
                </c:pt>
                <c:pt idx="945">
                  <c:v>51.15385437</c:v>
                </c:pt>
                <c:pt idx="946">
                  <c:v>51.15322824</c:v>
                </c:pt>
                <c:pt idx="947">
                  <c:v>51.15280151</c:v>
                </c:pt>
                <c:pt idx="948">
                  <c:v>51.1522522</c:v>
                </c:pt>
                <c:pt idx="949">
                  <c:v>51.15170288</c:v>
                </c:pt>
                <c:pt idx="950">
                  <c:v>51.15119934</c:v>
                </c:pt>
                <c:pt idx="951">
                  <c:v>51.15076097</c:v>
                </c:pt>
                <c:pt idx="952">
                  <c:v>51.15015579</c:v>
                </c:pt>
                <c:pt idx="953">
                  <c:v>51.14959717</c:v>
                </c:pt>
                <c:pt idx="954">
                  <c:v>51.14909363</c:v>
                </c:pt>
                <c:pt idx="955">
                  <c:v>51.14854431</c:v>
                </c:pt>
                <c:pt idx="956">
                  <c:v>51.14804077</c:v>
                </c:pt>
                <c:pt idx="957">
                  <c:v>51.14753723</c:v>
                </c:pt>
                <c:pt idx="958">
                  <c:v>51.14717102</c:v>
                </c:pt>
                <c:pt idx="959">
                  <c:v>51.14671093</c:v>
                </c:pt>
                <c:pt idx="960">
                  <c:v>51.14619885</c:v>
                </c:pt>
                <c:pt idx="961">
                  <c:v>51.1456604</c:v>
                </c:pt>
                <c:pt idx="962">
                  <c:v>51.14497375</c:v>
                </c:pt>
                <c:pt idx="963">
                  <c:v>51.14456177</c:v>
                </c:pt>
                <c:pt idx="964">
                  <c:v>51.14396667</c:v>
                </c:pt>
                <c:pt idx="965">
                  <c:v>51.14346313</c:v>
                </c:pt>
                <c:pt idx="966">
                  <c:v>51.14295959</c:v>
                </c:pt>
                <c:pt idx="967">
                  <c:v>51.14247468</c:v>
                </c:pt>
                <c:pt idx="968">
                  <c:v>51.14199829</c:v>
                </c:pt>
                <c:pt idx="969">
                  <c:v>51.14144897</c:v>
                </c:pt>
                <c:pt idx="970">
                  <c:v>51.140985</c:v>
                </c:pt>
                <c:pt idx="971">
                  <c:v>51.14047293</c:v>
                </c:pt>
                <c:pt idx="972">
                  <c:v>51.13993835</c:v>
                </c:pt>
                <c:pt idx="973">
                  <c:v>51.13943481</c:v>
                </c:pt>
                <c:pt idx="974">
                  <c:v>51.1388436</c:v>
                </c:pt>
                <c:pt idx="975">
                  <c:v>51.13837808</c:v>
                </c:pt>
                <c:pt idx="976">
                  <c:v>51.13783264</c:v>
                </c:pt>
                <c:pt idx="977">
                  <c:v>51.13726082</c:v>
                </c:pt>
                <c:pt idx="978">
                  <c:v>51.13688841</c:v>
                </c:pt>
                <c:pt idx="979">
                  <c:v>51.1363678</c:v>
                </c:pt>
                <c:pt idx="980">
                  <c:v>51.13581771</c:v>
                </c:pt>
                <c:pt idx="981">
                  <c:v>51.13539874</c:v>
                </c:pt>
                <c:pt idx="982">
                  <c:v>51.13476563</c:v>
                </c:pt>
                <c:pt idx="983">
                  <c:v>51.13418838</c:v>
                </c:pt>
                <c:pt idx="984">
                  <c:v>51.13390906</c:v>
                </c:pt>
                <c:pt idx="985">
                  <c:v>51.13339233</c:v>
                </c:pt>
                <c:pt idx="986">
                  <c:v>51.13283836</c:v>
                </c:pt>
                <c:pt idx="987">
                  <c:v>51.13232629</c:v>
                </c:pt>
                <c:pt idx="988">
                  <c:v>51.13172111</c:v>
                </c:pt>
                <c:pt idx="989">
                  <c:v>51.13120903</c:v>
                </c:pt>
                <c:pt idx="990">
                  <c:v>51.13069696</c:v>
                </c:pt>
                <c:pt idx="991">
                  <c:v>51.13009644</c:v>
                </c:pt>
                <c:pt idx="992">
                  <c:v>51.1295929</c:v>
                </c:pt>
                <c:pt idx="993">
                  <c:v>51.12911418</c:v>
                </c:pt>
                <c:pt idx="994">
                  <c:v>51.12863159</c:v>
                </c:pt>
                <c:pt idx="995">
                  <c:v>51.12804348</c:v>
                </c:pt>
                <c:pt idx="996">
                  <c:v>51.12753141</c:v>
                </c:pt>
                <c:pt idx="997">
                  <c:v>51.12720554</c:v>
                </c:pt>
                <c:pt idx="998">
                  <c:v>51.12666321</c:v>
                </c:pt>
                <c:pt idx="999">
                  <c:v>51.12590208</c:v>
                </c:pt>
                <c:pt idx="1000">
                  <c:v>51.12571587</c:v>
                </c:pt>
                <c:pt idx="1001">
                  <c:v>51.12506104</c:v>
                </c:pt>
                <c:pt idx="1002">
                  <c:v>51.1245575</c:v>
                </c:pt>
                <c:pt idx="1003">
                  <c:v>51.12408654</c:v>
                </c:pt>
                <c:pt idx="1004">
                  <c:v>51.12352791</c:v>
                </c:pt>
                <c:pt idx="1005">
                  <c:v>51.12287618</c:v>
                </c:pt>
                <c:pt idx="1006">
                  <c:v>51.12236411</c:v>
                </c:pt>
                <c:pt idx="1007">
                  <c:v>51.12189859</c:v>
                </c:pt>
                <c:pt idx="1008">
                  <c:v>51.12138651</c:v>
                </c:pt>
                <c:pt idx="1009">
                  <c:v>51.12094116</c:v>
                </c:pt>
                <c:pt idx="1010">
                  <c:v>51.12025452</c:v>
                </c:pt>
                <c:pt idx="1011">
                  <c:v>51.11980374</c:v>
                </c:pt>
                <c:pt idx="1012">
                  <c:v>51.11929321</c:v>
                </c:pt>
                <c:pt idx="1013">
                  <c:v>51.11877959</c:v>
                </c:pt>
                <c:pt idx="1014">
                  <c:v>51.11824036</c:v>
                </c:pt>
                <c:pt idx="1015">
                  <c:v>51.11775544</c:v>
                </c:pt>
                <c:pt idx="1016">
                  <c:v>51.11719681</c:v>
                </c:pt>
                <c:pt idx="1017">
                  <c:v>51.11668474</c:v>
                </c:pt>
                <c:pt idx="1018">
                  <c:v>51.11626577</c:v>
                </c:pt>
                <c:pt idx="1019">
                  <c:v>51.11570714</c:v>
                </c:pt>
                <c:pt idx="1020">
                  <c:v>51.11521912</c:v>
                </c:pt>
                <c:pt idx="1021">
                  <c:v>51.11463644</c:v>
                </c:pt>
                <c:pt idx="1022">
                  <c:v>51.11417091</c:v>
                </c:pt>
                <c:pt idx="1023">
                  <c:v>51.11361694</c:v>
                </c:pt>
                <c:pt idx="1024">
                  <c:v>51.1131134</c:v>
                </c:pt>
                <c:pt idx="1025">
                  <c:v>51.11260986</c:v>
                </c:pt>
                <c:pt idx="1026">
                  <c:v>51.11210632</c:v>
                </c:pt>
                <c:pt idx="1027">
                  <c:v>51.11165709</c:v>
                </c:pt>
                <c:pt idx="1028">
                  <c:v>51.11114502</c:v>
                </c:pt>
                <c:pt idx="1029">
                  <c:v>51.1104126</c:v>
                </c:pt>
                <c:pt idx="1030">
                  <c:v>51.10986328</c:v>
                </c:pt>
                <c:pt idx="1031">
                  <c:v>51.10937603</c:v>
                </c:pt>
                <c:pt idx="1032">
                  <c:v>51.10908508</c:v>
                </c:pt>
                <c:pt idx="1033">
                  <c:v>51.10830533</c:v>
                </c:pt>
                <c:pt idx="1034">
                  <c:v>51.10774671</c:v>
                </c:pt>
                <c:pt idx="1035">
                  <c:v>51.10748291</c:v>
                </c:pt>
                <c:pt idx="1036">
                  <c:v>51.10690877</c:v>
                </c:pt>
                <c:pt idx="1037">
                  <c:v>51.10638428</c:v>
                </c:pt>
                <c:pt idx="1038">
                  <c:v>51.10588074</c:v>
                </c:pt>
                <c:pt idx="1039">
                  <c:v>51.10533142</c:v>
                </c:pt>
                <c:pt idx="1040">
                  <c:v>51.10472081</c:v>
                </c:pt>
                <c:pt idx="1041">
                  <c:v>51.10420874</c:v>
                </c:pt>
                <c:pt idx="1042">
                  <c:v>51.10368347</c:v>
                </c:pt>
                <c:pt idx="1043">
                  <c:v>51.1030426</c:v>
                </c:pt>
                <c:pt idx="1044">
                  <c:v>51.10257941</c:v>
                </c:pt>
                <c:pt idx="1045">
                  <c:v>51.10202078</c:v>
                </c:pt>
                <c:pt idx="1046">
                  <c:v>51.10160181</c:v>
                </c:pt>
                <c:pt idx="1047">
                  <c:v>51.10108974</c:v>
                </c:pt>
                <c:pt idx="1048">
                  <c:v>51.10057766</c:v>
                </c:pt>
                <c:pt idx="1049">
                  <c:v>51.09997248</c:v>
                </c:pt>
                <c:pt idx="1050">
                  <c:v>51.09955351</c:v>
                </c:pt>
                <c:pt idx="1051">
                  <c:v>51.09904144</c:v>
                </c:pt>
                <c:pt idx="1052">
                  <c:v>51.09848281</c:v>
                </c:pt>
                <c:pt idx="1053">
                  <c:v>51.09786987</c:v>
                </c:pt>
                <c:pt idx="1054">
                  <c:v>51.09741211</c:v>
                </c:pt>
                <c:pt idx="1055">
                  <c:v>51.09681702</c:v>
                </c:pt>
                <c:pt idx="1056">
                  <c:v>51.09649658</c:v>
                </c:pt>
                <c:pt idx="1057">
                  <c:v>51.09590149</c:v>
                </c:pt>
                <c:pt idx="1058">
                  <c:v>51.09539795</c:v>
                </c:pt>
                <c:pt idx="1059">
                  <c:v>51.09484863</c:v>
                </c:pt>
                <c:pt idx="1060">
                  <c:v>51.09424656</c:v>
                </c:pt>
                <c:pt idx="1061">
                  <c:v>51.09375</c:v>
                </c:pt>
                <c:pt idx="1062">
                  <c:v>51.09324646</c:v>
                </c:pt>
                <c:pt idx="1063">
                  <c:v>51.09274292</c:v>
                </c:pt>
                <c:pt idx="1064">
                  <c:v>51.09243102</c:v>
                </c:pt>
                <c:pt idx="1065">
                  <c:v>51.09187239</c:v>
                </c:pt>
                <c:pt idx="1066">
                  <c:v>51.09109497</c:v>
                </c:pt>
                <c:pt idx="1067">
                  <c:v>51.09056893</c:v>
                </c:pt>
                <c:pt idx="1068">
                  <c:v>51.09005686</c:v>
                </c:pt>
                <c:pt idx="1069">
                  <c:v>51.08976746</c:v>
                </c:pt>
                <c:pt idx="1070">
                  <c:v>51.08917236</c:v>
                </c:pt>
                <c:pt idx="1071">
                  <c:v>51.0887146</c:v>
                </c:pt>
                <c:pt idx="1072">
                  <c:v>51.08805511</c:v>
                </c:pt>
                <c:pt idx="1073">
                  <c:v>51.08761597</c:v>
                </c:pt>
                <c:pt idx="1074">
                  <c:v>51.08706665</c:v>
                </c:pt>
                <c:pt idx="1075">
                  <c:v>51.08656311</c:v>
                </c:pt>
                <c:pt idx="1076">
                  <c:v>51.08605336</c:v>
                </c:pt>
                <c:pt idx="1077">
                  <c:v>51.08537292</c:v>
                </c:pt>
                <c:pt idx="1078">
                  <c:v>51.08482361</c:v>
                </c:pt>
                <c:pt idx="1079">
                  <c:v>51.08427429</c:v>
                </c:pt>
                <c:pt idx="1080">
                  <c:v>51.0837723</c:v>
                </c:pt>
                <c:pt idx="1081">
                  <c:v>51.08354187</c:v>
                </c:pt>
                <c:pt idx="1082">
                  <c:v>51.08279471</c:v>
                </c:pt>
                <c:pt idx="1083">
                  <c:v>51.08228263</c:v>
                </c:pt>
                <c:pt idx="1084">
                  <c:v>51.08171082</c:v>
                </c:pt>
                <c:pt idx="1085">
                  <c:v>51.08125305</c:v>
                </c:pt>
                <c:pt idx="1086">
                  <c:v>51.08070374</c:v>
                </c:pt>
                <c:pt idx="1087">
                  <c:v>51.08023433</c:v>
                </c:pt>
                <c:pt idx="1088">
                  <c:v>51.07974243</c:v>
                </c:pt>
                <c:pt idx="1089">
                  <c:v>51.07923889</c:v>
                </c:pt>
                <c:pt idx="1090">
                  <c:v>51.07860501</c:v>
                </c:pt>
                <c:pt idx="1091">
                  <c:v>51.07809448</c:v>
                </c:pt>
                <c:pt idx="1092">
                  <c:v>51.07758086</c:v>
                </c:pt>
                <c:pt idx="1093">
                  <c:v>51.07716189</c:v>
                </c:pt>
                <c:pt idx="1094">
                  <c:v>51.07664981</c:v>
                </c:pt>
                <c:pt idx="1095">
                  <c:v>51.07589722</c:v>
                </c:pt>
                <c:pt idx="1096">
                  <c:v>51.0753479</c:v>
                </c:pt>
                <c:pt idx="1097">
                  <c:v>51.07479858</c:v>
                </c:pt>
                <c:pt idx="1098">
                  <c:v>51.07434082</c:v>
                </c:pt>
                <c:pt idx="1099">
                  <c:v>51.07383728</c:v>
                </c:pt>
                <c:pt idx="1100">
                  <c:v>51.07324219</c:v>
                </c:pt>
                <c:pt idx="1101">
                  <c:v>51.07278598</c:v>
                </c:pt>
                <c:pt idx="1102">
                  <c:v>51.07222735</c:v>
                </c:pt>
                <c:pt idx="1103">
                  <c:v>51.07171527</c:v>
                </c:pt>
                <c:pt idx="1104">
                  <c:v>51.07118225</c:v>
                </c:pt>
                <c:pt idx="1105">
                  <c:v>51.07059802</c:v>
                </c:pt>
                <c:pt idx="1106">
                  <c:v>51.0703125</c:v>
                </c:pt>
                <c:pt idx="1107">
                  <c:v>51.06976318</c:v>
                </c:pt>
                <c:pt idx="1108">
                  <c:v>51.06921387</c:v>
                </c:pt>
                <c:pt idx="1109">
                  <c:v>51.06848145</c:v>
                </c:pt>
                <c:pt idx="1110">
                  <c:v>51.06816101</c:v>
                </c:pt>
                <c:pt idx="1111">
                  <c:v>51.06761868</c:v>
                </c:pt>
                <c:pt idx="1112">
                  <c:v>51.0671066</c:v>
                </c:pt>
                <c:pt idx="1113">
                  <c:v>51.06654798</c:v>
                </c:pt>
                <c:pt idx="1114">
                  <c:v>51.06596375</c:v>
                </c:pt>
                <c:pt idx="1115">
                  <c:v>51.06541443</c:v>
                </c:pt>
                <c:pt idx="1116">
                  <c:v>51.0649652</c:v>
                </c:pt>
                <c:pt idx="1117">
                  <c:v>51.06436002</c:v>
                </c:pt>
                <c:pt idx="1118">
                  <c:v>51.06390381</c:v>
                </c:pt>
                <c:pt idx="1119">
                  <c:v>51.06338242</c:v>
                </c:pt>
                <c:pt idx="1120">
                  <c:v>51.0628238</c:v>
                </c:pt>
                <c:pt idx="1121">
                  <c:v>51.06231172</c:v>
                </c:pt>
                <c:pt idx="1122">
                  <c:v>51.0617531</c:v>
                </c:pt>
                <c:pt idx="1123">
                  <c:v>51.06119447</c:v>
                </c:pt>
                <c:pt idx="1124">
                  <c:v>51.06068239</c:v>
                </c:pt>
                <c:pt idx="1125">
                  <c:v>51.06026342</c:v>
                </c:pt>
                <c:pt idx="1126">
                  <c:v>51.05964661</c:v>
                </c:pt>
                <c:pt idx="1127">
                  <c:v>51.05905307</c:v>
                </c:pt>
                <c:pt idx="1128">
                  <c:v>51.0586341</c:v>
                </c:pt>
                <c:pt idx="1129">
                  <c:v>51.05807547</c:v>
                </c:pt>
                <c:pt idx="1130">
                  <c:v>51.05751684</c:v>
                </c:pt>
                <c:pt idx="1131">
                  <c:v>51.05700477</c:v>
                </c:pt>
                <c:pt idx="1132">
                  <c:v>51.05648804</c:v>
                </c:pt>
                <c:pt idx="1133">
                  <c:v>51.05598062</c:v>
                </c:pt>
                <c:pt idx="1134">
                  <c:v>51.05529785</c:v>
                </c:pt>
                <c:pt idx="1135">
                  <c:v>51.05474854</c:v>
                </c:pt>
                <c:pt idx="1136">
                  <c:v>51.05425818</c:v>
                </c:pt>
                <c:pt idx="1137">
                  <c:v>51.05374611</c:v>
                </c:pt>
                <c:pt idx="1138">
                  <c:v>51.05323792</c:v>
                </c:pt>
                <c:pt idx="1139">
                  <c:v>51.0526886</c:v>
                </c:pt>
                <c:pt idx="1140">
                  <c:v>51.05213928</c:v>
                </c:pt>
                <c:pt idx="1141">
                  <c:v>51.05163574</c:v>
                </c:pt>
                <c:pt idx="1142">
                  <c:v>51.05104065</c:v>
                </c:pt>
                <c:pt idx="1143">
                  <c:v>51.05062866</c:v>
                </c:pt>
                <c:pt idx="1144">
                  <c:v>51.05011504</c:v>
                </c:pt>
                <c:pt idx="1145">
                  <c:v>51.04955641</c:v>
                </c:pt>
                <c:pt idx="1146">
                  <c:v>51.04913744</c:v>
                </c:pt>
                <c:pt idx="1147">
                  <c:v>51.04852295</c:v>
                </c:pt>
                <c:pt idx="1148">
                  <c:v>51.04802019</c:v>
                </c:pt>
                <c:pt idx="1149">
                  <c:v>51.04746156</c:v>
                </c:pt>
                <c:pt idx="1150">
                  <c:v>51.04690293</c:v>
                </c:pt>
                <c:pt idx="1151">
                  <c:v>51.0463443</c:v>
                </c:pt>
                <c:pt idx="1152">
                  <c:v>51.04592533</c:v>
                </c:pt>
                <c:pt idx="1153">
                  <c:v>51.04532016</c:v>
                </c:pt>
                <c:pt idx="1154">
                  <c:v>51.04480808</c:v>
                </c:pt>
                <c:pt idx="1155">
                  <c:v>51.04431152</c:v>
                </c:pt>
                <c:pt idx="1156">
                  <c:v>51.04378393</c:v>
                </c:pt>
                <c:pt idx="1157">
                  <c:v>51.04321289</c:v>
                </c:pt>
                <c:pt idx="1158">
                  <c:v>51.04270935</c:v>
                </c:pt>
                <c:pt idx="1159">
                  <c:v>51.04220581</c:v>
                </c:pt>
                <c:pt idx="1160">
                  <c:v>51.04164253</c:v>
                </c:pt>
                <c:pt idx="1161">
                  <c:v>51.04115295</c:v>
                </c:pt>
                <c:pt idx="1162">
                  <c:v>51.04061838</c:v>
                </c:pt>
                <c:pt idx="1163">
                  <c:v>51.04014587</c:v>
                </c:pt>
                <c:pt idx="1164">
                  <c:v>51.03945923</c:v>
                </c:pt>
                <c:pt idx="1165">
                  <c:v>51.03889595</c:v>
                </c:pt>
                <c:pt idx="1166">
                  <c:v>51.03843042</c:v>
                </c:pt>
                <c:pt idx="1167">
                  <c:v>51.0378718</c:v>
                </c:pt>
                <c:pt idx="1168">
                  <c:v>51.03739929</c:v>
                </c:pt>
                <c:pt idx="1169">
                  <c:v>51.03684998</c:v>
                </c:pt>
                <c:pt idx="1170">
                  <c:v>51.03630066</c:v>
                </c:pt>
                <c:pt idx="1171">
                  <c:v>51.03575134</c:v>
                </c:pt>
                <c:pt idx="1172">
                  <c:v>51.03533936</c:v>
                </c:pt>
                <c:pt idx="1173">
                  <c:v>51.03474426</c:v>
                </c:pt>
                <c:pt idx="1174">
                  <c:v>51.03428727</c:v>
                </c:pt>
                <c:pt idx="1175">
                  <c:v>51.03369141</c:v>
                </c:pt>
                <c:pt idx="1176">
                  <c:v>51.03318787</c:v>
                </c:pt>
                <c:pt idx="1177">
                  <c:v>51.03275105</c:v>
                </c:pt>
                <c:pt idx="1178">
                  <c:v>51.03195966</c:v>
                </c:pt>
                <c:pt idx="1179">
                  <c:v>51.03149414</c:v>
                </c:pt>
                <c:pt idx="1180">
                  <c:v>51.03098207</c:v>
                </c:pt>
                <c:pt idx="1181">
                  <c:v>51.03046999</c:v>
                </c:pt>
                <c:pt idx="1182">
                  <c:v>51.02995792</c:v>
                </c:pt>
                <c:pt idx="1183">
                  <c:v>51.02944584</c:v>
                </c:pt>
                <c:pt idx="1184">
                  <c:v>51.02897644</c:v>
                </c:pt>
                <c:pt idx="1185">
                  <c:v>51.02832859</c:v>
                </c:pt>
                <c:pt idx="1186">
                  <c:v>51.02783203</c:v>
                </c:pt>
                <c:pt idx="1187">
                  <c:v>51.02732849</c:v>
                </c:pt>
                <c:pt idx="1188">
                  <c:v>51.0267334</c:v>
                </c:pt>
                <c:pt idx="1189">
                  <c:v>51.02623374</c:v>
                </c:pt>
                <c:pt idx="1190">
                  <c:v>51.02572632</c:v>
                </c:pt>
                <c:pt idx="1191">
                  <c:v>51.02520959</c:v>
                </c:pt>
                <c:pt idx="1192">
                  <c:v>51.02469751</c:v>
                </c:pt>
                <c:pt idx="1193">
                  <c:v>51.02416992</c:v>
                </c:pt>
                <c:pt idx="1194">
                  <c:v>51.02362061</c:v>
                </c:pt>
                <c:pt idx="1195">
                  <c:v>51.02316129</c:v>
                </c:pt>
                <c:pt idx="1196">
                  <c:v>51.02260266</c:v>
                </c:pt>
                <c:pt idx="1197">
                  <c:v>51.02181128</c:v>
                </c:pt>
                <c:pt idx="1198">
                  <c:v>51.02151489</c:v>
                </c:pt>
                <c:pt idx="1199">
                  <c:v>51.02092678</c:v>
                </c:pt>
                <c:pt idx="1200">
                  <c:v>51.02027893</c:v>
                </c:pt>
                <c:pt idx="1201">
                  <c:v>51.01977539</c:v>
                </c:pt>
                <c:pt idx="1202">
                  <c:v>51.01929745</c:v>
                </c:pt>
                <c:pt idx="1203">
                  <c:v>51.01869228</c:v>
                </c:pt>
                <c:pt idx="1204">
                  <c:v>51.01808167</c:v>
                </c:pt>
                <c:pt idx="1205">
                  <c:v>51.01776123</c:v>
                </c:pt>
                <c:pt idx="1206">
                  <c:v>51.0172026</c:v>
                </c:pt>
                <c:pt idx="1207">
                  <c:v>51.01659742</c:v>
                </c:pt>
                <c:pt idx="1208">
                  <c:v>51.01602173</c:v>
                </c:pt>
                <c:pt idx="1209">
                  <c:v>51.01548017</c:v>
                </c:pt>
                <c:pt idx="1210">
                  <c:v>51.01501465</c:v>
                </c:pt>
                <c:pt idx="1211">
                  <c:v>51.01446533</c:v>
                </c:pt>
                <c:pt idx="1212">
                  <c:v>51.01394395</c:v>
                </c:pt>
                <c:pt idx="1213">
                  <c:v>51.01338532</c:v>
                </c:pt>
                <c:pt idx="1214">
                  <c:v>51.01287325</c:v>
                </c:pt>
                <c:pt idx="1215">
                  <c:v>51.01235962</c:v>
                </c:pt>
                <c:pt idx="1216">
                  <c:v>51.01176453</c:v>
                </c:pt>
                <c:pt idx="1217">
                  <c:v>51.01126099</c:v>
                </c:pt>
                <c:pt idx="1218">
                  <c:v>51.01077839</c:v>
                </c:pt>
                <c:pt idx="1219">
                  <c:v>51.01020813</c:v>
                </c:pt>
                <c:pt idx="1220">
                  <c:v>51.00966114</c:v>
                </c:pt>
                <c:pt idx="1221">
                  <c:v>51.00915527</c:v>
                </c:pt>
                <c:pt idx="1222">
                  <c:v>51.00856018</c:v>
                </c:pt>
                <c:pt idx="1223">
                  <c:v>51.00801086</c:v>
                </c:pt>
                <c:pt idx="1224">
                  <c:v>51.00750732</c:v>
                </c:pt>
                <c:pt idx="1225">
                  <c:v>51.00700766</c:v>
                </c:pt>
                <c:pt idx="1226">
                  <c:v>51.00645447</c:v>
                </c:pt>
                <c:pt idx="1227">
                  <c:v>51.00590515</c:v>
                </c:pt>
                <c:pt idx="1228">
                  <c:v>51.00542489</c:v>
                </c:pt>
                <c:pt idx="1229">
                  <c:v>51.00480652</c:v>
                </c:pt>
                <c:pt idx="1230">
                  <c:v>51.00430763</c:v>
                </c:pt>
                <c:pt idx="1231">
                  <c:v>51.00374901</c:v>
                </c:pt>
                <c:pt idx="1232">
                  <c:v>51.00302124</c:v>
                </c:pt>
                <c:pt idx="1233">
                  <c:v>51.00256348</c:v>
                </c:pt>
                <c:pt idx="1234">
                  <c:v>51.00201416</c:v>
                </c:pt>
                <c:pt idx="1235">
                  <c:v>51.0015145</c:v>
                </c:pt>
                <c:pt idx="1236">
                  <c:v>51.00091553</c:v>
                </c:pt>
                <c:pt idx="1237">
                  <c:v>51.00045776</c:v>
                </c:pt>
                <c:pt idx="1238">
                  <c:v>50.99986267</c:v>
                </c:pt>
                <c:pt idx="1239">
                  <c:v>50.99931335</c:v>
                </c:pt>
                <c:pt idx="1240">
                  <c:v>50.99880981</c:v>
                </c:pt>
                <c:pt idx="1241">
                  <c:v>50.99825584</c:v>
                </c:pt>
                <c:pt idx="1242">
                  <c:v>50.99766541</c:v>
                </c:pt>
                <c:pt idx="1243">
                  <c:v>50.99718514</c:v>
                </c:pt>
                <c:pt idx="1244">
                  <c:v>50.996521</c:v>
                </c:pt>
                <c:pt idx="1245">
                  <c:v>50.99610901</c:v>
                </c:pt>
                <c:pt idx="1246">
                  <c:v>50.99560237</c:v>
                </c:pt>
                <c:pt idx="1247">
                  <c:v>50.99505615</c:v>
                </c:pt>
                <c:pt idx="1248">
                  <c:v>50.99457822</c:v>
                </c:pt>
                <c:pt idx="1249">
                  <c:v>50.99401959</c:v>
                </c:pt>
                <c:pt idx="1250">
                  <c:v>50.99355407</c:v>
                </c:pt>
                <c:pt idx="1251">
                  <c:v>50.99280923</c:v>
                </c:pt>
                <c:pt idx="1252">
                  <c:v>50.99234371</c:v>
                </c:pt>
                <c:pt idx="1253">
                  <c:v>50.99178508</c:v>
                </c:pt>
                <c:pt idx="1254">
                  <c:v>50.99116516</c:v>
                </c:pt>
                <c:pt idx="1255">
                  <c:v>50.99061584</c:v>
                </c:pt>
                <c:pt idx="1256">
                  <c:v>50.99015808</c:v>
                </c:pt>
                <c:pt idx="1257">
                  <c:v>50.98964368</c:v>
                </c:pt>
                <c:pt idx="1258">
                  <c:v>50.9891316</c:v>
                </c:pt>
                <c:pt idx="1259">
                  <c:v>50.98861953</c:v>
                </c:pt>
                <c:pt idx="1260">
                  <c:v>50.98810745</c:v>
                </c:pt>
                <c:pt idx="1261">
                  <c:v>50.98750228</c:v>
                </c:pt>
                <c:pt idx="1262">
                  <c:v>50.98694365</c:v>
                </c:pt>
                <c:pt idx="1263">
                  <c:v>50.98643157</c:v>
                </c:pt>
                <c:pt idx="1264">
                  <c:v>50.9858264</c:v>
                </c:pt>
                <c:pt idx="1265">
                  <c:v>50.98526777</c:v>
                </c:pt>
                <c:pt idx="1266">
                  <c:v>50.98475569</c:v>
                </c:pt>
                <c:pt idx="1267">
                  <c:v>50.98415051</c:v>
                </c:pt>
                <c:pt idx="1268">
                  <c:v>50.98365784</c:v>
                </c:pt>
                <c:pt idx="1269">
                  <c:v>50.98310852</c:v>
                </c:pt>
                <c:pt idx="1270">
                  <c:v>50.98251343</c:v>
                </c:pt>
                <c:pt idx="1271">
                  <c:v>50.98196411</c:v>
                </c:pt>
                <c:pt idx="1272">
                  <c:v>50.98155212</c:v>
                </c:pt>
                <c:pt idx="1273">
                  <c:v>50.98095703</c:v>
                </c:pt>
                <c:pt idx="1274">
                  <c:v>50.98049927</c:v>
                </c:pt>
                <c:pt idx="1275">
                  <c:v>50.97999573</c:v>
                </c:pt>
                <c:pt idx="1276">
                  <c:v>50.97940063</c:v>
                </c:pt>
                <c:pt idx="1277">
                  <c:v>50.97885132</c:v>
                </c:pt>
                <c:pt idx="1278">
                  <c:v>50.97823838</c:v>
                </c:pt>
                <c:pt idx="1279">
                  <c:v>50.9776332</c:v>
                </c:pt>
                <c:pt idx="1280">
                  <c:v>50.97721423</c:v>
                </c:pt>
                <c:pt idx="1281">
                  <c:v>50.9766556</c:v>
                </c:pt>
                <c:pt idx="1282">
                  <c:v>50.97610474</c:v>
                </c:pt>
                <c:pt idx="1283">
                  <c:v>50.97555542</c:v>
                </c:pt>
                <c:pt idx="1284">
                  <c:v>50.97491455</c:v>
                </c:pt>
                <c:pt idx="1285">
                  <c:v>50.97437454</c:v>
                </c:pt>
                <c:pt idx="1286">
                  <c:v>50.97381592</c:v>
                </c:pt>
                <c:pt idx="1287">
                  <c:v>50.97331238</c:v>
                </c:pt>
                <c:pt idx="1288">
                  <c:v>50.97279177</c:v>
                </c:pt>
                <c:pt idx="1289">
                  <c:v>50.9723053</c:v>
                </c:pt>
                <c:pt idx="1290">
                  <c:v>50.97175598</c:v>
                </c:pt>
                <c:pt idx="1291">
                  <c:v>50.97125554</c:v>
                </c:pt>
                <c:pt idx="1292">
                  <c:v>50.97065037</c:v>
                </c:pt>
                <c:pt idx="1293">
                  <c:v>50.97015381</c:v>
                </c:pt>
                <c:pt idx="1294">
                  <c:v>50.96957966</c:v>
                </c:pt>
                <c:pt idx="1295">
                  <c:v>50.96897449</c:v>
                </c:pt>
                <c:pt idx="1296">
                  <c:v>50.96846008</c:v>
                </c:pt>
                <c:pt idx="1297">
                  <c:v>50.96791077</c:v>
                </c:pt>
                <c:pt idx="1298">
                  <c:v>50.967453</c:v>
                </c:pt>
                <c:pt idx="1299">
                  <c:v>50.96697274</c:v>
                </c:pt>
                <c:pt idx="1300">
                  <c:v>50.96641411</c:v>
                </c:pt>
                <c:pt idx="1301">
                  <c:v>50.96557617</c:v>
                </c:pt>
                <c:pt idx="1302">
                  <c:v>50.96511841</c:v>
                </c:pt>
                <c:pt idx="1303">
                  <c:v>50.96456909</c:v>
                </c:pt>
                <c:pt idx="1304">
                  <c:v>50.9640865</c:v>
                </c:pt>
                <c:pt idx="1305">
                  <c:v>50.96357443</c:v>
                </c:pt>
                <c:pt idx="1306">
                  <c:v>50.96315546</c:v>
                </c:pt>
                <c:pt idx="1307">
                  <c:v>50.96255493</c:v>
                </c:pt>
                <c:pt idx="1308">
                  <c:v>50.96199165</c:v>
                </c:pt>
                <c:pt idx="1309">
                  <c:v>50.96150208</c:v>
                </c:pt>
                <c:pt idx="1310">
                  <c:v>50.96082784</c:v>
                </c:pt>
                <c:pt idx="1311">
                  <c:v>50.96017611</c:v>
                </c:pt>
                <c:pt idx="1312">
                  <c:v>50.9597168</c:v>
                </c:pt>
                <c:pt idx="1313">
                  <c:v>50.95905886</c:v>
                </c:pt>
                <c:pt idx="1314">
                  <c:v>50.95857239</c:v>
                </c:pt>
                <c:pt idx="1315">
                  <c:v>50.95825195</c:v>
                </c:pt>
                <c:pt idx="1316">
                  <c:v>50.95761108</c:v>
                </c:pt>
                <c:pt idx="1317">
                  <c:v>50.95706177</c:v>
                </c:pt>
                <c:pt idx="1318">
                  <c:v>50.95659159</c:v>
                </c:pt>
                <c:pt idx="1319">
                  <c:v>50.95605469</c:v>
                </c:pt>
                <c:pt idx="1320">
                  <c:v>50.95527649</c:v>
                </c:pt>
                <c:pt idx="1321">
                  <c:v>50.9546814</c:v>
                </c:pt>
                <c:pt idx="1322">
                  <c:v>50.95417087</c:v>
                </c:pt>
                <c:pt idx="1323">
                  <c:v>50.95367432</c:v>
                </c:pt>
                <c:pt idx="1324">
                  <c:v>50.95330811</c:v>
                </c:pt>
                <c:pt idx="1325">
                  <c:v>50.95226223</c:v>
                </c:pt>
                <c:pt idx="1326">
                  <c:v>50.95133972</c:v>
                </c:pt>
                <c:pt idx="1327">
                  <c:v>50.95109843</c:v>
                </c:pt>
                <c:pt idx="1328">
                  <c:v>50.9505398</c:v>
                </c:pt>
                <c:pt idx="1329">
                  <c:v>50.94993462</c:v>
                </c:pt>
                <c:pt idx="1330">
                  <c:v>50.94937599</c:v>
                </c:pt>
                <c:pt idx="1331">
                  <c:v>50.94863892</c:v>
                </c:pt>
                <c:pt idx="1332">
                  <c:v>50.94811908</c:v>
                </c:pt>
                <c:pt idx="1333">
                  <c:v>50.94758606</c:v>
                </c:pt>
                <c:pt idx="1334">
                  <c:v>50.94703674</c:v>
                </c:pt>
                <c:pt idx="1335">
                  <c:v>50.94672252</c:v>
                </c:pt>
                <c:pt idx="1336">
                  <c:v>50.94589233</c:v>
                </c:pt>
                <c:pt idx="1337">
                  <c:v>50.94552612</c:v>
                </c:pt>
                <c:pt idx="1338">
                  <c:v>50.94500008</c:v>
                </c:pt>
                <c:pt idx="1339">
                  <c:v>50.94448801</c:v>
                </c:pt>
                <c:pt idx="1340">
                  <c:v>50.94392395</c:v>
                </c:pt>
                <c:pt idx="1341">
                  <c:v>50.9433242</c:v>
                </c:pt>
                <c:pt idx="1342">
                  <c:v>50.94282532</c:v>
                </c:pt>
                <c:pt idx="1343">
                  <c:v>50.94218445</c:v>
                </c:pt>
                <c:pt idx="1344">
                  <c:v>50.94154358</c:v>
                </c:pt>
                <c:pt idx="1345">
                  <c:v>50.94099426</c:v>
                </c:pt>
                <c:pt idx="1346">
                  <c:v>50.94058228</c:v>
                </c:pt>
                <c:pt idx="1347">
                  <c:v>50.94001899</c:v>
                </c:pt>
                <c:pt idx="1348">
                  <c:v>50.93922761</c:v>
                </c:pt>
                <c:pt idx="1349">
                  <c:v>50.9389801</c:v>
                </c:pt>
                <c:pt idx="1350">
                  <c:v>50.93838501</c:v>
                </c:pt>
                <c:pt idx="1351">
                  <c:v>50.93783569</c:v>
                </c:pt>
                <c:pt idx="1352">
                  <c:v>50.9370862</c:v>
                </c:pt>
                <c:pt idx="1353">
                  <c:v>50.93678284</c:v>
                </c:pt>
                <c:pt idx="1354">
                  <c:v>50.93615516</c:v>
                </c:pt>
                <c:pt idx="1355">
                  <c:v>50.9356842</c:v>
                </c:pt>
                <c:pt idx="1356">
                  <c:v>50.93486023</c:v>
                </c:pt>
                <c:pt idx="1357">
                  <c:v>50.93433962</c:v>
                </c:pt>
                <c:pt idx="1358">
                  <c:v>50.93385315</c:v>
                </c:pt>
                <c:pt idx="1359">
                  <c:v>50.93325806</c:v>
                </c:pt>
                <c:pt idx="1360">
                  <c:v>50.93266296</c:v>
                </c:pt>
                <c:pt idx="1361">
                  <c:v>50.93211365</c:v>
                </c:pt>
                <c:pt idx="1362">
                  <c:v>50.93159304</c:v>
                </c:pt>
                <c:pt idx="1363">
                  <c:v>50.93103441</c:v>
                </c:pt>
                <c:pt idx="1364">
                  <c:v>50.93056889</c:v>
                </c:pt>
                <c:pt idx="1365">
                  <c:v>50.93000793</c:v>
                </c:pt>
                <c:pt idx="1366">
                  <c:v>50.92959595</c:v>
                </c:pt>
                <c:pt idx="1367">
                  <c:v>50.92881775</c:v>
                </c:pt>
                <c:pt idx="1368">
                  <c:v>50.92831421</c:v>
                </c:pt>
                <c:pt idx="1369">
                  <c:v>50.92782231</c:v>
                </c:pt>
                <c:pt idx="1370">
                  <c:v>50.92726368</c:v>
                </c:pt>
                <c:pt idx="1371">
                  <c:v>50.92675161</c:v>
                </c:pt>
                <c:pt idx="1372">
                  <c:v>50.92616272</c:v>
                </c:pt>
                <c:pt idx="1373">
                  <c:v>50.92556763</c:v>
                </c:pt>
                <c:pt idx="1374">
                  <c:v>50.92493607</c:v>
                </c:pt>
                <c:pt idx="1375">
                  <c:v>50.92442322</c:v>
                </c:pt>
                <c:pt idx="1376">
                  <c:v>50.9238739</c:v>
                </c:pt>
                <c:pt idx="1377">
                  <c:v>50.92323303</c:v>
                </c:pt>
                <c:pt idx="1378">
                  <c:v>50.92268372</c:v>
                </c:pt>
                <c:pt idx="1379">
                  <c:v>50.9221344</c:v>
                </c:pt>
                <c:pt idx="1380">
                  <c:v>50.92163086</c:v>
                </c:pt>
                <c:pt idx="1381">
                  <c:v>50.92108154</c:v>
                </c:pt>
                <c:pt idx="1382">
                  <c:v>50.92046705</c:v>
                </c:pt>
                <c:pt idx="1383">
                  <c:v>50.91995498</c:v>
                </c:pt>
                <c:pt idx="1384">
                  <c:v>50.91938782</c:v>
                </c:pt>
                <c:pt idx="1385">
                  <c:v>50.91893005</c:v>
                </c:pt>
                <c:pt idx="1386">
                  <c:v>50.9182791</c:v>
                </c:pt>
                <c:pt idx="1387">
                  <c:v>50.91781358</c:v>
                </c:pt>
                <c:pt idx="1388">
                  <c:v>50.91723633</c:v>
                </c:pt>
                <c:pt idx="1389">
                  <c:v>50.91673279</c:v>
                </c:pt>
                <c:pt idx="1390">
                  <c:v>50.91618347</c:v>
                </c:pt>
                <c:pt idx="1391">
                  <c:v>50.91557907</c:v>
                </c:pt>
                <c:pt idx="1392">
                  <c:v>50.91497389</c:v>
                </c:pt>
                <c:pt idx="1393">
                  <c:v>50.91441526</c:v>
                </c:pt>
                <c:pt idx="1394">
                  <c:v>50.91389465</c:v>
                </c:pt>
                <c:pt idx="1395">
                  <c:v>50.91334534</c:v>
                </c:pt>
                <c:pt idx="1396">
                  <c:v>50.91278593</c:v>
                </c:pt>
                <c:pt idx="1397">
                  <c:v>50.91229248</c:v>
                </c:pt>
                <c:pt idx="1398">
                  <c:v>50.91178894</c:v>
                </c:pt>
                <c:pt idx="1399">
                  <c:v>50.91115661</c:v>
                </c:pt>
                <c:pt idx="1400">
                  <c:v>50.91069031</c:v>
                </c:pt>
                <c:pt idx="1401">
                  <c:v>50.91014099</c:v>
                </c:pt>
                <c:pt idx="1402">
                  <c:v>50.90957383</c:v>
                </c:pt>
                <c:pt idx="1403">
                  <c:v>50.90885925</c:v>
                </c:pt>
                <c:pt idx="1404">
                  <c:v>50.90831692</c:v>
                </c:pt>
                <c:pt idx="1405">
                  <c:v>50.90776062</c:v>
                </c:pt>
                <c:pt idx="1406">
                  <c:v>50.90715311</c:v>
                </c:pt>
                <c:pt idx="1407">
                  <c:v>50.90673414</c:v>
                </c:pt>
                <c:pt idx="1408">
                  <c:v>50.90612896</c:v>
                </c:pt>
                <c:pt idx="1409">
                  <c:v>50.90566344</c:v>
                </c:pt>
                <c:pt idx="1410">
                  <c:v>50.90510481</c:v>
                </c:pt>
                <c:pt idx="1411">
                  <c:v>50.90449964</c:v>
                </c:pt>
                <c:pt idx="1412">
                  <c:v>50.90394101</c:v>
                </c:pt>
                <c:pt idx="1413">
                  <c:v>50.90345764</c:v>
                </c:pt>
                <c:pt idx="1414">
                  <c:v>50.90281677</c:v>
                </c:pt>
                <c:pt idx="1415">
                  <c:v>50.90226746</c:v>
                </c:pt>
                <c:pt idx="1416">
                  <c:v>50.90171814</c:v>
                </c:pt>
                <c:pt idx="1417">
                  <c:v>50.90119443</c:v>
                </c:pt>
                <c:pt idx="1418">
                  <c:v>50.90058925</c:v>
                </c:pt>
                <c:pt idx="1419">
                  <c:v>50.89993752</c:v>
                </c:pt>
                <c:pt idx="1420">
                  <c:v>50.89933234</c:v>
                </c:pt>
                <c:pt idx="1421">
                  <c:v>50.89900647</c:v>
                </c:pt>
                <c:pt idx="1422">
                  <c:v>50.89823914</c:v>
                </c:pt>
                <c:pt idx="1423">
                  <c:v>50.89778137</c:v>
                </c:pt>
                <c:pt idx="1424">
                  <c:v>50.89718628</c:v>
                </c:pt>
                <c:pt idx="1425">
                  <c:v>50.89672541</c:v>
                </c:pt>
                <c:pt idx="1426">
                  <c:v>50.89607368</c:v>
                </c:pt>
                <c:pt idx="1427">
                  <c:v>50.89551505</c:v>
                </c:pt>
                <c:pt idx="1428">
                  <c:v>50.89503479</c:v>
                </c:pt>
                <c:pt idx="1429">
                  <c:v>50.89448547</c:v>
                </c:pt>
                <c:pt idx="1430">
                  <c:v>50.89393228</c:v>
                </c:pt>
                <c:pt idx="1431">
                  <c:v>50.89337365</c:v>
                </c:pt>
                <c:pt idx="1432">
                  <c:v>50.89281502</c:v>
                </c:pt>
                <c:pt idx="1433">
                  <c:v>50.89220985</c:v>
                </c:pt>
                <c:pt idx="1434">
                  <c:v>50.89165122</c:v>
                </c:pt>
                <c:pt idx="1435">
                  <c:v>50.89100647</c:v>
                </c:pt>
                <c:pt idx="1436">
                  <c:v>50.89050293</c:v>
                </c:pt>
                <c:pt idx="1437">
                  <c:v>50.89002189</c:v>
                </c:pt>
                <c:pt idx="1438">
                  <c:v>50.88949585</c:v>
                </c:pt>
                <c:pt idx="1439">
                  <c:v>50.88899774</c:v>
                </c:pt>
                <c:pt idx="1440">
                  <c:v>50.8881598</c:v>
                </c:pt>
                <c:pt idx="1441">
                  <c:v>50.88769428</c:v>
                </c:pt>
                <c:pt idx="1442">
                  <c:v>50.88713565</c:v>
                </c:pt>
                <c:pt idx="1443">
                  <c:v>50.88657702</c:v>
                </c:pt>
                <c:pt idx="1444">
                  <c:v>50.88597185</c:v>
                </c:pt>
                <c:pt idx="1445">
                  <c:v>50.88550632</c:v>
                </c:pt>
                <c:pt idx="1446">
                  <c:v>50.88485459</c:v>
                </c:pt>
                <c:pt idx="1447">
                  <c:v>50.88427734</c:v>
                </c:pt>
                <c:pt idx="1448">
                  <c:v>50.88386536</c:v>
                </c:pt>
                <c:pt idx="1449">
                  <c:v>50.88331837</c:v>
                </c:pt>
                <c:pt idx="1450">
                  <c:v>50.88267517</c:v>
                </c:pt>
                <c:pt idx="1451">
                  <c:v>50.88221741</c:v>
                </c:pt>
                <c:pt idx="1452">
                  <c:v>50.88159593</c:v>
                </c:pt>
                <c:pt idx="1453">
                  <c:v>50.88099076</c:v>
                </c:pt>
                <c:pt idx="1454">
                  <c:v>50.88043213</c:v>
                </c:pt>
                <c:pt idx="1455">
                  <c:v>50.87983704</c:v>
                </c:pt>
                <c:pt idx="1456">
                  <c:v>50.87931488</c:v>
                </c:pt>
                <c:pt idx="1457">
                  <c:v>50.87878418</c:v>
                </c:pt>
                <c:pt idx="1458">
                  <c:v>50.87818909</c:v>
                </c:pt>
                <c:pt idx="1459">
                  <c:v>50.8777771</c:v>
                </c:pt>
                <c:pt idx="1460">
                  <c:v>50.87713623</c:v>
                </c:pt>
                <c:pt idx="1461">
                  <c:v>50.87658691</c:v>
                </c:pt>
                <c:pt idx="1462">
                  <c:v>50.8760376</c:v>
                </c:pt>
                <c:pt idx="1463">
                  <c:v>50.8754425</c:v>
                </c:pt>
                <c:pt idx="1464">
                  <c:v>50.87484741</c:v>
                </c:pt>
                <c:pt idx="1465">
                  <c:v>50.8742981</c:v>
                </c:pt>
                <c:pt idx="1466">
                  <c:v>50.87377516</c:v>
                </c:pt>
                <c:pt idx="1467">
                  <c:v>50.87319946</c:v>
                </c:pt>
                <c:pt idx="1468">
                  <c:v>50.8724717</c:v>
                </c:pt>
                <c:pt idx="1469">
                  <c:v>50.87200617</c:v>
                </c:pt>
                <c:pt idx="1470">
                  <c:v>50.87145996</c:v>
                </c:pt>
                <c:pt idx="1471">
                  <c:v>50.87093547</c:v>
                </c:pt>
                <c:pt idx="1472">
                  <c:v>50.8704071</c:v>
                </c:pt>
                <c:pt idx="1473">
                  <c:v>50.86981201</c:v>
                </c:pt>
                <c:pt idx="1474">
                  <c:v>50.8692627</c:v>
                </c:pt>
                <c:pt idx="1475">
                  <c:v>50.86856131</c:v>
                </c:pt>
                <c:pt idx="1476">
                  <c:v>50.86793518</c:v>
                </c:pt>
                <c:pt idx="1477">
                  <c:v>50.86767682</c:v>
                </c:pt>
                <c:pt idx="1478">
                  <c:v>50.86702508</c:v>
                </c:pt>
                <c:pt idx="1479">
                  <c:v>50.86646646</c:v>
                </c:pt>
                <c:pt idx="1480">
                  <c:v>50.86590783</c:v>
                </c:pt>
                <c:pt idx="1481">
                  <c:v>50.86530265</c:v>
                </c:pt>
                <c:pt idx="1482">
                  <c:v>50.86477661</c:v>
                </c:pt>
                <c:pt idx="1483">
                  <c:v>50.86422729</c:v>
                </c:pt>
                <c:pt idx="1484">
                  <c:v>50.86367332</c:v>
                </c:pt>
                <c:pt idx="1485">
                  <c:v>50.8631147</c:v>
                </c:pt>
                <c:pt idx="1486">
                  <c:v>50.86235046</c:v>
                </c:pt>
                <c:pt idx="1487">
                  <c:v>50.86180115</c:v>
                </c:pt>
                <c:pt idx="1488">
                  <c:v>50.86125261</c:v>
                </c:pt>
                <c:pt idx="1489">
                  <c:v>50.86069398</c:v>
                </c:pt>
                <c:pt idx="1490">
                  <c:v>50.86006165</c:v>
                </c:pt>
                <c:pt idx="1491">
                  <c:v>50.85976294</c:v>
                </c:pt>
                <c:pt idx="1492">
                  <c:v>50.85919189</c:v>
                </c:pt>
                <c:pt idx="1493">
                  <c:v>50.85859913</c:v>
                </c:pt>
                <c:pt idx="1494">
                  <c:v>50.85809326</c:v>
                </c:pt>
                <c:pt idx="1495">
                  <c:v>50.85738877</c:v>
                </c:pt>
                <c:pt idx="1496">
                  <c:v>50.85683014</c:v>
                </c:pt>
                <c:pt idx="1497">
                  <c:v>50.85621643</c:v>
                </c:pt>
                <c:pt idx="1498">
                  <c:v>50.85566634</c:v>
                </c:pt>
                <c:pt idx="1499">
                  <c:v>50.85516357</c:v>
                </c:pt>
                <c:pt idx="1500">
                  <c:v>50.85464219</c:v>
                </c:pt>
                <c:pt idx="1501">
                  <c:v>50.85399046</c:v>
                </c:pt>
                <c:pt idx="1502">
                  <c:v>50.85351563</c:v>
                </c:pt>
                <c:pt idx="1503">
                  <c:v>50.8528732</c:v>
                </c:pt>
                <c:pt idx="1504">
                  <c:v>50.85236113</c:v>
                </c:pt>
                <c:pt idx="1505">
                  <c:v>50.8518025</c:v>
                </c:pt>
                <c:pt idx="1506">
                  <c:v>50.85124388</c:v>
                </c:pt>
                <c:pt idx="1507">
                  <c:v>50.85072327</c:v>
                </c:pt>
                <c:pt idx="1508">
                  <c:v>50.85012817</c:v>
                </c:pt>
                <c:pt idx="1509">
                  <c:v>50.84953308</c:v>
                </c:pt>
                <c:pt idx="1510">
                  <c:v>50.84882316</c:v>
                </c:pt>
                <c:pt idx="1511">
                  <c:v>50.84817143</c:v>
                </c:pt>
                <c:pt idx="1512">
                  <c:v>50.84793091</c:v>
                </c:pt>
                <c:pt idx="1513">
                  <c:v>50.84710693</c:v>
                </c:pt>
                <c:pt idx="1514">
                  <c:v>50.84651184</c:v>
                </c:pt>
                <c:pt idx="1515">
                  <c:v>50.84598347</c:v>
                </c:pt>
                <c:pt idx="1516">
                  <c:v>50.84542485</c:v>
                </c:pt>
                <c:pt idx="1517">
                  <c:v>50.84486389</c:v>
                </c:pt>
                <c:pt idx="1518">
                  <c:v>50.84435414</c:v>
                </c:pt>
                <c:pt idx="1519">
                  <c:v>50.84379552</c:v>
                </c:pt>
                <c:pt idx="1520">
                  <c:v>50.84319034</c:v>
                </c:pt>
                <c:pt idx="1521">
                  <c:v>50.8427124</c:v>
                </c:pt>
                <c:pt idx="1522">
                  <c:v>50.84211964</c:v>
                </c:pt>
                <c:pt idx="1523">
                  <c:v>50.84152222</c:v>
                </c:pt>
                <c:pt idx="1524">
                  <c:v>50.8409729</c:v>
                </c:pt>
                <c:pt idx="1525">
                  <c:v>50.84044376</c:v>
                </c:pt>
                <c:pt idx="1526">
                  <c:v>50.83978271</c:v>
                </c:pt>
                <c:pt idx="1527">
                  <c:v>50.83927995</c:v>
                </c:pt>
                <c:pt idx="1528">
                  <c:v>50.83863831</c:v>
                </c:pt>
                <c:pt idx="1529">
                  <c:v>50.83839546</c:v>
                </c:pt>
                <c:pt idx="1530">
                  <c:v>50.83774373</c:v>
                </c:pt>
                <c:pt idx="1531">
                  <c:v>50.837092</c:v>
                </c:pt>
                <c:pt idx="1532">
                  <c:v>50.83653337</c:v>
                </c:pt>
                <c:pt idx="1533">
                  <c:v>50.83602129</c:v>
                </c:pt>
                <c:pt idx="1534">
                  <c:v>50.83546267</c:v>
                </c:pt>
                <c:pt idx="1535">
                  <c:v>50.83493042</c:v>
                </c:pt>
                <c:pt idx="1536">
                  <c:v>50.8341592</c:v>
                </c:pt>
                <c:pt idx="1537">
                  <c:v>50.83364868</c:v>
                </c:pt>
                <c:pt idx="1538">
                  <c:v>50.83309937</c:v>
                </c:pt>
                <c:pt idx="1539">
                  <c:v>50.83257643</c:v>
                </c:pt>
                <c:pt idx="1540">
                  <c:v>50.83197125</c:v>
                </c:pt>
                <c:pt idx="1541">
                  <c:v>50.83150573</c:v>
                </c:pt>
                <c:pt idx="1542">
                  <c:v>50.83099365</c:v>
                </c:pt>
                <c:pt idx="1543">
                  <c:v>50.83029537</c:v>
                </c:pt>
                <c:pt idx="1544">
                  <c:v>50.82973674</c:v>
                </c:pt>
                <c:pt idx="1545">
                  <c:v>50.82925415</c:v>
                </c:pt>
                <c:pt idx="1546">
                  <c:v>50.82861328</c:v>
                </c:pt>
                <c:pt idx="1547">
                  <c:v>50.82806396</c:v>
                </c:pt>
                <c:pt idx="1548">
                  <c:v>50.82740913</c:v>
                </c:pt>
                <c:pt idx="1549">
                  <c:v>50.82703671</c:v>
                </c:pt>
                <c:pt idx="1550">
                  <c:v>50.82647809</c:v>
                </c:pt>
                <c:pt idx="1551">
                  <c:v>50.82591946</c:v>
                </c:pt>
                <c:pt idx="1552">
                  <c:v>50.82536083</c:v>
                </c:pt>
                <c:pt idx="1553">
                  <c:v>50.82476807</c:v>
                </c:pt>
                <c:pt idx="1554">
                  <c:v>50.82398987</c:v>
                </c:pt>
                <c:pt idx="1555">
                  <c:v>50.8235321</c:v>
                </c:pt>
                <c:pt idx="1556">
                  <c:v>50.82293701</c:v>
                </c:pt>
                <c:pt idx="1557">
                  <c:v>50.82242804</c:v>
                </c:pt>
                <c:pt idx="1558">
                  <c:v>50.82188416</c:v>
                </c:pt>
                <c:pt idx="1559">
                  <c:v>50.82128906</c:v>
                </c:pt>
                <c:pt idx="1560">
                  <c:v>50.82079871</c:v>
                </c:pt>
                <c:pt idx="1561">
                  <c:v>50.82028198</c:v>
                </c:pt>
                <c:pt idx="1562">
                  <c:v>50.81968146</c:v>
                </c:pt>
                <c:pt idx="1563">
                  <c:v>50.81902973</c:v>
                </c:pt>
                <c:pt idx="1564">
                  <c:v>50.81854248</c:v>
                </c:pt>
                <c:pt idx="1565">
                  <c:v>50.81805213</c:v>
                </c:pt>
                <c:pt idx="1566">
                  <c:v>50.8174004</c:v>
                </c:pt>
                <c:pt idx="1567">
                  <c:v>50.81680298</c:v>
                </c:pt>
                <c:pt idx="1568">
                  <c:v>50.81628315</c:v>
                </c:pt>
                <c:pt idx="1569">
                  <c:v>50.81567797</c:v>
                </c:pt>
                <c:pt idx="1570">
                  <c:v>50.81506348</c:v>
                </c:pt>
                <c:pt idx="1571">
                  <c:v>50.81460571</c:v>
                </c:pt>
                <c:pt idx="1572">
                  <c:v>50.8140564</c:v>
                </c:pt>
                <c:pt idx="1573">
                  <c:v>50.81349001</c:v>
                </c:pt>
                <c:pt idx="1574">
                  <c:v>50.81300354</c:v>
                </c:pt>
                <c:pt idx="1575">
                  <c:v>50.81246586</c:v>
                </c:pt>
                <c:pt idx="1576">
                  <c:v>50.81190491</c:v>
                </c:pt>
                <c:pt idx="1577">
                  <c:v>50.81130206</c:v>
                </c:pt>
                <c:pt idx="1578">
                  <c:v>50.81057739</c:v>
                </c:pt>
                <c:pt idx="1579">
                  <c:v>50.81023135</c:v>
                </c:pt>
                <c:pt idx="1580">
                  <c:v>50.80961609</c:v>
                </c:pt>
                <c:pt idx="1581">
                  <c:v>50.80915833</c:v>
                </c:pt>
                <c:pt idx="1582">
                  <c:v>50.80847168</c:v>
                </c:pt>
                <c:pt idx="1583">
                  <c:v>50.80781064</c:v>
                </c:pt>
                <c:pt idx="1584">
                  <c:v>50.80728149</c:v>
                </c:pt>
                <c:pt idx="1585">
                  <c:v>50.80659485</c:v>
                </c:pt>
                <c:pt idx="1586">
                  <c:v>50.80595398</c:v>
                </c:pt>
                <c:pt idx="1587">
                  <c:v>50.80540466</c:v>
                </c:pt>
                <c:pt idx="1588">
                  <c:v>50.80511061</c:v>
                </c:pt>
                <c:pt idx="1589">
                  <c:v>50.80455198</c:v>
                </c:pt>
                <c:pt idx="1590">
                  <c:v>50.80371404</c:v>
                </c:pt>
                <c:pt idx="1591">
                  <c:v>50.80310886</c:v>
                </c:pt>
                <c:pt idx="1592">
                  <c:v>50.80255024</c:v>
                </c:pt>
                <c:pt idx="1593">
                  <c:v>50.80208471</c:v>
                </c:pt>
                <c:pt idx="1594">
                  <c:v>50.80147953</c:v>
                </c:pt>
                <c:pt idx="1595">
                  <c:v>50.80119324</c:v>
                </c:pt>
                <c:pt idx="1596">
                  <c:v>50.80036926</c:v>
                </c:pt>
                <c:pt idx="1597">
                  <c:v>50.79980365</c:v>
                </c:pt>
                <c:pt idx="1598">
                  <c:v>50.79927063</c:v>
                </c:pt>
                <c:pt idx="1599">
                  <c:v>50.79863985</c:v>
                </c:pt>
                <c:pt idx="1600">
                  <c:v>50.79812622</c:v>
                </c:pt>
                <c:pt idx="1601">
                  <c:v>50.79756915</c:v>
                </c:pt>
                <c:pt idx="1602">
                  <c:v>50.79707336</c:v>
                </c:pt>
                <c:pt idx="1603">
                  <c:v>50.79640534</c:v>
                </c:pt>
                <c:pt idx="1604">
                  <c:v>50.79592896</c:v>
                </c:pt>
                <c:pt idx="1605">
                  <c:v>50.79524153</c:v>
                </c:pt>
                <c:pt idx="1606">
                  <c:v>50.79468291</c:v>
                </c:pt>
                <c:pt idx="1607">
                  <c:v>50.79407773</c:v>
                </c:pt>
                <c:pt idx="1608">
                  <c:v>50.79356565</c:v>
                </c:pt>
                <c:pt idx="1609">
                  <c:v>50.79295349</c:v>
                </c:pt>
                <c:pt idx="1610">
                  <c:v>50.79230874</c:v>
                </c:pt>
                <c:pt idx="1611">
                  <c:v>50.79176331</c:v>
                </c:pt>
                <c:pt idx="1612">
                  <c:v>50.79116821</c:v>
                </c:pt>
                <c:pt idx="1613">
                  <c:v>50.79067941</c:v>
                </c:pt>
                <c:pt idx="1614">
                  <c:v>50.79016113</c:v>
                </c:pt>
                <c:pt idx="1615">
                  <c:v>50.78946906</c:v>
                </c:pt>
                <c:pt idx="1616">
                  <c:v>50.78891043</c:v>
                </c:pt>
                <c:pt idx="1617">
                  <c:v>50.7883518</c:v>
                </c:pt>
                <c:pt idx="1618">
                  <c:v>50.78793283</c:v>
                </c:pt>
                <c:pt idx="1619">
                  <c:v>50.787323</c:v>
                </c:pt>
                <c:pt idx="1620">
                  <c:v>50.78672791</c:v>
                </c:pt>
                <c:pt idx="1621">
                  <c:v>50.78607074</c:v>
                </c:pt>
                <c:pt idx="1622">
                  <c:v>50.78551212</c:v>
                </c:pt>
                <c:pt idx="1623">
                  <c:v>50.78504659</c:v>
                </c:pt>
                <c:pt idx="1624">
                  <c:v>50.78439486</c:v>
                </c:pt>
                <c:pt idx="1625">
                  <c:v>50.78379822</c:v>
                </c:pt>
                <c:pt idx="1626">
                  <c:v>50.78327761</c:v>
                </c:pt>
                <c:pt idx="1627">
                  <c:v>50.78256226</c:v>
                </c:pt>
                <c:pt idx="1628">
                  <c:v>50.78210449</c:v>
                </c:pt>
                <c:pt idx="1629">
                  <c:v>50.78155518</c:v>
                </c:pt>
                <c:pt idx="1630">
                  <c:v>50.7810431</c:v>
                </c:pt>
                <c:pt idx="1631">
                  <c:v>50.78039137</c:v>
                </c:pt>
                <c:pt idx="1632">
                  <c:v>50.7797699</c:v>
                </c:pt>
                <c:pt idx="1633">
                  <c:v>50.77931213</c:v>
                </c:pt>
                <c:pt idx="1634">
                  <c:v>50.77867126</c:v>
                </c:pt>
                <c:pt idx="1635">
                  <c:v>50.77812195</c:v>
                </c:pt>
                <c:pt idx="1636">
                  <c:v>50.77759824</c:v>
                </c:pt>
                <c:pt idx="1637">
                  <c:v>50.77697754</c:v>
                </c:pt>
                <c:pt idx="1638">
                  <c:v>50.77633667</c:v>
                </c:pt>
                <c:pt idx="1639">
                  <c:v>50.77587891</c:v>
                </c:pt>
                <c:pt idx="1640">
                  <c:v>50.77527062</c:v>
                </c:pt>
                <c:pt idx="1641">
                  <c:v>50.77468872</c:v>
                </c:pt>
                <c:pt idx="1642">
                  <c:v>50.77415337</c:v>
                </c:pt>
                <c:pt idx="1643">
                  <c:v>50.77359474</c:v>
                </c:pt>
                <c:pt idx="1644">
                  <c:v>50.77290344</c:v>
                </c:pt>
                <c:pt idx="1645">
                  <c:v>50.77244568</c:v>
                </c:pt>
                <c:pt idx="1646">
                  <c:v>50.77182576</c:v>
                </c:pt>
                <c:pt idx="1647">
                  <c:v>50.77126713</c:v>
                </c:pt>
                <c:pt idx="1648">
                  <c:v>50.7706154</c:v>
                </c:pt>
                <c:pt idx="1649">
                  <c:v>50.77011108</c:v>
                </c:pt>
                <c:pt idx="1650">
                  <c:v>50.76956177</c:v>
                </c:pt>
                <c:pt idx="1651">
                  <c:v>50.7689209</c:v>
                </c:pt>
                <c:pt idx="1652">
                  <c:v>50.76842744</c:v>
                </c:pt>
                <c:pt idx="1653">
                  <c:v>50.76782227</c:v>
                </c:pt>
                <c:pt idx="1654">
                  <c:v>50.76713562</c:v>
                </c:pt>
                <c:pt idx="1655">
                  <c:v>50.76665846</c:v>
                </c:pt>
                <c:pt idx="1656">
                  <c:v>50.76605328</c:v>
                </c:pt>
                <c:pt idx="1657">
                  <c:v>50.76571655</c:v>
                </c:pt>
                <c:pt idx="1658">
                  <c:v>50.76516724</c:v>
                </c:pt>
                <c:pt idx="1659">
                  <c:v>50.76452637</c:v>
                </c:pt>
                <c:pt idx="1660">
                  <c:v>50.76393127</c:v>
                </c:pt>
                <c:pt idx="1661">
                  <c:v>50.76315308</c:v>
                </c:pt>
                <c:pt idx="1662">
                  <c:v>50.76264954</c:v>
                </c:pt>
                <c:pt idx="1663">
                  <c:v>50.76209634</c:v>
                </c:pt>
                <c:pt idx="1664">
                  <c:v>50.76159668</c:v>
                </c:pt>
                <c:pt idx="1665">
                  <c:v>50.76097909</c:v>
                </c:pt>
                <c:pt idx="1666">
                  <c:v>50.76032736</c:v>
                </c:pt>
                <c:pt idx="1667">
                  <c:v>50.76004028</c:v>
                </c:pt>
                <c:pt idx="1668">
                  <c:v>50.75934976</c:v>
                </c:pt>
                <c:pt idx="1669">
                  <c:v>50.75855837</c:v>
                </c:pt>
                <c:pt idx="1670">
                  <c:v>50.75809285</c:v>
                </c:pt>
                <c:pt idx="1671">
                  <c:v>50.75756836</c:v>
                </c:pt>
                <c:pt idx="1672">
                  <c:v>50.75692749</c:v>
                </c:pt>
                <c:pt idx="1673">
                  <c:v>50.75637817</c:v>
                </c:pt>
                <c:pt idx="1674">
                  <c:v>50.75578308</c:v>
                </c:pt>
                <c:pt idx="1675">
                  <c:v>50.75518799</c:v>
                </c:pt>
                <c:pt idx="1676">
                  <c:v>50.75464798</c:v>
                </c:pt>
                <c:pt idx="1677">
                  <c:v>50.7539978</c:v>
                </c:pt>
                <c:pt idx="1678">
                  <c:v>50.75349426</c:v>
                </c:pt>
                <c:pt idx="1679">
                  <c:v>50.7529721</c:v>
                </c:pt>
                <c:pt idx="1680">
                  <c:v>50.75241347</c:v>
                </c:pt>
                <c:pt idx="1681">
                  <c:v>50.75184631</c:v>
                </c:pt>
                <c:pt idx="1682">
                  <c:v>50.75129622</c:v>
                </c:pt>
                <c:pt idx="1683">
                  <c:v>50.75073759</c:v>
                </c:pt>
                <c:pt idx="1684">
                  <c:v>50.75010681</c:v>
                </c:pt>
                <c:pt idx="1685">
                  <c:v>50.74952724</c:v>
                </c:pt>
                <c:pt idx="1686">
                  <c:v>50.74896861</c:v>
                </c:pt>
                <c:pt idx="1687">
                  <c:v>50.74836343</c:v>
                </c:pt>
                <c:pt idx="1688">
                  <c:v>50.74786377</c:v>
                </c:pt>
                <c:pt idx="1689">
                  <c:v>50.7472229</c:v>
                </c:pt>
                <c:pt idx="1690">
                  <c:v>50.74667358</c:v>
                </c:pt>
                <c:pt idx="1691">
                  <c:v>50.74607849</c:v>
                </c:pt>
                <c:pt idx="1692">
                  <c:v>50.74552374</c:v>
                </c:pt>
                <c:pt idx="1693">
                  <c:v>50.74491856</c:v>
                </c:pt>
                <c:pt idx="1694">
                  <c:v>50.74443054</c:v>
                </c:pt>
                <c:pt idx="1695">
                  <c:v>50.74384786</c:v>
                </c:pt>
                <c:pt idx="1696">
                  <c:v>50.74328924</c:v>
                </c:pt>
                <c:pt idx="1697">
                  <c:v>50.74250793</c:v>
                </c:pt>
                <c:pt idx="1698">
                  <c:v>50.74195862</c:v>
                </c:pt>
                <c:pt idx="1699">
                  <c:v>50.74138059</c:v>
                </c:pt>
                <c:pt idx="1700">
                  <c:v>50.74085999</c:v>
                </c:pt>
                <c:pt idx="1701">
                  <c:v>50.74035645</c:v>
                </c:pt>
                <c:pt idx="1702">
                  <c:v>50.73980713</c:v>
                </c:pt>
                <c:pt idx="1703">
                  <c:v>50.73907471</c:v>
                </c:pt>
                <c:pt idx="1704">
                  <c:v>50.73854091</c:v>
                </c:pt>
                <c:pt idx="1705">
                  <c:v>50.73793573</c:v>
                </c:pt>
                <c:pt idx="1706">
                  <c:v>50.73738098</c:v>
                </c:pt>
                <c:pt idx="1707">
                  <c:v>50.73692322</c:v>
                </c:pt>
                <c:pt idx="1708">
                  <c:v>50.7363739</c:v>
                </c:pt>
                <c:pt idx="1709">
                  <c:v>50.73573303</c:v>
                </c:pt>
                <c:pt idx="1710">
                  <c:v>50.73518915</c:v>
                </c:pt>
                <c:pt idx="1711">
                  <c:v>50.73458862</c:v>
                </c:pt>
                <c:pt idx="1712">
                  <c:v>50.73397879</c:v>
                </c:pt>
                <c:pt idx="1713">
                  <c:v>50.73348999</c:v>
                </c:pt>
                <c:pt idx="1714">
                  <c:v>50.73286154</c:v>
                </c:pt>
                <c:pt idx="1715">
                  <c:v>50.7322098</c:v>
                </c:pt>
                <c:pt idx="1716">
                  <c:v>50.73165118</c:v>
                </c:pt>
                <c:pt idx="1717">
                  <c:v>50.731046</c:v>
                </c:pt>
                <c:pt idx="1718">
                  <c:v>50.73053392</c:v>
                </c:pt>
                <c:pt idx="1719">
                  <c:v>50.7299753</c:v>
                </c:pt>
                <c:pt idx="1720">
                  <c:v>50.72932434</c:v>
                </c:pt>
                <c:pt idx="1721">
                  <c:v>50.72876494</c:v>
                </c:pt>
                <c:pt idx="1722">
                  <c:v>50.72815976</c:v>
                </c:pt>
                <c:pt idx="1723">
                  <c:v>50.72769424</c:v>
                </c:pt>
                <c:pt idx="1724">
                  <c:v>50.72717285</c:v>
                </c:pt>
                <c:pt idx="1725">
                  <c:v>50.7263031</c:v>
                </c:pt>
                <c:pt idx="1726">
                  <c:v>50.72601836</c:v>
                </c:pt>
                <c:pt idx="1727">
                  <c:v>50.72538757</c:v>
                </c:pt>
                <c:pt idx="1728">
                  <c:v>50.72515869</c:v>
                </c:pt>
                <c:pt idx="1729">
                  <c:v>50.72419739</c:v>
                </c:pt>
                <c:pt idx="1730">
                  <c:v>50.72355109</c:v>
                </c:pt>
                <c:pt idx="1731">
                  <c:v>50.72299246</c:v>
                </c:pt>
                <c:pt idx="1732">
                  <c:v>50.72234073</c:v>
                </c:pt>
                <c:pt idx="1733">
                  <c:v>50.72181702</c:v>
                </c:pt>
                <c:pt idx="1734">
                  <c:v>50.72131658</c:v>
                </c:pt>
                <c:pt idx="1735">
                  <c:v>50.72066485</c:v>
                </c:pt>
                <c:pt idx="1736">
                  <c:v>50.72003174</c:v>
                </c:pt>
                <c:pt idx="1737">
                  <c:v>50.71950104</c:v>
                </c:pt>
                <c:pt idx="1738">
                  <c:v>50.71893311</c:v>
                </c:pt>
                <c:pt idx="1739">
                  <c:v>50.71833801</c:v>
                </c:pt>
                <c:pt idx="1740">
                  <c:v>50.71782516</c:v>
                </c:pt>
                <c:pt idx="1741">
                  <c:v>50.71723938</c:v>
                </c:pt>
                <c:pt idx="1742">
                  <c:v>50.71664429</c:v>
                </c:pt>
                <c:pt idx="1743">
                  <c:v>50.71618652</c:v>
                </c:pt>
                <c:pt idx="1744">
                  <c:v>50.71549755</c:v>
                </c:pt>
                <c:pt idx="1745">
                  <c:v>50.71503203</c:v>
                </c:pt>
                <c:pt idx="1746">
                  <c:v>50.71440125</c:v>
                </c:pt>
                <c:pt idx="1747">
                  <c:v>50.71385193</c:v>
                </c:pt>
                <c:pt idx="1748">
                  <c:v>50.71321649</c:v>
                </c:pt>
                <c:pt idx="1749">
                  <c:v>50.71251821</c:v>
                </c:pt>
                <c:pt idx="1750">
                  <c:v>50.71205268</c:v>
                </c:pt>
                <c:pt idx="1751">
                  <c:v>50.71138</c:v>
                </c:pt>
                <c:pt idx="1752">
                  <c:v>50.71070267</c:v>
                </c:pt>
                <c:pt idx="1753">
                  <c:v>50.71018982</c:v>
                </c:pt>
                <c:pt idx="1754">
                  <c:v>50.70963197</c:v>
                </c:pt>
                <c:pt idx="1755">
                  <c:v>50.70895386</c:v>
                </c:pt>
                <c:pt idx="1756">
                  <c:v>50.70840454</c:v>
                </c:pt>
                <c:pt idx="1757">
                  <c:v>50.70781643</c:v>
                </c:pt>
                <c:pt idx="1758">
                  <c:v>50.70721125</c:v>
                </c:pt>
                <c:pt idx="1759">
                  <c:v>50.70671082</c:v>
                </c:pt>
                <c:pt idx="1760">
                  <c:v>50.706094</c:v>
                </c:pt>
                <c:pt idx="1761">
                  <c:v>50.70553537</c:v>
                </c:pt>
                <c:pt idx="1762">
                  <c:v>50.70501709</c:v>
                </c:pt>
                <c:pt idx="1763">
                  <c:v>50.70441812</c:v>
                </c:pt>
                <c:pt idx="1764">
                  <c:v>50.70381294</c:v>
                </c:pt>
                <c:pt idx="1765">
                  <c:v>50.70332336</c:v>
                </c:pt>
                <c:pt idx="1766">
                  <c:v>50.70250948</c:v>
                </c:pt>
                <c:pt idx="1767">
                  <c:v>50.70227671</c:v>
                </c:pt>
                <c:pt idx="1768">
                  <c:v>50.70140076</c:v>
                </c:pt>
                <c:pt idx="1769">
                  <c:v>50.70078704</c:v>
                </c:pt>
                <c:pt idx="1770">
                  <c:v>50.70022842</c:v>
                </c:pt>
                <c:pt idx="1771">
                  <c:v>50.69970703</c:v>
                </c:pt>
                <c:pt idx="1772">
                  <c:v>50.69915771</c:v>
                </c:pt>
                <c:pt idx="1773">
                  <c:v>50.69865417</c:v>
                </c:pt>
                <c:pt idx="1774">
                  <c:v>50.69808701</c:v>
                </c:pt>
                <c:pt idx="1775">
                  <c:v>50.69748183</c:v>
                </c:pt>
                <c:pt idx="1776">
                  <c:v>50.69696045</c:v>
                </c:pt>
                <c:pt idx="1777">
                  <c:v>50.69627148</c:v>
                </c:pt>
                <c:pt idx="1778">
                  <c:v>50.6956663</c:v>
                </c:pt>
                <c:pt idx="1779">
                  <c:v>50.69510767</c:v>
                </c:pt>
                <c:pt idx="1780">
                  <c:v>50.69439697</c:v>
                </c:pt>
                <c:pt idx="1781">
                  <c:v>50.69389731</c:v>
                </c:pt>
                <c:pt idx="1782">
                  <c:v>50.69329213</c:v>
                </c:pt>
                <c:pt idx="1783">
                  <c:v>50.6926404</c:v>
                </c:pt>
                <c:pt idx="1784">
                  <c:v>50.69215393</c:v>
                </c:pt>
                <c:pt idx="1785">
                  <c:v>50.69155884</c:v>
                </c:pt>
                <c:pt idx="1786">
                  <c:v>50.69091797</c:v>
                </c:pt>
                <c:pt idx="1787">
                  <c:v>50.69032288</c:v>
                </c:pt>
                <c:pt idx="1788">
                  <c:v>50.68980072</c:v>
                </c:pt>
                <c:pt idx="1789">
                  <c:v>50.68917847</c:v>
                </c:pt>
                <c:pt idx="1790">
                  <c:v>50.68849182</c:v>
                </c:pt>
                <c:pt idx="1791">
                  <c:v>50.68798518</c:v>
                </c:pt>
                <c:pt idx="1792">
                  <c:v>50.68761276</c:v>
                </c:pt>
                <c:pt idx="1793">
                  <c:v>50.68705413</c:v>
                </c:pt>
                <c:pt idx="1794">
                  <c:v>50.686203</c:v>
                </c:pt>
                <c:pt idx="1795">
                  <c:v>50.68565369</c:v>
                </c:pt>
                <c:pt idx="1796">
                  <c:v>50.68501282</c:v>
                </c:pt>
                <c:pt idx="1797">
                  <c:v>50.68444721</c:v>
                </c:pt>
                <c:pt idx="1798">
                  <c:v>50.68388858</c:v>
                </c:pt>
                <c:pt idx="1799">
                  <c:v>50.6832834</c:v>
                </c:pt>
                <c:pt idx="1800">
                  <c:v>50.68299866</c:v>
                </c:pt>
                <c:pt idx="1801">
                  <c:v>50.68235779</c:v>
                </c:pt>
                <c:pt idx="1802">
                  <c:v>50.6817627</c:v>
                </c:pt>
                <c:pt idx="1803">
                  <c:v>50.68104889</c:v>
                </c:pt>
                <c:pt idx="1804">
                  <c:v>50.6803894</c:v>
                </c:pt>
                <c:pt idx="1805">
                  <c:v>50.67988509</c:v>
                </c:pt>
                <c:pt idx="1806">
                  <c:v>50.67927991</c:v>
                </c:pt>
                <c:pt idx="1807">
                  <c:v>50.67862818</c:v>
                </c:pt>
                <c:pt idx="1808">
                  <c:v>50.67806955</c:v>
                </c:pt>
                <c:pt idx="1809">
                  <c:v>50.67741394</c:v>
                </c:pt>
                <c:pt idx="1810">
                  <c:v>50.67681885</c:v>
                </c:pt>
                <c:pt idx="1811">
                  <c:v>50.67648678</c:v>
                </c:pt>
                <c:pt idx="1812">
                  <c:v>50.67558289</c:v>
                </c:pt>
                <c:pt idx="1813">
                  <c:v>50.67504366</c:v>
                </c:pt>
                <c:pt idx="1814">
                  <c:v>50.67448425</c:v>
                </c:pt>
                <c:pt idx="1815">
                  <c:v>50.67398071</c:v>
                </c:pt>
                <c:pt idx="1816">
                  <c:v>50.6734314</c:v>
                </c:pt>
                <c:pt idx="1817">
                  <c:v>50.67280915</c:v>
                </c:pt>
                <c:pt idx="1818">
                  <c:v>50.67225052</c:v>
                </c:pt>
                <c:pt idx="1819">
                  <c:v>50.67164534</c:v>
                </c:pt>
                <c:pt idx="1820">
                  <c:v>50.67105103</c:v>
                </c:pt>
                <c:pt idx="1821">
                  <c:v>50.67045593</c:v>
                </c:pt>
                <c:pt idx="1822">
                  <c:v>50.66982981</c:v>
                </c:pt>
                <c:pt idx="1823">
                  <c:v>50.66927118</c:v>
                </c:pt>
                <c:pt idx="1824">
                  <c:v>50.66871255</c:v>
                </c:pt>
                <c:pt idx="1825">
                  <c:v>50.66807556</c:v>
                </c:pt>
                <c:pt idx="1826">
                  <c:v>50.66743469</c:v>
                </c:pt>
                <c:pt idx="1827">
                  <c:v>50.66675736</c:v>
                </c:pt>
                <c:pt idx="1828">
                  <c:v>50.6665246</c:v>
                </c:pt>
                <c:pt idx="1829">
                  <c:v>50.66560364</c:v>
                </c:pt>
                <c:pt idx="1830">
                  <c:v>50.66537476</c:v>
                </c:pt>
                <c:pt idx="1831">
                  <c:v>50.66455078</c:v>
                </c:pt>
                <c:pt idx="1832">
                  <c:v>50.66382457</c:v>
                </c:pt>
                <c:pt idx="1833">
                  <c:v>50.66345215</c:v>
                </c:pt>
                <c:pt idx="1834">
                  <c:v>50.66289352</c:v>
                </c:pt>
                <c:pt idx="1835">
                  <c:v>50.66228834</c:v>
                </c:pt>
                <c:pt idx="1836">
                  <c:v>50.66148376</c:v>
                </c:pt>
                <c:pt idx="1837">
                  <c:v>50.66125488</c:v>
                </c:pt>
                <c:pt idx="1838">
                  <c:v>50.66061401</c:v>
                </c:pt>
                <c:pt idx="1839">
                  <c:v>50.65996073</c:v>
                </c:pt>
                <c:pt idx="1840">
                  <c:v>50.65935555</c:v>
                </c:pt>
                <c:pt idx="1841">
                  <c:v>50.65864563</c:v>
                </c:pt>
                <c:pt idx="1842">
                  <c:v>50.65805054</c:v>
                </c:pt>
                <c:pt idx="1843">
                  <c:v>50.65754001</c:v>
                </c:pt>
                <c:pt idx="1844">
                  <c:v>50.65688828</c:v>
                </c:pt>
                <c:pt idx="1845">
                  <c:v>50.65642276</c:v>
                </c:pt>
                <c:pt idx="1846">
                  <c:v>50.65567017</c:v>
                </c:pt>
                <c:pt idx="1847">
                  <c:v>50.65530551</c:v>
                </c:pt>
                <c:pt idx="1848">
                  <c:v>50.65466309</c:v>
                </c:pt>
                <c:pt idx="1849">
                  <c:v>50.65420532</c:v>
                </c:pt>
                <c:pt idx="1850">
                  <c:v>50.65353652</c:v>
                </c:pt>
                <c:pt idx="1851">
                  <c:v>50.65288479</c:v>
                </c:pt>
                <c:pt idx="1852">
                  <c:v>50.65227961</c:v>
                </c:pt>
                <c:pt idx="1853">
                  <c:v>50.65172098</c:v>
                </c:pt>
                <c:pt idx="1854">
                  <c:v>50.65106925</c:v>
                </c:pt>
                <c:pt idx="1855">
                  <c:v>50.65046407</c:v>
                </c:pt>
                <c:pt idx="1856">
                  <c:v>50.64985889</c:v>
                </c:pt>
                <c:pt idx="1857">
                  <c:v>50.64926147</c:v>
                </c:pt>
                <c:pt idx="1858">
                  <c:v>50.64874164</c:v>
                </c:pt>
                <c:pt idx="1859">
                  <c:v>50.64813646</c:v>
                </c:pt>
                <c:pt idx="1860">
                  <c:v>50.64756775</c:v>
                </c:pt>
                <c:pt idx="1861">
                  <c:v>50.64697266</c:v>
                </c:pt>
                <c:pt idx="1862">
                  <c:v>50.64641403</c:v>
                </c:pt>
                <c:pt idx="1863">
                  <c:v>50.6457623</c:v>
                </c:pt>
                <c:pt idx="1864">
                  <c:v>50.64492436</c:v>
                </c:pt>
                <c:pt idx="1865">
                  <c:v>50.6446916</c:v>
                </c:pt>
                <c:pt idx="1866">
                  <c:v>50.64399719</c:v>
                </c:pt>
                <c:pt idx="1867">
                  <c:v>50.64349365</c:v>
                </c:pt>
                <c:pt idx="1868">
                  <c:v>50.64276123</c:v>
                </c:pt>
                <c:pt idx="1869">
                  <c:v>50.64199157</c:v>
                </c:pt>
                <c:pt idx="1870">
                  <c:v>50.6416626</c:v>
                </c:pt>
                <c:pt idx="1871">
                  <c:v>50.64097595</c:v>
                </c:pt>
                <c:pt idx="1872">
                  <c:v>50.64026913</c:v>
                </c:pt>
                <c:pt idx="1873">
                  <c:v>50.63969421</c:v>
                </c:pt>
                <c:pt idx="1874">
                  <c:v>50.63909912</c:v>
                </c:pt>
                <c:pt idx="1875">
                  <c:v>50.63845825</c:v>
                </c:pt>
                <c:pt idx="1876">
                  <c:v>50.63794152</c:v>
                </c:pt>
                <c:pt idx="1877">
                  <c:v>50.63726807</c:v>
                </c:pt>
                <c:pt idx="1878">
                  <c:v>50.63696393</c:v>
                </c:pt>
                <c:pt idx="1879">
                  <c:v>50.63631219</c:v>
                </c:pt>
                <c:pt idx="1880">
                  <c:v>50.63566589</c:v>
                </c:pt>
                <c:pt idx="1881">
                  <c:v>50.63514839</c:v>
                </c:pt>
                <c:pt idx="1882">
                  <c:v>50.63442993</c:v>
                </c:pt>
                <c:pt idx="1883">
                  <c:v>50.63383484</c:v>
                </c:pt>
                <c:pt idx="1884">
                  <c:v>50.63319397</c:v>
                </c:pt>
                <c:pt idx="1885">
                  <c:v>50.63254146</c:v>
                </c:pt>
                <c:pt idx="1886">
                  <c:v>50.63207594</c:v>
                </c:pt>
                <c:pt idx="1887">
                  <c:v>50.63140869</c:v>
                </c:pt>
                <c:pt idx="1888">
                  <c:v>50.63076782</c:v>
                </c:pt>
                <c:pt idx="1889">
                  <c:v>50.63017273</c:v>
                </c:pt>
                <c:pt idx="1890">
                  <c:v>50.62965522</c:v>
                </c:pt>
                <c:pt idx="1891">
                  <c:v>50.62895694</c:v>
                </c:pt>
                <c:pt idx="1892">
                  <c:v>50.62843323</c:v>
                </c:pt>
                <c:pt idx="1893">
                  <c:v>50.62783813</c:v>
                </c:pt>
                <c:pt idx="1894">
                  <c:v>50.62732761</c:v>
                </c:pt>
                <c:pt idx="1895">
                  <c:v>50.6267395</c:v>
                </c:pt>
                <c:pt idx="1896">
                  <c:v>50.62621036</c:v>
                </c:pt>
                <c:pt idx="1897">
                  <c:v>50.62555863</c:v>
                </c:pt>
                <c:pt idx="1898">
                  <c:v>50.625</c:v>
                </c:pt>
                <c:pt idx="1899">
                  <c:v>50.62448793</c:v>
                </c:pt>
                <c:pt idx="1900">
                  <c:v>50.62378964</c:v>
                </c:pt>
                <c:pt idx="1901">
                  <c:v>50.6232605</c:v>
                </c:pt>
                <c:pt idx="1902">
                  <c:v>50.62271894</c:v>
                </c:pt>
                <c:pt idx="1903">
                  <c:v>50.62202454</c:v>
                </c:pt>
                <c:pt idx="1904">
                  <c:v>50.62142944</c:v>
                </c:pt>
                <c:pt idx="1905">
                  <c:v>50.62067064</c:v>
                </c:pt>
                <c:pt idx="1906">
                  <c:v>50.62034478</c:v>
                </c:pt>
                <c:pt idx="1907">
                  <c:v>50.61946106</c:v>
                </c:pt>
                <c:pt idx="1908">
                  <c:v>50.61886597</c:v>
                </c:pt>
                <c:pt idx="1909">
                  <c:v>50.6182251</c:v>
                </c:pt>
                <c:pt idx="1910">
                  <c:v>50.6176913</c:v>
                </c:pt>
                <c:pt idx="1911">
                  <c:v>50.61712646</c:v>
                </c:pt>
                <c:pt idx="1912">
                  <c:v>50.61652749</c:v>
                </c:pt>
                <c:pt idx="1913">
                  <c:v>50.61598206</c:v>
                </c:pt>
                <c:pt idx="1914">
                  <c:v>50.61545679</c:v>
                </c:pt>
                <c:pt idx="1915">
                  <c:v>50.61480506</c:v>
                </c:pt>
                <c:pt idx="1916">
                  <c:v>50.614151</c:v>
                </c:pt>
                <c:pt idx="1917">
                  <c:v>50.61378479</c:v>
                </c:pt>
                <c:pt idx="1918">
                  <c:v>50.61247745</c:v>
                </c:pt>
                <c:pt idx="1919">
                  <c:v>50.61195374</c:v>
                </c:pt>
                <c:pt idx="1920">
                  <c:v>50.61135864</c:v>
                </c:pt>
                <c:pt idx="1921">
                  <c:v>50.61044312</c:v>
                </c:pt>
                <c:pt idx="1922">
                  <c:v>50.60991707</c:v>
                </c:pt>
                <c:pt idx="1923">
                  <c:v>50.60939026</c:v>
                </c:pt>
                <c:pt idx="1924">
                  <c:v>50.60866016</c:v>
                </c:pt>
                <c:pt idx="1925">
                  <c:v>50.60838318</c:v>
                </c:pt>
                <c:pt idx="1926">
                  <c:v>50.6075592</c:v>
                </c:pt>
                <c:pt idx="1927">
                  <c:v>50.60700989</c:v>
                </c:pt>
                <c:pt idx="1928">
                  <c:v>50.60647221</c:v>
                </c:pt>
                <c:pt idx="1929">
                  <c:v>50.60572737</c:v>
                </c:pt>
                <c:pt idx="1930">
                  <c:v>50.60522461</c:v>
                </c:pt>
                <c:pt idx="1931">
                  <c:v>50.60453796</c:v>
                </c:pt>
                <c:pt idx="1932">
                  <c:v>50.60400494</c:v>
                </c:pt>
                <c:pt idx="1933">
                  <c:v>50.60339976</c:v>
                </c:pt>
                <c:pt idx="1934">
                  <c:v>50.60274803</c:v>
                </c:pt>
                <c:pt idx="1935">
                  <c:v>50.60224915</c:v>
                </c:pt>
                <c:pt idx="1936">
                  <c:v>50.60167733</c:v>
                </c:pt>
                <c:pt idx="1937">
                  <c:v>50.60101318</c:v>
                </c:pt>
                <c:pt idx="1938">
                  <c:v>50.60037231</c:v>
                </c:pt>
                <c:pt idx="1939">
                  <c:v>50.59991455</c:v>
                </c:pt>
                <c:pt idx="1940">
                  <c:v>50.59934972</c:v>
                </c:pt>
                <c:pt idx="1941">
                  <c:v>50.59881592</c:v>
                </c:pt>
                <c:pt idx="1942">
                  <c:v>50.59817505</c:v>
                </c:pt>
                <c:pt idx="1943">
                  <c:v>50.59739452</c:v>
                </c:pt>
                <c:pt idx="1944">
                  <c:v>50.59678934</c:v>
                </c:pt>
                <c:pt idx="1945">
                  <c:v>50.59613761</c:v>
                </c:pt>
                <c:pt idx="1946">
                  <c:v>50.59584045</c:v>
                </c:pt>
                <c:pt idx="1947">
                  <c:v>50.59524536</c:v>
                </c:pt>
                <c:pt idx="1948">
                  <c:v>50.59460139</c:v>
                </c:pt>
                <c:pt idx="1949">
                  <c:v>50.59396362</c:v>
                </c:pt>
                <c:pt idx="1950">
                  <c:v>50.59336853</c:v>
                </c:pt>
                <c:pt idx="1951">
                  <c:v>50.59277344</c:v>
                </c:pt>
                <c:pt idx="1952">
                  <c:v>50.59218067</c:v>
                </c:pt>
                <c:pt idx="1953">
                  <c:v>50.59162903</c:v>
                </c:pt>
                <c:pt idx="1954">
                  <c:v>50.59073755</c:v>
                </c:pt>
                <c:pt idx="1955">
                  <c:v>50.59022548</c:v>
                </c:pt>
                <c:pt idx="1956">
                  <c:v>50.5896203</c:v>
                </c:pt>
                <c:pt idx="1957">
                  <c:v>50.58906555</c:v>
                </c:pt>
                <c:pt idx="1958">
                  <c:v>50.58842468</c:v>
                </c:pt>
                <c:pt idx="1959">
                  <c:v>50.58792114</c:v>
                </c:pt>
                <c:pt idx="1960">
                  <c:v>50.58724614</c:v>
                </c:pt>
                <c:pt idx="1961">
                  <c:v>50.58673406</c:v>
                </c:pt>
                <c:pt idx="1962">
                  <c:v>50.58604431</c:v>
                </c:pt>
                <c:pt idx="1963">
                  <c:v>50.5855237</c:v>
                </c:pt>
                <c:pt idx="1964">
                  <c:v>50.58494568</c:v>
                </c:pt>
                <c:pt idx="1965">
                  <c:v>50.58426679</c:v>
                </c:pt>
                <c:pt idx="1966">
                  <c:v>50.58361816</c:v>
                </c:pt>
                <c:pt idx="1967">
                  <c:v>50.58306885</c:v>
                </c:pt>
                <c:pt idx="1968">
                  <c:v>50.58247375</c:v>
                </c:pt>
                <c:pt idx="1969">
                  <c:v>50.58187866</c:v>
                </c:pt>
                <c:pt idx="1970">
                  <c:v>50.581334</c:v>
                </c:pt>
                <c:pt idx="1971">
                  <c:v>50.58072882</c:v>
                </c:pt>
                <c:pt idx="1972">
                  <c:v>50.58007709</c:v>
                </c:pt>
                <c:pt idx="1973">
                  <c:v>50.57954407</c:v>
                </c:pt>
                <c:pt idx="1974">
                  <c:v>50.57885742</c:v>
                </c:pt>
                <c:pt idx="1975">
                  <c:v>50.57839966</c:v>
                </c:pt>
                <c:pt idx="1976">
                  <c:v>50.57784258</c:v>
                </c:pt>
                <c:pt idx="1977">
                  <c:v>50.5772374</c:v>
                </c:pt>
                <c:pt idx="1978">
                  <c:v>50.57666016</c:v>
                </c:pt>
                <c:pt idx="1979">
                  <c:v>50.57583618</c:v>
                </c:pt>
                <c:pt idx="1980">
                  <c:v>50.57519531</c:v>
                </c:pt>
                <c:pt idx="1981">
                  <c:v>50.57478333</c:v>
                </c:pt>
                <c:pt idx="1982">
                  <c:v>50.57395935</c:v>
                </c:pt>
                <c:pt idx="1983">
                  <c:v>50.57365288</c:v>
                </c:pt>
                <c:pt idx="1984">
                  <c:v>50.57276839</c:v>
                </c:pt>
                <c:pt idx="1985">
                  <c:v>50.57230287</c:v>
                </c:pt>
                <c:pt idx="1986">
                  <c:v>50.57176208</c:v>
                </c:pt>
                <c:pt idx="1987">
                  <c:v>50.57113906</c:v>
                </c:pt>
                <c:pt idx="1988">
                  <c:v>50.57061768</c:v>
                </c:pt>
                <c:pt idx="1989">
                  <c:v>50.57006836</c:v>
                </c:pt>
                <c:pt idx="1990">
                  <c:v>50.56933594</c:v>
                </c:pt>
                <c:pt idx="1991">
                  <c:v>50.56887817</c:v>
                </c:pt>
                <c:pt idx="1992">
                  <c:v>50.56828308</c:v>
                </c:pt>
                <c:pt idx="1993">
                  <c:v>50.56736833</c:v>
                </c:pt>
                <c:pt idx="1994">
                  <c:v>50.56677246</c:v>
                </c:pt>
                <c:pt idx="1995">
                  <c:v>50.56640625</c:v>
                </c:pt>
                <c:pt idx="1996">
                  <c:v>50.56581116</c:v>
                </c:pt>
                <c:pt idx="1997">
                  <c:v>50.56517029</c:v>
                </c:pt>
                <c:pt idx="1998">
                  <c:v>50.5645752</c:v>
                </c:pt>
                <c:pt idx="1999">
                  <c:v>50.56370544</c:v>
                </c:pt>
                <c:pt idx="2000">
                  <c:v>50.56215448</c:v>
                </c:pt>
                <c:pt idx="2001">
                  <c:v>50.56150275</c:v>
                </c:pt>
                <c:pt idx="2002">
                  <c:v>50.56089757</c:v>
                </c:pt>
                <c:pt idx="2003">
                  <c:v>50.56043205</c:v>
                </c:pt>
                <c:pt idx="2004">
                  <c:v>50.56008911</c:v>
                </c:pt>
                <c:pt idx="2005">
                  <c:v>50.55862427</c:v>
                </c:pt>
                <c:pt idx="2006">
                  <c:v>50.55805788</c:v>
                </c:pt>
                <c:pt idx="2007">
                  <c:v>50.55740615</c:v>
                </c:pt>
                <c:pt idx="2008">
                  <c:v>50.55680097</c:v>
                </c:pt>
                <c:pt idx="2009">
                  <c:v>50.5562439</c:v>
                </c:pt>
                <c:pt idx="2010">
                  <c:v>50.55560303</c:v>
                </c:pt>
                <c:pt idx="2011">
                  <c:v>50.55500793</c:v>
                </c:pt>
                <c:pt idx="2012">
                  <c:v>50.55470612</c:v>
                </c:pt>
                <c:pt idx="2013">
                  <c:v>50.5537262</c:v>
                </c:pt>
                <c:pt idx="2014">
                  <c:v>50.55321645</c:v>
                </c:pt>
                <c:pt idx="2015">
                  <c:v>50.55267334</c:v>
                </c:pt>
                <c:pt idx="2016">
                  <c:v>50.55207825</c:v>
                </c:pt>
                <c:pt idx="2017">
                  <c:v>50.55060952</c:v>
                </c:pt>
                <c:pt idx="2018">
                  <c:v>50.55006409</c:v>
                </c:pt>
                <c:pt idx="2019">
                  <c:v>50.54935261</c:v>
                </c:pt>
                <c:pt idx="2020">
                  <c:v>50.54818726</c:v>
                </c:pt>
                <c:pt idx="2021">
                  <c:v>50.54758363</c:v>
                </c:pt>
                <c:pt idx="2022">
                  <c:v>50.54609396</c:v>
                </c:pt>
                <c:pt idx="2023">
                  <c:v>50.54046114</c:v>
                </c:pt>
                <c:pt idx="2024">
                  <c:v>50.53971863</c:v>
                </c:pt>
                <c:pt idx="2025">
                  <c:v>50.53912354</c:v>
                </c:pt>
                <c:pt idx="2026">
                  <c:v>50.53889465</c:v>
                </c:pt>
                <c:pt idx="2027">
                  <c:v>50.53790076</c:v>
                </c:pt>
                <c:pt idx="2028">
                  <c:v>50.53761292</c:v>
                </c:pt>
                <c:pt idx="2029">
                  <c:v>50.53701782</c:v>
                </c:pt>
                <c:pt idx="2030">
                  <c:v>50.53633118</c:v>
                </c:pt>
                <c:pt idx="2031">
                  <c:v>50.53573608</c:v>
                </c:pt>
                <c:pt idx="2032">
                  <c:v>50.53514099</c:v>
                </c:pt>
                <c:pt idx="2033">
                  <c:v>50.534549</c:v>
                </c:pt>
                <c:pt idx="2034">
                  <c:v>50.53394382</c:v>
                </c:pt>
                <c:pt idx="2035">
                  <c:v>50.53310588</c:v>
                </c:pt>
                <c:pt idx="2036">
                  <c:v>50.53287312</c:v>
                </c:pt>
                <c:pt idx="2037">
                  <c:v>50.53189087</c:v>
                </c:pt>
                <c:pt idx="2038">
                  <c:v>50.53138733</c:v>
                </c:pt>
                <c:pt idx="2039">
                  <c:v>50.53079224</c:v>
                </c:pt>
                <c:pt idx="2040">
                  <c:v>50.53021964</c:v>
                </c:pt>
                <c:pt idx="2041">
                  <c:v>50.52970757</c:v>
                </c:pt>
                <c:pt idx="2042">
                  <c:v>50.52910239</c:v>
                </c:pt>
                <c:pt idx="2043">
                  <c:v>50.52832031</c:v>
                </c:pt>
                <c:pt idx="2044">
                  <c:v>50.52767944</c:v>
                </c:pt>
                <c:pt idx="2045">
                  <c:v>50.52731323</c:v>
                </c:pt>
                <c:pt idx="2046">
                  <c:v>50.52680969</c:v>
                </c:pt>
                <c:pt idx="2047">
                  <c:v>50.52584373</c:v>
                </c:pt>
                <c:pt idx="2048">
                  <c:v>50.52529907</c:v>
                </c:pt>
                <c:pt idx="2049">
                  <c:v>50.52484131</c:v>
                </c:pt>
                <c:pt idx="2050">
                  <c:v>50.5241213</c:v>
                </c:pt>
                <c:pt idx="2051">
                  <c:v>50.52355957</c:v>
                </c:pt>
                <c:pt idx="2052">
                  <c:v>50.52291094</c:v>
                </c:pt>
                <c:pt idx="2053">
                  <c:v>50.52255249</c:v>
                </c:pt>
                <c:pt idx="2054">
                  <c:v>50.52168274</c:v>
                </c:pt>
                <c:pt idx="2055">
                  <c:v>50.5210023</c:v>
                </c:pt>
                <c:pt idx="2056">
                  <c:v>50.52072299</c:v>
                </c:pt>
                <c:pt idx="2057">
                  <c:v>50.51988505</c:v>
                </c:pt>
                <c:pt idx="2058">
                  <c:v>50.51921082</c:v>
                </c:pt>
                <c:pt idx="2059">
                  <c:v>50.51867469</c:v>
                </c:pt>
                <c:pt idx="2060">
                  <c:v>50.51806641</c:v>
                </c:pt>
                <c:pt idx="2061">
                  <c:v>50.51747131</c:v>
                </c:pt>
                <c:pt idx="2062">
                  <c:v>50.51676605</c:v>
                </c:pt>
                <c:pt idx="2063">
                  <c:v>50.51623535</c:v>
                </c:pt>
                <c:pt idx="2064">
                  <c:v>50.51582336</c:v>
                </c:pt>
                <c:pt idx="2065">
                  <c:v>50.51522827</c:v>
                </c:pt>
                <c:pt idx="2066">
                  <c:v>50.51462464</c:v>
                </c:pt>
                <c:pt idx="2067">
                  <c:v>50.51411257</c:v>
                </c:pt>
                <c:pt idx="2068">
                  <c:v>50.51327463</c:v>
                </c:pt>
                <c:pt idx="2069">
                  <c:v>50.51266479</c:v>
                </c:pt>
                <c:pt idx="2070">
                  <c:v>50.5120697</c:v>
                </c:pt>
                <c:pt idx="2071">
                  <c:v>50.51150564</c:v>
                </c:pt>
                <c:pt idx="2072">
                  <c:v>50.51092529</c:v>
                </c:pt>
                <c:pt idx="2073">
                  <c:v>50.51024873</c:v>
                </c:pt>
                <c:pt idx="2074">
                  <c:v>50.50968933</c:v>
                </c:pt>
                <c:pt idx="2075">
                  <c:v>50.50909424</c:v>
                </c:pt>
                <c:pt idx="2076">
                  <c:v>50.50845337</c:v>
                </c:pt>
                <c:pt idx="2077">
                  <c:v>50.5078125</c:v>
                </c:pt>
                <c:pt idx="2078">
                  <c:v>50.50735474</c:v>
                </c:pt>
                <c:pt idx="2079">
                  <c:v>50.50675732</c:v>
                </c:pt>
                <c:pt idx="2080">
                  <c:v>50.50615214</c:v>
                </c:pt>
                <c:pt idx="2081">
                  <c:v>50.50556946</c:v>
                </c:pt>
                <c:pt idx="2082">
                  <c:v>50.50484867</c:v>
                </c:pt>
                <c:pt idx="2083">
                  <c:v>50.50405884</c:v>
                </c:pt>
                <c:pt idx="2084">
                  <c:v>50.50377797</c:v>
                </c:pt>
                <c:pt idx="2085">
                  <c:v>50.50312624</c:v>
                </c:pt>
                <c:pt idx="2086">
                  <c:v>50.50224175</c:v>
                </c:pt>
                <c:pt idx="2087">
                  <c:v>50.50195313</c:v>
                </c:pt>
                <c:pt idx="2088">
                  <c:v>50.5012176</c:v>
                </c:pt>
                <c:pt idx="2089">
                  <c:v>50.50057983</c:v>
                </c:pt>
                <c:pt idx="2090">
                  <c:v>50.50000724</c:v>
                </c:pt>
                <c:pt idx="2091">
                  <c:v>50.49940206</c:v>
                </c:pt>
                <c:pt idx="2092">
                  <c:v>50.498703</c:v>
                </c:pt>
                <c:pt idx="2093">
                  <c:v>50.49814515</c:v>
                </c:pt>
                <c:pt idx="2094">
                  <c:v>50.49753997</c:v>
                </c:pt>
                <c:pt idx="2095">
                  <c:v>50.49688824</c:v>
                </c:pt>
                <c:pt idx="2096">
                  <c:v>50.49651582</c:v>
                </c:pt>
                <c:pt idx="2097">
                  <c:v>50.49586487</c:v>
                </c:pt>
                <c:pt idx="2098">
                  <c:v>50.49525891</c:v>
                </c:pt>
                <c:pt idx="2099">
                  <c:v>50.49465373</c:v>
                </c:pt>
                <c:pt idx="2100">
                  <c:v>50.49404856</c:v>
                </c:pt>
                <c:pt idx="2101">
                  <c:v>50.49353027</c:v>
                </c:pt>
                <c:pt idx="2102">
                  <c:v>50.49284363</c:v>
                </c:pt>
                <c:pt idx="2103">
                  <c:v>50.49224854</c:v>
                </c:pt>
                <c:pt idx="2104">
                  <c:v>50.49167439</c:v>
                </c:pt>
                <c:pt idx="2105">
                  <c:v>50.49110413</c:v>
                </c:pt>
                <c:pt idx="2106">
                  <c:v>50.4903717</c:v>
                </c:pt>
                <c:pt idx="2107">
                  <c:v>50.48973083</c:v>
                </c:pt>
                <c:pt idx="2108">
                  <c:v>50.48913574</c:v>
                </c:pt>
                <c:pt idx="2109">
                  <c:v>50.48860194</c:v>
                </c:pt>
                <c:pt idx="2110">
                  <c:v>50.487854</c:v>
                </c:pt>
                <c:pt idx="2111">
                  <c:v>50.48720538</c:v>
                </c:pt>
                <c:pt idx="2112">
                  <c:v>50.48666382</c:v>
                </c:pt>
                <c:pt idx="2113">
                  <c:v>50.48629761</c:v>
                </c:pt>
                <c:pt idx="2114">
                  <c:v>50.48561096</c:v>
                </c:pt>
                <c:pt idx="2115">
                  <c:v>50.48506397</c:v>
                </c:pt>
                <c:pt idx="2116">
                  <c:v>50.48417948</c:v>
                </c:pt>
                <c:pt idx="2117">
                  <c:v>50.48366741</c:v>
                </c:pt>
                <c:pt idx="2118">
                  <c:v>50.48313904</c:v>
                </c:pt>
                <c:pt idx="2119">
                  <c:v>50.48245239</c:v>
                </c:pt>
                <c:pt idx="2120">
                  <c:v>50.48180532</c:v>
                </c:pt>
                <c:pt idx="2121">
                  <c:v>50.48149109</c:v>
                </c:pt>
                <c:pt idx="2122">
                  <c:v>50.48080444</c:v>
                </c:pt>
                <c:pt idx="2123">
                  <c:v>50.48020935</c:v>
                </c:pt>
                <c:pt idx="2124">
                  <c:v>50.47952426</c:v>
                </c:pt>
                <c:pt idx="2125">
                  <c:v>50.47892761</c:v>
                </c:pt>
                <c:pt idx="2126">
                  <c:v>50.47836045</c:v>
                </c:pt>
                <c:pt idx="2127">
                  <c:v>50.47746277</c:v>
                </c:pt>
                <c:pt idx="2128">
                  <c:v>50.47691345</c:v>
                </c:pt>
                <c:pt idx="2129">
                  <c:v>50.47567749</c:v>
                </c:pt>
                <c:pt idx="2130">
                  <c:v>50.47533456</c:v>
                </c:pt>
                <c:pt idx="2131">
                  <c:v>50.47467041</c:v>
                </c:pt>
                <c:pt idx="2132">
                  <c:v>50.47407764</c:v>
                </c:pt>
                <c:pt idx="2133">
                  <c:v>50.47342591</c:v>
                </c:pt>
                <c:pt idx="2134">
                  <c:v>50.4727478</c:v>
                </c:pt>
                <c:pt idx="2135">
                  <c:v>50.47224426</c:v>
                </c:pt>
                <c:pt idx="2136">
                  <c:v>50.47155762</c:v>
                </c:pt>
                <c:pt idx="2137">
                  <c:v>50.47096252</c:v>
                </c:pt>
                <c:pt idx="2138">
                  <c:v>50.47036743</c:v>
                </c:pt>
                <c:pt idx="2139">
                  <c:v>50.46974829</c:v>
                </c:pt>
                <c:pt idx="2140">
                  <c:v>50.46903992</c:v>
                </c:pt>
                <c:pt idx="2141">
                  <c:v>50.46825862</c:v>
                </c:pt>
                <c:pt idx="2142">
                  <c:v>50.46762085</c:v>
                </c:pt>
                <c:pt idx="2143">
                  <c:v>50.46732757</c:v>
                </c:pt>
                <c:pt idx="2144">
                  <c:v>50.46665955</c:v>
                </c:pt>
                <c:pt idx="2145">
                  <c:v>50.46615601</c:v>
                </c:pt>
                <c:pt idx="2146">
                  <c:v>50.46541893</c:v>
                </c:pt>
                <c:pt idx="2147">
                  <c:v>50.46482849</c:v>
                </c:pt>
                <c:pt idx="2148">
                  <c:v>50.46395874</c:v>
                </c:pt>
                <c:pt idx="2149">
                  <c:v>50.46331787</c:v>
                </c:pt>
                <c:pt idx="2150">
                  <c:v>50.46299821</c:v>
                </c:pt>
                <c:pt idx="2151">
                  <c:v>50.46108957</c:v>
                </c:pt>
                <c:pt idx="2152">
                  <c:v>50.46043784</c:v>
                </c:pt>
                <c:pt idx="2153">
                  <c:v>50.45983266</c:v>
                </c:pt>
                <c:pt idx="2154">
                  <c:v>50.4595999</c:v>
                </c:pt>
                <c:pt idx="2155">
                  <c:v>50.45860291</c:v>
                </c:pt>
                <c:pt idx="2156">
                  <c:v>50.45796204</c:v>
                </c:pt>
                <c:pt idx="2157">
                  <c:v>50.45732117</c:v>
                </c:pt>
                <c:pt idx="2158">
                  <c:v>50.45663452</c:v>
                </c:pt>
                <c:pt idx="2159">
                  <c:v>50.45603943</c:v>
                </c:pt>
                <c:pt idx="2160">
                  <c:v>50.45522399</c:v>
                </c:pt>
                <c:pt idx="2161">
                  <c:v>50.45471191</c:v>
                </c:pt>
                <c:pt idx="2162">
                  <c:v>50.4543457</c:v>
                </c:pt>
                <c:pt idx="2163">
                  <c:v>50.45303603</c:v>
                </c:pt>
                <c:pt idx="2164">
                  <c:v>50.45100403</c:v>
                </c:pt>
                <c:pt idx="2165">
                  <c:v>50.44977738</c:v>
                </c:pt>
                <c:pt idx="2166">
                  <c:v>50.44912565</c:v>
                </c:pt>
                <c:pt idx="2167">
                  <c:v>50.44857788</c:v>
                </c:pt>
                <c:pt idx="2168">
                  <c:v>50.44782218</c:v>
                </c:pt>
                <c:pt idx="2169">
                  <c:v>50.44725037</c:v>
                </c:pt>
                <c:pt idx="2170">
                  <c:v>50.4466095</c:v>
                </c:pt>
                <c:pt idx="2171">
                  <c:v>50.44606018</c:v>
                </c:pt>
                <c:pt idx="2172">
                  <c:v>50.44528198</c:v>
                </c:pt>
                <c:pt idx="2173">
                  <c:v>50.44468689</c:v>
                </c:pt>
                <c:pt idx="2174">
                  <c:v>50.444098</c:v>
                </c:pt>
                <c:pt idx="2175">
                  <c:v>50.44339972</c:v>
                </c:pt>
                <c:pt idx="2176">
                  <c:v>50.44285583</c:v>
                </c:pt>
                <c:pt idx="2177">
                  <c:v>50.44214281</c:v>
                </c:pt>
                <c:pt idx="2178">
                  <c:v>50.4417572</c:v>
                </c:pt>
                <c:pt idx="2179">
                  <c:v>50.44083935</c:v>
                </c:pt>
                <c:pt idx="2180">
                  <c:v>50.44024658</c:v>
                </c:pt>
                <c:pt idx="2181">
                  <c:v>50.43948933</c:v>
                </c:pt>
                <c:pt idx="2182">
                  <c:v>50.43896484</c:v>
                </c:pt>
                <c:pt idx="2183">
                  <c:v>50.43865139</c:v>
                </c:pt>
                <c:pt idx="2184">
                  <c:v>50.4376738</c:v>
                </c:pt>
                <c:pt idx="2185">
                  <c:v>50.43713379</c:v>
                </c:pt>
                <c:pt idx="2186">
                  <c:v>50.43013</c:v>
                </c:pt>
                <c:pt idx="2187">
                  <c:v>50.42514038</c:v>
                </c:pt>
                <c:pt idx="2188">
                  <c:v>50.42449951</c:v>
                </c:pt>
                <c:pt idx="2189">
                  <c:v>50.42384778</c:v>
                </c:pt>
                <c:pt idx="2190">
                  <c:v>50.42330933</c:v>
                </c:pt>
                <c:pt idx="2191">
                  <c:v>50.42254432</c:v>
                </c:pt>
                <c:pt idx="2192">
                  <c:v>50.42193604</c:v>
                </c:pt>
                <c:pt idx="2193">
                  <c:v>50.42124086</c:v>
                </c:pt>
                <c:pt idx="2194">
                  <c:v>50.42054257</c:v>
                </c:pt>
                <c:pt idx="2195">
                  <c:v>50.41989084</c:v>
                </c:pt>
                <c:pt idx="2196">
                  <c:v>50.41932678</c:v>
                </c:pt>
                <c:pt idx="2197">
                  <c:v>50.41854083</c:v>
                </c:pt>
                <c:pt idx="2198">
                  <c:v>50.41795349</c:v>
                </c:pt>
                <c:pt idx="2199">
                  <c:v>50.41737702</c:v>
                </c:pt>
                <c:pt idx="2200">
                  <c:v>50.41680908</c:v>
                </c:pt>
                <c:pt idx="2201">
                  <c:v>50.416027</c:v>
                </c:pt>
                <c:pt idx="2202">
                  <c:v>50.41543579</c:v>
                </c:pt>
                <c:pt idx="2203">
                  <c:v>50.4148632</c:v>
                </c:pt>
                <c:pt idx="2204">
                  <c:v>50.41416491</c:v>
                </c:pt>
                <c:pt idx="2205">
                  <c:v>50.41360474</c:v>
                </c:pt>
                <c:pt idx="2206">
                  <c:v>50.41286145</c:v>
                </c:pt>
                <c:pt idx="2207">
                  <c:v>50.41216317</c:v>
                </c:pt>
                <c:pt idx="2208">
                  <c:v>50.41151144</c:v>
                </c:pt>
                <c:pt idx="2209">
                  <c:v>50.41117859</c:v>
                </c:pt>
                <c:pt idx="2210">
                  <c:v>50.41044074</c:v>
                </c:pt>
                <c:pt idx="2211">
                  <c:v>50.40957642</c:v>
                </c:pt>
                <c:pt idx="2212">
                  <c:v>50.40893555</c:v>
                </c:pt>
                <c:pt idx="2213">
                  <c:v>50.40820313</c:v>
                </c:pt>
                <c:pt idx="2214">
                  <c:v>50.40756226</c:v>
                </c:pt>
                <c:pt idx="2215">
                  <c:v>50.40722863</c:v>
                </c:pt>
                <c:pt idx="2216">
                  <c:v>50.40634414</c:v>
                </c:pt>
                <c:pt idx="2217">
                  <c:v>50.40587862</c:v>
                </c:pt>
                <c:pt idx="2218">
                  <c:v>50.40531921</c:v>
                </c:pt>
                <c:pt idx="2219">
                  <c:v>50.40440369</c:v>
                </c:pt>
                <c:pt idx="2220">
                  <c:v>50.40373721</c:v>
                </c:pt>
                <c:pt idx="2221">
                  <c:v>50.40316772</c:v>
                </c:pt>
                <c:pt idx="2222">
                  <c:v>50.40243375</c:v>
                </c:pt>
                <c:pt idx="2223">
                  <c:v>50.40178202</c:v>
                </c:pt>
                <c:pt idx="2224">
                  <c:v>50.40115356</c:v>
                </c:pt>
                <c:pt idx="2225">
                  <c:v>50.4005127</c:v>
                </c:pt>
                <c:pt idx="2226">
                  <c:v>50.40010071</c:v>
                </c:pt>
                <c:pt idx="2227">
                  <c:v>50.39941406</c:v>
                </c:pt>
                <c:pt idx="2228">
                  <c:v>50.39877319</c:v>
                </c:pt>
                <c:pt idx="2229">
                  <c:v>50.39805784</c:v>
                </c:pt>
                <c:pt idx="2230">
                  <c:v>50.39735956</c:v>
                </c:pt>
                <c:pt idx="2231">
                  <c:v>50.39675903</c:v>
                </c:pt>
                <c:pt idx="2232">
                  <c:v>50.39611816</c:v>
                </c:pt>
                <c:pt idx="2233">
                  <c:v>50.39538574</c:v>
                </c:pt>
                <c:pt idx="2234">
                  <c:v>50.39474487</c:v>
                </c:pt>
                <c:pt idx="2235">
                  <c:v>50.394104</c:v>
                </c:pt>
                <c:pt idx="2236">
                  <c:v>50.39349572</c:v>
                </c:pt>
                <c:pt idx="2237">
                  <c:v>50.39291382</c:v>
                </c:pt>
                <c:pt idx="2238">
                  <c:v>50.39227295</c:v>
                </c:pt>
                <c:pt idx="2239">
                  <c:v>50.39163208</c:v>
                </c:pt>
                <c:pt idx="2240">
                  <c:v>50.39103699</c:v>
                </c:pt>
                <c:pt idx="2241">
                  <c:v>50.39039612</c:v>
                </c:pt>
                <c:pt idx="2242">
                  <c:v>50.38975525</c:v>
                </c:pt>
                <c:pt idx="2243">
                  <c:v>50.3890686</c:v>
                </c:pt>
                <c:pt idx="2244">
                  <c:v>50.38842773</c:v>
                </c:pt>
                <c:pt idx="2245">
                  <c:v>50.38778687</c:v>
                </c:pt>
                <c:pt idx="2246">
                  <c:v>50.38716462</c:v>
                </c:pt>
                <c:pt idx="2247">
                  <c:v>50.38659668</c:v>
                </c:pt>
                <c:pt idx="2248">
                  <c:v>50.38600081</c:v>
                </c:pt>
                <c:pt idx="2249">
                  <c:v>50.38530253</c:v>
                </c:pt>
                <c:pt idx="2250">
                  <c:v>50.38449097</c:v>
                </c:pt>
                <c:pt idx="2251">
                  <c:v>50.38390596</c:v>
                </c:pt>
                <c:pt idx="2252">
                  <c:v>50.38330078</c:v>
                </c:pt>
                <c:pt idx="2253">
                  <c:v>50.38279724</c:v>
                </c:pt>
                <c:pt idx="2254">
                  <c:v>50.38209042</c:v>
                </c:pt>
                <c:pt idx="2255">
                  <c:v>50.38139214</c:v>
                </c:pt>
                <c:pt idx="2256">
                  <c:v>50.38078696</c:v>
                </c:pt>
                <c:pt idx="2257">
                  <c:v>50.38023376</c:v>
                </c:pt>
                <c:pt idx="2258">
                  <c:v>50.37966971</c:v>
                </c:pt>
                <c:pt idx="2259">
                  <c:v>50.37904358</c:v>
                </c:pt>
                <c:pt idx="2260">
                  <c:v>50.37840271</c:v>
                </c:pt>
                <c:pt idx="2261">
                  <c:v>50.37780762</c:v>
                </c:pt>
                <c:pt idx="2262">
                  <c:v>50.37715589</c:v>
                </c:pt>
                <c:pt idx="2263">
                  <c:v>50.3764801</c:v>
                </c:pt>
                <c:pt idx="2264">
                  <c:v>50.37588501</c:v>
                </c:pt>
                <c:pt idx="2265">
                  <c:v>50.37524414</c:v>
                </c:pt>
                <c:pt idx="2266">
                  <c:v>50.37464207</c:v>
                </c:pt>
                <c:pt idx="2267">
                  <c:v>50.37405396</c:v>
                </c:pt>
                <c:pt idx="2268">
                  <c:v>50.37345886</c:v>
                </c:pt>
                <c:pt idx="2269">
                  <c:v>50.37282653</c:v>
                </c:pt>
                <c:pt idx="2270">
                  <c:v>50.37198859</c:v>
                </c:pt>
                <c:pt idx="2271">
                  <c:v>50.37138341</c:v>
                </c:pt>
                <c:pt idx="2272">
                  <c:v>50.37110409</c:v>
                </c:pt>
                <c:pt idx="2273">
                  <c:v>50.37039185</c:v>
                </c:pt>
                <c:pt idx="2274">
                  <c:v>50.36952209</c:v>
                </c:pt>
                <c:pt idx="2275">
                  <c:v>50.36896269</c:v>
                </c:pt>
                <c:pt idx="2276">
                  <c:v>50.36837769</c:v>
                </c:pt>
                <c:pt idx="2277">
                  <c:v>50.36779889</c:v>
                </c:pt>
                <c:pt idx="2278">
                  <c:v>50.36719371</c:v>
                </c:pt>
                <c:pt idx="2279">
                  <c:v>50.36658853</c:v>
                </c:pt>
                <c:pt idx="2280">
                  <c:v>50.36595154</c:v>
                </c:pt>
                <c:pt idx="2281">
                  <c:v>50.36535645</c:v>
                </c:pt>
                <c:pt idx="2282">
                  <c:v>50.36467989</c:v>
                </c:pt>
                <c:pt idx="2283">
                  <c:v>50.36407471</c:v>
                </c:pt>
                <c:pt idx="2284">
                  <c:v>50.36351608</c:v>
                </c:pt>
                <c:pt idx="2285">
                  <c:v>50.36283875</c:v>
                </c:pt>
                <c:pt idx="2286">
                  <c:v>50.3621521</c:v>
                </c:pt>
                <c:pt idx="2287">
                  <c:v>50.36160744</c:v>
                </c:pt>
                <c:pt idx="2288">
                  <c:v>50.36105347</c:v>
                </c:pt>
                <c:pt idx="2289">
                  <c:v>50.36044363</c:v>
                </c:pt>
                <c:pt idx="2290">
                  <c:v>50.35977173</c:v>
                </c:pt>
                <c:pt idx="2291">
                  <c:v>50.35918672</c:v>
                </c:pt>
                <c:pt idx="2292">
                  <c:v>50.3587212</c:v>
                </c:pt>
                <c:pt idx="2293">
                  <c:v>50.358078</c:v>
                </c:pt>
                <c:pt idx="2294">
                  <c:v>50.35748291</c:v>
                </c:pt>
                <c:pt idx="2295">
                  <c:v>50.35688782</c:v>
                </c:pt>
                <c:pt idx="2296">
                  <c:v>50.3565798</c:v>
                </c:pt>
                <c:pt idx="2297">
                  <c:v>50.35546875</c:v>
                </c:pt>
                <c:pt idx="2298">
                  <c:v>50.35513668</c:v>
                </c:pt>
                <c:pt idx="2299">
                  <c:v>50.35374011</c:v>
                </c:pt>
                <c:pt idx="2300">
                  <c:v>50.3530426</c:v>
                </c:pt>
                <c:pt idx="2301">
                  <c:v>50.3524832</c:v>
                </c:pt>
                <c:pt idx="2302">
                  <c:v>50.35189819</c:v>
                </c:pt>
                <c:pt idx="2303">
                  <c:v>50.35125732</c:v>
                </c:pt>
                <c:pt idx="2304">
                  <c:v>50.3505249</c:v>
                </c:pt>
                <c:pt idx="2305">
                  <c:v>50.34992981</c:v>
                </c:pt>
                <c:pt idx="2306">
                  <c:v>50.34931765</c:v>
                </c:pt>
                <c:pt idx="2307">
                  <c:v>50.34871247</c:v>
                </c:pt>
                <c:pt idx="2308">
                  <c:v>50.34814453</c:v>
                </c:pt>
                <c:pt idx="2309">
                  <c:v>50.34740901</c:v>
                </c:pt>
                <c:pt idx="2310">
                  <c:v>50.34686279</c:v>
                </c:pt>
                <c:pt idx="2311">
                  <c:v>50.3462677</c:v>
                </c:pt>
                <c:pt idx="2312">
                  <c:v>50.34558105</c:v>
                </c:pt>
                <c:pt idx="2313">
                  <c:v>50.34503484</c:v>
                </c:pt>
                <c:pt idx="2314">
                  <c:v>50.34448242</c:v>
                </c:pt>
                <c:pt idx="2315">
                  <c:v>50.34387104</c:v>
                </c:pt>
                <c:pt idx="2316">
                  <c:v>50.34324646</c:v>
                </c:pt>
                <c:pt idx="2317">
                  <c:v>50.34260559</c:v>
                </c:pt>
                <c:pt idx="2318">
                  <c:v>50.34205627</c:v>
                </c:pt>
                <c:pt idx="2319">
                  <c:v>50.34140377</c:v>
                </c:pt>
                <c:pt idx="2320">
                  <c:v>50.34079859</c:v>
                </c:pt>
                <c:pt idx="2321">
                  <c:v>50.34014686</c:v>
                </c:pt>
                <c:pt idx="2322">
                  <c:v>50.33958435</c:v>
                </c:pt>
                <c:pt idx="2323">
                  <c:v>50.3390296</c:v>
                </c:pt>
                <c:pt idx="2324">
                  <c:v>50.33861063</c:v>
                </c:pt>
                <c:pt idx="2325">
                  <c:v>50.33800545</c:v>
                </c:pt>
                <c:pt idx="2326">
                  <c:v>50.33740027</c:v>
                </c:pt>
                <c:pt idx="2327">
                  <c:v>50.33670044</c:v>
                </c:pt>
                <c:pt idx="2328">
                  <c:v>50.33614336</c:v>
                </c:pt>
                <c:pt idx="2329">
                  <c:v>50.33553819</c:v>
                </c:pt>
                <c:pt idx="2330">
                  <c:v>50.33473206</c:v>
                </c:pt>
                <c:pt idx="2331">
                  <c:v>50.33437438</c:v>
                </c:pt>
                <c:pt idx="2332">
                  <c:v>50.33349609</c:v>
                </c:pt>
                <c:pt idx="2333">
                  <c:v>50.33293126</c:v>
                </c:pt>
                <c:pt idx="2334">
                  <c:v>50.33227953</c:v>
                </c:pt>
                <c:pt idx="2335">
                  <c:v>50.33171082</c:v>
                </c:pt>
                <c:pt idx="2336">
                  <c:v>50.33111572</c:v>
                </c:pt>
                <c:pt idx="2337">
                  <c:v>50.33042908</c:v>
                </c:pt>
                <c:pt idx="2338">
                  <c:v>50.32985881</c:v>
                </c:pt>
                <c:pt idx="2339">
                  <c:v>50.32925363</c:v>
                </c:pt>
                <c:pt idx="2340">
                  <c:v>50.3286438</c:v>
                </c:pt>
                <c:pt idx="2341">
                  <c:v>50.32804871</c:v>
                </c:pt>
                <c:pt idx="2342">
                  <c:v>50.32740784</c:v>
                </c:pt>
                <c:pt idx="2343">
                  <c:v>50.32699585</c:v>
                </c:pt>
                <c:pt idx="2344">
                  <c:v>50.32640076</c:v>
                </c:pt>
                <c:pt idx="2345">
                  <c:v>50.32553101</c:v>
                </c:pt>
                <c:pt idx="2346">
                  <c:v>50.32492428</c:v>
                </c:pt>
                <c:pt idx="2347">
                  <c:v>50.32461548</c:v>
                </c:pt>
                <c:pt idx="2348">
                  <c:v>50.32397461</c:v>
                </c:pt>
                <c:pt idx="2349">
                  <c:v>50.3233415</c:v>
                </c:pt>
                <c:pt idx="2350">
                  <c:v>50.32273632</c:v>
                </c:pt>
                <c:pt idx="2351">
                  <c:v>50.32189838</c:v>
                </c:pt>
                <c:pt idx="2352">
                  <c:v>50.3212001</c:v>
                </c:pt>
                <c:pt idx="2353">
                  <c:v>50.32082768</c:v>
                </c:pt>
                <c:pt idx="2354">
                  <c:v>50.32012939</c:v>
                </c:pt>
                <c:pt idx="2355">
                  <c:v>50.31958008</c:v>
                </c:pt>
                <c:pt idx="2356">
                  <c:v>50.31871033</c:v>
                </c:pt>
                <c:pt idx="2357">
                  <c:v>50.31840696</c:v>
                </c:pt>
                <c:pt idx="2358">
                  <c:v>50.31780178</c:v>
                </c:pt>
                <c:pt idx="2359">
                  <c:v>50.31687074</c:v>
                </c:pt>
                <c:pt idx="2360">
                  <c:v>50.31632996</c:v>
                </c:pt>
                <c:pt idx="2361">
                  <c:v>50.31575348</c:v>
                </c:pt>
                <c:pt idx="2362">
                  <c:v>50.3150552</c:v>
                </c:pt>
                <c:pt idx="2363">
                  <c:v>50.3144989</c:v>
                </c:pt>
                <c:pt idx="2364">
                  <c:v>50.31390381</c:v>
                </c:pt>
                <c:pt idx="2365">
                  <c:v>50.3135376</c:v>
                </c:pt>
                <c:pt idx="2366">
                  <c:v>50.31262207</c:v>
                </c:pt>
                <c:pt idx="2367">
                  <c:v>50.31225586</c:v>
                </c:pt>
                <c:pt idx="2368">
                  <c:v>50.31156378</c:v>
                </c:pt>
                <c:pt idx="2369">
                  <c:v>50.31092834</c:v>
                </c:pt>
                <c:pt idx="2370">
                  <c:v>50.31033325</c:v>
                </c:pt>
                <c:pt idx="2371">
                  <c:v>50.3097948</c:v>
                </c:pt>
                <c:pt idx="2372">
                  <c:v>50.30909729</c:v>
                </c:pt>
                <c:pt idx="2373">
                  <c:v>50.30841064</c:v>
                </c:pt>
                <c:pt idx="2374">
                  <c:v>50.30795288</c:v>
                </c:pt>
                <c:pt idx="2375">
                  <c:v>50.30726624</c:v>
                </c:pt>
                <c:pt idx="2376">
                  <c:v>50.30667114</c:v>
                </c:pt>
                <c:pt idx="2377">
                  <c:v>50.30588441</c:v>
                </c:pt>
                <c:pt idx="2378">
                  <c:v>50.30518613</c:v>
                </c:pt>
                <c:pt idx="2379">
                  <c:v>50.30465698</c:v>
                </c:pt>
                <c:pt idx="2380">
                  <c:v>50.30406189</c:v>
                </c:pt>
                <c:pt idx="2381">
                  <c:v>50.30351257</c:v>
                </c:pt>
                <c:pt idx="2382">
                  <c:v>50.30291748</c:v>
                </c:pt>
                <c:pt idx="2383">
                  <c:v>50.30239299</c:v>
                </c:pt>
                <c:pt idx="2384">
                  <c:v>50.30174126</c:v>
                </c:pt>
                <c:pt idx="2385">
                  <c:v>50.30113608</c:v>
                </c:pt>
                <c:pt idx="2386">
                  <c:v>50.30058289</c:v>
                </c:pt>
                <c:pt idx="2387">
                  <c:v>50.29997228</c:v>
                </c:pt>
                <c:pt idx="2388">
                  <c:v>50.2993671</c:v>
                </c:pt>
                <c:pt idx="2389">
                  <c:v>50.29884338</c:v>
                </c:pt>
                <c:pt idx="2390">
                  <c:v>50.29824984</c:v>
                </c:pt>
                <c:pt idx="2391">
                  <c:v>50.29764466</c:v>
                </c:pt>
                <c:pt idx="2392">
                  <c:v>50.29699293</c:v>
                </c:pt>
                <c:pt idx="2393">
                  <c:v>50.29638775</c:v>
                </c:pt>
                <c:pt idx="2394">
                  <c:v>50.29586792</c:v>
                </c:pt>
                <c:pt idx="2395">
                  <c:v>50.29522705</c:v>
                </c:pt>
                <c:pt idx="2396">
                  <c:v>50.29466532</c:v>
                </c:pt>
                <c:pt idx="2397">
                  <c:v>50.29406014</c:v>
                </c:pt>
                <c:pt idx="2398">
                  <c:v>50.29348755</c:v>
                </c:pt>
                <c:pt idx="2399">
                  <c:v>50.29289246</c:v>
                </c:pt>
                <c:pt idx="2400">
                  <c:v>50.2922446</c:v>
                </c:pt>
                <c:pt idx="2401">
                  <c:v>50.29173253</c:v>
                </c:pt>
                <c:pt idx="2402">
                  <c:v>50.29101563</c:v>
                </c:pt>
                <c:pt idx="2403">
                  <c:v>50.29042053</c:v>
                </c:pt>
                <c:pt idx="2404">
                  <c:v>50.28991699</c:v>
                </c:pt>
                <c:pt idx="2405">
                  <c:v>50.28927612</c:v>
                </c:pt>
                <c:pt idx="2406">
                  <c:v>50.28875319</c:v>
                </c:pt>
                <c:pt idx="2407">
                  <c:v>50.28814801</c:v>
                </c:pt>
                <c:pt idx="2408">
                  <c:v>50.2875824</c:v>
                </c:pt>
                <c:pt idx="2409">
                  <c:v>50.28671265</c:v>
                </c:pt>
                <c:pt idx="2410">
                  <c:v>50.28619281</c:v>
                </c:pt>
                <c:pt idx="2411">
                  <c:v>50.28547668</c:v>
                </c:pt>
                <c:pt idx="2412">
                  <c:v>50.28511047</c:v>
                </c:pt>
                <c:pt idx="2413">
                  <c:v>50.2842865</c:v>
                </c:pt>
                <c:pt idx="2414">
                  <c:v>50.28367899</c:v>
                </c:pt>
                <c:pt idx="2415">
                  <c:v>50.28335313</c:v>
                </c:pt>
                <c:pt idx="2416">
                  <c:v>50.28274795</c:v>
                </c:pt>
                <c:pt idx="2417">
                  <c:v>50.28209622</c:v>
                </c:pt>
                <c:pt idx="2418">
                  <c:v>50.28140259</c:v>
                </c:pt>
                <c:pt idx="2419">
                  <c:v>50.2807462</c:v>
                </c:pt>
                <c:pt idx="2420">
                  <c:v>50.28016663</c:v>
                </c:pt>
                <c:pt idx="2421">
                  <c:v>50.27957153</c:v>
                </c:pt>
                <c:pt idx="2422">
                  <c:v>50.27897644</c:v>
                </c:pt>
                <c:pt idx="2423">
                  <c:v>50.27837204</c:v>
                </c:pt>
                <c:pt idx="2424">
                  <c:v>50.27799962</c:v>
                </c:pt>
                <c:pt idx="2425">
                  <c:v>50.27732849</c:v>
                </c:pt>
                <c:pt idx="2426">
                  <c:v>50.27650995</c:v>
                </c:pt>
                <c:pt idx="2427">
                  <c:v>50.2759552</c:v>
                </c:pt>
                <c:pt idx="2428">
                  <c:v>50.27558899</c:v>
                </c:pt>
                <c:pt idx="2429">
                  <c:v>50.27490234</c:v>
                </c:pt>
                <c:pt idx="2430">
                  <c:v>50.27407837</c:v>
                </c:pt>
                <c:pt idx="2431">
                  <c:v>50.2735306</c:v>
                </c:pt>
                <c:pt idx="2432">
                  <c:v>50.27311163</c:v>
                </c:pt>
                <c:pt idx="2433">
                  <c:v>50.27250646</c:v>
                </c:pt>
                <c:pt idx="2434">
                  <c:v>50.27197266</c:v>
                </c:pt>
                <c:pt idx="2435">
                  <c:v>50.2712961</c:v>
                </c:pt>
                <c:pt idx="2436">
                  <c:v>50.27069092</c:v>
                </c:pt>
                <c:pt idx="2437">
                  <c:v>50.27003919</c:v>
                </c:pt>
                <c:pt idx="2438">
                  <c:v>50.26952711</c:v>
                </c:pt>
                <c:pt idx="2439">
                  <c:v>50.26887538</c:v>
                </c:pt>
                <c:pt idx="2440">
                  <c:v>50.2682702</c:v>
                </c:pt>
                <c:pt idx="2441">
                  <c:v>50.26771545</c:v>
                </c:pt>
                <c:pt idx="2442">
                  <c:v>50.26705984</c:v>
                </c:pt>
                <c:pt idx="2443">
                  <c:v>50.26643372</c:v>
                </c:pt>
                <c:pt idx="2444">
                  <c:v>50.26580293</c:v>
                </c:pt>
                <c:pt idx="2445">
                  <c:v>50.26524353</c:v>
                </c:pt>
                <c:pt idx="2446">
                  <c:v>50.26455688</c:v>
                </c:pt>
                <c:pt idx="2447">
                  <c:v>50.26396179</c:v>
                </c:pt>
                <c:pt idx="2448">
                  <c:v>50.26328911</c:v>
                </c:pt>
                <c:pt idx="2449">
                  <c:v>50.26277161</c:v>
                </c:pt>
                <c:pt idx="2450">
                  <c:v>50.26212531</c:v>
                </c:pt>
                <c:pt idx="2451">
                  <c:v>50.26152013</c:v>
                </c:pt>
                <c:pt idx="2452">
                  <c:v>50.26091495</c:v>
                </c:pt>
                <c:pt idx="2453">
                  <c:v>50.26039124</c:v>
                </c:pt>
                <c:pt idx="2454">
                  <c:v>50.25951838</c:v>
                </c:pt>
                <c:pt idx="2455">
                  <c:v>50.25897217</c:v>
                </c:pt>
                <c:pt idx="2456">
                  <c:v>50.25837708</c:v>
                </c:pt>
                <c:pt idx="2457">
                  <c:v>50.25802871</c:v>
                </c:pt>
                <c:pt idx="2458">
                  <c:v>50.25709534</c:v>
                </c:pt>
                <c:pt idx="2459">
                  <c:v>50.25658559</c:v>
                </c:pt>
                <c:pt idx="2460">
                  <c:v>50.25612007</c:v>
                </c:pt>
                <c:pt idx="2461">
                  <c:v>50.25528213</c:v>
                </c:pt>
                <c:pt idx="2462">
                  <c:v>50.25498962</c:v>
                </c:pt>
                <c:pt idx="2463">
                  <c:v>50.25416487</c:v>
                </c:pt>
                <c:pt idx="2464">
                  <c:v>50.25361633</c:v>
                </c:pt>
                <c:pt idx="2465">
                  <c:v>50.25338745</c:v>
                </c:pt>
                <c:pt idx="2466">
                  <c:v>50.25279236</c:v>
                </c:pt>
                <c:pt idx="2467">
                  <c:v>50.25183726</c:v>
                </c:pt>
                <c:pt idx="2468">
                  <c:v>50.25128174</c:v>
                </c:pt>
                <c:pt idx="2469">
                  <c:v>50.25004578</c:v>
                </c:pt>
                <c:pt idx="2470">
                  <c:v>50.24950965</c:v>
                </c:pt>
                <c:pt idx="2471">
                  <c:v>50.24885559</c:v>
                </c:pt>
                <c:pt idx="2472">
                  <c:v>50.2482605</c:v>
                </c:pt>
                <c:pt idx="2473">
                  <c:v>50.24784851</c:v>
                </c:pt>
                <c:pt idx="2474">
                  <c:v>50.24702454</c:v>
                </c:pt>
                <c:pt idx="2475">
                  <c:v>50.24638367</c:v>
                </c:pt>
                <c:pt idx="2476">
                  <c:v>50.2457428</c:v>
                </c:pt>
                <c:pt idx="2477">
                  <c:v>50.24537659</c:v>
                </c:pt>
                <c:pt idx="2478">
                  <c:v>50.24471477</c:v>
                </c:pt>
                <c:pt idx="2479">
                  <c:v>50.24406304</c:v>
                </c:pt>
                <c:pt idx="2480">
                  <c:v>50.24350441</c:v>
                </c:pt>
                <c:pt idx="2481">
                  <c:v>50.24289923</c:v>
                </c:pt>
                <c:pt idx="2482">
                  <c:v>50.24229405</c:v>
                </c:pt>
                <c:pt idx="2483">
                  <c:v>50.24171448</c:v>
                </c:pt>
                <c:pt idx="2484">
                  <c:v>50.2411768</c:v>
                </c:pt>
                <c:pt idx="2485">
                  <c:v>50.24057007</c:v>
                </c:pt>
                <c:pt idx="2486">
                  <c:v>50.24005955</c:v>
                </c:pt>
                <c:pt idx="2487">
                  <c:v>50.23922161</c:v>
                </c:pt>
                <c:pt idx="2488">
                  <c:v>50.23887634</c:v>
                </c:pt>
                <c:pt idx="2489">
                  <c:v>50.23819746</c:v>
                </c:pt>
                <c:pt idx="2490">
                  <c:v>50.23763883</c:v>
                </c:pt>
                <c:pt idx="2491">
                  <c:v>50.23704529</c:v>
                </c:pt>
                <c:pt idx="2492">
                  <c:v>50.23652158</c:v>
                </c:pt>
                <c:pt idx="2493">
                  <c:v>50.23576355</c:v>
                </c:pt>
                <c:pt idx="2494">
                  <c:v>50.23521811</c:v>
                </c:pt>
                <c:pt idx="2495">
                  <c:v>50.23465949</c:v>
                </c:pt>
                <c:pt idx="2496">
                  <c:v>50.23410086</c:v>
                </c:pt>
                <c:pt idx="2497">
                  <c:v>50.23349568</c:v>
                </c:pt>
                <c:pt idx="2498">
                  <c:v>50.23326292</c:v>
                </c:pt>
                <c:pt idx="2499">
                  <c:v>50.23237843</c:v>
                </c:pt>
                <c:pt idx="2500">
                  <c:v>50.23158704</c:v>
                </c:pt>
                <c:pt idx="2501">
                  <c:v>50.23102841</c:v>
                </c:pt>
                <c:pt idx="2502">
                  <c:v>50.23049927</c:v>
                </c:pt>
                <c:pt idx="2503">
                  <c:v>50.22994995</c:v>
                </c:pt>
                <c:pt idx="2504">
                  <c:v>50.22930908</c:v>
                </c:pt>
                <c:pt idx="2505">
                  <c:v>50.22871399</c:v>
                </c:pt>
                <c:pt idx="2506">
                  <c:v>50.2281189</c:v>
                </c:pt>
                <c:pt idx="2507">
                  <c:v>50.22688293</c:v>
                </c:pt>
                <c:pt idx="2508">
                  <c:v>50.22665405</c:v>
                </c:pt>
                <c:pt idx="2509">
                  <c:v>50.22539559</c:v>
                </c:pt>
                <c:pt idx="2510">
                  <c:v>50.22479041</c:v>
                </c:pt>
                <c:pt idx="2511">
                  <c:v>50.22413868</c:v>
                </c:pt>
                <c:pt idx="2512">
                  <c:v>50.22311453</c:v>
                </c:pt>
                <c:pt idx="2513">
                  <c:v>50.2224628</c:v>
                </c:pt>
                <c:pt idx="2514">
                  <c:v>50.22162486</c:v>
                </c:pt>
                <c:pt idx="2515">
                  <c:v>50.2213921</c:v>
                </c:pt>
                <c:pt idx="2516">
                  <c:v>50.21955872</c:v>
                </c:pt>
                <c:pt idx="2517">
                  <c:v>50.21896362</c:v>
                </c:pt>
                <c:pt idx="2518">
                  <c:v>50.2182731</c:v>
                </c:pt>
                <c:pt idx="2519">
                  <c:v>50.21777344</c:v>
                </c:pt>
                <c:pt idx="2520">
                  <c:v>50.21731567</c:v>
                </c:pt>
                <c:pt idx="2521">
                  <c:v>50.21659722</c:v>
                </c:pt>
                <c:pt idx="2522">
                  <c:v>50.21607971</c:v>
                </c:pt>
                <c:pt idx="2523">
                  <c:v>50.21548462</c:v>
                </c:pt>
                <c:pt idx="2524">
                  <c:v>50.21488953</c:v>
                </c:pt>
                <c:pt idx="2525">
                  <c:v>50.21374512</c:v>
                </c:pt>
                <c:pt idx="2526">
                  <c:v>50.2131058</c:v>
                </c:pt>
                <c:pt idx="2527">
                  <c:v>50.21245407</c:v>
                </c:pt>
                <c:pt idx="2528">
                  <c:v>50.21189544</c:v>
                </c:pt>
                <c:pt idx="2529">
                  <c:v>50.21129026</c:v>
                </c:pt>
                <c:pt idx="2530">
                  <c:v>50.21077819</c:v>
                </c:pt>
                <c:pt idx="2531">
                  <c:v>50.21026611</c:v>
                </c:pt>
                <c:pt idx="2532">
                  <c:v>50.20975404</c:v>
                </c:pt>
                <c:pt idx="2533">
                  <c:v>50.20925903</c:v>
                </c:pt>
                <c:pt idx="2534">
                  <c:v>50.20868334</c:v>
                </c:pt>
                <c:pt idx="2535">
                  <c:v>50.20812471</c:v>
                </c:pt>
                <c:pt idx="2536">
                  <c:v>50.20761108</c:v>
                </c:pt>
                <c:pt idx="2537">
                  <c:v>50.20668159</c:v>
                </c:pt>
                <c:pt idx="2538">
                  <c:v>50.20635573</c:v>
                </c:pt>
                <c:pt idx="2539">
                  <c:v>50.20575055</c:v>
                </c:pt>
                <c:pt idx="2540">
                  <c:v>50.20514537</c:v>
                </c:pt>
                <c:pt idx="2541">
                  <c:v>50.20398156</c:v>
                </c:pt>
                <c:pt idx="2542">
                  <c:v>50.20342293</c:v>
                </c:pt>
                <c:pt idx="2543">
                  <c:v>50.20281776</c:v>
                </c:pt>
                <c:pt idx="2544">
                  <c:v>50.20230103</c:v>
                </c:pt>
                <c:pt idx="2545">
                  <c:v>50.20170593</c:v>
                </c:pt>
                <c:pt idx="2546">
                  <c:v>50.20104877</c:v>
                </c:pt>
                <c:pt idx="2547">
                  <c:v>50.20051575</c:v>
                </c:pt>
                <c:pt idx="2548">
                  <c:v>50.19996643</c:v>
                </c:pt>
                <c:pt idx="2549">
                  <c:v>50.19941711</c:v>
                </c:pt>
                <c:pt idx="2550">
                  <c:v>50.19890737</c:v>
                </c:pt>
                <c:pt idx="2551">
                  <c:v>50.19834874</c:v>
                </c:pt>
                <c:pt idx="2552">
                  <c:v>50.19779011</c:v>
                </c:pt>
                <c:pt idx="2553">
                  <c:v>50.19699097</c:v>
                </c:pt>
                <c:pt idx="2554">
                  <c:v>50.19662476</c:v>
                </c:pt>
                <c:pt idx="2555">
                  <c:v>50.19550905</c:v>
                </c:pt>
                <c:pt idx="2556">
                  <c:v>50.19434525</c:v>
                </c:pt>
                <c:pt idx="2557">
                  <c:v>50.19318144</c:v>
                </c:pt>
                <c:pt idx="2558">
                  <c:v>50.19262282</c:v>
                </c:pt>
                <c:pt idx="2559">
                  <c:v>50.19204712</c:v>
                </c:pt>
                <c:pt idx="2560">
                  <c:v>50.19131935</c:v>
                </c:pt>
                <c:pt idx="2561">
                  <c:v>50.19104004</c:v>
                </c:pt>
                <c:pt idx="2562">
                  <c:v>50.19024865</c:v>
                </c:pt>
                <c:pt idx="2563">
                  <c:v>50.18969002</c:v>
                </c:pt>
                <c:pt idx="2564">
                  <c:v>50.18945726</c:v>
                </c:pt>
                <c:pt idx="2565">
                  <c:v>50.18856812</c:v>
                </c:pt>
                <c:pt idx="2566">
                  <c:v>50.18750207</c:v>
                </c:pt>
                <c:pt idx="2567">
                  <c:v>50.18682861</c:v>
                </c:pt>
                <c:pt idx="2568">
                  <c:v>50.18536377</c:v>
                </c:pt>
                <c:pt idx="2569">
                  <c:v>50.18495178</c:v>
                </c:pt>
                <c:pt idx="2570">
                  <c:v>50.18417358</c:v>
                </c:pt>
                <c:pt idx="2571">
                  <c:v>50.18363823</c:v>
                </c:pt>
                <c:pt idx="2572">
                  <c:v>50.18307495</c:v>
                </c:pt>
                <c:pt idx="2573">
                  <c:v>50.18197632</c:v>
                </c:pt>
                <c:pt idx="2574">
                  <c:v>50.18140373</c:v>
                </c:pt>
                <c:pt idx="2575">
                  <c:v>50.18078613</c:v>
                </c:pt>
                <c:pt idx="2576">
                  <c:v>50.18005371</c:v>
                </c:pt>
                <c:pt idx="2577">
                  <c:v>50.17950439</c:v>
                </c:pt>
                <c:pt idx="2578">
                  <c:v>50.17904663</c:v>
                </c:pt>
                <c:pt idx="2579">
                  <c:v>50.17845154</c:v>
                </c:pt>
                <c:pt idx="2580">
                  <c:v>50.17814507</c:v>
                </c:pt>
                <c:pt idx="2581">
                  <c:v>50.17688816</c:v>
                </c:pt>
                <c:pt idx="2582">
                  <c:v>50.17611694</c:v>
                </c:pt>
                <c:pt idx="2583">
                  <c:v>50.17575073</c:v>
                </c:pt>
                <c:pt idx="2584">
                  <c:v>50.17497253</c:v>
                </c:pt>
                <c:pt idx="2585">
                  <c:v>50.17446899</c:v>
                </c:pt>
                <c:pt idx="2586">
                  <c:v>50.17391968</c:v>
                </c:pt>
                <c:pt idx="2587">
                  <c:v>50.17332458</c:v>
                </c:pt>
                <c:pt idx="2588">
                  <c:v>50.17277527</c:v>
                </c:pt>
                <c:pt idx="2589">
                  <c:v>50.1721344</c:v>
                </c:pt>
                <c:pt idx="2590">
                  <c:v>50.17158508</c:v>
                </c:pt>
                <c:pt idx="2591">
                  <c:v>50.17106913</c:v>
                </c:pt>
                <c:pt idx="2592">
                  <c:v>50.17055705</c:v>
                </c:pt>
                <c:pt idx="2593">
                  <c:v>50.16993713</c:v>
                </c:pt>
                <c:pt idx="2594">
                  <c:v>50.16938782</c:v>
                </c:pt>
                <c:pt idx="2595">
                  <c:v>50.16874695</c:v>
                </c:pt>
                <c:pt idx="2596">
                  <c:v>50.1684622</c:v>
                </c:pt>
                <c:pt idx="2597">
                  <c:v>50.16790358</c:v>
                </c:pt>
                <c:pt idx="2598">
                  <c:v>50.16734495</c:v>
                </c:pt>
                <c:pt idx="2599">
                  <c:v>50.16673977</c:v>
                </c:pt>
                <c:pt idx="2600">
                  <c:v>50.16600037</c:v>
                </c:pt>
                <c:pt idx="2601">
                  <c:v>50.16487768</c:v>
                </c:pt>
                <c:pt idx="2602">
                  <c:v>50.16441216</c:v>
                </c:pt>
                <c:pt idx="2603">
                  <c:v>50.16385353</c:v>
                </c:pt>
                <c:pt idx="2604">
                  <c:v>50.16316223</c:v>
                </c:pt>
                <c:pt idx="2605">
                  <c:v>50.16255007</c:v>
                </c:pt>
                <c:pt idx="2606">
                  <c:v>50.16208455</c:v>
                </c:pt>
                <c:pt idx="2607">
                  <c:v>50.16156006</c:v>
                </c:pt>
                <c:pt idx="2608">
                  <c:v>50.16133118</c:v>
                </c:pt>
                <c:pt idx="2609">
                  <c:v>50.15991211</c:v>
                </c:pt>
                <c:pt idx="2610">
                  <c:v>50.15931702</c:v>
                </c:pt>
                <c:pt idx="2611">
                  <c:v>50.1587677</c:v>
                </c:pt>
                <c:pt idx="2612">
                  <c:v>50.15812683</c:v>
                </c:pt>
                <c:pt idx="2613">
                  <c:v>50.15719656</c:v>
                </c:pt>
                <c:pt idx="2614">
                  <c:v>50.15638733</c:v>
                </c:pt>
                <c:pt idx="2615">
                  <c:v>50.1558931</c:v>
                </c:pt>
                <c:pt idx="2616">
                  <c:v>50.15524292</c:v>
                </c:pt>
                <c:pt idx="2617">
                  <c:v>50.1549155</c:v>
                </c:pt>
                <c:pt idx="2618">
                  <c:v>50.15428162</c:v>
                </c:pt>
                <c:pt idx="2619">
                  <c:v>50.1537323</c:v>
                </c:pt>
                <c:pt idx="2620">
                  <c:v>50.15305341</c:v>
                </c:pt>
                <c:pt idx="2621">
                  <c:v>50.15249479</c:v>
                </c:pt>
                <c:pt idx="2622">
                  <c:v>50.15188961</c:v>
                </c:pt>
                <c:pt idx="2623">
                  <c:v>50.15128443</c:v>
                </c:pt>
                <c:pt idx="2624">
                  <c:v>50.15075684</c:v>
                </c:pt>
                <c:pt idx="2625">
                  <c:v>50.15026028</c:v>
                </c:pt>
                <c:pt idx="2626">
                  <c:v>50.1496582</c:v>
                </c:pt>
                <c:pt idx="2627">
                  <c:v>50.14915466</c:v>
                </c:pt>
                <c:pt idx="2628">
                  <c:v>50.14853785</c:v>
                </c:pt>
                <c:pt idx="2629">
                  <c:v>50.14797922</c:v>
                </c:pt>
                <c:pt idx="2630">
                  <c:v>50.14741516</c:v>
                </c:pt>
                <c:pt idx="2631">
                  <c:v>50.14690852</c:v>
                </c:pt>
                <c:pt idx="2632">
                  <c:v>50.14640808</c:v>
                </c:pt>
                <c:pt idx="2633">
                  <c:v>50.14560505</c:v>
                </c:pt>
                <c:pt idx="2634">
                  <c:v>50.14512634</c:v>
                </c:pt>
                <c:pt idx="2635">
                  <c:v>50.14476013</c:v>
                </c:pt>
                <c:pt idx="2636">
                  <c:v>50.14416504</c:v>
                </c:pt>
                <c:pt idx="2637">
                  <c:v>50.14364986</c:v>
                </c:pt>
                <c:pt idx="2638">
                  <c:v>50.14302063</c:v>
                </c:pt>
                <c:pt idx="2639">
                  <c:v>50.14196777</c:v>
                </c:pt>
                <c:pt idx="2640">
                  <c:v>50.14071707</c:v>
                </c:pt>
                <c:pt idx="2641">
                  <c:v>50.14006534</c:v>
                </c:pt>
                <c:pt idx="2642">
                  <c:v>50.13950671</c:v>
                </c:pt>
                <c:pt idx="2643">
                  <c:v>50.1393205</c:v>
                </c:pt>
                <c:pt idx="2644">
                  <c:v>50.13792394</c:v>
                </c:pt>
                <c:pt idx="2645">
                  <c:v>50.13761902</c:v>
                </c:pt>
                <c:pt idx="2646">
                  <c:v>50.13578796</c:v>
                </c:pt>
                <c:pt idx="2647">
                  <c:v>50.13523865</c:v>
                </c:pt>
                <c:pt idx="2648">
                  <c:v>50.13500977</c:v>
                </c:pt>
                <c:pt idx="2649">
                  <c:v>50.13410665</c:v>
                </c:pt>
                <c:pt idx="2650">
                  <c:v>50.13387389</c:v>
                </c:pt>
                <c:pt idx="2651">
                  <c:v>50.13308716</c:v>
                </c:pt>
                <c:pt idx="2652">
                  <c:v>50.13238422</c:v>
                </c:pt>
                <c:pt idx="2653">
                  <c:v>50.1312561</c:v>
                </c:pt>
                <c:pt idx="2654">
                  <c:v>50.13070679</c:v>
                </c:pt>
                <c:pt idx="2655">
                  <c:v>50.13015747</c:v>
                </c:pt>
                <c:pt idx="2656">
                  <c:v>50.1295166</c:v>
                </c:pt>
                <c:pt idx="2657">
                  <c:v>50.1288928</c:v>
                </c:pt>
                <c:pt idx="2658">
                  <c:v>50.12838073</c:v>
                </c:pt>
                <c:pt idx="2659">
                  <c:v>50.12786865</c:v>
                </c:pt>
                <c:pt idx="2660">
                  <c:v>50.12722778</c:v>
                </c:pt>
                <c:pt idx="2661">
                  <c:v>50.12667847</c:v>
                </c:pt>
                <c:pt idx="2662">
                  <c:v>50.12608337</c:v>
                </c:pt>
                <c:pt idx="2663">
                  <c:v>50.12553406</c:v>
                </c:pt>
                <c:pt idx="2664">
                  <c:v>50.12498474</c:v>
                </c:pt>
                <c:pt idx="2665">
                  <c:v>50.1244812</c:v>
                </c:pt>
                <c:pt idx="2666">
                  <c:v>50.12388611</c:v>
                </c:pt>
                <c:pt idx="2667">
                  <c:v>50.12333679</c:v>
                </c:pt>
                <c:pt idx="2668">
                  <c:v>50.12284101</c:v>
                </c:pt>
                <c:pt idx="2669">
                  <c:v>50.12214661</c:v>
                </c:pt>
                <c:pt idx="2670">
                  <c:v>50.12159729</c:v>
                </c:pt>
                <c:pt idx="2671">
                  <c:v>50.12111858</c:v>
                </c:pt>
                <c:pt idx="2672">
                  <c:v>50.12046685</c:v>
                </c:pt>
                <c:pt idx="2673">
                  <c:v>50.120224</c:v>
                </c:pt>
                <c:pt idx="2674">
                  <c:v>50.1194427</c:v>
                </c:pt>
                <c:pt idx="2675">
                  <c:v>50.11885071</c:v>
                </c:pt>
                <c:pt idx="2676">
                  <c:v>50.11761475</c:v>
                </c:pt>
                <c:pt idx="2677">
                  <c:v>50.11697543</c:v>
                </c:pt>
                <c:pt idx="2678">
                  <c:v>50.11633301</c:v>
                </c:pt>
                <c:pt idx="2679">
                  <c:v>50.11459351</c:v>
                </c:pt>
                <c:pt idx="2680">
                  <c:v>50.11385643</c:v>
                </c:pt>
                <c:pt idx="2681">
                  <c:v>50.11301849</c:v>
                </c:pt>
                <c:pt idx="2682">
                  <c:v>50.10850292</c:v>
                </c:pt>
                <c:pt idx="2683">
                  <c:v>50.10754395</c:v>
                </c:pt>
                <c:pt idx="2684">
                  <c:v>50.10538392</c:v>
                </c:pt>
                <c:pt idx="2685">
                  <c:v>50.10477874</c:v>
                </c:pt>
                <c:pt idx="2686">
                  <c:v>50.10212526</c:v>
                </c:pt>
                <c:pt idx="2687">
                  <c:v>50.10096146</c:v>
                </c:pt>
                <c:pt idx="2688">
                  <c:v>50.09857178</c:v>
                </c:pt>
                <c:pt idx="2689">
                  <c:v>50.09598037</c:v>
                </c:pt>
                <c:pt idx="2690">
                  <c:v>50.09379241</c:v>
                </c:pt>
                <c:pt idx="2691">
                  <c:v>50.09262085</c:v>
                </c:pt>
                <c:pt idx="2692">
                  <c:v>50.09202343</c:v>
                </c:pt>
                <c:pt idx="2693">
                  <c:v>50.08959961</c:v>
                </c:pt>
                <c:pt idx="2694">
                  <c:v>50.08721924</c:v>
                </c:pt>
                <c:pt idx="2695">
                  <c:v>50.08615785</c:v>
                </c:pt>
                <c:pt idx="2696">
                  <c:v>50.08543396</c:v>
                </c:pt>
                <c:pt idx="2697">
                  <c:v>50.08424377</c:v>
                </c:pt>
                <c:pt idx="2698">
                  <c:v>50.08351135</c:v>
                </c:pt>
                <c:pt idx="2699">
                  <c:v>50.08043192</c:v>
                </c:pt>
                <c:pt idx="2700">
                  <c:v>50.07911682</c:v>
                </c:pt>
                <c:pt idx="2701">
                  <c:v>50.07783508</c:v>
                </c:pt>
                <c:pt idx="2702">
                  <c:v>50.0766449</c:v>
                </c:pt>
                <c:pt idx="2703">
                  <c:v>50.07428703</c:v>
                </c:pt>
                <c:pt idx="2704">
                  <c:v>50.07325745</c:v>
                </c:pt>
                <c:pt idx="2705">
                  <c:v>50.07252502</c:v>
                </c:pt>
                <c:pt idx="2706">
                  <c:v>50.0707025</c:v>
                </c:pt>
                <c:pt idx="2707">
                  <c:v>50.06964111</c:v>
                </c:pt>
                <c:pt idx="2708">
                  <c:v>50.06860765</c:v>
                </c:pt>
                <c:pt idx="2709">
                  <c:v>50.06735074</c:v>
                </c:pt>
                <c:pt idx="2710">
                  <c:v>50.06618694</c:v>
                </c:pt>
                <c:pt idx="2711">
                  <c:v>50.06572141</c:v>
                </c:pt>
                <c:pt idx="2712">
                  <c:v>50.06391907</c:v>
                </c:pt>
                <c:pt idx="2713">
                  <c:v>50.06288173</c:v>
                </c:pt>
                <c:pt idx="2714">
                  <c:v>50.06185913</c:v>
                </c:pt>
                <c:pt idx="2715">
                  <c:v>50.0607605</c:v>
                </c:pt>
                <c:pt idx="2716">
                  <c:v>50.0599823</c:v>
                </c:pt>
                <c:pt idx="2717">
                  <c:v>50.05728149</c:v>
                </c:pt>
                <c:pt idx="2718">
                  <c:v>50.05604553</c:v>
                </c:pt>
                <c:pt idx="2719">
                  <c:v>50.0549469</c:v>
                </c:pt>
                <c:pt idx="2720">
                  <c:v>50.05436267</c:v>
                </c:pt>
                <c:pt idx="2721">
                  <c:v>50.05160522</c:v>
                </c:pt>
                <c:pt idx="2722">
                  <c:v>50.0506897</c:v>
                </c:pt>
                <c:pt idx="2723">
                  <c:v>50.04952124</c:v>
                </c:pt>
                <c:pt idx="2724">
                  <c:v>50.04844666</c:v>
                </c:pt>
                <c:pt idx="2725">
                  <c:v>50.04710052</c:v>
                </c:pt>
                <c:pt idx="2726">
                  <c:v>50.04597473</c:v>
                </c:pt>
                <c:pt idx="2727">
                  <c:v>50.04414368</c:v>
                </c:pt>
                <c:pt idx="2728">
                  <c:v>50.04300392</c:v>
                </c:pt>
                <c:pt idx="2729">
                  <c:v>50.04171753</c:v>
                </c:pt>
                <c:pt idx="2730">
                  <c:v>50.03927974</c:v>
                </c:pt>
                <c:pt idx="2731">
                  <c:v>50.0381012</c:v>
                </c:pt>
                <c:pt idx="2732">
                  <c:v>50.03676592</c:v>
                </c:pt>
                <c:pt idx="2733">
                  <c:v>50.03541591</c:v>
                </c:pt>
                <c:pt idx="2734">
                  <c:v>50.03150552</c:v>
                </c:pt>
                <c:pt idx="2735">
                  <c:v>50.03015551</c:v>
                </c:pt>
                <c:pt idx="2736">
                  <c:v>50.02866583</c:v>
                </c:pt>
                <c:pt idx="2737">
                  <c:v>50.02798462</c:v>
                </c:pt>
                <c:pt idx="2738">
                  <c:v>50.0259658</c:v>
                </c:pt>
                <c:pt idx="2739">
                  <c:v>50.02447613</c:v>
                </c:pt>
                <c:pt idx="2740">
                  <c:v>50.02189636</c:v>
                </c:pt>
                <c:pt idx="2741">
                  <c:v>50.02051919</c:v>
                </c:pt>
                <c:pt idx="2742">
                  <c:v>50.01781916</c:v>
                </c:pt>
                <c:pt idx="2743">
                  <c:v>50.0165863</c:v>
                </c:pt>
                <c:pt idx="2744">
                  <c:v>50.01507568</c:v>
                </c:pt>
                <c:pt idx="2745">
                  <c:v>50.01374817</c:v>
                </c:pt>
                <c:pt idx="2746">
                  <c:v>50.01223289</c:v>
                </c:pt>
                <c:pt idx="2747">
                  <c:v>50.01091003</c:v>
                </c:pt>
                <c:pt idx="2748">
                  <c:v>50.00953674</c:v>
                </c:pt>
                <c:pt idx="2749">
                  <c:v>50.00820923</c:v>
                </c:pt>
                <c:pt idx="2750">
                  <c:v>50.00697249</c:v>
                </c:pt>
                <c:pt idx="2751">
                  <c:v>50.00548282</c:v>
                </c:pt>
                <c:pt idx="2752">
                  <c:v>50.00427246</c:v>
                </c:pt>
                <c:pt idx="2753">
                  <c:v>50.00267029</c:v>
                </c:pt>
                <c:pt idx="2754">
                  <c:v>50.00170898</c:v>
                </c:pt>
                <c:pt idx="2755">
                  <c:v>50.00022242</c:v>
                </c:pt>
                <c:pt idx="2756">
                  <c:v>49.99905396</c:v>
                </c:pt>
                <c:pt idx="2757">
                  <c:v>49.99754333</c:v>
                </c:pt>
                <c:pt idx="2758">
                  <c:v>49.99488831</c:v>
                </c:pt>
                <c:pt idx="2759">
                  <c:v>49.99433899</c:v>
                </c:pt>
                <c:pt idx="2760">
                  <c:v>49.99099731</c:v>
                </c:pt>
                <c:pt idx="2761">
                  <c:v>49.99049377</c:v>
                </c:pt>
                <c:pt idx="2762">
                  <c:v>49.98779297</c:v>
                </c:pt>
                <c:pt idx="2763">
                  <c:v>49.98660278</c:v>
                </c:pt>
                <c:pt idx="2764">
                  <c:v>49.98579122</c:v>
                </c:pt>
                <c:pt idx="2765">
                  <c:v>49.98435974</c:v>
                </c:pt>
                <c:pt idx="2766">
                  <c:v>49.98326111</c:v>
                </c:pt>
                <c:pt idx="2767">
                  <c:v>49.98034461</c:v>
                </c:pt>
                <c:pt idx="2768">
                  <c:v>49.97634888</c:v>
                </c:pt>
                <c:pt idx="2769">
                  <c:v>49.97517731</c:v>
                </c:pt>
                <c:pt idx="2770">
                  <c:v>49.9738273</c:v>
                </c:pt>
                <c:pt idx="2771">
                  <c:v>49.96917207</c:v>
                </c:pt>
                <c:pt idx="2772">
                  <c:v>49.96852034</c:v>
                </c:pt>
                <c:pt idx="2773">
                  <c:v>49.96188354</c:v>
                </c:pt>
                <c:pt idx="2774">
                  <c:v>49.96110535</c:v>
                </c:pt>
                <c:pt idx="2775">
                  <c:v>49.95790643</c:v>
                </c:pt>
                <c:pt idx="2776">
                  <c:v>49.9551133</c:v>
                </c:pt>
                <c:pt idx="2777">
                  <c:v>49.95204085</c:v>
                </c:pt>
                <c:pt idx="2778">
                  <c:v>49.95073739</c:v>
                </c:pt>
                <c:pt idx="2779">
                  <c:v>49.95002747</c:v>
                </c:pt>
                <c:pt idx="2780">
                  <c:v>49.94819641</c:v>
                </c:pt>
                <c:pt idx="2781">
                  <c:v>49.94738563</c:v>
                </c:pt>
                <c:pt idx="2782">
                  <c:v>49.94261169</c:v>
                </c:pt>
                <c:pt idx="2783">
                  <c:v>49.94155884</c:v>
                </c:pt>
                <c:pt idx="2784">
                  <c:v>49.94050598</c:v>
                </c:pt>
                <c:pt idx="2785">
                  <c:v>49.93959045</c:v>
                </c:pt>
                <c:pt idx="2786">
                  <c:v>49.93765621</c:v>
                </c:pt>
                <c:pt idx="2787">
                  <c:v>49.9363993</c:v>
                </c:pt>
                <c:pt idx="2788">
                  <c:v>49.93407169</c:v>
                </c:pt>
                <c:pt idx="2789">
                  <c:v>49.93286133</c:v>
                </c:pt>
                <c:pt idx="2790">
                  <c:v>49.93226624</c:v>
                </c:pt>
                <c:pt idx="2791">
                  <c:v>49.92960267</c:v>
                </c:pt>
                <c:pt idx="2792">
                  <c:v>49.92901611</c:v>
                </c:pt>
                <c:pt idx="2793">
                  <c:v>49.92215431</c:v>
                </c:pt>
                <c:pt idx="2794">
                  <c:v>49.92019912</c:v>
                </c:pt>
                <c:pt idx="2795">
                  <c:v>49.91770935</c:v>
                </c:pt>
                <c:pt idx="2796">
                  <c:v>49.91748047</c:v>
                </c:pt>
                <c:pt idx="2797">
                  <c:v>49.91582321</c:v>
                </c:pt>
                <c:pt idx="2798">
                  <c:v>49.91555786</c:v>
                </c:pt>
                <c:pt idx="2799">
                  <c:v>49.91526458</c:v>
                </c:pt>
                <c:pt idx="2800">
                  <c:v>49.91427612</c:v>
                </c:pt>
                <c:pt idx="2801">
                  <c:v>49.91139221</c:v>
                </c:pt>
                <c:pt idx="2802">
                  <c:v>49.91088867</c:v>
                </c:pt>
                <c:pt idx="2803">
                  <c:v>49.9103766</c:v>
                </c:pt>
                <c:pt idx="2804">
                  <c:v>49.91023694</c:v>
                </c:pt>
                <c:pt idx="2805">
                  <c:v>49.9103766</c:v>
                </c:pt>
                <c:pt idx="2806">
                  <c:v>49.9103766</c:v>
                </c:pt>
                <c:pt idx="2807">
                  <c:v>49.91189575</c:v>
                </c:pt>
                <c:pt idx="2808">
                  <c:v>49.91189575</c:v>
                </c:pt>
                <c:pt idx="2809">
                  <c:v>49.91382146</c:v>
                </c:pt>
                <c:pt idx="2810">
                  <c:v>49.91414733</c:v>
                </c:pt>
                <c:pt idx="2811">
                  <c:v>49.91537476</c:v>
                </c:pt>
                <c:pt idx="2812">
                  <c:v>49.91537476</c:v>
                </c:pt>
                <c:pt idx="2813">
                  <c:v>49.91615295</c:v>
                </c:pt>
                <c:pt idx="2814">
                  <c:v>49.91847669</c:v>
                </c:pt>
                <c:pt idx="2815">
                  <c:v>49.91912842</c:v>
                </c:pt>
                <c:pt idx="2816">
                  <c:v>49.91990662</c:v>
                </c:pt>
                <c:pt idx="2817">
                  <c:v>49.92122327</c:v>
                </c:pt>
                <c:pt idx="2818">
                  <c:v>49.92224742</c:v>
                </c:pt>
                <c:pt idx="2819">
                  <c:v>49.92359743</c:v>
                </c:pt>
                <c:pt idx="2820">
                  <c:v>49.92573884</c:v>
                </c:pt>
                <c:pt idx="2821">
                  <c:v>49.92663574</c:v>
                </c:pt>
                <c:pt idx="2822">
                  <c:v>49.92792679</c:v>
                </c:pt>
                <c:pt idx="2823">
                  <c:v>49.92883301</c:v>
                </c:pt>
                <c:pt idx="2824">
                  <c:v>49.92932336</c:v>
                </c:pt>
                <c:pt idx="2825">
                  <c:v>49.93070984</c:v>
                </c:pt>
                <c:pt idx="2826">
                  <c:v>49.93109234</c:v>
                </c:pt>
                <c:pt idx="2827">
                  <c:v>49.93155787</c:v>
                </c:pt>
                <c:pt idx="2828">
                  <c:v>49.93304754</c:v>
                </c:pt>
                <c:pt idx="2829">
                  <c:v>49.93546825</c:v>
                </c:pt>
                <c:pt idx="2830">
                  <c:v>49.93624878</c:v>
                </c:pt>
                <c:pt idx="2831">
                  <c:v>49.93868036</c:v>
                </c:pt>
                <c:pt idx="2832">
                  <c:v>49.94091797</c:v>
                </c:pt>
                <c:pt idx="2833">
                  <c:v>49.94114685</c:v>
                </c:pt>
                <c:pt idx="2834">
                  <c:v>49.9437561</c:v>
                </c:pt>
                <c:pt idx="2835">
                  <c:v>49.94458008</c:v>
                </c:pt>
                <c:pt idx="2836">
                  <c:v>49.94654846</c:v>
                </c:pt>
                <c:pt idx="2837">
                  <c:v>49.95043945</c:v>
                </c:pt>
                <c:pt idx="2838">
                  <c:v>49.95071411</c:v>
                </c:pt>
                <c:pt idx="2839">
                  <c:v>49.95172119</c:v>
                </c:pt>
                <c:pt idx="2840">
                  <c:v>49.95199585</c:v>
                </c:pt>
                <c:pt idx="2841">
                  <c:v>49.95327759</c:v>
                </c:pt>
                <c:pt idx="2842">
                  <c:v>49.95327759</c:v>
                </c:pt>
                <c:pt idx="2843">
                  <c:v>49.95396423</c:v>
                </c:pt>
                <c:pt idx="2844">
                  <c:v>49.95561218</c:v>
                </c:pt>
                <c:pt idx="2845">
                  <c:v>49.95561218</c:v>
                </c:pt>
                <c:pt idx="2846">
                  <c:v>49.95655642</c:v>
                </c:pt>
                <c:pt idx="2847">
                  <c:v>49.95675659</c:v>
                </c:pt>
                <c:pt idx="2848">
                  <c:v>49.95734781</c:v>
                </c:pt>
                <c:pt idx="2849">
                  <c:v>49.95874437</c:v>
                </c:pt>
                <c:pt idx="2850">
                  <c:v>49.96005249</c:v>
                </c:pt>
                <c:pt idx="2851">
                  <c:v>49.96046448</c:v>
                </c:pt>
                <c:pt idx="2852">
                  <c:v>49.96073914</c:v>
                </c:pt>
                <c:pt idx="2853">
                  <c:v>49.96110535</c:v>
                </c:pt>
                <c:pt idx="2854">
                  <c:v>49.96204958</c:v>
                </c:pt>
                <c:pt idx="2855">
                  <c:v>49.96257019</c:v>
                </c:pt>
                <c:pt idx="2856">
                  <c:v>49.96270752</c:v>
                </c:pt>
                <c:pt idx="2857">
                  <c:v>49.9633996</c:v>
                </c:pt>
                <c:pt idx="2858">
                  <c:v>49.96376038</c:v>
                </c:pt>
                <c:pt idx="2859">
                  <c:v>49.96440125</c:v>
                </c:pt>
                <c:pt idx="2860">
                  <c:v>49.96474961</c:v>
                </c:pt>
                <c:pt idx="2861">
                  <c:v>49.96577376</c:v>
                </c:pt>
                <c:pt idx="2862">
                  <c:v>49.96609497</c:v>
                </c:pt>
                <c:pt idx="2863">
                  <c:v>49.96642549</c:v>
                </c:pt>
                <c:pt idx="2864">
                  <c:v>49.96673584</c:v>
                </c:pt>
                <c:pt idx="2865">
                  <c:v>49.96712378</c:v>
                </c:pt>
                <c:pt idx="2866">
                  <c:v>49.96749619</c:v>
                </c:pt>
                <c:pt idx="2867">
                  <c:v>49.96783447</c:v>
                </c:pt>
                <c:pt idx="2868">
                  <c:v>49.96814792</c:v>
                </c:pt>
                <c:pt idx="2869">
                  <c:v>49.96852034</c:v>
                </c:pt>
                <c:pt idx="2870">
                  <c:v>49.96866</c:v>
                </c:pt>
                <c:pt idx="2871">
                  <c:v>49.96934509</c:v>
                </c:pt>
                <c:pt idx="2872">
                  <c:v>49.9696376</c:v>
                </c:pt>
                <c:pt idx="2873">
                  <c:v>49.9696376</c:v>
                </c:pt>
                <c:pt idx="2874">
                  <c:v>49.97145081</c:v>
                </c:pt>
                <c:pt idx="2875">
                  <c:v>49.97182555</c:v>
                </c:pt>
                <c:pt idx="2876">
                  <c:v>49.97247728</c:v>
                </c:pt>
                <c:pt idx="2877">
                  <c:v>49.97369385</c:v>
                </c:pt>
                <c:pt idx="2878">
                  <c:v>49.97406006</c:v>
                </c:pt>
                <c:pt idx="2879">
                  <c:v>49.97419739</c:v>
                </c:pt>
                <c:pt idx="2880">
                  <c:v>49.97615491</c:v>
                </c:pt>
                <c:pt idx="2881">
                  <c:v>49.97676086</c:v>
                </c:pt>
                <c:pt idx="2882">
                  <c:v>49.9769463</c:v>
                </c:pt>
                <c:pt idx="2883">
                  <c:v>49.97753906</c:v>
                </c:pt>
                <c:pt idx="2884">
                  <c:v>49.97852907</c:v>
                </c:pt>
                <c:pt idx="2885">
                  <c:v>49.97927391</c:v>
                </c:pt>
                <c:pt idx="2886">
                  <c:v>49.97964478</c:v>
                </c:pt>
                <c:pt idx="2887">
                  <c:v>49.97987366</c:v>
                </c:pt>
                <c:pt idx="2888">
                  <c:v>49.98023987</c:v>
                </c:pt>
                <c:pt idx="2889">
                  <c:v>49.9803772</c:v>
                </c:pt>
                <c:pt idx="2890">
                  <c:v>49.98160152</c:v>
                </c:pt>
                <c:pt idx="2891">
                  <c:v>49.98178773</c:v>
                </c:pt>
                <c:pt idx="2892">
                  <c:v>49.98220825</c:v>
                </c:pt>
                <c:pt idx="2893">
                  <c:v>49.98257446</c:v>
                </c:pt>
                <c:pt idx="2894">
                  <c:v>49.98275757</c:v>
                </c:pt>
                <c:pt idx="2895">
                  <c:v>49.98312378</c:v>
                </c:pt>
                <c:pt idx="2896">
                  <c:v>49.98344421</c:v>
                </c:pt>
                <c:pt idx="2897">
                  <c:v>49.98378948</c:v>
                </c:pt>
                <c:pt idx="2898">
                  <c:v>49.98445129</c:v>
                </c:pt>
                <c:pt idx="2899">
                  <c:v>49.98481363</c:v>
                </c:pt>
                <c:pt idx="2900">
                  <c:v>49.98513949</c:v>
                </c:pt>
                <c:pt idx="2901">
                  <c:v>49.9854126</c:v>
                </c:pt>
                <c:pt idx="2902">
                  <c:v>49.98574467</c:v>
                </c:pt>
                <c:pt idx="2903">
                  <c:v>49.9863964</c:v>
                </c:pt>
                <c:pt idx="2904">
                  <c:v>49.98672227</c:v>
                </c:pt>
                <c:pt idx="2905">
                  <c:v>49.98701477</c:v>
                </c:pt>
                <c:pt idx="2906">
                  <c:v>49.98733521</c:v>
                </c:pt>
                <c:pt idx="2907">
                  <c:v>49.98765331</c:v>
                </c:pt>
                <c:pt idx="2908">
                  <c:v>49.9879303</c:v>
                </c:pt>
                <c:pt idx="2909">
                  <c:v>49.98825849</c:v>
                </c:pt>
                <c:pt idx="2910">
                  <c:v>49.98857117</c:v>
                </c:pt>
                <c:pt idx="2911">
                  <c:v>49.98893738</c:v>
                </c:pt>
                <c:pt idx="2912">
                  <c:v>49.98923609</c:v>
                </c:pt>
                <c:pt idx="2913">
                  <c:v>49.98965506</c:v>
                </c:pt>
                <c:pt idx="2914">
                  <c:v>49.98994446</c:v>
                </c:pt>
                <c:pt idx="2915">
                  <c:v>49.99026489</c:v>
                </c:pt>
                <c:pt idx="2916">
                  <c:v>49.99058533</c:v>
                </c:pt>
                <c:pt idx="2917">
                  <c:v>49.99095852</c:v>
                </c:pt>
                <c:pt idx="2918">
                  <c:v>49.9912262</c:v>
                </c:pt>
                <c:pt idx="2919">
                  <c:v>49.99151715</c:v>
                </c:pt>
                <c:pt idx="2920">
                  <c:v>49.99186707</c:v>
                </c:pt>
                <c:pt idx="2921">
                  <c:v>49.99221543</c:v>
                </c:pt>
                <c:pt idx="2922">
                  <c:v>49.99250793</c:v>
                </c:pt>
                <c:pt idx="2923">
                  <c:v>49.99272751</c:v>
                </c:pt>
                <c:pt idx="2924">
                  <c:v>49.99310303</c:v>
                </c:pt>
                <c:pt idx="2925">
                  <c:v>49.99342346</c:v>
                </c:pt>
                <c:pt idx="2926">
                  <c:v>49.9937051</c:v>
                </c:pt>
                <c:pt idx="2927">
                  <c:v>49.99411011</c:v>
                </c:pt>
                <c:pt idx="2928">
                  <c:v>49.99440339</c:v>
                </c:pt>
                <c:pt idx="2929">
                  <c:v>49.9946827</c:v>
                </c:pt>
                <c:pt idx="2930">
                  <c:v>49.99505512</c:v>
                </c:pt>
                <c:pt idx="2931">
                  <c:v>49.9957534</c:v>
                </c:pt>
                <c:pt idx="2932">
                  <c:v>49.99594116</c:v>
                </c:pt>
                <c:pt idx="2933">
                  <c:v>49.9962616</c:v>
                </c:pt>
                <c:pt idx="2934">
                  <c:v>49.9964447</c:v>
                </c:pt>
                <c:pt idx="2935">
                  <c:v>49.99724307</c:v>
                </c:pt>
                <c:pt idx="2936">
                  <c:v>49.99740601</c:v>
                </c:pt>
                <c:pt idx="2937">
                  <c:v>49.99831377</c:v>
                </c:pt>
                <c:pt idx="2938">
                  <c:v>49.99905396</c:v>
                </c:pt>
                <c:pt idx="2939">
                  <c:v>49.99919128</c:v>
                </c:pt>
                <c:pt idx="2940">
                  <c:v>49.99978638</c:v>
                </c:pt>
                <c:pt idx="2941">
                  <c:v>49.99987793</c:v>
                </c:pt>
                <c:pt idx="2942">
                  <c:v>50.00038147</c:v>
                </c:pt>
                <c:pt idx="2943">
                  <c:v>50.00096725</c:v>
                </c:pt>
                <c:pt idx="2944">
                  <c:v>50.00111389</c:v>
                </c:pt>
                <c:pt idx="2945">
                  <c:v>50.001297</c:v>
                </c:pt>
                <c:pt idx="2946">
                  <c:v>50.00250348</c:v>
                </c:pt>
                <c:pt idx="2947">
                  <c:v>50.00301555</c:v>
                </c:pt>
                <c:pt idx="2948">
                  <c:v>50.00349426</c:v>
                </c:pt>
                <c:pt idx="2949">
                  <c:v>50.00385349</c:v>
                </c:pt>
                <c:pt idx="2950">
                  <c:v>50.00417936</c:v>
                </c:pt>
                <c:pt idx="2951">
                  <c:v>50.00454712</c:v>
                </c:pt>
                <c:pt idx="2952">
                  <c:v>50.004776</c:v>
                </c:pt>
                <c:pt idx="2953">
                  <c:v>50.00550842</c:v>
                </c:pt>
                <c:pt idx="2954">
                  <c:v>50.0061811</c:v>
                </c:pt>
                <c:pt idx="2955">
                  <c:v>50.00632076</c:v>
                </c:pt>
                <c:pt idx="2956">
                  <c:v>50.00692749</c:v>
                </c:pt>
                <c:pt idx="2957">
                  <c:v>50.00720215</c:v>
                </c:pt>
                <c:pt idx="2958">
                  <c:v>50.00720215</c:v>
                </c:pt>
                <c:pt idx="2959">
                  <c:v>50.00784302</c:v>
                </c:pt>
                <c:pt idx="2960">
                  <c:v>50.00843811</c:v>
                </c:pt>
                <c:pt idx="2961">
                  <c:v>50.0088501</c:v>
                </c:pt>
                <c:pt idx="2962">
                  <c:v>50.0090332</c:v>
                </c:pt>
                <c:pt idx="2963">
                  <c:v>50.00999839</c:v>
                </c:pt>
                <c:pt idx="2964">
                  <c:v>50.01013804</c:v>
                </c:pt>
                <c:pt idx="2965">
                  <c:v>50.01074322</c:v>
                </c:pt>
                <c:pt idx="2966">
                  <c:v>50.01139495</c:v>
                </c:pt>
                <c:pt idx="2967">
                  <c:v>50.01148806</c:v>
                </c:pt>
                <c:pt idx="2968">
                  <c:v>50.01204668</c:v>
                </c:pt>
                <c:pt idx="2969">
                  <c:v>50.01274109</c:v>
                </c:pt>
                <c:pt idx="2970">
                  <c:v>50.01274109</c:v>
                </c:pt>
                <c:pt idx="2971">
                  <c:v>50.01397705</c:v>
                </c:pt>
                <c:pt idx="2972">
                  <c:v>50.01429749</c:v>
                </c:pt>
                <c:pt idx="2973">
                  <c:v>50.01438904</c:v>
                </c:pt>
                <c:pt idx="2974">
                  <c:v>50.0148468</c:v>
                </c:pt>
                <c:pt idx="2975">
                  <c:v>50.01521301</c:v>
                </c:pt>
                <c:pt idx="2976">
                  <c:v>50.01535189</c:v>
                </c:pt>
                <c:pt idx="2977">
                  <c:v>50.01600362</c:v>
                </c:pt>
                <c:pt idx="2978">
                  <c:v>50.01614328</c:v>
                </c:pt>
                <c:pt idx="2979">
                  <c:v>50.01672363</c:v>
                </c:pt>
                <c:pt idx="2980">
                  <c:v>50.01695251</c:v>
                </c:pt>
                <c:pt idx="2981">
                  <c:v>50.0171814</c:v>
                </c:pt>
                <c:pt idx="2982">
                  <c:v>50.01730709</c:v>
                </c:pt>
                <c:pt idx="2983">
                  <c:v>50.01763295</c:v>
                </c:pt>
                <c:pt idx="2984">
                  <c:v>50.01809848</c:v>
                </c:pt>
                <c:pt idx="2985">
                  <c:v>50.01832581</c:v>
                </c:pt>
                <c:pt idx="2986">
                  <c:v>50.01860046</c:v>
                </c:pt>
                <c:pt idx="2987">
                  <c:v>50.01901245</c:v>
                </c:pt>
                <c:pt idx="2988">
                  <c:v>50.01912262</c:v>
                </c:pt>
                <c:pt idx="2989">
                  <c:v>50.01949504</c:v>
                </c:pt>
                <c:pt idx="2990">
                  <c:v>50.01968125</c:v>
                </c:pt>
                <c:pt idx="2991">
                  <c:v>50.02014677</c:v>
                </c:pt>
                <c:pt idx="2992">
                  <c:v>50.02038574</c:v>
                </c:pt>
                <c:pt idx="2993">
                  <c:v>50.02098083</c:v>
                </c:pt>
                <c:pt idx="2994">
                  <c:v>50.02210197</c:v>
                </c:pt>
                <c:pt idx="2995">
                  <c:v>50.02233473</c:v>
                </c:pt>
                <c:pt idx="2996">
                  <c:v>50.02312612</c:v>
                </c:pt>
                <c:pt idx="2997">
                  <c:v>50.0256958</c:v>
                </c:pt>
                <c:pt idx="2998">
                  <c:v>50.02610546</c:v>
                </c:pt>
                <c:pt idx="2999">
                  <c:v>50.02633822</c:v>
                </c:pt>
                <c:pt idx="3000">
                  <c:v>50.02633822</c:v>
                </c:pt>
                <c:pt idx="3001">
                  <c:v>50.02656555</c:v>
                </c:pt>
                <c:pt idx="3002">
                  <c:v>50.02702332</c:v>
                </c:pt>
                <c:pt idx="3003">
                  <c:v>50.02720642</c:v>
                </c:pt>
                <c:pt idx="3004">
                  <c:v>50.02940369</c:v>
                </c:pt>
                <c:pt idx="3005">
                  <c:v>50.02955033</c:v>
                </c:pt>
                <c:pt idx="3006">
                  <c:v>50.02964343</c:v>
                </c:pt>
                <c:pt idx="3007">
                  <c:v>50.03146362</c:v>
                </c:pt>
                <c:pt idx="3008">
                  <c:v>50.03164518</c:v>
                </c:pt>
                <c:pt idx="3009">
                  <c:v>50.03229691</c:v>
                </c:pt>
                <c:pt idx="3010">
                  <c:v>50.03242493</c:v>
                </c:pt>
                <c:pt idx="3011">
                  <c:v>50.03292847</c:v>
                </c:pt>
                <c:pt idx="3012">
                  <c:v>50.0331814</c:v>
                </c:pt>
                <c:pt idx="3013">
                  <c:v>50.03338623</c:v>
                </c:pt>
                <c:pt idx="3014">
                  <c:v>50.03369348</c:v>
                </c:pt>
                <c:pt idx="3015">
                  <c:v>50.03429865</c:v>
                </c:pt>
                <c:pt idx="3016">
                  <c:v>50.03439331</c:v>
                </c:pt>
                <c:pt idx="3017">
                  <c:v>50.03462219</c:v>
                </c:pt>
                <c:pt idx="3018">
                  <c:v>50.03513659</c:v>
                </c:pt>
                <c:pt idx="3019">
                  <c:v>50.03526306</c:v>
                </c:pt>
                <c:pt idx="3020">
                  <c:v>50.03546246</c:v>
                </c:pt>
                <c:pt idx="3021">
                  <c:v>50.03567505</c:v>
                </c:pt>
                <c:pt idx="3022">
                  <c:v>50.03578833</c:v>
                </c:pt>
                <c:pt idx="3023">
                  <c:v>50.03616074</c:v>
                </c:pt>
                <c:pt idx="3024">
                  <c:v>50.03627014</c:v>
                </c:pt>
                <c:pt idx="3025">
                  <c:v>50.03657971</c:v>
                </c:pt>
                <c:pt idx="3026">
                  <c:v>50.03668213</c:v>
                </c:pt>
                <c:pt idx="3027">
                  <c:v>50.03704524</c:v>
                </c:pt>
                <c:pt idx="3028">
                  <c:v>50.03741765</c:v>
                </c:pt>
                <c:pt idx="3029">
                  <c:v>50.03755731</c:v>
                </c:pt>
                <c:pt idx="3030">
                  <c:v>50.03778076</c:v>
                </c:pt>
                <c:pt idx="3031">
                  <c:v>50.03800964</c:v>
                </c:pt>
                <c:pt idx="3032">
                  <c:v>50.03820904</c:v>
                </c:pt>
                <c:pt idx="3033">
                  <c:v>50.03851318</c:v>
                </c:pt>
                <c:pt idx="3034">
                  <c:v>50.03862801</c:v>
                </c:pt>
                <c:pt idx="3035">
                  <c:v>50.04062976</c:v>
                </c:pt>
                <c:pt idx="3036">
                  <c:v>50.040802</c:v>
                </c:pt>
                <c:pt idx="3037">
                  <c:v>50.04101944</c:v>
                </c:pt>
                <c:pt idx="3038">
                  <c:v>50.04158408</c:v>
                </c:pt>
                <c:pt idx="3039">
                  <c:v>50.04194641</c:v>
                </c:pt>
                <c:pt idx="3040">
                  <c:v>50.04228236</c:v>
                </c:pt>
                <c:pt idx="3041">
                  <c:v>50.04257331</c:v>
                </c:pt>
                <c:pt idx="3042">
                  <c:v>50.04262161</c:v>
                </c:pt>
                <c:pt idx="3043">
                  <c:v>50.04273625</c:v>
                </c:pt>
                <c:pt idx="3044">
                  <c:v>50.04287338</c:v>
                </c:pt>
                <c:pt idx="3045">
                  <c:v>50.04290771</c:v>
                </c:pt>
                <c:pt idx="3046">
                  <c:v>50.0430272</c:v>
                </c:pt>
                <c:pt idx="3047">
                  <c:v>50.04322815</c:v>
                </c:pt>
                <c:pt idx="3048">
                  <c:v>50.04344617</c:v>
                </c:pt>
                <c:pt idx="3049">
                  <c:v>50.04355091</c:v>
                </c:pt>
                <c:pt idx="3050">
                  <c:v>50.04366729</c:v>
                </c:pt>
                <c:pt idx="3051">
                  <c:v>50.04373712</c:v>
                </c:pt>
                <c:pt idx="3052">
                  <c:v>50.04381859</c:v>
                </c:pt>
                <c:pt idx="3053">
                  <c:v>50.04388046</c:v>
                </c:pt>
                <c:pt idx="3054">
                  <c:v>50.04392333</c:v>
                </c:pt>
                <c:pt idx="3055">
                  <c:v>50.04394661</c:v>
                </c:pt>
                <c:pt idx="3056">
                  <c:v>50.04396057</c:v>
                </c:pt>
                <c:pt idx="3057">
                  <c:v>50.04395824</c:v>
                </c:pt>
                <c:pt idx="3058">
                  <c:v>50.04396988</c:v>
                </c:pt>
                <c:pt idx="3059">
                  <c:v>50.04390335</c:v>
                </c:pt>
                <c:pt idx="3060">
                  <c:v>50.04384186</c:v>
                </c:pt>
                <c:pt idx="3061">
                  <c:v>50.0438118</c:v>
                </c:pt>
                <c:pt idx="3062">
                  <c:v>50.0437604</c:v>
                </c:pt>
                <c:pt idx="3063">
                  <c:v>50.04373169</c:v>
                </c:pt>
                <c:pt idx="3064">
                  <c:v>50.04369057</c:v>
                </c:pt>
                <c:pt idx="3065">
                  <c:v>50.04366729</c:v>
                </c:pt>
                <c:pt idx="3066">
                  <c:v>50.04364402</c:v>
                </c:pt>
                <c:pt idx="3067">
                  <c:v>50.04361725</c:v>
                </c:pt>
                <c:pt idx="3068">
                  <c:v>50.0436091</c:v>
                </c:pt>
                <c:pt idx="3069">
                  <c:v>50.04356255</c:v>
                </c:pt>
                <c:pt idx="3070">
                  <c:v>50.0435257</c:v>
                </c:pt>
                <c:pt idx="3071">
                  <c:v>50.04351425</c:v>
                </c:pt>
                <c:pt idx="3072">
                  <c:v>50.04357147</c:v>
                </c:pt>
                <c:pt idx="3073">
                  <c:v>50.04364402</c:v>
                </c:pt>
                <c:pt idx="3074">
                  <c:v>50.04369057</c:v>
                </c:pt>
                <c:pt idx="3075">
                  <c:v>50.04372548</c:v>
                </c:pt>
                <c:pt idx="3076">
                  <c:v>50.04377203</c:v>
                </c:pt>
                <c:pt idx="3077">
                  <c:v>50.04380695</c:v>
                </c:pt>
                <c:pt idx="3078">
                  <c:v>50.04384613</c:v>
                </c:pt>
                <c:pt idx="3079">
                  <c:v>50.04391169</c:v>
                </c:pt>
                <c:pt idx="3080">
                  <c:v>50.04393768</c:v>
                </c:pt>
                <c:pt idx="3081">
                  <c:v>50.04395824</c:v>
                </c:pt>
                <c:pt idx="3082">
                  <c:v>50.04397202</c:v>
                </c:pt>
                <c:pt idx="3083">
                  <c:v>50.0439949</c:v>
                </c:pt>
                <c:pt idx="3084">
                  <c:v>50.0440048</c:v>
                </c:pt>
                <c:pt idx="3085">
                  <c:v>50.0440048</c:v>
                </c:pt>
                <c:pt idx="3086">
                  <c:v>50.04401643</c:v>
                </c:pt>
                <c:pt idx="3087">
                  <c:v>50.04402807</c:v>
                </c:pt>
                <c:pt idx="3088">
                  <c:v>50.04403971</c:v>
                </c:pt>
                <c:pt idx="3089">
                  <c:v>50.04405135</c:v>
                </c:pt>
                <c:pt idx="3090">
                  <c:v>50.04405212</c:v>
                </c:pt>
                <c:pt idx="3091">
                  <c:v>50.04407462</c:v>
                </c:pt>
                <c:pt idx="3092">
                  <c:v>50.04408646</c:v>
                </c:pt>
                <c:pt idx="3093">
                  <c:v>50.0440979</c:v>
                </c:pt>
                <c:pt idx="3094">
                  <c:v>50.04410934</c:v>
                </c:pt>
                <c:pt idx="3095">
                  <c:v>50.04412079</c:v>
                </c:pt>
                <c:pt idx="3096">
                  <c:v>50.04413281</c:v>
                </c:pt>
                <c:pt idx="3097">
                  <c:v>50.04414445</c:v>
                </c:pt>
                <c:pt idx="3098">
                  <c:v>50.04416773</c:v>
                </c:pt>
                <c:pt idx="3099">
                  <c:v>50.04417801</c:v>
                </c:pt>
                <c:pt idx="3100">
                  <c:v>50.04418945</c:v>
                </c:pt>
                <c:pt idx="3101">
                  <c:v>50.04422379</c:v>
                </c:pt>
                <c:pt idx="3102">
                  <c:v>50.04423523</c:v>
                </c:pt>
                <c:pt idx="3103">
                  <c:v>50.04430389</c:v>
                </c:pt>
                <c:pt idx="3104">
                  <c:v>50.04434967</c:v>
                </c:pt>
                <c:pt idx="3105">
                  <c:v>50.04437256</c:v>
                </c:pt>
                <c:pt idx="3106">
                  <c:v>50.04439545</c:v>
                </c:pt>
                <c:pt idx="3107">
                  <c:v>50.04440689</c:v>
                </c:pt>
                <c:pt idx="3108">
                  <c:v>50.04442377</c:v>
                </c:pt>
                <c:pt idx="3109">
                  <c:v>50.04442978</c:v>
                </c:pt>
                <c:pt idx="3110">
                  <c:v>50.0444354</c:v>
                </c:pt>
                <c:pt idx="3111">
                  <c:v>50.04445868</c:v>
                </c:pt>
                <c:pt idx="3112">
                  <c:v>50.04447556</c:v>
                </c:pt>
                <c:pt idx="3113">
                  <c:v>50.044487</c:v>
                </c:pt>
                <c:pt idx="3114">
                  <c:v>50.04451687</c:v>
                </c:pt>
                <c:pt idx="3115">
                  <c:v>50.04452851</c:v>
                </c:pt>
                <c:pt idx="3116">
                  <c:v>50.04454422</c:v>
                </c:pt>
                <c:pt idx="3117">
                  <c:v>50.04437721</c:v>
                </c:pt>
                <c:pt idx="3118">
                  <c:v>50.04426083</c:v>
                </c:pt>
                <c:pt idx="3119">
                  <c:v>50.04410934</c:v>
                </c:pt>
                <c:pt idx="3120">
                  <c:v>50.04402807</c:v>
                </c:pt>
                <c:pt idx="3121">
                  <c:v>50.04394661</c:v>
                </c:pt>
                <c:pt idx="3122">
                  <c:v>50.04323959</c:v>
                </c:pt>
                <c:pt idx="3123">
                  <c:v>50.04296901</c:v>
                </c:pt>
                <c:pt idx="3124">
                  <c:v>50.0427828</c:v>
                </c:pt>
                <c:pt idx="3125">
                  <c:v>50.04156876</c:v>
                </c:pt>
                <c:pt idx="3126">
                  <c:v>50.04088211</c:v>
                </c:pt>
                <c:pt idx="3127">
                  <c:v>50.04044724</c:v>
                </c:pt>
                <c:pt idx="3128">
                  <c:v>50.04017587</c:v>
                </c:pt>
                <c:pt idx="3129">
                  <c:v>50.04036713</c:v>
                </c:pt>
                <c:pt idx="3130">
                  <c:v>50.04042435</c:v>
                </c:pt>
                <c:pt idx="3131">
                  <c:v>50.04069901</c:v>
                </c:pt>
                <c:pt idx="3132">
                  <c:v>50.04085088</c:v>
                </c:pt>
                <c:pt idx="3133">
                  <c:v>50.04094399</c:v>
                </c:pt>
                <c:pt idx="3134">
                  <c:v>50.04103088</c:v>
                </c:pt>
                <c:pt idx="3135">
                  <c:v>50.04106037</c:v>
                </c:pt>
                <c:pt idx="3136">
                  <c:v>50.04109955</c:v>
                </c:pt>
                <c:pt idx="3137">
                  <c:v>50.0411302</c:v>
                </c:pt>
                <c:pt idx="3138">
                  <c:v>50.04116511</c:v>
                </c:pt>
                <c:pt idx="3139">
                  <c:v>50.04118839</c:v>
                </c:pt>
                <c:pt idx="3140">
                  <c:v>50.04125821</c:v>
                </c:pt>
                <c:pt idx="3141">
                  <c:v>50.04139709</c:v>
                </c:pt>
                <c:pt idx="3142">
                  <c:v>50.04141998</c:v>
                </c:pt>
                <c:pt idx="3143">
                  <c:v>50.0414677</c:v>
                </c:pt>
                <c:pt idx="3144">
                  <c:v>50.04149098</c:v>
                </c:pt>
                <c:pt idx="3145">
                  <c:v>50.04149098</c:v>
                </c:pt>
                <c:pt idx="3146">
                  <c:v>50.04151154</c:v>
                </c:pt>
                <c:pt idx="3147">
                  <c:v>50.04152589</c:v>
                </c:pt>
                <c:pt idx="3148">
                  <c:v>50.04153753</c:v>
                </c:pt>
                <c:pt idx="3149">
                  <c:v>50.04154917</c:v>
                </c:pt>
                <c:pt idx="3150">
                  <c:v>50.04154587</c:v>
                </c:pt>
                <c:pt idx="3151">
                  <c:v>50.04155731</c:v>
                </c:pt>
                <c:pt idx="3152">
                  <c:v>50.0415608</c:v>
                </c:pt>
                <c:pt idx="3153">
                  <c:v>50.04157244</c:v>
                </c:pt>
                <c:pt idx="3154">
                  <c:v>50.04157244</c:v>
                </c:pt>
                <c:pt idx="3155">
                  <c:v>50.0415802</c:v>
                </c:pt>
                <c:pt idx="3156">
                  <c:v>50.04157244</c:v>
                </c:pt>
                <c:pt idx="3157">
                  <c:v>50.04158408</c:v>
                </c:pt>
                <c:pt idx="3158">
                  <c:v>50.0415802</c:v>
                </c:pt>
                <c:pt idx="3159">
                  <c:v>50.0415802</c:v>
                </c:pt>
                <c:pt idx="3160">
                  <c:v>50.0415802</c:v>
                </c:pt>
                <c:pt idx="3161">
                  <c:v>50.0415802</c:v>
                </c:pt>
                <c:pt idx="3162">
                  <c:v>50.0415802</c:v>
                </c:pt>
                <c:pt idx="3163">
                  <c:v>50.0415802</c:v>
                </c:pt>
                <c:pt idx="3164">
                  <c:v>50.0415802</c:v>
                </c:pt>
                <c:pt idx="3165">
                  <c:v>50.0415802</c:v>
                </c:pt>
                <c:pt idx="3166">
                  <c:v>50.0415802</c:v>
                </c:pt>
                <c:pt idx="3167">
                  <c:v>50.0415802</c:v>
                </c:pt>
                <c:pt idx="3168">
                  <c:v>50.0415802</c:v>
                </c:pt>
                <c:pt idx="3169">
                  <c:v>50.0415802</c:v>
                </c:pt>
                <c:pt idx="3170">
                  <c:v>50.0415802</c:v>
                </c:pt>
                <c:pt idx="3171">
                  <c:v>50.0415802</c:v>
                </c:pt>
                <c:pt idx="3172">
                  <c:v>50.0415802</c:v>
                </c:pt>
                <c:pt idx="3173">
                  <c:v>50.0415802</c:v>
                </c:pt>
                <c:pt idx="3174">
                  <c:v>50.0415802</c:v>
                </c:pt>
                <c:pt idx="3175">
                  <c:v>50.0415802</c:v>
                </c:pt>
                <c:pt idx="3176">
                  <c:v>50.04158408</c:v>
                </c:pt>
                <c:pt idx="3177">
                  <c:v>50.04158408</c:v>
                </c:pt>
                <c:pt idx="3178">
                  <c:v>50.04161453</c:v>
                </c:pt>
                <c:pt idx="3179">
                  <c:v>50.04163063</c:v>
                </c:pt>
                <c:pt idx="3180">
                  <c:v>50.04163063</c:v>
                </c:pt>
                <c:pt idx="3181">
                  <c:v>50.04165391</c:v>
                </c:pt>
                <c:pt idx="3182">
                  <c:v>50.04168882</c:v>
                </c:pt>
                <c:pt idx="3183">
                  <c:v>50.04169464</c:v>
                </c:pt>
                <c:pt idx="3184">
                  <c:v>50.04170609</c:v>
                </c:pt>
                <c:pt idx="3185">
                  <c:v>50.04171753</c:v>
                </c:pt>
                <c:pt idx="3186">
                  <c:v>50.04174701</c:v>
                </c:pt>
                <c:pt idx="3187">
                  <c:v>50.04175186</c:v>
                </c:pt>
                <c:pt idx="3188">
                  <c:v>50.04177029</c:v>
                </c:pt>
                <c:pt idx="3189">
                  <c:v>50.04178193</c:v>
                </c:pt>
                <c:pt idx="3190">
                  <c:v>50.0418052</c:v>
                </c:pt>
                <c:pt idx="3191">
                  <c:v>50.04182053</c:v>
                </c:pt>
                <c:pt idx="3192">
                  <c:v>50.04184012</c:v>
                </c:pt>
                <c:pt idx="3193">
                  <c:v>50.04187775</c:v>
                </c:pt>
                <c:pt idx="3194">
                  <c:v>50.04188667</c:v>
                </c:pt>
                <c:pt idx="3195">
                  <c:v>50.04190995</c:v>
                </c:pt>
                <c:pt idx="3196">
                  <c:v>50.04193497</c:v>
                </c:pt>
                <c:pt idx="3197">
                  <c:v>50.0419565</c:v>
                </c:pt>
                <c:pt idx="3198">
                  <c:v>50.04197977</c:v>
                </c:pt>
                <c:pt idx="3199">
                  <c:v>50.04201469</c:v>
                </c:pt>
                <c:pt idx="3200">
                  <c:v>50.04201469</c:v>
                </c:pt>
                <c:pt idx="3201">
                  <c:v>50.04206124</c:v>
                </c:pt>
                <c:pt idx="3202">
                  <c:v>50.04208452</c:v>
                </c:pt>
                <c:pt idx="3203">
                  <c:v>50.04216385</c:v>
                </c:pt>
                <c:pt idx="3204">
                  <c:v>50.04220963</c:v>
                </c:pt>
                <c:pt idx="3205">
                  <c:v>50.04226685</c:v>
                </c:pt>
                <c:pt idx="3206">
                  <c:v>50.042294</c:v>
                </c:pt>
                <c:pt idx="3207">
                  <c:v>50.04232892</c:v>
                </c:pt>
                <c:pt idx="3208">
                  <c:v>50.04240417</c:v>
                </c:pt>
                <c:pt idx="3209">
                  <c:v>50.04242706</c:v>
                </c:pt>
                <c:pt idx="3210">
                  <c:v>50.04248021</c:v>
                </c:pt>
                <c:pt idx="3211">
                  <c:v>50.04249185</c:v>
                </c:pt>
                <c:pt idx="3212">
                  <c:v>50.0425384</c:v>
                </c:pt>
                <c:pt idx="3213">
                  <c:v>50.04256439</c:v>
                </c:pt>
                <c:pt idx="3214">
                  <c:v>50.04262161</c:v>
                </c:pt>
                <c:pt idx="3215">
                  <c:v>50.0426315</c:v>
                </c:pt>
              </c:numCache>
            </c:numRef>
          </c:yVal>
        </c:ser>
        <c:ser>
          <c:idx val="3"/>
          <c:order val="3"/>
          <c:tx>
            <c:v>Cluster 3 (33 flights)</c:v>
          </c:tx>
          <c:spPr>
            <a:ln xmlns:a="http://schemas.openxmlformats.org/drawingml/2006/main" w="23813">
              <a:solidFill>
                <a:srgbClr val="C94949"/>
              </a:solidFill>
            </a:ln>
          </c:spPr>
          <c:marker>
            <c:symbol val="none"/>
          </c:marker>
          <c:xVal>
            <c:numRef>
              <c:f>'Chart Data'!$G$2:$G$3401</c:f>
              <c:numCache>
                <c:formatCode>General</c:formatCode>
                <c:ptCount val="3400"/>
                <c:pt idx="0">
                  <c:v>-0.45377989</c:v>
                </c:pt>
                <c:pt idx="1">
                  <c:v>-0.45467067</c:v>
                </c:pt>
                <c:pt idx="2">
                  <c:v>-0.45578415</c:v>
                </c:pt>
                <c:pt idx="3">
                  <c:v>-0.45692444</c:v>
                </c:pt>
                <c:pt idx="4">
                  <c:v>-0.4574585</c:v>
                </c:pt>
                <c:pt idx="5">
                  <c:v>-0.45806885</c:v>
                </c:pt>
                <c:pt idx="6">
                  <c:v>-0.45956998</c:v>
                </c:pt>
                <c:pt idx="7">
                  <c:v>-0.46068346</c:v>
                </c:pt>
                <c:pt idx="8">
                  <c:v>-0.46257019</c:v>
                </c:pt>
                <c:pt idx="9">
                  <c:v>-0.4638012</c:v>
                </c:pt>
                <c:pt idx="10">
                  <c:v>-0.46417236</c:v>
                </c:pt>
                <c:pt idx="11">
                  <c:v>-0.46669625</c:v>
                </c:pt>
                <c:pt idx="12">
                  <c:v>-0.46722412</c:v>
                </c:pt>
                <c:pt idx="13">
                  <c:v>-0.46832935</c:v>
                </c:pt>
                <c:pt idx="14">
                  <c:v>-0.47157288</c:v>
                </c:pt>
                <c:pt idx="15">
                  <c:v>-0.4725647</c:v>
                </c:pt>
                <c:pt idx="16">
                  <c:v>-0.47374828</c:v>
                </c:pt>
                <c:pt idx="17">
                  <c:v>-0.47470093</c:v>
                </c:pt>
                <c:pt idx="18">
                  <c:v>-0.47671756</c:v>
                </c:pt>
                <c:pt idx="19">
                  <c:v>-0.47782898</c:v>
                </c:pt>
                <c:pt idx="20">
                  <c:v>-0.47879606</c:v>
                </c:pt>
                <c:pt idx="21">
                  <c:v>-0.48087455</c:v>
                </c:pt>
                <c:pt idx="22">
                  <c:v>-0.48198803</c:v>
                </c:pt>
                <c:pt idx="23">
                  <c:v>-0.48302728</c:v>
                </c:pt>
                <c:pt idx="24">
                  <c:v>-0.48391806</c:v>
                </c:pt>
                <c:pt idx="25">
                  <c:v>-0.48439026</c:v>
                </c:pt>
                <c:pt idx="26">
                  <c:v>-0.48636772</c:v>
                </c:pt>
                <c:pt idx="27">
                  <c:v>-0.48736572</c:v>
                </c:pt>
                <c:pt idx="28">
                  <c:v>-0.48829775</c:v>
                </c:pt>
                <c:pt idx="29">
                  <c:v>-0.48874314</c:v>
                </c:pt>
                <c:pt idx="30">
                  <c:v>-0.49057007</c:v>
                </c:pt>
                <c:pt idx="31">
                  <c:v>-0.49163818</c:v>
                </c:pt>
                <c:pt idx="32">
                  <c:v>-0.49275166</c:v>
                </c:pt>
                <c:pt idx="33">
                  <c:v>-0.4940033</c:v>
                </c:pt>
                <c:pt idx="34">
                  <c:v>-0.49514771</c:v>
                </c:pt>
                <c:pt idx="35">
                  <c:v>-0.49629211</c:v>
                </c:pt>
                <c:pt idx="36">
                  <c:v>-0.49758911</c:v>
                </c:pt>
                <c:pt idx="37">
                  <c:v>-0.49869022</c:v>
                </c:pt>
                <c:pt idx="38">
                  <c:v>-0.49972534</c:v>
                </c:pt>
                <c:pt idx="39">
                  <c:v>-0.50084294</c:v>
                </c:pt>
                <c:pt idx="40">
                  <c:v>-0.50210489</c:v>
                </c:pt>
                <c:pt idx="41">
                  <c:v>-0.50336683</c:v>
                </c:pt>
                <c:pt idx="42">
                  <c:v>-0.50455454</c:v>
                </c:pt>
                <c:pt idx="43">
                  <c:v>-0.50514221</c:v>
                </c:pt>
                <c:pt idx="44">
                  <c:v>-0.50827026</c:v>
                </c:pt>
                <c:pt idx="45">
                  <c:v>-0.50952808</c:v>
                </c:pt>
                <c:pt idx="46">
                  <c:v>-0.51079003</c:v>
                </c:pt>
                <c:pt idx="47">
                  <c:v>-0.51223755</c:v>
                </c:pt>
                <c:pt idx="48">
                  <c:v>-0.51361084</c:v>
                </c:pt>
                <c:pt idx="49">
                  <c:v>-0.51472432</c:v>
                </c:pt>
                <c:pt idx="50">
                  <c:v>-0.51613473</c:v>
                </c:pt>
                <c:pt idx="51">
                  <c:v>-0.51727295</c:v>
                </c:pt>
                <c:pt idx="52">
                  <c:v>-0.51843592</c:v>
                </c:pt>
                <c:pt idx="53">
                  <c:v>-0.51984632</c:v>
                </c:pt>
                <c:pt idx="54">
                  <c:v>-0.52093506</c:v>
                </c:pt>
                <c:pt idx="55">
                  <c:v>-0.52207328</c:v>
                </c:pt>
                <c:pt idx="56">
                  <c:v>-0.52348369</c:v>
                </c:pt>
                <c:pt idx="57">
                  <c:v>-0.5246714</c:v>
                </c:pt>
                <c:pt idx="58">
                  <c:v>-0.52593334</c:v>
                </c:pt>
                <c:pt idx="59">
                  <c:v>-0.52711487</c:v>
                </c:pt>
                <c:pt idx="60">
                  <c:v>-0.52823453</c:v>
                </c:pt>
                <c:pt idx="61">
                  <c:v>-0.52934801</c:v>
                </c:pt>
                <c:pt idx="62">
                  <c:v>-0.53112958</c:v>
                </c:pt>
                <c:pt idx="63">
                  <c:v>-0.53207397</c:v>
                </c:pt>
                <c:pt idx="64">
                  <c:v>-0.53305961</c:v>
                </c:pt>
                <c:pt idx="65">
                  <c:v>-0.53402463</c:v>
                </c:pt>
                <c:pt idx="66">
                  <c:v>-0.53535461</c:v>
                </c:pt>
                <c:pt idx="67">
                  <c:v>-0.53580619</c:v>
                </c:pt>
                <c:pt idx="68">
                  <c:v>-0.53684544</c:v>
                </c:pt>
                <c:pt idx="69">
                  <c:v>-0.53787231</c:v>
                </c:pt>
                <c:pt idx="70">
                  <c:v>-0.53871155</c:v>
                </c:pt>
                <c:pt idx="71">
                  <c:v>-0.53966625</c:v>
                </c:pt>
                <c:pt idx="72">
                  <c:v>-0.54031372</c:v>
                </c:pt>
                <c:pt idx="73">
                  <c:v>-0.54107666</c:v>
                </c:pt>
                <c:pt idx="74">
                  <c:v>-0.54181898</c:v>
                </c:pt>
                <c:pt idx="75">
                  <c:v>-0.54237366</c:v>
                </c:pt>
                <c:pt idx="76">
                  <c:v>-0.54285823</c:v>
                </c:pt>
                <c:pt idx="77">
                  <c:v>-0.54330362</c:v>
                </c:pt>
                <c:pt idx="78">
                  <c:v>-0.54374695</c:v>
                </c:pt>
                <c:pt idx="79">
                  <c:v>-0.54412017</c:v>
                </c:pt>
                <c:pt idx="80">
                  <c:v>-0.54443359</c:v>
                </c:pt>
                <c:pt idx="81">
                  <c:v>-0.54463979</c:v>
                </c:pt>
                <c:pt idx="82">
                  <c:v>-0.54481506</c:v>
                </c:pt>
                <c:pt idx="83">
                  <c:v>-0.54504395</c:v>
                </c:pt>
                <c:pt idx="84">
                  <c:v>-0.54512024</c:v>
                </c:pt>
                <c:pt idx="85">
                  <c:v>-0.54508519</c:v>
                </c:pt>
                <c:pt idx="86">
                  <c:v>-0.54496765</c:v>
                </c:pt>
                <c:pt idx="87">
                  <c:v>-0.54481506</c:v>
                </c:pt>
                <c:pt idx="88">
                  <c:v>-0.54458618</c:v>
                </c:pt>
                <c:pt idx="89">
                  <c:v>-0.54420471</c:v>
                </c:pt>
                <c:pt idx="90">
                  <c:v>-0.54382324</c:v>
                </c:pt>
                <c:pt idx="91">
                  <c:v>-0.54330362</c:v>
                </c:pt>
                <c:pt idx="92">
                  <c:v>-0.54275513</c:v>
                </c:pt>
                <c:pt idx="93">
                  <c:v>-0.54219014</c:v>
                </c:pt>
                <c:pt idx="94">
                  <c:v>-0.54153442</c:v>
                </c:pt>
                <c:pt idx="95">
                  <c:v>-0.54077973</c:v>
                </c:pt>
                <c:pt idx="96">
                  <c:v>-0.54008484</c:v>
                </c:pt>
                <c:pt idx="97">
                  <c:v>-0.5390724</c:v>
                </c:pt>
                <c:pt idx="98">
                  <c:v>-0.53847854</c:v>
                </c:pt>
                <c:pt idx="99">
                  <c:v>-0.53764343</c:v>
                </c:pt>
                <c:pt idx="100">
                  <c:v>-0.5368042</c:v>
                </c:pt>
                <c:pt idx="101">
                  <c:v>-0.53580619</c:v>
                </c:pt>
                <c:pt idx="102">
                  <c:v>-0.53482056</c:v>
                </c:pt>
                <c:pt idx="103">
                  <c:v>-0.53395039</c:v>
                </c:pt>
                <c:pt idx="104">
                  <c:v>-0.53260803</c:v>
                </c:pt>
                <c:pt idx="105">
                  <c:v>-0.53150074</c:v>
                </c:pt>
                <c:pt idx="106">
                  <c:v>-0.5304718</c:v>
                </c:pt>
                <c:pt idx="107">
                  <c:v>-0.52932739</c:v>
                </c:pt>
                <c:pt idx="108">
                  <c:v>-0.52818298</c:v>
                </c:pt>
                <c:pt idx="109">
                  <c:v>-0.52688599</c:v>
                </c:pt>
                <c:pt idx="110">
                  <c:v>-0.52548795</c:v>
                </c:pt>
                <c:pt idx="111">
                  <c:v>-0.5242157</c:v>
                </c:pt>
                <c:pt idx="112">
                  <c:v>-0.52296407</c:v>
                </c:pt>
                <c:pt idx="113">
                  <c:v>-0.52133096</c:v>
                </c:pt>
                <c:pt idx="114">
                  <c:v>-0.52055359</c:v>
                </c:pt>
                <c:pt idx="115">
                  <c:v>-0.51851015</c:v>
                </c:pt>
                <c:pt idx="116">
                  <c:v>-0.51712036</c:v>
                </c:pt>
                <c:pt idx="117">
                  <c:v>-0.51574707</c:v>
                </c:pt>
                <c:pt idx="118">
                  <c:v>-0.51450162</c:v>
                </c:pt>
                <c:pt idx="119">
                  <c:v>-0.51294275</c:v>
                </c:pt>
                <c:pt idx="120">
                  <c:v>-0.51223755</c:v>
                </c:pt>
                <c:pt idx="121">
                  <c:v>-0.51063538</c:v>
                </c:pt>
                <c:pt idx="122">
                  <c:v>-0.5091095</c:v>
                </c:pt>
                <c:pt idx="123">
                  <c:v>-0.50765991</c:v>
                </c:pt>
                <c:pt idx="124">
                  <c:v>-0.50628662</c:v>
                </c:pt>
                <c:pt idx="125">
                  <c:v>-0.50507417</c:v>
                </c:pt>
                <c:pt idx="126">
                  <c:v>-0.50361633</c:v>
                </c:pt>
                <c:pt idx="127">
                  <c:v>-0.50224304</c:v>
                </c:pt>
                <c:pt idx="128">
                  <c:v>-0.50086975</c:v>
                </c:pt>
                <c:pt idx="129">
                  <c:v>-0.49934387</c:v>
                </c:pt>
                <c:pt idx="130">
                  <c:v>-0.49797058</c:v>
                </c:pt>
                <c:pt idx="131">
                  <c:v>-0.49638903</c:v>
                </c:pt>
                <c:pt idx="132">
                  <c:v>-0.49490439</c:v>
                </c:pt>
                <c:pt idx="133">
                  <c:v>-0.49379091</c:v>
                </c:pt>
                <c:pt idx="134">
                  <c:v>-0.49224854</c:v>
                </c:pt>
                <c:pt idx="135">
                  <c:v>-0.49102783</c:v>
                </c:pt>
                <c:pt idx="136">
                  <c:v>-0.49030201</c:v>
                </c:pt>
                <c:pt idx="137">
                  <c:v>-0.48820496</c:v>
                </c:pt>
                <c:pt idx="138">
                  <c:v>-0.48688734</c:v>
                </c:pt>
                <c:pt idx="139">
                  <c:v>-0.48547693</c:v>
                </c:pt>
                <c:pt idx="140">
                  <c:v>-0.48423767</c:v>
                </c:pt>
                <c:pt idx="141">
                  <c:v>-0.48273035</c:v>
                </c:pt>
                <c:pt idx="142">
                  <c:v>-0.48146841</c:v>
                </c:pt>
                <c:pt idx="143">
                  <c:v>-0.48027039</c:v>
                </c:pt>
                <c:pt idx="144">
                  <c:v>-0.47874451</c:v>
                </c:pt>
                <c:pt idx="145">
                  <c:v>-0.47753411</c:v>
                </c:pt>
                <c:pt idx="146">
                  <c:v>-0.47612371</c:v>
                </c:pt>
                <c:pt idx="147">
                  <c:v>-0.47463907</c:v>
                </c:pt>
                <c:pt idx="148">
                  <c:v>-0.47340393</c:v>
                </c:pt>
                <c:pt idx="149">
                  <c:v>-0.47144709</c:v>
                </c:pt>
                <c:pt idx="150">
                  <c:v>-0.47003669</c:v>
                </c:pt>
                <c:pt idx="151">
                  <c:v>-0.46882629</c:v>
                </c:pt>
                <c:pt idx="152">
                  <c:v>-0.46775818</c:v>
                </c:pt>
                <c:pt idx="153">
                  <c:v>-0.46592712</c:v>
                </c:pt>
                <c:pt idx="154">
                  <c:v>-0.46469199</c:v>
                </c:pt>
                <c:pt idx="155">
                  <c:v>-0.46348572</c:v>
                </c:pt>
                <c:pt idx="156">
                  <c:v>-0.46209387</c:v>
                </c:pt>
                <c:pt idx="157">
                  <c:v>-0.46068346</c:v>
                </c:pt>
                <c:pt idx="158">
                  <c:v>-0.45944214</c:v>
                </c:pt>
                <c:pt idx="159">
                  <c:v>-0.45778842</c:v>
                </c:pt>
                <c:pt idx="160">
                  <c:v>-0.45661926</c:v>
                </c:pt>
                <c:pt idx="161">
                  <c:v>-0.45533876</c:v>
                </c:pt>
                <c:pt idx="162">
                  <c:v>-0.45394897</c:v>
                </c:pt>
                <c:pt idx="163">
                  <c:v>-0.45257568</c:v>
                </c:pt>
                <c:pt idx="164">
                  <c:v>-0.45120239</c:v>
                </c:pt>
                <c:pt idx="165">
                  <c:v>-0.4498456</c:v>
                </c:pt>
                <c:pt idx="166">
                  <c:v>-0.44843519</c:v>
                </c:pt>
                <c:pt idx="167">
                  <c:v>-0.44709902</c:v>
                </c:pt>
                <c:pt idx="168">
                  <c:v>-0.44554014</c:v>
                </c:pt>
                <c:pt idx="169">
                  <c:v>-0.44412974</c:v>
                </c:pt>
                <c:pt idx="170">
                  <c:v>-0.44279356</c:v>
                </c:pt>
                <c:pt idx="171">
                  <c:v>-0.44123469</c:v>
                </c:pt>
                <c:pt idx="172">
                  <c:v>-0.44012121</c:v>
                </c:pt>
                <c:pt idx="173">
                  <c:v>-0.4384613</c:v>
                </c:pt>
                <c:pt idx="174">
                  <c:v>-0.43739319</c:v>
                </c:pt>
                <c:pt idx="175">
                  <c:v>-0.43588999</c:v>
                </c:pt>
                <c:pt idx="176">
                  <c:v>-0.43449402</c:v>
                </c:pt>
                <c:pt idx="177">
                  <c:v>-0.43321764</c:v>
                </c:pt>
                <c:pt idx="178">
                  <c:v>-0.43197632</c:v>
                </c:pt>
                <c:pt idx="179">
                  <c:v>-0.43002567</c:v>
                </c:pt>
                <c:pt idx="180">
                  <c:v>-0.42920912</c:v>
                </c:pt>
                <c:pt idx="181">
                  <c:v>-0.42770386</c:v>
                </c:pt>
                <c:pt idx="182">
                  <c:v>-0.42631407</c:v>
                </c:pt>
                <c:pt idx="183">
                  <c:v>-0.42490366</c:v>
                </c:pt>
                <c:pt idx="184">
                  <c:v>-0.42356749</c:v>
                </c:pt>
                <c:pt idx="185">
                  <c:v>-0.4221344</c:v>
                </c:pt>
                <c:pt idx="186">
                  <c:v>-0.42067244</c:v>
                </c:pt>
                <c:pt idx="187">
                  <c:v>-0.41923523</c:v>
                </c:pt>
                <c:pt idx="188">
                  <c:v>-0.41786194</c:v>
                </c:pt>
                <c:pt idx="189">
                  <c:v>-0.41679382</c:v>
                </c:pt>
                <c:pt idx="190">
                  <c:v>-0.41473389</c:v>
                </c:pt>
                <c:pt idx="191">
                  <c:v>-0.41358948</c:v>
                </c:pt>
                <c:pt idx="192">
                  <c:v>-0.41221619</c:v>
                </c:pt>
                <c:pt idx="193">
                  <c:v>-0.41087383</c:v>
                </c:pt>
                <c:pt idx="194">
                  <c:v>-0.40962219</c:v>
                </c:pt>
                <c:pt idx="195">
                  <c:v>-0.40812724</c:v>
                </c:pt>
                <c:pt idx="196">
                  <c:v>-0.40656837</c:v>
                </c:pt>
                <c:pt idx="197">
                  <c:v>-0.4052322</c:v>
                </c:pt>
                <c:pt idx="198">
                  <c:v>-0.40411872</c:v>
                </c:pt>
                <c:pt idx="199">
                  <c:v>-0.40263408</c:v>
                </c:pt>
                <c:pt idx="200">
                  <c:v>-0.4015206</c:v>
                </c:pt>
                <c:pt idx="201">
                  <c:v>-0.40011019</c:v>
                </c:pt>
                <c:pt idx="202">
                  <c:v>-0.39877402</c:v>
                </c:pt>
                <c:pt idx="203">
                  <c:v>-0.39710999</c:v>
                </c:pt>
                <c:pt idx="204">
                  <c:v>-0.39573669</c:v>
                </c:pt>
                <c:pt idx="205">
                  <c:v>-0.39466858</c:v>
                </c:pt>
                <c:pt idx="206">
                  <c:v>-0.39283752</c:v>
                </c:pt>
                <c:pt idx="207">
                  <c:v>-0.39216737</c:v>
                </c:pt>
                <c:pt idx="208">
                  <c:v>-0.3906085</c:v>
                </c:pt>
                <c:pt idx="209">
                  <c:v>-0.38909912</c:v>
                </c:pt>
                <c:pt idx="210">
                  <c:v>-0.38772583</c:v>
                </c:pt>
                <c:pt idx="211">
                  <c:v>-0.38637728</c:v>
                </c:pt>
                <c:pt idx="212">
                  <c:v>-0.38459778</c:v>
                </c:pt>
                <c:pt idx="213">
                  <c:v>-0.38322449</c:v>
                </c:pt>
                <c:pt idx="214">
                  <c:v>-0.38169861</c:v>
                </c:pt>
                <c:pt idx="215">
                  <c:v>-0.38103258</c:v>
                </c:pt>
                <c:pt idx="216">
                  <c:v>-0.37979126</c:v>
                </c:pt>
                <c:pt idx="217">
                  <c:v>-0.37813754</c:v>
                </c:pt>
                <c:pt idx="218">
                  <c:v>-0.37689209</c:v>
                </c:pt>
                <c:pt idx="219">
                  <c:v>-0.37539095</c:v>
                </c:pt>
                <c:pt idx="220">
                  <c:v>-0.37399292</c:v>
                </c:pt>
                <c:pt idx="221">
                  <c:v>-0.37219898</c:v>
                </c:pt>
                <c:pt idx="222">
                  <c:v>-0.37078857</c:v>
                </c:pt>
                <c:pt idx="223">
                  <c:v>-0.36994934</c:v>
                </c:pt>
                <c:pt idx="224">
                  <c:v>-0.36848738</c:v>
                </c:pt>
                <c:pt idx="225">
                  <c:v>-0.36720276</c:v>
                </c:pt>
                <c:pt idx="226">
                  <c:v>-0.36567688</c:v>
                </c:pt>
                <c:pt idx="227">
                  <c:v>-0.36440463</c:v>
                </c:pt>
                <c:pt idx="228">
                  <c:v>-0.36262306</c:v>
                </c:pt>
                <c:pt idx="229">
                  <c:v>-0.36113842</c:v>
                </c:pt>
                <c:pt idx="230">
                  <c:v>-0.35972801</c:v>
                </c:pt>
                <c:pt idx="231">
                  <c:v>-0.3578949</c:v>
                </c:pt>
                <c:pt idx="232">
                  <c:v>-0.35653604</c:v>
                </c:pt>
                <c:pt idx="233">
                  <c:v>-0.35497717</c:v>
                </c:pt>
                <c:pt idx="234">
                  <c:v>-0.35326983</c:v>
                </c:pt>
                <c:pt idx="235">
                  <c:v>-0.35247803</c:v>
                </c:pt>
                <c:pt idx="236">
                  <c:v>-0.35074595</c:v>
                </c:pt>
                <c:pt idx="237">
                  <c:v>-0.34927368</c:v>
                </c:pt>
                <c:pt idx="238">
                  <c:v>-0.34744263</c:v>
                </c:pt>
                <c:pt idx="239">
                  <c:v>-0.34614563</c:v>
                </c:pt>
                <c:pt idx="240">
                  <c:v>-0.34361968</c:v>
                </c:pt>
                <c:pt idx="241">
                  <c:v>-0.34176388</c:v>
                </c:pt>
                <c:pt idx="242">
                  <c:v>-0.340271</c:v>
                </c:pt>
                <c:pt idx="243">
                  <c:v>-0.33938846</c:v>
                </c:pt>
                <c:pt idx="244">
                  <c:v>-0.33737183</c:v>
                </c:pt>
                <c:pt idx="245">
                  <c:v>-0.33569336</c:v>
                </c:pt>
                <c:pt idx="246">
                  <c:v>-0.33411799</c:v>
                </c:pt>
                <c:pt idx="247">
                  <c:v>-0.33226219</c:v>
                </c:pt>
                <c:pt idx="248">
                  <c:v>-0.33073425</c:v>
                </c:pt>
                <c:pt idx="249">
                  <c:v>-0.32897949</c:v>
                </c:pt>
                <c:pt idx="250">
                  <c:v>-0.32707214</c:v>
                </c:pt>
                <c:pt idx="251">
                  <c:v>-0.32521016</c:v>
                </c:pt>
                <c:pt idx="252">
                  <c:v>-0.32350282</c:v>
                </c:pt>
                <c:pt idx="253">
                  <c:v>-0.32157279</c:v>
                </c:pt>
                <c:pt idx="254">
                  <c:v>-0.31986546</c:v>
                </c:pt>
                <c:pt idx="255">
                  <c:v>-0.31815812</c:v>
                </c:pt>
                <c:pt idx="256">
                  <c:v>-0.31608582</c:v>
                </c:pt>
                <c:pt idx="257">
                  <c:v>-0.31518885</c:v>
                </c:pt>
                <c:pt idx="258">
                  <c:v>-0.31349182</c:v>
                </c:pt>
                <c:pt idx="259">
                  <c:v>-0.31105042</c:v>
                </c:pt>
                <c:pt idx="260">
                  <c:v>-0.30917606</c:v>
                </c:pt>
                <c:pt idx="261">
                  <c:v>-0.30830383</c:v>
                </c:pt>
                <c:pt idx="262">
                  <c:v>-0.30639648</c:v>
                </c:pt>
                <c:pt idx="263">
                  <c:v>-0.30464172</c:v>
                </c:pt>
                <c:pt idx="264">
                  <c:v>-0.30296326</c:v>
                </c:pt>
                <c:pt idx="265">
                  <c:v>-0.30067444</c:v>
                </c:pt>
                <c:pt idx="266">
                  <c:v>-0.29891968</c:v>
                </c:pt>
                <c:pt idx="267">
                  <c:v>-0.29724121</c:v>
                </c:pt>
                <c:pt idx="268">
                  <c:v>-0.29544315</c:v>
                </c:pt>
                <c:pt idx="269">
                  <c:v>-0.29373581</c:v>
                </c:pt>
                <c:pt idx="270">
                  <c:v>-0.29220581</c:v>
                </c:pt>
                <c:pt idx="271">
                  <c:v>-0.29022217</c:v>
                </c:pt>
                <c:pt idx="272">
                  <c:v>-0.28868804</c:v>
                </c:pt>
                <c:pt idx="273">
                  <c:v>-0.28709412</c:v>
                </c:pt>
                <c:pt idx="274">
                  <c:v>-0.28519914</c:v>
                </c:pt>
                <c:pt idx="275">
                  <c:v>-0.28343201</c:v>
                </c:pt>
                <c:pt idx="276">
                  <c:v>-0.28205872</c:v>
                </c:pt>
                <c:pt idx="277">
                  <c:v>-0.28015137</c:v>
                </c:pt>
                <c:pt idx="278">
                  <c:v>-0.27839661</c:v>
                </c:pt>
                <c:pt idx="279">
                  <c:v>-0.27643977</c:v>
                </c:pt>
                <c:pt idx="280">
                  <c:v>-0.27488708</c:v>
                </c:pt>
                <c:pt idx="281">
                  <c:v>-0.27309933</c:v>
                </c:pt>
                <c:pt idx="282">
                  <c:v>-0.27153015</c:v>
                </c:pt>
                <c:pt idx="283">
                  <c:v>-0.26977539</c:v>
                </c:pt>
                <c:pt idx="284">
                  <c:v>-0.26805156</c:v>
                </c:pt>
                <c:pt idx="285">
                  <c:v>-0.26626999</c:v>
                </c:pt>
                <c:pt idx="286">
                  <c:v>-0.2646637</c:v>
                </c:pt>
                <c:pt idx="287">
                  <c:v>-0.26226147</c:v>
                </c:pt>
                <c:pt idx="288">
                  <c:v>-0.2604799</c:v>
                </c:pt>
                <c:pt idx="289">
                  <c:v>-0.25886536</c:v>
                </c:pt>
                <c:pt idx="290">
                  <c:v>-0.25695801</c:v>
                </c:pt>
                <c:pt idx="291">
                  <c:v>-0.2553579</c:v>
                </c:pt>
                <c:pt idx="292">
                  <c:v>-0.25357633</c:v>
                </c:pt>
                <c:pt idx="293">
                  <c:v>-0.25201746</c:v>
                </c:pt>
                <c:pt idx="294">
                  <c:v>-0.25023589</c:v>
                </c:pt>
                <c:pt idx="295">
                  <c:v>-0.2482605</c:v>
                </c:pt>
                <c:pt idx="296">
                  <c:v>-0.2465243</c:v>
                </c:pt>
                <c:pt idx="297">
                  <c:v>-0.24474273</c:v>
                </c:pt>
                <c:pt idx="298">
                  <c:v>-0.24296116</c:v>
                </c:pt>
                <c:pt idx="299">
                  <c:v>-0.24101257</c:v>
                </c:pt>
                <c:pt idx="300">
                  <c:v>-0.23999188</c:v>
                </c:pt>
                <c:pt idx="301">
                  <c:v>-0.23821032</c:v>
                </c:pt>
                <c:pt idx="302">
                  <c:v>-0.23628029</c:v>
                </c:pt>
                <c:pt idx="303">
                  <c:v>-0.23449872</c:v>
                </c:pt>
                <c:pt idx="304">
                  <c:v>-0.23223877</c:v>
                </c:pt>
                <c:pt idx="305">
                  <c:v>-0.23115828</c:v>
                </c:pt>
                <c:pt idx="306">
                  <c:v>-0.22918701</c:v>
                </c:pt>
                <c:pt idx="307">
                  <c:v>-0.22743225</c:v>
                </c:pt>
                <c:pt idx="308">
                  <c:v>-0.22567749</c:v>
                </c:pt>
                <c:pt idx="309">
                  <c:v>-0.22369385</c:v>
                </c:pt>
                <c:pt idx="310">
                  <c:v>-0.22224426</c:v>
                </c:pt>
                <c:pt idx="311">
                  <c:v>-0.22033691</c:v>
                </c:pt>
                <c:pt idx="312">
                  <c:v>-0.21801923</c:v>
                </c:pt>
                <c:pt idx="313">
                  <c:v>-0.21636963</c:v>
                </c:pt>
                <c:pt idx="314">
                  <c:v>-0.21461487</c:v>
                </c:pt>
                <c:pt idx="315">
                  <c:v>-0.21331787</c:v>
                </c:pt>
                <c:pt idx="316">
                  <c:v>-0.21087646</c:v>
                </c:pt>
                <c:pt idx="317">
                  <c:v>-0.20904541</c:v>
                </c:pt>
                <c:pt idx="318">
                  <c:v>-0.20782471</c:v>
                </c:pt>
                <c:pt idx="319">
                  <c:v>-0.20577096</c:v>
                </c:pt>
                <c:pt idx="320">
                  <c:v>-0.2041626</c:v>
                </c:pt>
                <c:pt idx="321">
                  <c:v>-0.20153974</c:v>
                </c:pt>
                <c:pt idx="322">
                  <c:v>-0.20065308</c:v>
                </c:pt>
                <c:pt idx="323">
                  <c:v>-0.19874573</c:v>
                </c:pt>
                <c:pt idx="324">
                  <c:v>-0.1966095</c:v>
                </c:pt>
                <c:pt idx="325">
                  <c:v>-0.1944877</c:v>
                </c:pt>
                <c:pt idx="326">
                  <c:v>-0.19271851</c:v>
                </c:pt>
                <c:pt idx="327">
                  <c:v>-0.19073486</c:v>
                </c:pt>
                <c:pt idx="328">
                  <c:v>-0.18852234</c:v>
                </c:pt>
                <c:pt idx="329">
                  <c:v>-0.1865387</c:v>
                </c:pt>
                <c:pt idx="330">
                  <c:v>-0.18431792</c:v>
                </c:pt>
                <c:pt idx="331">
                  <c:v>-0.18283328</c:v>
                </c:pt>
                <c:pt idx="332">
                  <c:v>-0.18104553</c:v>
                </c:pt>
                <c:pt idx="333">
                  <c:v>-0.17875053</c:v>
                </c:pt>
                <c:pt idx="334">
                  <c:v>-0.17585754</c:v>
                </c:pt>
                <c:pt idx="335">
                  <c:v>-0.17399968</c:v>
                </c:pt>
                <c:pt idx="336">
                  <c:v>-0.17189026</c:v>
                </c:pt>
                <c:pt idx="337">
                  <c:v>-0.16954577</c:v>
                </c:pt>
                <c:pt idx="338">
                  <c:v>-0.16746727</c:v>
                </c:pt>
                <c:pt idx="339">
                  <c:v>-0.16540527</c:v>
                </c:pt>
                <c:pt idx="340">
                  <c:v>-0.16326904</c:v>
                </c:pt>
                <c:pt idx="341">
                  <c:v>-0.16138025</c:v>
                </c:pt>
                <c:pt idx="342">
                  <c:v>-0.15922546</c:v>
                </c:pt>
                <c:pt idx="343">
                  <c:v>-0.157547</c:v>
                </c:pt>
                <c:pt idx="344">
                  <c:v>-0.15514477</c:v>
                </c:pt>
                <c:pt idx="345">
                  <c:v>-0.15296936</c:v>
                </c:pt>
                <c:pt idx="346">
                  <c:v>-0.15083313</c:v>
                </c:pt>
                <c:pt idx="347">
                  <c:v>-0.14883505</c:v>
                </c:pt>
                <c:pt idx="348">
                  <c:v>-0.14671326</c:v>
                </c:pt>
                <c:pt idx="349">
                  <c:v>-0.14386151</c:v>
                </c:pt>
                <c:pt idx="350">
                  <c:v>-0.14163455</c:v>
                </c:pt>
                <c:pt idx="351">
                  <c:v>-0.1391849</c:v>
                </c:pt>
                <c:pt idx="352">
                  <c:v>-0.13809204</c:v>
                </c:pt>
                <c:pt idx="353">
                  <c:v>-0.13580322</c:v>
                </c:pt>
                <c:pt idx="354">
                  <c:v>-0.13317211</c:v>
                </c:pt>
                <c:pt idx="355">
                  <c:v>-0.13087092</c:v>
                </c:pt>
                <c:pt idx="356">
                  <c:v>-0.12842127</c:v>
                </c:pt>
                <c:pt idx="357">
                  <c:v>-0.12634277</c:v>
                </c:pt>
                <c:pt idx="358">
                  <c:v>-0.12405396</c:v>
                </c:pt>
                <c:pt idx="359">
                  <c:v>-0.12153625</c:v>
                </c:pt>
                <c:pt idx="360">
                  <c:v>-0.1194392</c:v>
                </c:pt>
                <c:pt idx="361">
                  <c:v>-0.11706378</c:v>
                </c:pt>
                <c:pt idx="362">
                  <c:v>-0.11453989</c:v>
                </c:pt>
                <c:pt idx="363">
                  <c:v>-0.11216447</c:v>
                </c:pt>
                <c:pt idx="364">
                  <c:v>-0.10978905</c:v>
                </c:pt>
                <c:pt idx="365">
                  <c:v>-0.10741363</c:v>
                </c:pt>
                <c:pt idx="366">
                  <c:v>-0.10505676</c:v>
                </c:pt>
                <c:pt idx="367">
                  <c:v>-0.10288548</c:v>
                </c:pt>
                <c:pt idx="368">
                  <c:v>-0.10043582</c:v>
                </c:pt>
                <c:pt idx="369">
                  <c:v>-0.09803772</c:v>
                </c:pt>
                <c:pt idx="370">
                  <c:v>-0.09583344</c:v>
                </c:pt>
                <c:pt idx="371">
                  <c:v>-0.09338379</c:v>
                </c:pt>
                <c:pt idx="372">
                  <c:v>-0.09094238</c:v>
                </c:pt>
                <c:pt idx="373">
                  <c:v>-0.08850098</c:v>
                </c:pt>
                <c:pt idx="374">
                  <c:v>-0.08575439</c:v>
                </c:pt>
                <c:pt idx="375">
                  <c:v>-0.08331299</c:v>
                </c:pt>
                <c:pt idx="376">
                  <c:v>-0.08106129</c:v>
                </c:pt>
                <c:pt idx="377">
                  <c:v>-0.0783147</c:v>
                </c:pt>
                <c:pt idx="378">
                  <c:v>-0.07553101</c:v>
                </c:pt>
                <c:pt idx="379">
                  <c:v>-0.07334116</c:v>
                </c:pt>
                <c:pt idx="380">
                  <c:v>-0.07059458</c:v>
                </c:pt>
                <c:pt idx="381">
                  <c:v>-0.0680707</c:v>
                </c:pt>
                <c:pt idx="382">
                  <c:v>-0.06607056</c:v>
                </c:pt>
                <c:pt idx="383">
                  <c:v>-0.06376524</c:v>
                </c:pt>
                <c:pt idx="384">
                  <c:v>-0.06027634</c:v>
                </c:pt>
                <c:pt idx="385">
                  <c:v>-0.05849477</c:v>
                </c:pt>
                <c:pt idx="386">
                  <c:v>-0.05597089</c:v>
                </c:pt>
                <c:pt idx="387">
                  <c:v>-0.05352123</c:v>
                </c:pt>
                <c:pt idx="388">
                  <c:v>-0.05096436</c:v>
                </c:pt>
                <c:pt idx="389">
                  <c:v>-0.04844666</c:v>
                </c:pt>
                <c:pt idx="390">
                  <c:v>-0.04617227</c:v>
                </c:pt>
                <c:pt idx="391">
                  <c:v>-0.04318237</c:v>
                </c:pt>
                <c:pt idx="392">
                  <c:v>-0.04112244</c:v>
                </c:pt>
                <c:pt idx="393">
                  <c:v>-0.03837585</c:v>
                </c:pt>
                <c:pt idx="394">
                  <c:v>-0.03585815</c:v>
                </c:pt>
                <c:pt idx="395">
                  <c:v>-0.03355284</c:v>
                </c:pt>
                <c:pt idx="396">
                  <c:v>-0.03105164</c:v>
                </c:pt>
                <c:pt idx="397">
                  <c:v>-0.02853394</c:v>
                </c:pt>
                <c:pt idx="398">
                  <c:v>-0.02601624</c:v>
                </c:pt>
                <c:pt idx="399">
                  <c:v>-0.02220154</c:v>
                </c:pt>
                <c:pt idx="400">
                  <c:v>-0.01989416</c:v>
                </c:pt>
                <c:pt idx="401">
                  <c:v>-0.0176239</c:v>
                </c:pt>
                <c:pt idx="402">
                  <c:v>-0.01484639</c:v>
                </c:pt>
                <c:pt idx="403">
                  <c:v>-0.01261943</c:v>
                </c:pt>
                <c:pt idx="404">
                  <c:v>-0.00976563</c:v>
                </c:pt>
                <c:pt idx="405">
                  <c:v>-0.00823975</c:v>
                </c:pt>
                <c:pt idx="406">
                  <c:v>-0.00549316</c:v>
                </c:pt>
                <c:pt idx="407">
                  <c:v>-0.00297546</c:v>
                </c:pt>
                <c:pt idx="408">
                  <c:v>-0.00038147</c:v>
                </c:pt>
                <c:pt idx="409">
                  <c:v>0.00193003</c:v>
                </c:pt>
                <c:pt idx="410">
                  <c:v>0.00495911</c:v>
                </c:pt>
                <c:pt idx="411">
                  <c:v>0.0075531</c:v>
                </c:pt>
                <c:pt idx="412">
                  <c:v>0.01061517</c:v>
                </c:pt>
                <c:pt idx="413">
                  <c:v>0.01209981</c:v>
                </c:pt>
                <c:pt idx="414">
                  <c:v>0.01469793</c:v>
                </c:pt>
                <c:pt idx="415">
                  <c:v>0.01729604</c:v>
                </c:pt>
                <c:pt idx="416">
                  <c:v>0.02011686</c:v>
                </c:pt>
                <c:pt idx="417">
                  <c:v>0.02342224</c:v>
                </c:pt>
                <c:pt idx="418">
                  <c:v>0.02601624</c:v>
                </c:pt>
                <c:pt idx="419">
                  <c:v>0.02830505</c:v>
                </c:pt>
                <c:pt idx="420">
                  <c:v>0.03065779</c:v>
                </c:pt>
                <c:pt idx="421">
                  <c:v>0.03349304</c:v>
                </c:pt>
                <c:pt idx="422">
                  <c:v>0.03631592</c:v>
                </c:pt>
                <c:pt idx="423">
                  <c:v>0.03890991</c:v>
                </c:pt>
                <c:pt idx="424">
                  <c:v>0.04119873</c:v>
                </c:pt>
                <c:pt idx="425">
                  <c:v>0.04379685</c:v>
                </c:pt>
                <c:pt idx="426">
                  <c:v>0.04661766</c:v>
                </c:pt>
                <c:pt idx="427">
                  <c:v>0.04898071</c:v>
                </c:pt>
                <c:pt idx="428">
                  <c:v>0.05157471</c:v>
                </c:pt>
                <c:pt idx="429">
                  <c:v>0.05439758</c:v>
                </c:pt>
                <c:pt idx="430">
                  <c:v>0.05699158</c:v>
                </c:pt>
                <c:pt idx="431">
                  <c:v>0.05931133</c:v>
                </c:pt>
                <c:pt idx="432">
                  <c:v>0.06213214</c:v>
                </c:pt>
                <c:pt idx="433">
                  <c:v>0.06446838</c:v>
                </c:pt>
                <c:pt idx="434">
                  <c:v>0.06680875</c:v>
                </c:pt>
                <c:pt idx="435">
                  <c:v>0.06919861</c:v>
                </c:pt>
                <c:pt idx="436">
                  <c:v>0.07209778</c:v>
                </c:pt>
                <c:pt idx="437">
                  <c:v>0.07497427</c:v>
                </c:pt>
                <c:pt idx="438">
                  <c:v>0.07728577</c:v>
                </c:pt>
                <c:pt idx="439">
                  <c:v>0.08018494</c:v>
                </c:pt>
                <c:pt idx="440">
                  <c:v>0.08254592</c:v>
                </c:pt>
                <c:pt idx="441">
                  <c:v>0.0855152</c:v>
                </c:pt>
                <c:pt idx="442">
                  <c:v>0.08811332</c:v>
                </c:pt>
                <c:pt idx="443">
                  <c:v>0.09101868</c:v>
                </c:pt>
                <c:pt idx="444">
                  <c:v>0.09368896</c:v>
                </c:pt>
                <c:pt idx="445">
                  <c:v>0.0964273</c:v>
                </c:pt>
                <c:pt idx="446">
                  <c:v>0.09880066</c:v>
                </c:pt>
                <c:pt idx="447">
                  <c:v>0.10147095</c:v>
                </c:pt>
                <c:pt idx="448">
                  <c:v>0.10360718</c:v>
                </c:pt>
                <c:pt idx="449">
                  <c:v>0.10630015</c:v>
                </c:pt>
                <c:pt idx="450">
                  <c:v>0.10925293</c:v>
                </c:pt>
                <c:pt idx="451">
                  <c:v>0.11194178</c:v>
                </c:pt>
                <c:pt idx="452">
                  <c:v>0.11468836</c:v>
                </c:pt>
                <c:pt idx="453">
                  <c:v>0.11788033</c:v>
                </c:pt>
                <c:pt idx="454">
                  <c:v>0.12084961</c:v>
                </c:pt>
                <c:pt idx="455">
                  <c:v>0.12300234</c:v>
                </c:pt>
                <c:pt idx="456">
                  <c:v>0.12574892</c:v>
                </c:pt>
                <c:pt idx="457">
                  <c:v>0.1287182</c:v>
                </c:pt>
                <c:pt idx="458">
                  <c:v>0.13114929</c:v>
                </c:pt>
                <c:pt idx="459">
                  <c:v>0.13381958</c:v>
                </c:pt>
                <c:pt idx="460">
                  <c:v>0.13658678</c:v>
                </c:pt>
                <c:pt idx="461">
                  <c:v>0.13954163</c:v>
                </c:pt>
                <c:pt idx="462">
                  <c:v>0.14222841</c:v>
                </c:pt>
                <c:pt idx="463">
                  <c:v>0.14497499</c:v>
                </c:pt>
                <c:pt idx="464">
                  <c:v>0.14712772</c:v>
                </c:pt>
                <c:pt idx="465">
                  <c:v>0.150097</c:v>
                </c:pt>
                <c:pt idx="466">
                  <c:v>0.15258789</c:v>
                </c:pt>
                <c:pt idx="467">
                  <c:v>0.1549963</c:v>
                </c:pt>
                <c:pt idx="468">
                  <c:v>0.15744596</c:v>
                </c:pt>
                <c:pt idx="469">
                  <c:v>0.16044617</c:v>
                </c:pt>
                <c:pt idx="470">
                  <c:v>0.16319275</c:v>
                </c:pt>
                <c:pt idx="471">
                  <c:v>0.1659084</c:v>
                </c:pt>
                <c:pt idx="472">
                  <c:v>0.16865498</c:v>
                </c:pt>
                <c:pt idx="473">
                  <c:v>0.17219543</c:v>
                </c:pt>
                <c:pt idx="474">
                  <c:v>0.17463684</c:v>
                </c:pt>
                <c:pt idx="475">
                  <c:v>0.17684937</c:v>
                </c:pt>
                <c:pt idx="476">
                  <c:v>0.17927015</c:v>
                </c:pt>
                <c:pt idx="477">
                  <c:v>0.18066406</c:v>
                </c:pt>
                <c:pt idx="478">
                  <c:v>0.1877594</c:v>
                </c:pt>
                <c:pt idx="479">
                  <c:v>0.19050598</c:v>
                </c:pt>
                <c:pt idx="480">
                  <c:v>0.19325256</c:v>
                </c:pt>
                <c:pt idx="481">
                  <c:v>0.19597234</c:v>
                </c:pt>
                <c:pt idx="482">
                  <c:v>0.19844055</c:v>
                </c:pt>
                <c:pt idx="483">
                  <c:v>0.20118713</c:v>
                </c:pt>
                <c:pt idx="484">
                  <c:v>0.20450901</c:v>
                </c:pt>
                <c:pt idx="485">
                  <c:v>0.20805359</c:v>
                </c:pt>
                <c:pt idx="486">
                  <c:v>0.20940832</c:v>
                </c:pt>
                <c:pt idx="487">
                  <c:v>0.21245183</c:v>
                </c:pt>
                <c:pt idx="488">
                  <c:v>0.21598816</c:v>
                </c:pt>
                <c:pt idx="489">
                  <c:v>0.21846462</c:v>
                </c:pt>
                <c:pt idx="490">
                  <c:v>0.22171021</c:v>
                </c:pt>
                <c:pt idx="491">
                  <c:v>0.22445679</c:v>
                </c:pt>
                <c:pt idx="492">
                  <c:v>0.22692706</c:v>
                </c:pt>
                <c:pt idx="493">
                  <c:v>0.22997057</c:v>
                </c:pt>
                <c:pt idx="494">
                  <c:v>0.23246765</c:v>
                </c:pt>
                <c:pt idx="495">
                  <c:v>0.23460388</c:v>
                </c:pt>
                <c:pt idx="496">
                  <c:v>0.23765564</c:v>
                </c:pt>
                <c:pt idx="497">
                  <c:v>0.24014035</c:v>
                </c:pt>
                <c:pt idx="498">
                  <c:v>0.24310963</c:v>
                </c:pt>
                <c:pt idx="499">
                  <c:v>0.24559021</c:v>
                </c:pt>
                <c:pt idx="500">
                  <c:v>0.24808317</c:v>
                </c:pt>
                <c:pt idx="501">
                  <c:v>0.25138855</c:v>
                </c:pt>
                <c:pt idx="502">
                  <c:v>0.25387326</c:v>
                </c:pt>
                <c:pt idx="503">
                  <c:v>0.25661984</c:v>
                </c:pt>
                <c:pt idx="504">
                  <c:v>0.25932312</c:v>
                </c:pt>
                <c:pt idx="505">
                  <c:v>0.262146</c:v>
                </c:pt>
                <c:pt idx="506">
                  <c:v>0.26489258</c:v>
                </c:pt>
                <c:pt idx="507">
                  <c:v>0.26794434</c:v>
                </c:pt>
                <c:pt idx="508">
                  <c:v>0.27042698</c:v>
                </c:pt>
                <c:pt idx="509">
                  <c:v>0.27290344</c:v>
                </c:pt>
                <c:pt idx="510">
                  <c:v>0.27621707</c:v>
                </c:pt>
                <c:pt idx="511">
                  <c:v>0.27870178</c:v>
                </c:pt>
                <c:pt idx="512">
                  <c:v>0.28152466</c:v>
                </c:pt>
                <c:pt idx="513">
                  <c:v>0.28401143</c:v>
                </c:pt>
                <c:pt idx="514">
                  <c:v>0.28705494</c:v>
                </c:pt>
                <c:pt idx="515">
                  <c:v>0.29014587</c:v>
                </c:pt>
                <c:pt idx="516">
                  <c:v>0.29291926</c:v>
                </c:pt>
                <c:pt idx="517">
                  <c:v>0.29574008</c:v>
                </c:pt>
                <c:pt idx="518">
                  <c:v>0.29884338</c:v>
                </c:pt>
                <c:pt idx="519">
                  <c:v>0.30167863</c:v>
                </c:pt>
                <c:pt idx="520">
                  <c:v>0.30331173</c:v>
                </c:pt>
                <c:pt idx="521">
                  <c:v>0.30724603</c:v>
                </c:pt>
                <c:pt idx="522">
                  <c:v>0.30982971</c:v>
                </c:pt>
                <c:pt idx="523">
                  <c:v>0.31266496</c:v>
                </c:pt>
                <c:pt idx="524">
                  <c:v>0.31578064</c:v>
                </c:pt>
                <c:pt idx="525">
                  <c:v>0.31830659</c:v>
                </c:pt>
                <c:pt idx="526">
                  <c:v>0.32119751</c:v>
                </c:pt>
                <c:pt idx="527">
                  <c:v>0.32341003</c:v>
                </c:pt>
                <c:pt idx="528">
                  <c:v>0.32654633</c:v>
                </c:pt>
                <c:pt idx="529">
                  <c:v>0.32943726</c:v>
                </c:pt>
                <c:pt idx="530">
                  <c:v>0.33226013</c:v>
                </c:pt>
                <c:pt idx="531">
                  <c:v>0.33538818</c:v>
                </c:pt>
                <c:pt idx="532">
                  <c:v>0.3373842</c:v>
                </c:pt>
                <c:pt idx="533">
                  <c:v>0.34027924</c:v>
                </c:pt>
                <c:pt idx="534">
                  <c:v>0.34431458</c:v>
                </c:pt>
                <c:pt idx="535">
                  <c:v>0.34660339</c:v>
                </c:pt>
                <c:pt idx="536">
                  <c:v>0.34973145</c:v>
                </c:pt>
                <c:pt idx="537">
                  <c:v>0.35202026</c:v>
                </c:pt>
                <c:pt idx="538">
                  <c:v>0.35751343</c:v>
                </c:pt>
                <c:pt idx="539">
                  <c:v>0.36128689</c:v>
                </c:pt>
                <c:pt idx="540">
                  <c:v>0.36445618</c:v>
                </c:pt>
                <c:pt idx="541">
                  <c:v>0.36705017</c:v>
                </c:pt>
                <c:pt idx="542">
                  <c:v>0.37026895</c:v>
                </c:pt>
                <c:pt idx="543">
                  <c:v>0.373164</c:v>
                </c:pt>
                <c:pt idx="544">
                  <c:v>0.37605286</c:v>
                </c:pt>
                <c:pt idx="545">
                  <c:v>0.37925102</c:v>
                </c:pt>
                <c:pt idx="546">
                  <c:v>0.38155221</c:v>
                </c:pt>
                <c:pt idx="547">
                  <c:v>0.38505554</c:v>
                </c:pt>
                <c:pt idx="548">
                  <c:v>0.38619995</c:v>
                </c:pt>
                <c:pt idx="549">
                  <c:v>0.38971772</c:v>
                </c:pt>
                <c:pt idx="550">
                  <c:v>0.39201891</c:v>
                </c:pt>
                <c:pt idx="551">
                  <c:v>0.39527893</c:v>
                </c:pt>
                <c:pt idx="552">
                  <c:v>0.39848328</c:v>
                </c:pt>
                <c:pt idx="553">
                  <c:v>0.40138245</c:v>
                </c:pt>
                <c:pt idx="554">
                  <c:v>0.40428162</c:v>
                </c:pt>
                <c:pt idx="555">
                  <c:v>0.40748596</c:v>
                </c:pt>
                <c:pt idx="556">
                  <c:v>0.41013151</c:v>
                </c:pt>
                <c:pt idx="557">
                  <c:v>0.4133606</c:v>
                </c:pt>
                <c:pt idx="558">
                  <c:v>0.41656494</c:v>
                </c:pt>
                <c:pt idx="559">
                  <c:v>0.4191878</c:v>
                </c:pt>
                <c:pt idx="560">
                  <c:v>0.42182922</c:v>
                </c:pt>
                <c:pt idx="561">
                  <c:v>0.42505213</c:v>
                </c:pt>
                <c:pt idx="562">
                  <c:v>0.4282441</c:v>
                </c:pt>
                <c:pt idx="563">
                  <c:v>0.4309082</c:v>
                </c:pt>
                <c:pt idx="564">
                  <c:v>0.43380737</c:v>
                </c:pt>
                <c:pt idx="565">
                  <c:v>0.43701172</c:v>
                </c:pt>
                <c:pt idx="566">
                  <c:v>0.43967582</c:v>
                </c:pt>
                <c:pt idx="567">
                  <c:v>0.44257087</c:v>
                </c:pt>
                <c:pt idx="568">
                  <c:v>0.44583707</c:v>
                </c:pt>
                <c:pt idx="569">
                  <c:v>0.44813826</c:v>
                </c:pt>
                <c:pt idx="570">
                  <c:v>0.45110754</c:v>
                </c:pt>
                <c:pt idx="571">
                  <c:v>0.45372009</c:v>
                </c:pt>
                <c:pt idx="572">
                  <c:v>0.45700073</c:v>
                </c:pt>
                <c:pt idx="573">
                  <c:v>0.45964421</c:v>
                </c:pt>
                <c:pt idx="574">
                  <c:v>0.46226501</c:v>
                </c:pt>
                <c:pt idx="575">
                  <c:v>0.46669006</c:v>
                </c:pt>
                <c:pt idx="576">
                  <c:v>0.46905518</c:v>
                </c:pt>
                <c:pt idx="577">
                  <c:v>0.47263481</c:v>
                </c:pt>
                <c:pt idx="578">
                  <c:v>0.47523499</c:v>
                </c:pt>
                <c:pt idx="579">
                  <c:v>0.47821045</c:v>
                </c:pt>
                <c:pt idx="580">
                  <c:v>0.48149109</c:v>
                </c:pt>
                <c:pt idx="581">
                  <c:v>0.48324585</c:v>
                </c:pt>
                <c:pt idx="582">
                  <c:v>0.48622131</c:v>
                </c:pt>
                <c:pt idx="583">
                  <c:v>0.48948546</c:v>
                </c:pt>
                <c:pt idx="584">
                  <c:v>0.49275166</c:v>
                </c:pt>
                <c:pt idx="585">
                  <c:v>0.49606323</c:v>
                </c:pt>
                <c:pt idx="586">
                  <c:v>0.49926758</c:v>
                </c:pt>
                <c:pt idx="587">
                  <c:v>0.50224304</c:v>
                </c:pt>
                <c:pt idx="588">
                  <c:v>0.50521851</c:v>
                </c:pt>
                <c:pt idx="589">
                  <c:v>0.50704956</c:v>
                </c:pt>
                <c:pt idx="590">
                  <c:v>0.51147461</c:v>
                </c:pt>
                <c:pt idx="591">
                  <c:v>0.5142047</c:v>
                </c:pt>
                <c:pt idx="592">
                  <c:v>0.51717397</c:v>
                </c:pt>
                <c:pt idx="593">
                  <c:v>0.52017212</c:v>
                </c:pt>
                <c:pt idx="594">
                  <c:v>0.52288983</c:v>
                </c:pt>
                <c:pt idx="595">
                  <c:v>0.52585911</c:v>
                </c:pt>
                <c:pt idx="596">
                  <c:v>0.52912532</c:v>
                </c:pt>
                <c:pt idx="597">
                  <c:v>0.53216883</c:v>
                </c:pt>
                <c:pt idx="598">
                  <c:v>0.53454425</c:v>
                </c:pt>
                <c:pt idx="599">
                  <c:v>0.53749084</c:v>
                </c:pt>
                <c:pt idx="600">
                  <c:v>0.5405426</c:v>
                </c:pt>
                <c:pt idx="601">
                  <c:v>0.54322939</c:v>
                </c:pt>
                <c:pt idx="602">
                  <c:v>0.54649559</c:v>
                </c:pt>
                <c:pt idx="603">
                  <c:v>0.54894525</c:v>
                </c:pt>
                <c:pt idx="604">
                  <c:v>0.55221558</c:v>
                </c:pt>
                <c:pt idx="605">
                  <c:v>0.55525496</c:v>
                </c:pt>
                <c:pt idx="606">
                  <c:v>0.55854797</c:v>
                </c:pt>
                <c:pt idx="607">
                  <c:v>0.56186161</c:v>
                </c:pt>
                <c:pt idx="608">
                  <c:v>0.56453396</c:v>
                </c:pt>
                <c:pt idx="609">
                  <c:v>0.56724548</c:v>
                </c:pt>
                <c:pt idx="610">
                  <c:v>0.57054674</c:v>
                </c:pt>
                <c:pt idx="611">
                  <c:v>0.57357788</c:v>
                </c:pt>
                <c:pt idx="612">
                  <c:v>0.57685646</c:v>
                </c:pt>
                <c:pt idx="613">
                  <c:v>0.57923188</c:v>
                </c:pt>
                <c:pt idx="614">
                  <c:v>0.58288574</c:v>
                </c:pt>
                <c:pt idx="615">
                  <c:v>0.58525085</c:v>
                </c:pt>
                <c:pt idx="616">
                  <c:v>0.58860779</c:v>
                </c:pt>
                <c:pt idx="617">
                  <c:v>0.59133169</c:v>
                </c:pt>
                <c:pt idx="618">
                  <c:v>0.59459789</c:v>
                </c:pt>
                <c:pt idx="619">
                  <c:v>0.5973053</c:v>
                </c:pt>
                <c:pt idx="620">
                  <c:v>0.5997467</c:v>
                </c:pt>
                <c:pt idx="621">
                  <c:v>0.60454497</c:v>
                </c:pt>
                <c:pt idx="622">
                  <c:v>0.60573269</c:v>
                </c:pt>
                <c:pt idx="623">
                  <c:v>0.6087762</c:v>
                </c:pt>
                <c:pt idx="624">
                  <c:v>0.61174547</c:v>
                </c:pt>
                <c:pt idx="625">
                  <c:v>0.61538696</c:v>
                </c:pt>
                <c:pt idx="626">
                  <c:v>0.61843872</c:v>
                </c:pt>
                <c:pt idx="627">
                  <c:v>0.62141418</c:v>
                </c:pt>
                <c:pt idx="628">
                  <c:v>0.62446594</c:v>
                </c:pt>
                <c:pt idx="629">
                  <c:v>0.62748265</c:v>
                </c:pt>
                <c:pt idx="630">
                  <c:v>0.63052616</c:v>
                </c:pt>
                <c:pt idx="631">
                  <c:v>0.63453468</c:v>
                </c:pt>
                <c:pt idx="632">
                  <c:v>0.63728333</c:v>
                </c:pt>
                <c:pt idx="633">
                  <c:v>0.6406217</c:v>
                </c:pt>
                <c:pt idx="634">
                  <c:v>0.64366521</c:v>
                </c:pt>
                <c:pt idx="635">
                  <c:v>0.6464386</c:v>
                </c:pt>
                <c:pt idx="636">
                  <c:v>0.64926147</c:v>
                </c:pt>
                <c:pt idx="637">
                  <c:v>0.65197919</c:v>
                </c:pt>
                <c:pt idx="638">
                  <c:v>0.65539386</c:v>
                </c:pt>
                <c:pt idx="639">
                  <c:v>0.6585116</c:v>
                </c:pt>
                <c:pt idx="640">
                  <c:v>0.66131592</c:v>
                </c:pt>
                <c:pt idx="641">
                  <c:v>0.66445016</c:v>
                </c:pt>
                <c:pt idx="642">
                  <c:v>0.66848755</c:v>
                </c:pt>
                <c:pt idx="643">
                  <c:v>0.67127949</c:v>
                </c:pt>
                <c:pt idx="644">
                  <c:v>0.67410031</c:v>
                </c:pt>
                <c:pt idx="645">
                  <c:v>0.67695618</c:v>
                </c:pt>
                <c:pt idx="646">
                  <c:v>0.68008423</c:v>
                </c:pt>
                <c:pt idx="647">
                  <c:v>0.68321228</c:v>
                </c:pt>
                <c:pt idx="648">
                  <c:v>0.68701667</c:v>
                </c:pt>
                <c:pt idx="649">
                  <c:v>0.69020864</c:v>
                </c:pt>
                <c:pt idx="650">
                  <c:v>0.69273253</c:v>
                </c:pt>
                <c:pt idx="651">
                  <c:v>0.69622143</c:v>
                </c:pt>
                <c:pt idx="652">
                  <c:v>0.6994134</c:v>
                </c:pt>
                <c:pt idx="653">
                  <c:v>0.70267961</c:v>
                </c:pt>
                <c:pt idx="654">
                  <c:v>0.70587158</c:v>
                </c:pt>
                <c:pt idx="655">
                  <c:v>0.70907593</c:v>
                </c:pt>
                <c:pt idx="656">
                  <c:v>0.71255246</c:v>
                </c:pt>
                <c:pt idx="657">
                  <c:v>0.71578979</c:v>
                </c:pt>
                <c:pt idx="658">
                  <c:v>0.7193818</c:v>
                </c:pt>
                <c:pt idx="659">
                  <c:v>0.72227478</c:v>
                </c:pt>
                <c:pt idx="660">
                  <c:v>0.7258606</c:v>
                </c:pt>
                <c:pt idx="661">
                  <c:v>0.72845459</c:v>
                </c:pt>
                <c:pt idx="662">
                  <c:v>0.73200123</c:v>
                </c:pt>
                <c:pt idx="663">
                  <c:v>0.73497051</c:v>
                </c:pt>
                <c:pt idx="664">
                  <c:v>0.73816248</c:v>
                </c:pt>
                <c:pt idx="665">
                  <c:v>0.74111938</c:v>
                </c:pt>
                <c:pt idx="666">
                  <c:v>0.7447052</c:v>
                </c:pt>
                <c:pt idx="667">
                  <c:v>0.74737549</c:v>
                </c:pt>
                <c:pt idx="668">
                  <c:v>0.75195313</c:v>
                </c:pt>
                <c:pt idx="669">
                  <c:v>0.75389965</c:v>
                </c:pt>
                <c:pt idx="670">
                  <c:v>0.75850203</c:v>
                </c:pt>
                <c:pt idx="671">
                  <c:v>0.76148987</c:v>
                </c:pt>
                <c:pt idx="672">
                  <c:v>0.76507568</c:v>
                </c:pt>
                <c:pt idx="673">
                  <c:v>0.76807795</c:v>
                </c:pt>
                <c:pt idx="674">
                  <c:v>0.77134416</c:v>
                </c:pt>
                <c:pt idx="675">
                  <c:v>0.77498152</c:v>
                </c:pt>
                <c:pt idx="676">
                  <c:v>0.77765387</c:v>
                </c:pt>
                <c:pt idx="677">
                  <c:v>0.78092008</c:v>
                </c:pt>
                <c:pt idx="678">
                  <c:v>0.78388936</c:v>
                </c:pt>
                <c:pt idx="679">
                  <c:v>0.7872298</c:v>
                </c:pt>
                <c:pt idx="680">
                  <c:v>0.79154968</c:v>
                </c:pt>
                <c:pt idx="681">
                  <c:v>0.79450453</c:v>
                </c:pt>
                <c:pt idx="682">
                  <c:v>0.79814189</c:v>
                </c:pt>
                <c:pt idx="683">
                  <c:v>0.80116272</c:v>
                </c:pt>
                <c:pt idx="684">
                  <c:v>0.80482277</c:v>
                </c:pt>
                <c:pt idx="685">
                  <c:v>0.80682703</c:v>
                </c:pt>
                <c:pt idx="686">
                  <c:v>0.8104644</c:v>
                </c:pt>
                <c:pt idx="687">
                  <c:v>0.81380483</c:v>
                </c:pt>
                <c:pt idx="688">
                  <c:v>0.81680298</c:v>
                </c:pt>
                <c:pt idx="689">
                  <c:v>0.82145072</c:v>
                </c:pt>
                <c:pt idx="690">
                  <c:v>0.82450867</c:v>
                </c:pt>
                <c:pt idx="691">
                  <c:v>0.82746351</c:v>
                </c:pt>
                <c:pt idx="692">
                  <c:v>0.83117511</c:v>
                </c:pt>
                <c:pt idx="693">
                  <c:v>0.83451555</c:v>
                </c:pt>
                <c:pt idx="694">
                  <c:v>0.83755493</c:v>
                </c:pt>
                <c:pt idx="695">
                  <c:v>0.8405304</c:v>
                </c:pt>
                <c:pt idx="696">
                  <c:v>0.84526062</c:v>
                </c:pt>
                <c:pt idx="697">
                  <c:v>0.84824846</c:v>
                </c:pt>
                <c:pt idx="698">
                  <c:v>0.85128784</c:v>
                </c:pt>
                <c:pt idx="699">
                  <c:v>0.85426331</c:v>
                </c:pt>
                <c:pt idx="700">
                  <c:v>0.85762024</c:v>
                </c:pt>
                <c:pt idx="701">
                  <c:v>0.86097717</c:v>
                </c:pt>
                <c:pt idx="702">
                  <c:v>0.86471558</c:v>
                </c:pt>
                <c:pt idx="703">
                  <c:v>0.86769723</c:v>
                </c:pt>
                <c:pt idx="704">
                  <c:v>0.8707428</c:v>
                </c:pt>
                <c:pt idx="705">
                  <c:v>0.87408117</c:v>
                </c:pt>
                <c:pt idx="706">
                  <c:v>0.87742161</c:v>
                </c:pt>
                <c:pt idx="707">
                  <c:v>0.88050842</c:v>
                </c:pt>
                <c:pt idx="708">
                  <c:v>0.88447365</c:v>
                </c:pt>
                <c:pt idx="709">
                  <c:v>0.88788832</c:v>
                </c:pt>
                <c:pt idx="710">
                  <c:v>0.89122875</c:v>
                </c:pt>
                <c:pt idx="711">
                  <c:v>0.89454651</c:v>
                </c:pt>
                <c:pt idx="712">
                  <c:v>0.89790344</c:v>
                </c:pt>
                <c:pt idx="713">
                  <c:v>0.90126038</c:v>
                </c:pt>
                <c:pt idx="714">
                  <c:v>0.90466474</c:v>
                </c:pt>
                <c:pt idx="715">
                  <c:v>0.90835571</c:v>
                </c:pt>
                <c:pt idx="716">
                  <c:v>0.9120137</c:v>
                </c:pt>
                <c:pt idx="717">
                  <c:v>0.91505721</c:v>
                </c:pt>
                <c:pt idx="718">
                  <c:v>0.91873169</c:v>
                </c:pt>
                <c:pt idx="719">
                  <c:v>0.92173808</c:v>
                </c:pt>
                <c:pt idx="720">
                  <c:v>0.92575073</c:v>
                </c:pt>
                <c:pt idx="721">
                  <c:v>0.92737971</c:v>
                </c:pt>
                <c:pt idx="722">
                  <c:v>0.93109131</c:v>
                </c:pt>
                <c:pt idx="723">
                  <c:v>0.93444824</c:v>
                </c:pt>
                <c:pt idx="724">
                  <c:v>0.93777218</c:v>
                </c:pt>
                <c:pt idx="725">
                  <c:v>0.94111262</c:v>
                </c:pt>
                <c:pt idx="726">
                  <c:v>0.94543457</c:v>
                </c:pt>
                <c:pt idx="727">
                  <c:v>0.94909668</c:v>
                </c:pt>
                <c:pt idx="728">
                  <c:v>0.95176697</c:v>
                </c:pt>
                <c:pt idx="729">
                  <c:v>0.95543939</c:v>
                </c:pt>
                <c:pt idx="730">
                  <c:v>0.95741272</c:v>
                </c:pt>
                <c:pt idx="731">
                  <c:v>0.96076965</c:v>
                </c:pt>
                <c:pt idx="732">
                  <c:v>0.96412659</c:v>
                </c:pt>
                <c:pt idx="733">
                  <c:v>0.96813305</c:v>
                </c:pt>
                <c:pt idx="734">
                  <c:v>0.97114563</c:v>
                </c:pt>
                <c:pt idx="735">
                  <c:v>0.97442627</c:v>
                </c:pt>
                <c:pt idx="736">
                  <c:v>0.9777832</c:v>
                </c:pt>
                <c:pt idx="737">
                  <c:v>0.98112364</c:v>
                </c:pt>
                <c:pt idx="738">
                  <c:v>0.98446408</c:v>
                </c:pt>
                <c:pt idx="739">
                  <c:v>0.98907471</c:v>
                </c:pt>
                <c:pt idx="740">
                  <c:v>0.99077379</c:v>
                </c:pt>
                <c:pt idx="741">
                  <c:v>0.99545041</c:v>
                </c:pt>
                <c:pt idx="742">
                  <c:v>0.99876404</c:v>
                </c:pt>
                <c:pt idx="743">
                  <c:v>1.00176012</c:v>
                </c:pt>
                <c:pt idx="744">
                  <c:v>1.00502633</c:v>
                </c:pt>
                <c:pt idx="745">
                  <c:v>1.00873792</c:v>
                </c:pt>
                <c:pt idx="746">
                  <c:v>1.01207836</c:v>
                </c:pt>
                <c:pt idx="747">
                  <c:v>1.01501465</c:v>
                </c:pt>
                <c:pt idx="748">
                  <c:v>1.01867676</c:v>
                </c:pt>
                <c:pt idx="749">
                  <c:v>1.02203369</c:v>
                </c:pt>
                <c:pt idx="750">
                  <c:v>1.02531433</c:v>
                </c:pt>
                <c:pt idx="751">
                  <c:v>1.02836609</c:v>
                </c:pt>
                <c:pt idx="752">
                  <c:v>1.03130444</c:v>
                </c:pt>
                <c:pt idx="753">
                  <c:v>1.03462219</c:v>
                </c:pt>
                <c:pt idx="754">
                  <c:v>1.03768838</c:v>
                </c:pt>
                <c:pt idx="755">
                  <c:v>1.04095459</c:v>
                </c:pt>
                <c:pt idx="756">
                  <c:v>1.0446167</c:v>
                </c:pt>
                <c:pt idx="757">
                  <c:v>1.04827881</c:v>
                </c:pt>
                <c:pt idx="758">
                  <c:v>1.05163574</c:v>
                </c:pt>
                <c:pt idx="759">
                  <c:v>1.05499268</c:v>
                </c:pt>
                <c:pt idx="760">
                  <c:v>1.05865479</c:v>
                </c:pt>
                <c:pt idx="761">
                  <c:v>1.0616653</c:v>
                </c:pt>
                <c:pt idx="762">
                  <c:v>1.06500574</c:v>
                </c:pt>
                <c:pt idx="763">
                  <c:v>1.06895447</c:v>
                </c:pt>
                <c:pt idx="764">
                  <c:v>1.07064737</c:v>
                </c:pt>
                <c:pt idx="765">
                  <c:v>1.07398781</c:v>
                </c:pt>
                <c:pt idx="766">
                  <c:v>1.07795715</c:v>
                </c:pt>
                <c:pt idx="767">
                  <c:v>1.08131409</c:v>
                </c:pt>
                <c:pt idx="768">
                  <c:v>1.08467102</c:v>
                </c:pt>
                <c:pt idx="769">
                  <c:v>1.08764648</c:v>
                </c:pt>
                <c:pt idx="770">
                  <c:v>1.09092712</c:v>
                </c:pt>
                <c:pt idx="771">
                  <c:v>1.09565735</c:v>
                </c:pt>
                <c:pt idx="772">
                  <c:v>1.09863281</c:v>
                </c:pt>
                <c:pt idx="773">
                  <c:v>1.10061646</c:v>
                </c:pt>
                <c:pt idx="774">
                  <c:v>1.10427444</c:v>
                </c:pt>
                <c:pt idx="775">
                  <c:v>1.10761488</c:v>
                </c:pt>
                <c:pt idx="776">
                  <c:v>1.11125224</c:v>
                </c:pt>
                <c:pt idx="777">
                  <c:v>1.11488342</c:v>
                </c:pt>
                <c:pt idx="778">
                  <c:v>1.11852697</c:v>
                </c:pt>
                <c:pt idx="779">
                  <c:v>1.12182617</c:v>
                </c:pt>
                <c:pt idx="780">
                  <c:v>1.12483669</c:v>
                </c:pt>
                <c:pt idx="781">
                  <c:v>1.12743481</c:v>
                </c:pt>
                <c:pt idx="782">
                  <c:v>1.13107217</c:v>
                </c:pt>
                <c:pt idx="783">
                  <c:v>1.1341095</c:v>
                </c:pt>
                <c:pt idx="784">
                  <c:v>1.13739014</c:v>
                </c:pt>
                <c:pt idx="785">
                  <c:v>1.14035117</c:v>
                </c:pt>
                <c:pt idx="786">
                  <c:v>1.14532471</c:v>
                </c:pt>
                <c:pt idx="787">
                  <c:v>1.14658665</c:v>
                </c:pt>
                <c:pt idx="788">
                  <c:v>1.15059518</c:v>
                </c:pt>
                <c:pt idx="789">
                  <c:v>1.15423254</c:v>
                </c:pt>
                <c:pt idx="790">
                  <c:v>1.15749875</c:v>
                </c:pt>
                <c:pt idx="791">
                  <c:v>1.16111755</c:v>
                </c:pt>
                <c:pt idx="792">
                  <c:v>1.16440232</c:v>
                </c:pt>
                <c:pt idx="793">
                  <c:v>1.16737366</c:v>
                </c:pt>
                <c:pt idx="794">
                  <c:v>1.17034087</c:v>
                </c:pt>
                <c:pt idx="795">
                  <c:v>1.17331015</c:v>
                </c:pt>
                <c:pt idx="796">
                  <c:v>1.17698669</c:v>
                </c:pt>
                <c:pt idx="797">
                  <c:v>1.18026733</c:v>
                </c:pt>
                <c:pt idx="798">
                  <c:v>1.18392944</c:v>
                </c:pt>
                <c:pt idx="799">
                  <c:v>1.18721008</c:v>
                </c:pt>
                <c:pt idx="800">
                  <c:v>1.19049072</c:v>
                </c:pt>
                <c:pt idx="801">
                  <c:v>1.19379817</c:v>
                </c:pt>
                <c:pt idx="802">
                  <c:v>1.19682312</c:v>
                </c:pt>
                <c:pt idx="803">
                  <c:v>1.19941711</c:v>
                </c:pt>
                <c:pt idx="804">
                  <c:v>1.20307922</c:v>
                </c:pt>
                <c:pt idx="805">
                  <c:v>1.20671453</c:v>
                </c:pt>
                <c:pt idx="806">
                  <c:v>1.2097168</c:v>
                </c:pt>
                <c:pt idx="807">
                  <c:v>1.21436042</c:v>
                </c:pt>
                <c:pt idx="808">
                  <c:v>1.21734619</c:v>
                </c:pt>
                <c:pt idx="809">
                  <c:v>1.22001648</c:v>
                </c:pt>
                <c:pt idx="810">
                  <c:v>1.22367859</c:v>
                </c:pt>
                <c:pt idx="811">
                  <c:v>1.22735101</c:v>
                </c:pt>
                <c:pt idx="812">
                  <c:v>1.23031616</c:v>
                </c:pt>
                <c:pt idx="813">
                  <c:v>1.23466492</c:v>
                </c:pt>
                <c:pt idx="814">
                  <c:v>1.23733521</c:v>
                </c:pt>
                <c:pt idx="815">
                  <c:v>1.24069214</c:v>
                </c:pt>
                <c:pt idx="816">
                  <c:v>1.24435425</c:v>
                </c:pt>
                <c:pt idx="817">
                  <c:v>1.24598323</c:v>
                </c:pt>
                <c:pt idx="818">
                  <c:v>1.24969482</c:v>
                </c:pt>
                <c:pt idx="819">
                  <c:v>1.25437144</c:v>
                </c:pt>
                <c:pt idx="820">
                  <c:v>1.2563757</c:v>
                </c:pt>
                <c:pt idx="821">
                  <c:v>1.25968933</c:v>
                </c:pt>
                <c:pt idx="822">
                  <c:v>1.2633535</c:v>
                </c:pt>
                <c:pt idx="823">
                  <c:v>1.26502991</c:v>
                </c:pt>
                <c:pt idx="824">
                  <c:v>1.27003438</c:v>
                </c:pt>
                <c:pt idx="825">
                  <c:v>1.27334595</c:v>
                </c:pt>
                <c:pt idx="826">
                  <c:v>1.2777545</c:v>
                </c:pt>
                <c:pt idx="827">
                  <c:v>1.28074646</c:v>
                </c:pt>
                <c:pt idx="828">
                  <c:v>1.28303528</c:v>
                </c:pt>
                <c:pt idx="829">
                  <c:v>1.2877655</c:v>
                </c:pt>
                <c:pt idx="830">
                  <c:v>1.29104614</c:v>
                </c:pt>
                <c:pt idx="831">
                  <c:v>1.29304628</c:v>
                </c:pt>
                <c:pt idx="832">
                  <c:v>1.29608154</c:v>
                </c:pt>
                <c:pt idx="833">
                  <c:v>1.30106333</c:v>
                </c:pt>
                <c:pt idx="834">
                  <c:v>1.30440377</c:v>
                </c:pt>
                <c:pt idx="835">
                  <c:v>1.30638123</c:v>
                </c:pt>
                <c:pt idx="836">
                  <c:v>1.3104248</c:v>
                </c:pt>
                <c:pt idx="837">
                  <c:v>1.31405392</c:v>
                </c:pt>
                <c:pt idx="838">
                  <c:v>1.31744385</c:v>
                </c:pt>
                <c:pt idx="839">
                  <c:v>1.32072449</c:v>
                </c:pt>
                <c:pt idx="840">
                  <c:v>1.32408142</c:v>
                </c:pt>
                <c:pt idx="841">
                  <c:v>1.32741567</c:v>
                </c:pt>
                <c:pt idx="842">
                  <c:v>1.33041382</c:v>
                </c:pt>
                <c:pt idx="843">
                  <c:v>1.3346904</c:v>
                </c:pt>
                <c:pt idx="844">
                  <c:v>1.33773804</c:v>
                </c:pt>
                <c:pt idx="845">
                  <c:v>1.34100012</c:v>
                </c:pt>
                <c:pt idx="846">
                  <c:v>1.34434056</c:v>
                </c:pt>
                <c:pt idx="847">
                  <c:v>1.34597778</c:v>
                </c:pt>
                <c:pt idx="848">
                  <c:v>1.35101318</c:v>
                </c:pt>
                <c:pt idx="849">
                  <c:v>1.35429382</c:v>
                </c:pt>
                <c:pt idx="850">
                  <c:v>1.35725692</c:v>
                </c:pt>
                <c:pt idx="851">
                  <c:v>1.36054993</c:v>
                </c:pt>
                <c:pt idx="852">
                  <c:v>1.36356663</c:v>
                </c:pt>
                <c:pt idx="853">
                  <c:v>1.36688232</c:v>
                </c:pt>
                <c:pt idx="854">
                  <c:v>1.37016296</c:v>
                </c:pt>
                <c:pt idx="855">
                  <c:v>1.3735199</c:v>
                </c:pt>
                <c:pt idx="856">
                  <c:v>1.37648299</c:v>
                </c:pt>
                <c:pt idx="857">
                  <c:v>1.38012035</c:v>
                </c:pt>
                <c:pt idx="858">
                  <c:v>1.38374329</c:v>
                </c:pt>
                <c:pt idx="859">
                  <c:v>1.386727</c:v>
                </c:pt>
                <c:pt idx="860">
                  <c:v>1.39029013</c:v>
                </c:pt>
                <c:pt idx="861">
                  <c:v>1.39363057</c:v>
                </c:pt>
                <c:pt idx="862">
                  <c:v>1.39724731</c:v>
                </c:pt>
                <c:pt idx="863">
                  <c:v>1.39919797</c:v>
                </c:pt>
                <c:pt idx="864">
                  <c:v>1.4025384</c:v>
                </c:pt>
                <c:pt idx="865">
                  <c:v>1.40714078</c:v>
                </c:pt>
                <c:pt idx="866">
                  <c:v>1.41077815</c:v>
                </c:pt>
                <c:pt idx="867">
                  <c:v>1.41242981</c:v>
                </c:pt>
                <c:pt idx="868">
                  <c:v>1.41571045</c:v>
                </c:pt>
                <c:pt idx="869">
                  <c:v>1.41929626</c:v>
                </c:pt>
                <c:pt idx="870">
                  <c:v>1.42295219</c:v>
                </c:pt>
                <c:pt idx="871">
                  <c:v>1.42593384</c:v>
                </c:pt>
                <c:pt idx="872">
                  <c:v>1.42791748</c:v>
                </c:pt>
                <c:pt idx="873">
                  <c:v>1.4331962</c:v>
                </c:pt>
                <c:pt idx="874">
                  <c:v>1.43615723</c:v>
                </c:pt>
                <c:pt idx="875">
                  <c:v>1.43943787</c:v>
                </c:pt>
                <c:pt idx="876">
                  <c:v>1.44336597</c:v>
                </c:pt>
                <c:pt idx="877">
                  <c:v>1.44500732</c:v>
                </c:pt>
                <c:pt idx="878">
                  <c:v>1.44863644</c:v>
                </c:pt>
                <c:pt idx="879">
                  <c:v>1.45195007</c:v>
                </c:pt>
                <c:pt idx="880">
                  <c:v>1.456604</c:v>
                </c:pt>
                <c:pt idx="881">
                  <c:v>1.45954854</c:v>
                </c:pt>
                <c:pt idx="882">
                  <c:v>1.46184973</c:v>
                </c:pt>
                <c:pt idx="883">
                  <c:v>1.46645211</c:v>
                </c:pt>
                <c:pt idx="884">
                  <c:v>1.46942139</c:v>
                </c:pt>
                <c:pt idx="885">
                  <c:v>1.47268759</c:v>
                </c:pt>
                <c:pt idx="886">
                  <c:v>1.47567749</c:v>
                </c:pt>
                <c:pt idx="887">
                  <c:v>1.47862615</c:v>
                </c:pt>
                <c:pt idx="888">
                  <c:v>1.48323059</c:v>
                </c:pt>
                <c:pt idx="889">
                  <c:v>1.48521423</c:v>
                </c:pt>
                <c:pt idx="890">
                  <c:v>1.48849487</c:v>
                </c:pt>
                <c:pt idx="891">
                  <c:v>1.49215698</c:v>
                </c:pt>
                <c:pt idx="892">
                  <c:v>1.49543762</c:v>
                </c:pt>
                <c:pt idx="893">
                  <c:v>1.49837185</c:v>
                </c:pt>
                <c:pt idx="894">
                  <c:v>1.50169373</c:v>
                </c:pt>
                <c:pt idx="895">
                  <c:v>1.50497437</c:v>
                </c:pt>
                <c:pt idx="896">
                  <c:v>1.50920971</c:v>
                </c:pt>
                <c:pt idx="897">
                  <c:v>1.5115109</c:v>
                </c:pt>
                <c:pt idx="898">
                  <c:v>1.51451111</c:v>
                </c:pt>
                <c:pt idx="899">
                  <c:v>1.51908875</c:v>
                </c:pt>
                <c:pt idx="900">
                  <c:v>1.52275085</c:v>
                </c:pt>
                <c:pt idx="901">
                  <c:v>1.52435303</c:v>
                </c:pt>
                <c:pt idx="902">
                  <c:v>1.52732849</c:v>
                </c:pt>
                <c:pt idx="903">
                  <c:v>1.5309906</c:v>
                </c:pt>
                <c:pt idx="904">
                  <c:v>1.53526512</c:v>
                </c:pt>
                <c:pt idx="905">
                  <c:v>1.53853133</c:v>
                </c:pt>
                <c:pt idx="906">
                  <c:v>1.54150061</c:v>
                </c:pt>
                <c:pt idx="907">
                  <c:v>1.54484104</c:v>
                </c:pt>
                <c:pt idx="908">
                  <c:v>1.54846191</c:v>
                </c:pt>
                <c:pt idx="909">
                  <c:v>1.55174462</c:v>
                </c:pt>
                <c:pt idx="910">
                  <c:v>1.55471802</c:v>
                </c:pt>
                <c:pt idx="911">
                  <c:v>1.55835126</c:v>
                </c:pt>
                <c:pt idx="912">
                  <c:v>1.56158447</c:v>
                </c:pt>
                <c:pt idx="913">
                  <c:v>1.56494141</c:v>
                </c:pt>
                <c:pt idx="914">
                  <c:v>1.56822411</c:v>
                </c:pt>
                <c:pt idx="915">
                  <c:v>1.57149031</c:v>
                </c:pt>
                <c:pt idx="916">
                  <c:v>1.57483075</c:v>
                </c:pt>
                <c:pt idx="917">
                  <c:v>1.57875061</c:v>
                </c:pt>
                <c:pt idx="918">
                  <c:v>1.58173432</c:v>
                </c:pt>
                <c:pt idx="919">
                  <c:v>1.58340454</c:v>
                </c:pt>
                <c:pt idx="920">
                  <c:v>1.58699036</c:v>
                </c:pt>
                <c:pt idx="921">
                  <c:v>1.590271</c:v>
                </c:pt>
                <c:pt idx="922">
                  <c:v>1.59390836</c:v>
                </c:pt>
                <c:pt idx="923">
                  <c:v>1.59721375</c:v>
                </c:pt>
                <c:pt idx="924">
                  <c:v>1.60049438</c:v>
                </c:pt>
                <c:pt idx="925">
                  <c:v>1.60348428</c:v>
                </c:pt>
                <c:pt idx="926">
                  <c:v>1.60845782</c:v>
                </c:pt>
                <c:pt idx="927">
                  <c:v>1.61140442</c:v>
                </c:pt>
                <c:pt idx="928">
                  <c:v>1.61468506</c:v>
                </c:pt>
                <c:pt idx="929">
                  <c:v>1.61803374</c:v>
                </c:pt>
                <c:pt idx="930">
                  <c:v>1.62094116</c:v>
                </c:pt>
                <c:pt idx="931">
                  <c:v>1.6242981</c:v>
                </c:pt>
                <c:pt idx="932">
                  <c:v>1.62757874</c:v>
                </c:pt>
                <c:pt idx="933">
                  <c:v>1.63116455</c:v>
                </c:pt>
                <c:pt idx="934">
                  <c:v>1.63414208</c:v>
                </c:pt>
                <c:pt idx="935">
                  <c:v>1.63711548</c:v>
                </c:pt>
                <c:pt idx="936">
                  <c:v>1.64008063</c:v>
                </c:pt>
                <c:pt idx="937">
                  <c:v>1.643718</c:v>
                </c:pt>
                <c:pt idx="938">
                  <c:v>1.64733887</c:v>
                </c:pt>
                <c:pt idx="939">
                  <c:v>1.65062157</c:v>
                </c:pt>
                <c:pt idx="940">
                  <c:v>1.65388777</c:v>
                </c:pt>
                <c:pt idx="941">
                  <c:v>1.65722821</c:v>
                </c:pt>
                <c:pt idx="942">
                  <c:v>1.66079135</c:v>
                </c:pt>
                <c:pt idx="943">
                  <c:v>1.66413178</c:v>
                </c:pt>
                <c:pt idx="944">
                  <c:v>1.667099</c:v>
                </c:pt>
                <c:pt idx="945">
                  <c:v>1.67068481</c:v>
                </c:pt>
                <c:pt idx="946">
                  <c:v>1.67396545</c:v>
                </c:pt>
                <c:pt idx="947">
                  <c:v>1.67689968</c:v>
                </c:pt>
                <c:pt idx="948">
                  <c:v>1.68053704</c:v>
                </c:pt>
                <c:pt idx="949">
                  <c:v>1.68313516</c:v>
                </c:pt>
                <c:pt idx="950">
                  <c:v>1.68670654</c:v>
                </c:pt>
                <c:pt idx="951">
                  <c:v>1.68966757</c:v>
                </c:pt>
                <c:pt idx="952">
                  <c:v>1.69296265</c:v>
                </c:pt>
                <c:pt idx="953">
                  <c:v>1.69624329</c:v>
                </c:pt>
                <c:pt idx="954">
                  <c:v>1.69983735</c:v>
                </c:pt>
                <c:pt idx="955">
                  <c:v>1.70340048</c:v>
                </c:pt>
                <c:pt idx="956">
                  <c:v>1.70540475</c:v>
                </c:pt>
                <c:pt idx="957">
                  <c:v>1.70898438</c:v>
                </c:pt>
                <c:pt idx="958">
                  <c:v>1.71193716</c:v>
                </c:pt>
                <c:pt idx="959">
                  <c:v>1.71516418</c:v>
                </c:pt>
                <c:pt idx="960">
                  <c:v>1.71844482</c:v>
                </c:pt>
                <c:pt idx="961">
                  <c:v>1.72172546</c:v>
                </c:pt>
                <c:pt idx="962">
                  <c:v>1.72500198</c:v>
                </c:pt>
                <c:pt idx="963">
                  <c:v>1.72866821</c:v>
                </c:pt>
                <c:pt idx="964">
                  <c:v>1.73187256</c:v>
                </c:pt>
                <c:pt idx="965">
                  <c:v>1.73553467</c:v>
                </c:pt>
                <c:pt idx="966">
                  <c:v>1.73881531</c:v>
                </c:pt>
                <c:pt idx="967">
                  <c:v>1.7417784</c:v>
                </c:pt>
                <c:pt idx="968">
                  <c:v>1.74568176</c:v>
                </c:pt>
                <c:pt idx="969">
                  <c:v>1.74860774</c:v>
                </c:pt>
                <c:pt idx="970">
                  <c:v>1.7515564</c:v>
                </c:pt>
                <c:pt idx="971">
                  <c:v>1.75483704</c:v>
                </c:pt>
                <c:pt idx="972">
                  <c:v>1.75810943</c:v>
                </c:pt>
                <c:pt idx="973">
                  <c:v>1.76177979</c:v>
                </c:pt>
                <c:pt idx="974">
                  <c:v>1.76506042</c:v>
                </c:pt>
                <c:pt idx="975">
                  <c:v>1.76864624</c:v>
                </c:pt>
                <c:pt idx="976">
                  <c:v>1.77124023</c:v>
                </c:pt>
                <c:pt idx="977">
                  <c:v>1.77518278</c:v>
                </c:pt>
                <c:pt idx="978">
                  <c:v>1.77818298</c:v>
                </c:pt>
                <c:pt idx="979">
                  <c:v>1.78112133</c:v>
                </c:pt>
                <c:pt idx="980">
                  <c:v>1.78468446</c:v>
                </c:pt>
                <c:pt idx="981">
                  <c:v>1.78833008</c:v>
                </c:pt>
                <c:pt idx="982">
                  <c:v>1.79188496</c:v>
                </c:pt>
                <c:pt idx="983">
                  <c:v>1.7952254</c:v>
                </c:pt>
                <c:pt idx="984">
                  <c:v>1.79847717</c:v>
                </c:pt>
                <c:pt idx="985">
                  <c:v>1.80012471</c:v>
                </c:pt>
                <c:pt idx="986">
                  <c:v>1.80368784</c:v>
                </c:pt>
                <c:pt idx="987">
                  <c:v>1.80793762</c:v>
                </c:pt>
                <c:pt idx="988">
                  <c:v>1.81088834</c:v>
                </c:pt>
                <c:pt idx="989">
                  <c:v>1.81452571</c:v>
                </c:pt>
                <c:pt idx="990">
                  <c:v>1.81712383</c:v>
                </c:pt>
                <c:pt idx="991">
                  <c:v>1.82068696</c:v>
                </c:pt>
                <c:pt idx="992">
                  <c:v>1.82395316</c:v>
                </c:pt>
                <c:pt idx="993">
                  <c:v>1.82685852</c:v>
                </c:pt>
                <c:pt idx="994">
                  <c:v>1.83044434</c:v>
                </c:pt>
                <c:pt idx="995">
                  <c:v>1.83338062</c:v>
                </c:pt>
                <c:pt idx="996">
                  <c:v>1.83664683</c:v>
                </c:pt>
                <c:pt idx="997">
                  <c:v>1.83991303</c:v>
                </c:pt>
                <c:pt idx="998">
                  <c:v>1.84347617</c:v>
                </c:pt>
                <c:pt idx="999">
                  <c:v>1.84638977</c:v>
                </c:pt>
                <c:pt idx="1000">
                  <c:v>1.85089111</c:v>
                </c:pt>
                <c:pt idx="1001">
                  <c:v>1.85282939</c:v>
                </c:pt>
                <c:pt idx="1002">
                  <c:v>1.85707092</c:v>
                </c:pt>
                <c:pt idx="1003">
                  <c:v>1.86027527</c:v>
                </c:pt>
                <c:pt idx="1004">
                  <c:v>1.86225891</c:v>
                </c:pt>
                <c:pt idx="1005">
                  <c:v>1.86576843</c:v>
                </c:pt>
                <c:pt idx="1006">
                  <c:v>1.86904907</c:v>
                </c:pt>
                <c:pt idx="1007">
                  <c:v>1.87257509</c:v>
                </c:pt>
                <c:pt idx="1008">
                  <c:v>1.87613822</c:v>
                </c:pt>
                <c:pt idx="1009">
                  <c:v>1.87896729</c:v>
                </c:pt>
                <c:pt idx="1010">
                  <c:v>1.88252217</c:v>
                </c:pt>
                <c:pt idx="1011">
                  <c:v>1.8860853</c:v>
                </c:pt>
                <c:pt idx="1012">
                  <c:v>1.88896179</c:v>
                </c:pt>
                <c:pt idx="1013">
                  <c:v>1.89246925</c:v>
                </c:pt>
                <c:pt idx="1014">
                  <c:v>1.89567566</c:v>
                </c:pt>
                <c:pt idx="1015">
                  <c:v>1.89758301</c:v>
                </c:pt>
                <c:pt idx="1016">
                  <c:v>1.90115439</c:v>
                </c:pt>
                <c:pt idx="1017">
                  <c:v>1.90464329</c:v>
                </c:pt>
                <c:pt idx="1018">
                  <c:v>1.90716718</c:v>
                </c:pt>
                <c:pt idx="1019">
                  <c:v>1.91035915</c:v>
                </c:pt>
                <c:pt idx="1020">
                  <c:v>1.91392228</c:v>
                </c:pt>
                <c:pt idx="1021">
                  <c:v>1.91680908</c:v>
                </c:pt>
                <c:pt idx="1022">
                  <c:v>1.91963814</c:v>
                </c:pt>
                <c:pt idx="1023">
                  <c:v>1.92320128</c:v>
                </c:pt>
                <c:pt idx="1024">
                  <c:v>1.926651</c:v>
                </c:pt>
                <c:pt idx="1025">
                  <c:v>1.92951099</c:v>
                </c:pt>
                <c:pt idx="1026">
                  <c:v>1.93270297</c:v>
                </c:pt>
                <c:pt idx="1027">
                  <c:v>1.9362661</c:v>
                </c:pt>
                <c:pt idx="1028">
                  <c:v>1.93908691</c:v>
                </c:pt>
                <c:pt idx="1029">
                  <c:v>1.94294698</c:v>
                </c:pt>
                <c:pt idx="1030">
                  <c:v>1.94580078</c:v>
                </c:pt>
                <c:pt idx="1031">
                  <c:v>1.94866284</c:v>
                </c:pt>
                <c:pt idx="1032">
                  <c:v>1.95281982</c:v>
                </c:pt>
                <c:pt idx="1033">
                  <c:v>1.9556427</c:v>
                </c:pt>
                <c:pt idx="1034">
                  <c:v>1.95912954</c:v>
                </c:pt>
                <c:pt idx="1035">
                  <c:v>1.96296692</c:v>
                </c:pt>
                <c:pt idx="1036">
                  <c:v>1.96581041</c:v>
                </c:pt>
                <c:pt idx="1037">
                  <c:v>1.96868896</c:v>
                </c:pt>
                <c:pt idx="1038">
                  <c:v>1.9718232</c:v>
                </c:pt>
                <c:pt idx="1039">
                  <c:v>1.97501518</c:v>
                </c:pt>
                <c:pt idx="1040">
                  <c:v>1.97813292</c:v>
                </c:pt>
                <c:pt idx="1041">
                  <c:v>1.98135376</c:v>
                </c:pt>
                <c:pt idx="1042">
                  <c:v>1.98414571</c:v>
                </c:pt>
                <c:pt idx="1043">
                  <c:v>1.98763461</c:v>
                </c:pt>
                <c:pt idx="1044">
                  <c:v>1.99082658</c:v>
                </c:pt>
                <c:pt idx="1045">
                  <c:v>1.99363708</c:v>
                </c:pt>
                <c:pt idx="1046">
                  <c:v>1.99714661</c:v>
                </c:pt>
                <c:pt idx="1047">
                  <c:v>1.99966431</c:v>
                </c:pt>
                <c:pt idx="1048">
                  <c:v>2.003479</c:v>
                </c:pt>
                <c:pt idx="1049">
                  <c:v>2.00630188</c:v>
                </c:pt>
                <c:pt idx="1050">
                  <c:v>2.00916187</c:v>
                </c:pt>
                <c:pt idx="1051">
                  <c:v>2.01263428</c:v>
                </c:pt>
                <c:pt idx="1052">
                  <c:v>2.0160675</c:v>
                </c:pt>
                <c:pt idx="1053">
                  <c:v>2.01896049</c:v>
                </c:pt>
                <c:pt idx="1054">
                  <c:v>2.02207823</c:v>
                </c:pt>
                <c:pt idx="1055">
                  <c:v>2.02556713</c:v>
                </c:pt>
                <c:pt idx="1056">
                  <c:v>2.02868487</c:v>
                </c:pt>
                <c:pt idx="1057">
                  <c:v>2.03187685</c:v>
                </c:pt>
                <c:pt idx="1058">
                  <c:v>2.03402957</c:v>
                </c:pt>
                <c:pt idx="1059">
                  <c:v>2.03722155</c:v>
                </c:pt>
                <c:pt idx="1060">
                  <c:v>2.04160123</c:v>
                </c:pt>
                <c:pt idx="1061">
                  <c:v>2.04509013</c:v>
                </c:pt>
                <c:pt idx="1062">
                  <c:v>2.04666138</c:v>
                </c:pt>
                <c:pt idx="1063">
                  <c:v>2.05006367</c:v>
                </c:pt>
                <c:pt idx="1064">
                  <c:v>2.05291748</c:v>
                </c:pt>
                <c:pt idx="1065">
                  <c:v>2.05635071</c:v>
                </c:pt>
                <c:pt idx="1066">
                  <c:v>2.05978806</c:v>
                </c:pt>
                <c:pt idx="1067">
                  <c:v>2.06298003</c:v>
                </c:pt>
                <c:pt idx="1068">
                  <c:v>2.06642151</c:v>
                </c:pt>
                <c:pt idx="1069">
                  <c:v>2.06985474</c:v>
                </c:pt>
                <c:pt idx="1070">
                  <c:v>2.07298279</c:v>
                </c:pt>
                <c:pt idx="1071">
                  <c:v>2.07456022</c:v>
                </c:pt>
                <c:pt idx="1072">
                  <c:v>2.07832336</c:v>
                </c:pt>
                <c:pt idx="1073">
                  <c:v>2.08145142</c:v>
                </c:pt>
                <c:pt idx="1074">
                  <c:v>2.08458153</c:v>
                </c:pt>
                <c:pt idx="1075">
                  <c:v>2.0877735</c:v>
                </c:pt>
                <c:pt idx="1076">
                  <c:v>2.0914851</c:v>
                </c:pt>
                <c:pt idx="1077">
                  <c:v>2.09434509</c:v>
                </c:pt>
                <c:pt idx="1078">
                  <c:v>2.09809174</c:v>
                </c:pt>
                <c:pt idx="1079">
                  <c:v>2.10002177</c:v>
                </c:pt>
                <c:pt idx="1080">
                  <c:v>2.1031189</c:v>
                </c:pt>
                <c:pt idx="1081">
                  <c:v>2.10655419</c:v>
                </c:pt>
                <c:pt idx="1082">
                  <c:v>2.10974616</c:v>
                </c:pt>
                <c:pt idx="1083">
                  <c:v>2.11256697</c:v>
                </c:pt>
                <c:pt idx="1084">
                  <c:v>2.11694666</c:v>
                </c:pt>
                <c:pt idx="1085">
                  <c:v>2.11975098</c:v>
                </c:pt>
                <c:pt idx="1086">
                  <c:v>2.12295945</c:v>
                </c:pt>
                <c:pt idx="1087">
                  <c:v>2.12607719</c:v>
                </c:pt>
                <c:pt idx="1088">
                  <c:v>2.12890625</c:v>
                </c:pt>
                <c:pt idx="1089">
                  <c:v>2.13233948</c:v>
                </c:pt>
                <c:pt idx="1090">
                  <c:v>2.13520772</c:v>
                </c:pt>
                <c:pt idx="1091">
                  <c:v>2.13832546</c:v>
                </c:pt>
                <c:pt idx="1092">
                  <c:v>2.14114627</c:v>
                </c:pt>
                <c:pt idx="1093">
                  <c:v>2.14433825</c:v>
                </c:pt>
                <c:pt idx="1094">
                  <c:v>2.14836121</c:v>
                </c:pt>
                <c:pt idx="1095">
                  <c:v>2.15156555</c:v>
                </c:pt>
                <c:pt idx="1096">
                  <c:v>2.15438843</c:v>
                </c:pt>
                <c:pt idx="1097">
                  <c:v>2.15690613</c:v>
                </c:pt>
                <c:pt idx="1098">
                  <c:v>2.1609662</c:v>
                </c:pt>
                <c:pt idx="1099">
                  <c:v>2.16415405</c:v>
                </c:pt>
                <c:pt idx="1100">
                  <c:v>2.17330933</c:v>
                </c:pt>
                <c:pt idx="1101">
                  <c:v>2.17670338</c:v>
                </c:pt>
                <c:pt idx="1102">
                  <c:v>2.17956543</c:v>
                </c:pt>
                <c:pt idx="1103">
                  <c:v>2.18271616</c:v>
                </c:pt>
                <c:pt idx="1104">
                  <c:v>2.18559265</c:v>
                </c:pt>
                <c:pt idx="1105">
                  <c:v>2.18843202</c:v>
                </c:pt>
                <c:pt idx="1106">
                  <c:v>2.19154358</c:v>
                </c:pt>
                <c:pt idx="1107">
                  <c:v>2.19467163</c:v>
                </c:pt>
                <c:pt idx="1108">
                  <c:v>2.19787598</c:v>
                </c:pt>
                <c:pt idx="1109">
                  <c:v>2.20223917</c:v>
                </c:pt>
                <c:pt idx="1110">
                  <c:v>2.2038269</c:v>
                </c:pt>
                <c:pt idx="1111">
                  <c:v>2.20795503</c:v>
                </c:pt>
                <c:pt idx="1112">
                  <c:v>2.21168518</c:v>
                </c:pt>
                <c:pt idx="1113">
                  <c:v>2.21329973</c:v>
                </c:pt>
                <c:pt idx="1114">
                  <c:v>2.2177124</c:v>
                </c:pt>
                <c:pt idx="1115">
                  <c:v>2.21961975</c:v>
                </c:pt>
                <c:pt idx="1116">
                  <c:v>2.22243025</c:v>
                </c:pt>
                <c:pt idx="1117">
                  <c:v>2.22717285</c:v>
                </c:pt>
                <c:pt idx="1118">
                  <c:v>2.2290369</c:v>
                </c:pt>
                <c:pt idx="1119">
                  <c:v>2.23190308</c:v>
                </c:pt>
                <c:pt idx="1120">
                  <c:v>2.23697972</c:v>
                </c:pt>
                <c:pt idx="1121">
                  <c:v>2.23976135</c:v>
                </c:pt>
                <c:pt idx="1122">
                  <c:v>2.24227905</c:v>
                </c:pt>
                <c:pt idx="1123">
                  <c:v>2.24544216</c:v>
                </c:pt>
                <c:pt idx="1124">
                  <c:v>2.24830627</c:v>
                </c:pt>
                <c:pt idx="1125">
                  <c:v>2.25115802</c:v>
                </c:pt>
                <c:pt idx="1126">
                  <c:v>2.25494385</c:v>
                </c:pt>
                <c:pt idx="1127">
                  <c:v>2.25843275</c:v>
                </c:pt>
                <c:pt idx="1128">
                  <c:v>2.2618866</c:v>
                </c:pt>
                <c:pt idx="1129">
                  <c:v>2.26503939</c:v>
                </c:pt>
                <c:pt idx="1130">
                  <c:v>2.26815713</c:v>
                </c:pt>
                <c:pt idx="1131">
                  <c:v>2.26974487</c:v>
                </c:pt>
                <c:pt idx="1132">
                  <c:v>2.27325439</c:v>
                </c:pt>
                <c:pt idx="1133">
                  <c:v>2.27767944</c:v>
                </c:pt>
                <c:pt idx="1134">
                  <c:v>2.28019714</c:v>
                </c:pt>
                <c:pt idx="1135">
                  <c:v>2.28404277</c:v>
                </c:pt>
                <c:pt idx="1136">
                  <c:v>2.28716051</c:v>
                </c:pt>
                <c:pt idx="1137">
                  <c:v>2.2896844</c:v>
                </c:pt>
                <c:pt idx="1138">
                  <c:v>2.29347229</c:v>
                </c:pt>
                <c:pt idx="1139">
                  <c:v>2.29629104</c:v>
                </c:pt>
                <c:pt idx="1140">
                  <c:v>2.29814684</c:v>
                </c:pt>
                <c:pt idx="1141">
                  <c:v>2.30289769</c:v>
                </c:pt>
                <c:pt idx="1142">
                  <c:v>2.30601543</c:v>
                </c:pt>
                <c:pt idx="1143">
                  <c:v>2.30758667</c:v>
                </c:pt>
                <c:pt idx="1144">
                  <c:v>2.3122406</c:v>
                </c:pt>
                <c:pt idx="1145">
                  <c:v>2.31507172</c:v>
                </c:pt>
                <c:pt idx="1146">
                  <c:v>2.31781006</c:v>
                </c:pt>
                <c:pt idx="1147">
                  <c:v>2.32093605</c:v>
                </c:pt>
                <c:pt idx="1148">
                  <c:v>2.32405379</c:v>
                </c:pt>
                <c:pt idx="1149">
                  <c:v>2.32717153</c:v>
                </c:pt>
                <c:pt idx="1150">
                  <c:v>2.3305862</c:v>
                </c:pt>
                <c:pt idx="1151">
                  <c:v>2.33337402</c:v>
                </c:pt>
                <c:pt idx="1152">
                  <c:v>2.3361536</c:v>
                </c:pt>
                <c:pt idx="1153">
                  <c:v>2.33956827</c:v>
                </c:pt>
                <c:pt idx="1154">
                  <c:v>2.34268601</c:v>
                </c:pt>
                <c:pt idx="1155">
                  <c:v>2.34542847</c:v>
                </c:pt>
                <c:pt idx="1156">
                  <c:v>2.34884726</c:v>
                </c:pt>
                <c:pt idx="1157">
                  <c:v>2.35191345</c:v>
                </c:pt>
                <c:pt idx="1158">
                  <c:v>2.35471158</c:v>
                </c:pt>
                <c:pt idx="1159">
                  <c:v>2.35782933</c:v>
                </c:pt>
                <c:pt idx="1160">
                  <c:v>2.36116976</c:v>
                </c:pt>
                <c:pt idx="1161">
                  <c:v>2.36428751</c:v>
                </c:pt>
                <c:pt idx="1162">
                  <c:v>2.36701965</c:v>
                </c:pt>
                <c:pt idx="1163">
                  <c:v>2.37074568</c:v>
                </c:pt>
                <c:pt idx="1164">
                  <c:v>2.37378919</c:v>
                </c:pt>
                <c:pt idx="1165">
                  <c:v>2.37716675</c:v>
                </c:pt>
                <c:pt idx="1166">
                  <c:v>2.37991333</c:v>
                </c:pt>
                <c:pt idx="1167">
                  <c:v>2.38329088</c:v>
                </c:pt>
                <c:pt idx="1168">
                  <c:v>2.38514668</c:v>
                </c:pt>
                <c:pt idx="1169">
                  <c:v>2.38856135</c:v>
                </c:pt>
                <c:pt idx="1170">
                  <c:v>2.39160486</c:v>
                </c:pt>
                <c:pt idx="1171">
                  <c:v>2.39464837</c:v>
                </c:pt>
                <c:pt idx="1172">
                  <c:v>2.39709803</c:v>
                </c:pt>
                <c:pt idx="1173">
                  <c:v>2.40081787</c:v>
                </c:pt>
                <c:pt idx="1174">
                  <c:v>2.40447998</c:v>
                </c:pt>
                <c:pt idx="1175">
                  <c:v>2.40722656</c:v>
                </c:pt>
                <c:pt idx="1176">
                  <c:v>2.41001438</c:v>
                </c:pt>
                <c:pt idx="1177">
                  <c:v>2.41279602</c:v>
                </c:pt>
                <c:pt idx="1178">
                  <c:v>2.41615295</c:v>
                </c:pt>
                <c:pt idx="1179">
                  <c:v>2.41892222</c:v>
                </c:pt>
                <c:pt idx="1180">
                  <c:v>2.42196573</c:v>
                </c:pt>
                <c:pt idx="1181">
                  <c:v>2.4256134</c:v>
                </c:pt>
                <c:pt idx="1182">
                  <c:v>2.42834968</c:v>
                </c:pt>
                <c:pt idx="1183">
                  <c:v>2.43146742</c:v>
                </c:pt>
                <c:pt idx="1184">
                  <c:v>2.43515015</c:v>
                </c:pt>
                <c:pt idx="1185">
                  <c:v>2.43851945</c:v>
                </c:pt>
                <c:pt idx="1186">
                  <c:v>2.44125366</c:v>
                </c:pt>
                <c:pt idx="1187">
                  <c:v>2.4449034</c:v>
                </c:pt>
                <c:pt idx="1188">
                  <c:v>2.44802114</c:v>
                </c:pt>
                <c:pt idx="1189">
                  <c:v>2.44980271</c:v>
                </c:pt>
                <c:pt idx="1190">
                  <c:v>2.45321738</c:v>
                </c:pt>
                <c:pt idx="1191">
                  <c:v>2.45626089</c:v>
                </c:pt>
                <c:pt idx="1192">
                  <c:v>2.45903015</c:v>
                </c:pt>
                <c:pt idx="1193">
                  <c:v>2.46238708</c:v>
                </c:pt>
                <c:pt idx="1194">
                  <c:v>2.46516872</c:v>
                </c:pt>
                <c:pt idx="1195">
                  <c:v>2.46788025</c:v>
                </c:pt>
                <c:pt idx="1196">
                  <c:v>2.47131348</c:v>
                </c:pt>
                <c:pt idx="1197">
                  <c:v>2.47467041</c:v>
                </c:pt>
                <c:pt idx="1198">
                  <c:v>2.47741699</c:v>
                </c:pt>
                <c:pt idx="1199">
                  <c:v>2.48112859</c:v>
                </c:pt>
                <c:pt idx="1200">
                  <c:v>2.48382568</c:v>
                </c:pt>
                <c:pt idx="1201">
                  <c:v>2.48695374</c:v>
                </c:pt>
                <c:pt idx="1202">
                  <c:v>2.48996219</c:v>
                </c:pt>
                <c:pt idx="1203">
                  <c:v>2.49307993</c:v>
                </c:pt>
                <c:pt idx="1204">
                  <c:v>2.49612344</c:v>
                </c:pt>
                <c:pt idx="1205">
                  <c:v>2.49885559</c:v>
                </c:pt>
                <c:pt idx="1206">
                  <c:v>2.50228882</c:v>
                </c:pt>
                <c:pt idx="1207">
                  <c:v>2.50534058</c:v>
                </c:pt>
                <c:pt idx="1208">
                  <c:v>2.50874287</c:v>
                </c:pt>
                <c:pt idx="1209">
                  <c:v>2.51174927</c:v>
                </c:pt>
                <c:pt idx="1210">
                  <c:v>2.51512682</c:v>
                </c:pt>
                <c:pt idx="1211">
                  <c:v>2.51824456</c:v>
                </c:pt>
                <c:pt idx="1212">
                  <c:v>2.52128601</c:v>
                </c:pt>
                <c:pt idx="1213">
                  <c:v>2.52403465</c:v>
                </c:pt>
                <c:pt idx="1214">
                  <c:v>2.52589045</c:v>
                </c:pt>
                <c:pt idx="1215">
                  <c:v>2.53019591</c:v>
                </c:pt>
                <c:pt idx="1216">
                  <c:v>2.53692627</c:v>
                </c:pt>
                <c:pt idx="1217">
                  <c:v>2.54006876</c:v>
                </c:pt>
                <c:pt idx="1218">
                  <c:v>2.54311227</c:v>
                </c:pt>
                <c:pt idx="1219">
                  <c:v>2.54585266</c:v>
                </c:pt>
                <c:pt idx="1220">
                  <c:v>2.54890236</c:v>
                </c:pt>
                <c:pt idx="1221">
                  <c:v>2.55172729</c:v>
                </c:pt>
                <c:pt idx="1222">
                  <c:v>2.55446975</c:v>
                </c:pt>
                <c:pt idx="1223">
                  <c:v>2.55781019</c:v>
                </c:pt>
                <c:pt idx="1224">
                  <c:v>2.56057739</c:v>
                </c:pt>
                <c:pt idx="1225">
                  <c:v>2.56397144</c:v>
                </c:pt>
                <c:pt idx="1226">
                  <c:v>2.56706238</c:v>
                </c:pt>
                <c:pt idx="1227">
                  <c:v>2.57011414</c:v>
                </c:pt>
                <c:pt idx="1228">
                  <c:v>2.57316589</c:v>
                </c:pt>
                <c:pt idx="1229">
                  <c:v>2.57530212</c:v>
                </c:pt>
                <c:pt idx="1230">
                  <c:v>2.5787436</c:v>
                </c:pt>
                <c:pt idx="1231">
                  <c:v>2.58178711</c:v>
                </c:pt>
                <c:pt idx="1232">
                  <c:v>2.58483887</c:v>
                </c:pt>
                <c:pt idx="1233">
                  <c:v>2.58789063</c:v>
                </c:pt>
                <c:pt idx="1234">
                  <c:v>2.59094238</c:v>
                </c:pt>
                <c:pt idx="1235">
                  <c:v>2.59529732</c:v>
                </c:pt>
                <c:pt idx="1236">
                  <c:v>2.59803772</c:v>
                </c:pt>
                <c:pt idx="1237">
                  <c:v>2.60079049</c:v>
                </c:pt>
                <c:pt idx="1238">
                  <c:v>2.60413093</c:v>
                </c:pt>
                <c:pt idx="1239">
                  <c:v>2.60724867</c:v>
                </c:pt>
                <c:pt idx="1240">
                  <c:v>2.60993958</c:v>
                </c:pt>
                <c:pt idx="1241">
                  <c:v>2.6121521</c:v>
                </c:pt>
                <c:pt idx="1242">
                  <c:v>2.61520386</c:v>
                </c:pt>
                <c:pt idx="1243">
                  <c:v>2.61825562</c:v>
                </c:pt>
                <c:pt idx="1244">
                  <c:v>2.62161255</c:v>
                </c:pt>
                <c:pt idx="1245">
                  <c:v>2.62466431</c:v>
                </c:pt>
                <c:pt idx="1246">
                  <c:v>2.62771606</c:v>
                </c:pt>
                <c:pt idx="1247">
                  <c:v>2.63144828</c:v>
                </c:pt>
                <c:pt idx="1248">
                  <c:v>2.63420105</c:v>
                </c:pt>
                <c:pt idx="1249">
                  <c:v>2.63786316</c:v>
                </c:pt>
                <c:pt idx="1250">
                  <c:v>2.64057881</c:v>
                </c:pt>
                <c:pt idx="1251">
                  <c:v>2.64399348</c:v>
                </c:pt>
                <c:pt idx="1252">
                  <c:v>2.64577505</c:v>
                </c:pt>
                <c:pt idx="1253">
                  <c:v>2.64915466</c:v>
                </c:pt>
                <c:pt idx="1254">
                  <c:v>2.6525116</c:v>
                </c:pt>
                <c:pt idx="1255">
                  <c:v>2.65527674</c:v>
                </c:pt>
                <c:pt idx="1256">
                  <c:v>2.65869141</c:v>
                </c:pt>
                <c:pt idx="1257">
                  <c:v>2.66143799</c:v>
                </c:pt>
                <c:pt idx="1258">
                  <c:v>2.6651001</c:v>
                </c:pt>
                <c:pt idx="1259">
                  <c:v>2.6675415</c:v>
                </c:pt>
                <c:pt idx="1260">
                  <c:v>2.67056852</c:v>
                </c:pt>
                <c:pt idx="1261">
                  <c:v>2.67361203</c:v>
                </c:pt>
                <c:pt idx="1262">
                  <c:v>2.67672977</c:v>
                </c:pt>
                <c:pt idx="1263">
                  <c:v>2.67944336</c:v>
                </c:pt>
                <c:pt idx="1264">
                  <c:v>2.68280029</c:v>
                </c:pt>
                <c:pt idx="1265">
                  <c:v>2.68585205</c:v>
                </c:pt>
                <c:pt idx="1266">
                  <c:v>2.68860688</c:v>
                </c:pt>
                <c:pt idx="1267">
                  <c:v>2.69202155</c:v>
                </c:pt>
                <c:pt idx="1268">
                  <c:v>2.6953125</c:v>
                </c:pt>
                <c:pt idx="1269">
                  <c:v>2.6990509</c:v>
                </c:pt>
                <c:pt idx="1270">
                  <c:v>2.70118713</c:v>
                </c:pt>
                <c:pt idx="1271">
                  <c:v>2.70389866</c:v>
                </c:pt>
                <c:pt idx="1272">
                  <c:v>2.70729065</c:v>
                </c:pt>
                <c:pt idx="1273">
                  <c:v>2.71065377</c:v>
                </c:pt>
                <c:pt idx="1274">
                  <c:v>2.71369934</c:v>
                </c:pt>
                <c:pt idx="1275">
                  <c:v>2.7167511</c:v>
                </c:pt>
                <c:pt idx="1276">
                  <c:v>2.71980286</c:v>
                </c:pt>
                <c:pt idx="1277">
                  <c:v>2.72282781</c:v>
                </c:pt>
                <c:pt idx="1278">
                  <c:v>2.72621155</c:v>
                </c:pt>
                <c:pt idx="1279">
                  <c:v>2.72891483</c:v>
                </c:pt>
                <c:pt idx="1280">
                  <c:v>2.73225527</c:v>
                </c:pt>
                <c:pt idx="1281">
                  <c:v>2.73537301</c:v>
                </c:pt>
                <c:pt idx="1282">
                  <c:v>2.7374515</c:v>
                </c:pt>
                <c:pt idx="1283">
                  <c:v>2.74208069</c:v>
                </c:pt>
                <c:pt idx="1284">
                  <c:v>2.74361275</c:v>
                </c:pt>
                <c:pt idx="1285">
                  <c:v>2.74695319</c:v>
                </c:pt>
                <c:pt idx="1286">
                  <c:v>2.74971008</c:v>
                </c:pt>
                <c:pt idx="1287">
                  <c:v>2.75276184</c:v>
                </c:pt>
                <c:pt idx="1288">
                  <c:v>2.75611877</c:v>
                </c:pt>
                <c:pt idx="1289">
                  <c:v>2.7588303</c:v>
                </c:pt>
                <c:pt idx="1290">
                  <c:v>2.76153564</c:v>
                </c:pt>
                <c:pt idx="1291">
                  <c:v>2.76611328</c:v>
                </c:pt>
                <c:pt idx="1292">
                  <c:v>2.76916504</c:v>
                </c:pt>
                <c:pt idx="1293">
                  <c:v>2.77226628</c:v>
                </c:pt>
                <c:pt idx="1294">
                  <c:v>2.77404785</c:v>
                </c:pt>
                <c:pt idx="1295">
                  <c:v>2.77740479</c:v>
                </c:pt>
                <c:pt idx="1296">
                  <c:v>2.78076172</c:v>
                </c:pt>
                <c:pt idx="1297">
                  <c:v>2.78381348</c:v>
                </c:pt>
                <c:pt idx="1298">
                  <c:v>2.78659305</c:v>
                </c:pt>
                <c:pt idx="1299">
                  <c:v>2.78993349</c:v>
                </c:pt>
                <c:pt idx="1300">
                  <c:v>2.792977</c:v>
                </c:pt>
                <c:pt idx="1301">
                  <c:v>2.79602051</c:v>
                </c:pt>
                <c:pt idx="1302">
                  <c:v>2.79907227</c:v>
                </c:pt>
                <c:pt idx="1303">
                  <c:v>2.80212402</c:v>
                </c:pt>
                <c:pt idx="1304">
                  <c:v>2.80517578</c:v>
                </c:pt>
                <c:pt idx="1305">
                  <c:v>2.80819455</c:v>
                </c:pt>
                <c:pt idx="1306">
                  <c:v>2.8106442</c:v>
                </c:pt>
                <c:pt idx="1307">
                  <c:v>2.81211853</c:v>
                </c:pt>
                <c:pt idx="1308">
                  <c:v>2.81669617</c:v>
                </c:pt>
                <c:pt idx="1309">
                  <c:v>2.82007166</c:v>
                </c:pt>
                <c:pt idx="1310">
                  <c:v>2.82402039</c:v>
                </c:pt>
                <c:pt idx="1311">
                  <c:v>2.82615662</c:v>
                </c:pt>
                <c:pt idx="1312">
                  <c:v>2.82890526</c:v>
                </c:pt>
                <c:pt idx="1313">
                  <c:v>2.83313648</c:v>
                </c:pt>
                <c:pt idx="1314">
                  <c:v>2.83493042</c:v>
                </c:pt>
                <c:pt idx="1315">
                  <c:v>2.83833272</c:v>
                </c:pt>
                <c:pt idx="1316">
                  <c:v>2.84137623</c:v>
                </c:pt>
                <c:pt idx="1317">
                  <c:v>2.8453064</c:v>
                </c:pt>
                <c:pt idx="1318">
                  <c:v>2.84716632</c:v>
                </c:pt>
                <c:pt idx="1319">
                  <c:v>2.85139754</c:v>
                </c:pt>
                <c:pt idx="1320">
                  <c:v>2.85415649</c:v>
                </c:pt>
                <c:pt idx="1321">
                  <c:v>2.85718763</c:v>
                </c:pt>
                <c:pt idx="1322">
                  <c:v>2.85987854</c:v>
                </c:pt>
                <c:pt idx="1323">
                  <c:v>2.86323547</c:v>
                </c:pt>
                <c:pt idx="1324">
                  <c:v>2.86567688</c:v>
                </c:pt>
                <c:pt idx="1325">
                  <c:v>2.8696586</c:v>
                </c:pt>
                <c:pt idx="1326">
                  <c:v>2.87269592</c:v>
                </c:pt>
                <c:pt idx="1327">
                  <c:v>2.87418675</c:v>
                </c:pt>
                <c:pt idx="1328">
                  <c:v>2.87723026</c:v>
                </c:pt>
                <c:pt idx="1329">
                  <c:v>2.88183264</c:v>
                </c:pt>
                <c:pt idx="1330">
                  <c:v>2.88330078</c:v>
                </c:pt>
                <c:pt idx="1331">
                  <c:v>2.88665771</c:v>
                </c:pt>
                <c:pt idx="1332">
                  <c:v>2.88999815</c:v>
                </c:pt>
                <c:pt idx="1333">
                  <c:v>2.89276123</c:v>
                </c:pt>
                <c:pt idx="1334">
                  <c:v>2.89667903</c:v>
                </c:pt>
                <c:pt idx="1335">
                  <c:v>2.90001947</c:v>
                </c:pt>
                <c:pt idx="1336">
                  <c:v>2.90306298</c:v>
                </c:pt>
                <c:pt idx="1337">
                  <c:v>2.90610648</c:v>
                </c:pt>
                <c:pt idx="1338">
                  <c:v>2.90916443</c:v>
                </c:pt>
                <c:pt idx="1339">
                  <c:v>2.91221619</c:v>
                </c:pt>
                <c:pt idx="1340">
                  <c:v>2.91523701</c:v>
                </c:pt>
                <c:pt idx="1341">
                  <c:v>2.91862488</c:v>
                </c:pt>
                <c:pt idx="1342">
                  <c:v>2.92013632</c:v>
                </c:pt>
                <c:pt idx="1343">
                  <c:v>2.92347676</c:v>
                </c:pt>
                <c:pt idx="1344">
                  <c:v>2.92617798</c:v>
                </c:pt>
                <c:pt idx="1345">
                  <c:v>2.92922974</c:v>
                </c:pt>
                <c:pt idx="1346">
                  <c:v>2.93290422</c:v>
                </c:pt>
                <c:pt idx="1347">
                  <c:v>2.93563843</c:v>
                </c:pt>
                <c:pt idx="1348">
                  <c:v>2.93832315</c:v>
                </c:pt>
                <c:pt idx="1349">
                  <c:v>2.94197083</c:v>
                </c:pt>
                <c:pt idx="1350">
                  <c:v>2.9447071</c:v>
                </c:pt>
                <c:pt idx="1351">
                  <c:v>2.94746399</c:v>
                </c:pt>
                <c:pt idx="1352">
                  <c:v>2.95082092</c:v>
                </c:pt>
                <c:pt idx="1353">
                  <c:v>2.95413455</c:v>
                </c:pt>
                <c:pt idx="1354">
                  <c:v>2.95684814</c:v>
                </c:pt>
                <c:pt idx="1355">
                  <c:v>2.95962772</c:v>
                </c:pt>
                <c:pt idx="1356">
                  <c:v>2.96356201</c:v>
                </c:pt>
                <c:pt idx="1357">
                  <c:v>2.96660552</c:v>
                </c:pt>
                <c:pt idx="1358">
                  <c:v>2.96813965</c:v>
                </c:pt>
                <c:pt idx="1359">
                  <c:v>2.97298947</c:v>
                </c:pt>
                <c:pt idx="1360">
                  <c:v>2.97603298</c:v>
                </c:pt>
                <c:pt idx="1361">
                  <c:v>2.97874451</c:v>
                </c:pt>
                <c:pt idx="1362">
                  <c:v>2.98182307</c:v>
                </c:pt>
                <c:pt idx="1363">
                  <c:v>2.98479235</c:v>
                </c:pt>
                <c:pt idx="1364">
                  <c:v>2.9875946</c:v>
                </c:pt>
                <c:pt idx="1365">
                  <c:v>2.99087937</c:v>
                </c:pt>
                <c:pt idx="1366">
                  <c:v>2.99362595</c:v>
                </c:pt>
                <c:pt idx="1367">
                  <c:v>2.99758911</c:v>
                </c:pt>
                <c:pt idx="1368">
                  <c:v>2.99911911</c:v>
                </c:pt>
                <c:pt idx="1369">
                  <c:v>3.00364726</c:v>
                </c:pt>
                <c:pt idx="1370">
                  <c:v>3.00669077</c:v>
                </c:pt>
                <c:pt idx="1371">
                  <c:v>3.00819397</c:v>
                </c:pt>
                <c:pt idx="1372">
                  <c:v>3.01121892</c:v>
                </c:pt>
                <c:pt idx="1373">
                  <c:v>3.01426243</c:v>
                </c:pt>
                <c:pt idx="1374">
                  <c:v>3.01760287</c:v>
                </c:pt>
                <c:pt idx="1375">
                  <c:v>3.02064638</c:v>
                </c:pt>
                <c:pt idx="1376">
                  <c:v>3.02459717</c:v>
                </c:pt>
                <c:pt idx="1377">
                  <c:v>3.0279541</c:v>
                </c:pt>
                <c:pt idx="1378">
                  <c:v>3.03039551</c:v>
                </c:pt>
                <c:pt idx="1379">
                  <c:v>3.0337112</c:v>
                </c:pt>
                <c:pt idx="1380">
                  <c:v>3.0355072</c:v>
                </c:pt>
                <c:pt idx="1381">
                  <c:v>3.03890744</c:v>
                </c:pt>
                <c:pt idx="1382">
                  <c:v>3.04187672</c:v>
                </c:pt>
                <c:pt idx="1383">
                  <c:v>3.04496765</c:v>
                </c:pt>
                <c:pt idx="1384">
                  <c:v>3.04766681</c:v>
                </c:pt>
                <c:pt idx="1385">
                  <c:v>3.05160522</c:v>
                </c:pt>
                <c:pt idx="1386">
                  <c:v>3.05464461</c:v>
                </c:pt>
                <c:pt idx="1387">
                  <c:v>3.05768812</c:v>
                </c:pt>
                <c:pt idx="1388">
                  <c:v>3.06013777</c:v>
                </c:pt>
                <c:pt idx="1389">
                  <c:v>3.06288436</c:v>
                </c:pt>
                <c:pt idx="1390">
                  <c:v>3.06592787</c:v>
                </c:pt>
                <c:pt idx="1391">
                  <c:v>3.06922913</c:v>
                </c:pt>
                <c:pt idx="1392">
                  <c:v>3.07194065</c:v>
                </c:pt>
                <c:pt idx="1393">
                  <c:v>3.07563782</c:v>
                </c:pt>
                <c:pt idx="1394">
                  <c:v>3.07861328</c:v>
                </c:pt>
                <c:pt idx="1395">
                  <c:v>3.08166504</c:v>
                </c:pt>
                <c:pt idx="1396">
                  <c:v>3.08441162</c:v>
                </c:pt>
                <c:pt idx="1397">
                  <c:v>3.08775206</c:v>
                </c:pt>
                <c:pt idx="1398">
                  <c:v>3.0910925</c:v>
                </c:pt>
                <c:pt idx="1399">
                  <c:v>3.09379578</c:v>
                </c:pt>
                <c:pt idx="1400">
                  <c:v>3.09684753</c:v>
                </c:pt>
                <c:pt idx="1401">
                  <c:v>3.09959412</c:v>
                </c:pt>
                <c:pt idx="1402">
                  <c:v>3.10230152</c:v>
                </c:pt>
                <c:pt idx="1403">
                  <c:v>3.10534503</c:v>
                </c:pt>
                <c:pt idx="1404">
                  <c:v>3.10868547</c:v>
                </c:pt>
                <c:pt idx="1405">
                  <c:v>3.11172898</c:v>
                </c:pt>
                <c:pt idx="1406">
                  <c:v>3.11536634</c:v>
                </c:pt>
                <c:pt idx="1407">
                  <c:v>3.11870678</c:v>
                </c:pt>
                <c:pt idx="1408">
                  <c:v>3.12115643</c:v>
                </c:pt>
                <c:pt idx="1409">
                  <c:v>3.12446594</c:v>
                </c:pt>
                <c:pt idx="1410">
                  <c:v>3.12754038</c:v>
                </c:pt>
                <c:pt idx="1411">
                  <c:v>3.13087463</c:v>
                </c:pt>
                <c:pt idx="1412">
                  <c:v>3.13392639</c:v>
                </c:pt>
                <c:pt idx="1413">
                  <c:v>3.1357059</c:v>
                </c:pt>
                <c:pt idx="1414">
                  <c:v>3.13874941</c:v>
                </c:pt>
                <c:pt idx="1415">
                  <c:v>3.14179292</c:v>
                </c:pt>
                <c:pt idx="1416">
                  <c:v>3.14513335</c:v>
                </c:pt>
                <c:pt idx="1417">
                  <c:v>3.14788818</c:v>
                </c:pt>
                <c:pt idx="1418">
                  <c:v>3.15093994</c:v>
                </c:pt>
                <c:pt idx="1419">
                  <c:v>3.15391541</c:v>
                </c:pt>
                <c:pt idx="1420">
                  <c:v>3.15760432</c:v>
                </c:pt>
                <c:pt idx="1421">
                  <c:v>3.1603241</c:v>
                </c:pt>
                <c:pt idx="1422">
                  <c:v>3.16337585</c:v>
                </c:pt>
                <c:pt idx="1423">
                  <c:v>3.16703178</c:v>
                </c:pt>
                <c:pt idx="1424">
                  <c:v>3.17000106</c:v>
                </c:pt>
                <c:pt idx="1425">
                  <c:v>3.17304457</c:v>
                </c:pt>
                <c:pt idx="1426">
                  <c:v>3.176385</c:v>
                </c:pt>
                <c:pt idx="1427">
                  <c:v>3.17977905</c:v>
                </c:pt>
                <c:pt idx="1428">
                  <c:v>3.18247202</c:v>
                </c:pt>
                <c:pt idx="1429">
                  <c:v>3.18581246</c:v>
                </c:pt>
                <c:pt idx="1430">
                  <c:v>3.18855286</c:v>
                </c:pt>
                <c:pt idx="1431">
                  <c:v>3.19160461</c:v>
                </c:pt>
                <c:pt idx="1432">
                  <c:v>3.1942749</c:v>
                </c:pt>
                <c:pt idx="1433">
                  <c:v>3.19702148</c:v>
                </c:pt>
                <c:pt idx="1434">
                  <c:v>3.20006499</c:v>
                </c:pt>
                <c:pt idx="1435">
                  <c:v>3.20340543</c:v>
                </c:pt>
                <c:pt idx="1436">
                  <c:v>3.20644894</c:v>
                </c:pt>
                <c:pt idx="1437">
                  <c:v>3.20882436</c:v>
                </c:pt>
                <c:pt idx="1438">
                  <c:v>3.2121648</c:v>
                </c:pt>
                <c:pt idx="1439">
                  <c:v>3.21520831</c:v>
                </c:pt>
                <c:pt idx="1440">
                  <c:v>3.2182312</c:v>
                </c:pt>
                <c:pt idx="1441">
                  <c:v>3.22128296</c:v>
                </c:pt>
                <c:pt idx="1442">
                  <c:v>3.22404191</c:v>
                </c:pt>
                <c:pt idx="1443">
                  <c:v>3.22769165</c:v>
                </c:pt>
                <c:pt idx="1444">
                  <c:v>3.23066711</c:v>
                </c:pt>
                <c:pt idx="1445">
                  <c:v>3.23339514</c:v>
                </c:pt>
                <c:pt idx="1446">
                  <c:v>3.23643865</c:v>
                </c:pt>
                <c:pt idx="1447">
                  <c:v>3.23951721</c:v>
                </c:pt>
                <c:pt idx="1448">
                  <c:v>3.2428226</c:v>
                </c:pt>
                <c:pt idx="1449">
                  <c:v>3.24527225</c:v>
                </c:pt>
                <c:pt idx="1450">
                  <c:v>3.24861269</c:v>
                </c:pt>
                <c:pt idx="1451">
                  <c:v>3.25134277</c:v>
                </c:pt>
                <c:pt idx="1452">
                  <c:v>3.25500488</c:v>
                </c:pt>
                <c:pt idx="1453">
                  <c:v>3.258634</c:v>
                </c:pt>
                <c:pt idx="1454">
                  <c:v>3.26133728</c:v>
                </c:pt>
                <c:pt idx="1455">
                  <c:v>3.26316833</c:v>
                </c:pt>
                <c:pt idx="1456">
                  <c:v>3.26652527</c:v>
                </c:pt>
                <c:pt idx="1457">
                  <c:v>3.26950073</c:v>
                </c:pt>
                <c:pt idx="1458">
                  <c:v>3.27255249</c:v>
                </c:pt>
                <c:pt idx="1459">
                  <c:v>3.27590942</c:v>
                </c:pt>
                <c:pt idx="1460">
                  <c:v>3.27927048</c:v>
                </c:pt>
                <c:pt idx="1461">
                  <c:v>3.282547</c:v>
                </c:pt>
                <c:pt idx="1462">
                  <c:v>3.28529358</c:v>
                </c:pt>
                <c:pt idx="1463">
                  <c:v>3.28834534</c:v>
                </c:pt>
                <c:pt idx="1464">
                  <c:v>3.29139709</c:v>
                </c:pt>
                <c:pt idx="1465">
                  <c:v>3.29411687</c:v>
                </c:pt>
                <c:pt idx="1466">
                  <c:v>3.29772949</c:v>
                </c:pt>
                <c:pt idx="1467">
                  <c:v>3.29956055</c:v>
                </c:pt>
                <c:pt idx="1468">
                  <c:v>3.3026123</c:v>
                </c:pt>
                <c:pt idx="1469">
                  <c:v>3.30681053</c:v>
                </c:pt>
                <c:pt idx="1470">
                  <c:v>3.30833435</c:v>
                </c:pt>
                <c:pt idx="1471">
                  <c:v>3.31170984</c:v>
                </c:pt>
                <c:pt idx="1472">
                  <c:v>3.31497605</c:v>
                </c:pt>
                <c:pt idx="1473">
                  <c:v>3.31801956</c:v>
                </c:pt>
                <c:pt idx="1474">
                  <c:v>3.32106307</c:v>
                </c:pt>
                <c:pt idx="1475">
                  <c:v>3.32440351</c:v>
                </c:pt>
                <c:pt idx="1476">
                  <c:v>3.32744701</c:v>
                </c:pt>
                <c:pt idx="1477">
                  <c:v>3.32989667</c:v>
                </c:pt>
                <c:pt idx="1478">
                  <c:v>3.33351135</c:v>
                </c:pt>
                <c:pt idx="1479">
                  <c:v>3.33656311</c:v>
                </c:pt>
                <c:pt idx="1480">
                  <c:v>3.33953857</c:v>
                </c:pt>
                <c:pt idx="1481">
                  <c:v>3.34259033</c:v>
                </c:pt>
                <c:pt idx="1482">
                  <c:v>3.34563384</c:v>
                </c:pt>
                <c:pt idx="1483">
                  <c:v>3.34867735</c:v>
                </c:pt>
                <c:pt idx="1484">
                  <c:v>3.35166931</c:v>
                </c:pt>
                <c:pt idx="1485">
                  <c:v>3.35472107</c:v>
                </c:pt>
                <c:pt idx="1486">
                  <c:v>3.35777283</c:v>
                </c:pt>
                <c:pt idx="1487">
                  <c:v>3.36077716</c:v>
                </c:pt>
                <c:pt idx="1488">
                  <c:v>3.36322681</c:v>
                </c:pt>
                <c:pt idx="1489">
                  <c:v>3.36654663</c:v>
                </c:pt>
                <c:pt idx="1490">
                  <c:v>3.36953653</c:v>
                </c:pt>
                <c:pt idx="1491">
                  <c:v>3.37258004</c:v>
                </c:pt>
                <c:pt idx="1492">
                  <c:v>3.37562561</c:v>
                </c:pt>
                <c:pt idx="1493">
                  <c:v>3.37896399</c:v>
                </c:pt>
                <c:pt idx="1494">
                  <c:v>3.38165283</c:v>
                </c:pt>
                <c:pt idx="1495">
                  <c:v>3.38409424</c:v>
                </c:pt>
                <c:pt idx="1496">
                  <c:v>3.38772336</c:v>
                </c:pt>
                <c:pt idx="1497">
                  <c:v>3.39164734</c:v>
                </c:pt>
                <c:pt idx="1498">
                  <c:v>3.3946991</c:v>
                </c:pt>
                <c:pt idx="1499">
                  <c:v>3.39774467</c:v>
                </c:pt>
                <c:pt idx="1500">
                  <c:v>3.40071395</c:v>
                </c:pt>
                <c:pt idx="1501">
                  <c:v>3.40377808</c:v>
                </c:pt>
                <c:pt idx="1502">
                  <c:v>3.40560913</c:v>
                </c:pt>
                <c:pt idx="1503">
                  <c:v>3.4098053</c:v>
                </c:pt>
                <c:pt idx="1504">
                  <c:v>3.41316223</c:v>
                </c:pt>
                <c:pt idx="1505">
                  <c:v>3.41466955</c:v>
                </c:pt>
                <c:pt idx="1506">
                  <c:v>3.41771306</c:v>
                </c:pt>
                <c:pt idx="1507">
                  <c:v>3.42132568</c:v>
                </c:pt>
                <c:pt idx="1508">
                  <c:v>3.42437744</c:v>
                </c:pt>
                <c:pt idx="1509">
                  <c:v>3.42706629</c:v>
                </c:pt>
                <c:pt idx="1510">
                  <c:v>3.43070984</c:v>
                </c:pt>
                <c:pt idx="1511">
                  <c:v>3.4337616</c:v>
                </c:pt>
                <c:pt idx="1512">
                  <c:v>3.43673706</c:v>
                </c:pt>
                <c:pt idx="1513">
                  <c:v>3.43975995</c:v>
                </c:pt>
                <c:pt idx="1514">
                  <c:v>3.44314575</c:v>
                </c:pt>
                <c:pt idx="1515">
                  <c:v>3.44584697</c:v>
                </c:pt>
                <c:pt idx="1516">
                  <c:v>3.4488678</c:v>
                </c:pt>
                <c:pt idx="1517">
                  <c:v>3.45191956</c:v>
                </c:pt>
                <c:pt idx="1518">
                  <c:v>3.45460634</c:v>
                </c:pt>
                <c:pt idx="1519">
                  <c:v>3.4576416</c:v>
                </c:pt>
                <c:pt idx="1520">
                  <c:v>3.46069336</c:v>
                </c:pt>
                <c:pt idx="1521">
                  <c:v>3.46366264</c:v>
                </c:pt>
                <c:pt idx="1522">
                  <c:v>3.4673</c:v>
                </c:pt>
                <c:pt idx="1523">
                  <c:v>3.47034351</c:v>
                </c:pt>
                <c:pt idx="1524">
                  <c:v>3.47335815</c:v>
                </c:pt>
                <c:pt idx="1525">
                  <c:v>3.47518921</c:v>
                </c:pt>
                <c:pt idx="1526">
                  <c:v>3.47824097</c:v>
                </c:pt>
                <c:pt idx="1527">
                  <c:v>3.48152161</c:v>
                </c:pt>
                <c:pt idx="1528">
                  <c:v>3.48489297</c:v>
                </c:pt>
                <c:pt idx="1529">
                  <c:v>3.48786225</c:v>
                </c:pt>
                <c:pt idx="1530">
                  <c:v>3.49090576</c:v>
                </c:pt>
                <c:pt idx="1531">
                  <c:v>3.49395752</c:v>
                </c:pt>
                <c:pt idx="1532">
                  <c:v>3.49693298</c:v>
                </c:pt>
                <c:pt idx="1533">
                  <c:v>3.50028992</c:v>
                </c:pt>
                <c:pt idx="1534">
                  <c:v>3.50359942</c:v>
                </c:pt>
                <c:pt idx="1535">
                  <c:v>3.50664293</c:v>
                </c:pt>
                <c:pt idx="1536">
                  <c:v>3.5093689</c:v>
                </c:pt>
                <c:pt idx="1537">
                  <c:v>3.51235879</c:v>
                </c:pt>
                <c:pt idx="1538">
                  <c:v>3.51570129</c:v>
                </c:pt>
                <c:pt idx="1539">
                  <c:v>3.51718387</c:v>
                </c:pt>
                <c:pt idx="1540">
                  <c:v>3.52178625</c:v>
                </c:pt>
                <c:pt idx="1541">
                  <c:v>3.52356782</c:v>
                </c:pt>
                <c:pt idx="1542">
                  <c:v>3.52661133</c:v>
                </c:pt>
                <c:pt idx="1543">
                  <c:v>3.52987753</c:v>
                </c:pt>
                <c:pt idx="1544">
                  <c:v>3.53263855</c:v>
                </c:pt>
                <c:pt idx="1545">
                  <c:v>3.53713989</c:v>
                </c:pt>
                <c:pt idx="1546">
                  <c:v>3.5395813</c:v>
                </c:pt>
                <c:pt idx="1547">
                  <c:v>3.54263306</c:v>
                </c:pt>
                <c:pt idx="1548">
                  <c:v>3.5459137</c:v>
                </c:pt>
                <c:pt idx="1549">
                  <c:v>3.54865822</c:v>
                </c:pt>
                <c:pt idx="1550">
                  <c:v>3.55170173</c:v>
                </c:pt>
                <c:pt idx="1551">
                  <c:v>3.55496793</c:v>
                </c:pt>
                <c:pt idx="1552">
                  <c:v>3.55773926</c:v>
                </c:pt>
                <c:pt idx="1553">
                  <c:v>3.5604611</c:v>
                </c:pt>
                <c:pt idx="1554">
                  <c:v>3.56380153</c:v>
                </c:pt>
                <c:pt idx="1555">
                  <c:v>3.56651306</c:v>
                </c:pt>
                <c:pt idx="1556">
                  <c:v>3.56922047</c:v>
                </c:pt>
                <c:pt idx="1557">
                  <c:v>3.57189282</c:v>
                </c:pt>
                <c:pt idx="1558">
                  <c:v>3.57521057</c:v>
                </c:pt>
                <c:pt idx="1559">
                  <c:v>3.57679212</c:v>
                </c:pt>
                <c:pt idx="1560">
                  <c:v>3.58161926</c:v>
                </c:pt>
                <c:pt idx="1561">
                  <c:v>3.58428955</c:v>
                </c:pt>
                <c:pt idx="1562">
                  <c:v>3.58825684</c:v>
                </c:pt>
                <c:pt idx="1563">
                  <c:v>3.59153748</c:v>
                </c:pt>
                <c:pt idx="1564">
                  <c:v>3.59431086</c:v>
                </c:pt>
                <c:pt idx="1565">
                  <c:v>3.59703064</c:v>
                </c:pt>
                <c:pt idx="1566">
                  <c:v>3.60031128</c:v>
                </c:pt>
                <c:pt idx="1567">
                  <c:v>3.60307023</c:v>
                </c:pt>
                <c:pt idx="1568">
                  <c:v>3.60603333</c:v>
                </c:pt>
                <c:pt idx="1569">
                  <c:v>3.60908508</c:v>
                </c:pt>
                <c:pt idx="1570">
                  <c:v>3.6118296</c:v>
                </c:pt>
                <c:pt idx="1571">
                  <c:v>3.61509581</c:v>
                </c:pt>
                <c:pt idx="1572">
                  <c:v>3.61785889</c:v>
                </c:pt>
                <c:pt idx="1573">
                  <c:v>3.62118283</c:v>
                </c:pt>
                <c:pt idx="1574">
                  <c:v>3.62419128</c:v>
                </c:pt>
                <c:pt idx="1575">
                  <c:v>3.62749254</c:v>
                </c:pt>
                <c:pt idx="1576">
                  <c:v>3.63053605</c:v>
                </c:pt>
                <c:pt idx="1577">
                  <c:v>3.63357544</c:v>
                </c:pt>
                <c:pt idx="1578">
                  <c:v>3.6365509</c:v>
                </c:pt>
                <c:pt idx="1579">
                  <c:v>3.63960266</c:v>
                </c:pt>
                <c:pt idx="1580">
                  <c:v>3.6428833</c:v>
                </c:pt>
                <c:pt idx="1581">
                  <c:v>3.644104</c:v>
                </c:pt>
                <c:pt idx="1582">
                  <c:v>3.64746094</c:v>
                </c:pt>
                <c:pt idx="1583">
                  <c:v>3.65072714</c:v>
                </c:pt>
                <c:pt idx="1584">
                  <c:v>3.65409851</c:v>
                </c:pt>
                <c:pt idx="1585">
                  <c:v>3.65681416</c:v>
                </c:pt>
                <c:pt idx="1586">
                  <c:v>3.66008037</c:v>
                </c:pt>
                <c:pt idx="1587">
                  <c:v>3.66312388</c:v>
                </c:pt>
                <c:pt idx="1588">
                  <c:v>3.66557353</c:v>
                </c:pt>
                <c:pt idx="1589">
                  <c:v>3.66980475</c:v>
                </c:pt>
                <c:pt idx="1590">
                  <c:v>3.67156982</c:v>
                </c:pt>
                <c:pt idx="1591">
                  <c:v>3.67492676</c:v>
                </c:pt>
                <c:pt idx="1592">
                  <c:v>3.67759705</c:v>
                </c:pt>
                <c:pt idx="1593">
                  <c:v>3.68095398</c:v>
                </c:pt>
                <c:pt idx="1594">
                  <c:v>3.68392944</c:v>
                </c:pt>
                <c:pt idx="1595">
                  <c:v>3.6869812</c:v>
                </c:pt>
                <c:pt idx="1596">
                  <c:v>3.69026184</c:v>
                </c:pt>
                <c:pt idx="1597">
                  <c:v>3.69296512</c:v>
                </c:pt>
                <c:pt idx="1598">
                  <c:v>3.69600863</c:v>
                </c:pt>
                <c:pt idx="1599">
                  <c:v>3.69903564</c:v>
                </c:pt>
                <c:pt idx="1600">
                  <c:v>3.70201111</c:v>
                </c:pt>
                <c:pt idx="1601">
                  <c:v>3.70506287</c:v>
                </c:pt>
                <c:pt idx="1602">
                  <c:v>3.70773315</c:v>
                </c:pt>
                <c:pt idx="1603">
                  <c:v>3.71192932</c:v>
                </c:pt>
                <c:pt idx="1604">
                  <c:v>3.71464085</c:v>
                </c:pt>
                <c:pt idx="1605">
                  <c:v>3.71798129</c:v>
                </c:pt>
                <c:pt idx="1606">
                  <c:v>3.72095056</c:v>
                </c:pt>
                <c:pt idx="1607">
                  <c:v>3.72340022</c:v>
                </c:pt>
                <c:pt idx="1608">
                  <c:v>3.72703552</c:v>
                </c:pt>
                <c:pt idx="1609">
                  <c:v>3.72970993</c:v>
                </c:pt>
                <c:pt idx="1610">
                  <c:v>3.73298645</c:v>
                </c:pt>
                <c:pt idx="1611">
                  <c:v>3.73603821</c:v>
                </c:pt>
                <c:pt idx="1612">
                  <c:v>3.7387085</c:v>
                </c:pt>
                <c:pt idx="1613">
                  <c:v>3.74143858</c:v>
                </c:pt>
                <c:pt idx="1614">
                  <c:v>3.74412537</c:v>
                </c:pt>
                <c:pt idx="1615">
                  <c:v>3.7474823</c:v>
                </c:pt>
                <c:pt idx="1616">
                  <c:v>3.75019795</c:v>
                </c:pt>
                <c:pt idx="1617">
                  <c:v>3.75316723</c:v>
                </c:pt>
                <c:pt idx="1618">
                  <c:v>3.75617981</c:v>
                </c:pt>
                <c:pt idx="1619">
                  <c:v>3.75947695</c:v>
                </c:pt>
                <c:pt idx="1620">
                  <c:v>3.76220703</c:v>
                </c:pt>
                <c:pt idx="1621">
                  <c:v>3.76548767</c:v>
                </c:pt>
                <c:pt idx="1622">
                  <c:v>3.76846313</c:v>
                </c:pt>
                <c:pt idx="1623">
                  <c:v>3.77120972</c:v>
                </c:pt>
                <c:pt idx="1624">
                  <c:v>3.77418518</c:v>
                </c:pt>
                <c:pt idx="1625">
                  <c:v>3.77723694</c:v>
                </c:pt>
                <c:pt idx="1626">
                  <c:v>3.78018766</c:v>
                </c:pt>
                <c:pt idx="1627">
                  <c:v>3.78323117</c:v>
                </c:pt>
                <c:pt idx="1628">
                  <c:v>3.78738816</c:v>
                </c:pt>
                <c:pt idx="1629">
                  <c:v>3.78921509</c:v>
                </c:pt>
                <c:pt idx="1630">
                  <c:v>3.79219055</c:v>
                </c:pt>
                <c:pt idx="1631">
                  <c:v>3.79524231</c:v>
                </c:pt>
                <c:pt idx="1632">
                  <c:v>3.79941373</c:v>
                </c:pt>
                <c:pt idx="1633">
                  <c:v>3.80178915</c:v>
                </c:pt>
                <c:pt idx="1634">
                  <c:v>3.80455017</c:v>
                </c:pt>
                <c:pt idx="1635">
                  <c:v>3.80752563</c:v>
                </c:pt>
                <c:pt idx="1636">
                  <c:v>3.81080627</c:v>
                </c:pt>
                <c:pt idx="1637">
                  <c:v>3.81324768</c:v>
                </c:pt>
                <c:pt idx="1638">
                  <c:v>3.81652832</c:v>
                </c:pt>
                <c:pt idx="1639">
                  <c:v>3.81982752</c:v>
                </c:pt>
                <c:pt idx="1640">
                  <c:v>3.82247925</c:v>
                </c:pt>
                <c:pt idx="1641">
                  <c:v>3.82517222</c:v>
                </c:pt>
                <c:pt idx="1642">
                  <c:v>3.82820129</c:v>
                </c:pt>
                <c:pt idx="1643">
                  <c:v>3.83117676</c:v>
                </c:pt>
                <c:pt idx="1644">
                  <c:v>3.83415222</c:v>
                </c:pt>
                <c:pt idx="1645">
                  <c:v>3.83690087</c:v>
                </c:pt>
                <c:pt idx="1646">
                  <c:v>3.84109497</c:v>
                </c:pt>
                <c:pt idx="1647">
                  <c:v>3.84407043</c:v>
                </c:pt>
                <c:pt idx="1648">
                  <c:v>3.84677371</c:v>
                </c:pt>
                <c:pt idx="1649">
                  <c:v>3.84944606</c:v>
                </c:pt>
                <c:pt idx="1650">
                  <c:v>3.85241534</c:v>
                </c:pt>
                <c:pt idx="1651">
                  <c:v>3.85545885</c:v>
                </c:pt>
                <c:pt idx="1652">
                  <c:v>3.8581312</c:v>
                </c:pt>
                <c:pt idx="1653">
                  <c:v>3.86110048</c:v>
                </c:pt>
                <c:pt idx="1654">
                  <c:v>3.86444092</c:v>
                </c:pt>
                <c:pt idx="1655">
                  <c:v>3.86772156</c:v>
                </c:pt>
                <c:pt idx="1656">
                  <c:v>3.87037947</c:v>
                </c:pt>
                <c:pt idx="1657">
                  <c:v>3.87342298</c:v>
                </c:pt>
                <c:pt idx="1658">
                  <c:v>3.87611389</c:v>
                </c:pt>
                <c:pt idx="1659">
                  <c:v>3.87906461</c:v>
                </c:pt>
                <c:pt idx="1660">
                  <c:v>3.88203389</c:v>
                </c:pt>
                <c:pt idx="1661">
                  <c:v>3.88473511</c:v>
                </c:pt>
                <c:pt idx="1662">
                  <c:v>3.88774975</c:v>
                </c:pt>
                <c:pt idx="1663">
                  <c:v>3.89099121</c:v>
                </c:pt>
                <c:pt idx="1664">
                  <c:v>3.89487602</c:v>
                </c:pt>
                <c:pt idx="1665">
                  <c:v>3.89821645</c:v>
                </c:pt>
                <c:pt idx="1666">
                  <c:v>3.89968872</c:v>
                </c:pt>
                <c:pt idx="1667">
                  <c:v>3.90237344</c:v>
                </c:pt>
                <c:pt idx="1668">
                  <c:v>3.90563965</c:v>
                </c:pt>
                <c:pt idx="1669">
                  <c:v>3.90927701</c:v>
                </c:pt>
                <c:pt idx="1670">
                  <c:v>3.91224629</c:v>
                </c:pt>
                <c:pt idx="1671">
                  <c:v>3.91521557</c:v>
                </c:pt>
                <c:pt idx="1672">
                  <c:v>3.91848178</c:v>
                </c:pt>
                <c:pt idx="1673">
                  <c:v>3.92145105</c:v>
                </c:pt>
                <c:pt idx="1674">
                  <c:v>3.92478943</c:v>
                </c:pt>
                <c:pt idx="1675">
                  <c:v>3.92684937</c:v>
                </c:pt>
                <c:pt idx="1676">
                  <c:v>3.92982483</c:v>
                </c:pt>
                <c:pt idx="1677">
                  <c:v>3.93310547</c:v>
                </c:pt>
                <c:pt idx="1678">
                  <c:v>3.93608093</c:v>
                </c:pt>
                <c:pt idx="1679">
                  <c:v>3.93882133</c:v>
                </c:pt>
                <c:pt idx="1680">
                  <c:v>3.9414978</c:v>
                </c:pt>
                <c:pt idx="1681">
                  <c:v>3.94477844</c:v>
                </c:pt>
                <c:pt idx="1682">
                  <c:v>3.94775391</c:v>
                </c:pt>
                <c:pt idx="1683">
                  <c:v>3.95040151</c:v>
                </c:pt>
                <c:pt idx="1684">
                  <c:v>3.95401001</c:v>
                </c:pt>
                <c:pt idx="1685">
                  <c:v>3.95671123</c:v>
                </c:pt>
                <c:pt idx="1686">
                  <c:v>3.95935059</c:v>
                </c:pt>
                <c:pt idx="1687">
                  <c:v>3.96263123</c:v>
                </c:pt>
                <c:pt idx="1688">
                  <c:v>3.96591599</c:v>
                </c:pt>
                <c:pt idx="1689">
                  <c:v>3.96858215</c:v>
                </c:pt>
                <c:pt idx="1690">
                  <c:v>3.97155762</c:v>
                </c:pt>
                <c:pt idx="1691">
                  <c:v>3.97460113</c:v>
                </c:pt>
                <c:pt idx="1692">
                  <c:v>3.97781372</c:v>
                </c:pt>
                <c:pt idx="1693">
                  <c:v>3.98053968</c:v>
                </c:pt>
                <c:pt idx="1694">
                  <c:v>3.98414612</c:v>
                </c:pt>
                <c:pt idx="1695">
                  <c:v>3.98651123</c:v>
                </c:pt>
                <c:pt idx="1696">
                  <c:v>3.98918152</c:v>
                </c:pt>
                <c:pt idx="1697">
                  <c:v>3.99367874</c:v>
                </c:pt>
                <c:pt idx="1698">
                  <c:v>3.99513245</c:v>
                </c:pt>
                <c:pt idx="1699">
                  <c:v>3.99841309</c:v>
                </c:pt>
                <c:pt idx="1700">
                  <c:v>4.00138855</c:v>
                </c:pt>
                <c:pt idx="1701">
                  <c:v>4.00407121</c:v>
                </c:pt>
                <c:pt idx="1702">
                  <c:v>4.008255</c:v>
                </c:pt>
                <c:pt idx="1703">
                  <c:v>4.01090055</c:v>
                </c:pt>
                <c:pt idx="1704">
                  <c:v>4.01394406</c:v>
                </c:pt>
                <c:pt idx="1705">
                  <c:v>4.01657104</c:v>
                </c:pt>
                <c:pt idx="1706">
                  <c:v>4.01985168</c:v>
                </c:pt>
                <c:pt idx="1707">
                  <c:v>4.02255496</c:v>
                </c:pt>
                <c:pt idx="1708">
                  <c:v>4.02580261</c:v>
                </c:pt>
                <c:pt idx="1709">
                  <c:v>4.02879045</c:v>
                </c:pt>
                <c:pt idx="1710">
                  <c:v>4.03175973</c:v>
                </c:pt>
                <c:pt idx="1711">
                  <c:v>4.03442383</c:v>
                </c:pt>
                <c:pt idx="1712">
                  <c:v>4.03747559</c:v>
                </c:pt>
                <c:pt idx="1713">
                  <c:v>4.04103872</c:v>
                </c:pt>
                <c:pt idx="1714">
                  <c:v>4.0436554</c:v>
                </c:pt>
                <c:pt idx="1715">
                  <c:v>4.04638342</c:v>
                </c:pt>
                <c:pt idx="1716">
                  <c:v>4.04937744</c:v>
                </c:pt>
                <c:pt idx="1717">
                  <c:v>4.05174255</c:v>
                </c:pt>
                <c:pt idx="1718">
                  <c:v>4.05440047</c:v>
                </c:pt>
                <c:pt idx="1719">
                  <c:v>4.05885439</c:v>
                </c:pt>
                <c:pt idx="1720">
                  <c:v>4.06182366</c:v>
                </c:pt>
                <c:pt idx="1721">
                  <c:v>4.06419909</c:v>
                </c:pt>
                <c:pt idx="1722">
                  <c:v>4.06723022</c:v>
                </c:pt>
                <c:pt idx="1723">
                  <c:v>4.07020569</c:v>
                </c:pt>
                <c:pt idx="1724">
                  <c:v>4.07371521</c:v>
                </c:pt>
                <c:pt idx="1725">
                  <c:v>4.0763855</c:v>
                </c:pt>
                <c:pt idx="1726">
                  <c:v>4.07911971</c:v>
                </c:pt>
                <c:pt idx="1727">
                  <c:v>4.08180237</c:v>
                </c:pt>
                <c:pt idx="1728">
                  <c:v>4.08476134</c:v>
                </c:pt>
                <c:pt idx="1729">
                  <c:v>4.08744812</c:v>
                </c:pt>
                <c:pt idx="1730">
                  <c:v>4.09034729</c:v>
                </c:pt>
                <c:pt idx="1731">
                  <c:v>4.0939661</c:v>
                </c:pt>
                <c:pt idx="1732">
                  <c:v>4.09660339</c:v>
                </c:pt>
                <c:pt idx="1733">
                  <c:v>4.09990465</c:v>
                </c:pt>
                <c:pt idx="1734">
                  <c:v>4.10317086</c:v>
                </c:pt>
                <c:pt idx="1735">
                  <c:v>4.10583496</c:v>
                </c:pt>
                <c:pt idx="1736">
                  <c:v>4.10881042</c:v>
                </c:pt>
                <c:pt idx="1737">
                  <c:v>4.11178176</c:v>
                </c:pt>
                <c:pt idx="1738">
                  <c:v>4.11506653</c:v>
                </c:pt>
                <c:pt idx="1739">
                  <c:v>4.11772032</c:v>
                </c:pt>
                <c:pt idx="1740">
                  <c:v>4.12098653</c:v>
                </c:pt>
                <c:pt idx="1741">
                  <c:v>4.12361145</c:v>
                </c:pt>
                <c:pt idx="1742">
                  <c:v>4.12633123</c:v>
                </c:pt>
                <c:pt idx="1743">
                  <c:v>4.1292572</c:v>
                </c:pt>
                <c:pt idx="1744">
                  <c:v>4.13256671</c:v>
                </c:pt>
                <c:pt idx="1745">
                  <c:v>4.13520813</c:v>
                </c:pt>
                <c:pt idx="1746">
                  <c:v>4.13848877</c:v>
                </c:pt>
                <c:pt idx="1747">
                  <c:v>4.14146423</c:v>
                </c:pt>
                <c:pt idx="1748">
                  <c:v>4.1444397</c:v>
                </c:pt>
                <c:pt idx="1749">
                  <c:v>4.14741516</c:v>
                </c:pt>
                <c:pt idx="1750">
                  <c:v>4.15038238</c:v>
                </c:pt>
                <c:pt idx="1751">
                  <c:v>4.15327742</c:v>
                </c:pt>
                <c:pt idx="1752">
                  <c:v>4.15596008</c:v>
                </c:pt>
                <c:pt idx="1753">
                  <c:v>4.15951291</c:v>
                </c:pt>
                <c:pt idx="1754">
                  <c:v>4.16248218</c:v>
                </c:pt>
                <c:pt idx="1755">
                  <c:v>4.165802</c:v>
                </c:pt>
                <c:pt idx="1756">
                  <c:v>4.16842074</c:v>
                </c:pt>
                <c:pt idx="1757">
                  <c:v>4.17109309</c:v>
                </c:pt>
                <c:pt idx="1758">
                  <c:v>4.17406237</c:v>
                </c:pt>
                <c:pt idx="1759">
                  <c:v>4.17678833</c:v>
                </c:pt>
                <c:pt idx="1760">
                  <c:v>4.179704</c:v>
                </c:pt>
                <c:pt idx="1761">
                  <c:v>4.18267327</c:v>
                </c:pt>
                <c:pt idx="1762">
                  <c:v>4.18564255</c:v>
                </c:pt>
                <c:pt idx="1763">
                  <c:v>4.18830872</c:v>
                </c:pt>
                <c:pt idx="1764">
                  <c:v>4.19187804</c:v>
                </c:pt>
                <c:pt idx="1765">
                  <c:v>4.19456482</c:v>
                </c:pt>
                <c:pt idx="1766">
                  <c:v>4.19754028</c:v>
                </c:pt>
                <c:pt idx="1767">
                  <c:v>4.20048894</c:v>
                </c:pt>
                <c:pt idx="1768">
                  <c:v>4.20440674</c:v>
                </c:pt>
                <c:pt idx="1769">
                  <c:v>4.2073822</c:v>
                </c:pt>
                <c:pt idx="1770">
                  <c:v>4.21028756</c:v>
                </c:pt>
                <c:pt idx="1771">
                  <c:v>4.21295166</c:v>
                </c:pt>
                <c:pt idx="1772">
                  <c:v>4.21592712</c:v>
                </c:pt>
                <c:pt idx="1773">
                  <c:v>4.21889846</c:v>
                </c:pt>
                <c:pt idx="1774">
                  <c:v>4.22127389</c:v>
                </c:pt>
                <c:pt idx="1775">
                  <c:v>4.22515869</c:v>
                </c:pt>
                <c:pt idx="1776">
                  <c:v>4.22691551</c:v>
                </c:pt>
                <c:pt idx="1777">
                  <c:v>4.2310725</c:v>
                </c:pt>
                <c:pt idx="1778">
                  <c:v>4.23404178</c:v>
                </c:pt>
                <c:pt idx="1779">
                  <c:v>4.23583984</c:v>
                </c:pt>
                <c:pt idx="1780">
                  <c:v>4.24003601</c:v>
                </c:pt>
                <c:pt idx="1781">
                  <c:v>4.24265269</c:v>
                </c:pt>
                <c:pt idx="1782">
                  <c:v>4.24568176</c:v>
                </c:pt>
                <c:pt idx="1783">
                  <c:v>4.24858093</c:v>
                </c:pt>
                <c:pt idx="1784">
                  <c:v>4.25185745</c:v>
                </c:pt>
                <c:pt idx="1785">
                  <c:v>4.25512365</c:v>
                </c:pt>
                <c:pt idx="1786">
                  <c:v>4.25690522</c:v>
                </c:pt>
                <c:pt idx="1787">
                  <c:v>4.25956726</c:v>
                </c:pt>
                <c:pt idx="1788">
                  <c:v>4.26373456</c:v>
                </c:pt>
                <c:pt idx="1789">
                  <c:v>4.26670384</c:v>
                </c:pt>
                <c:pt idx="1790">
                  <c:v>4.26940918</c:v>
                </c:pt>
                <c:pt idx="1791">
                  <c:v>4.27234547</c:v>
                </c:pt>
                <c:pt idx="1792">
                  <c:v>4.27531474</c:v>
                </c:pt>
                <c:pt idx="1793">
                  <c:v>4.27828402</c:v>
                </c:pt>
                <c:pt idx="1794">
                  <c:v>4.2812533</c:v>
                </c:pt>
                <c:pt idx="1795">
                  <c:v>4.2845195</c:v>
                </c:pt>
                <c:pt idx="1796">
                  <c:v>4.28748878</c:v>
                </c:pt>
                <c:pt idx="1797">
                  <c:v>4.29045806</c:v>
                </c:pt>
                <c:pt idx="1798">
                  <c:v>4.29253656</c:v>
                </c:pt>
                <c:pt idx="1799">
                  <c:v>4.29550583</c:v>
                </c:pt>
                <c:pt idx="1800">
                  <c:v>4.29788126</c:v>
                </c:pt>
                <c:pt idx="1801">
                  <c:v>4.30259705</c:v>
                </c:pt>
                <c:pt idx="1802">
                  <c:v>4.30530445</c:v>
                </c:pt>
                <c:pt idx="1803">
                  <c:v>4.30793762</c:v>
                </c:pt>
                <c:pt idx="1804">
                  <c:v>4.31094608</c:v>
                </c:pt>
                <c:pt idx="1805">
                  <c:v>4.31419373</c:v>
                </c:pt>
                <c:pt idx="1806">
                  <c:v>4.31716919</c:v>
                </c:pt>
                <c:pt idx="1807">
                  <c:v>4.31896313</c:v>
                </c:pt>
                <c:pt idx="1808">
                  <c:v>4.32304589</c:v>
                </c:pt>
                <c:pt idx="1809">
                  <c:v>4.32601516</c:v>
                </c:pt>
                <c:pt idx="1810">
                  <c:v>4.32899475</c:v>
                </c:pt>
                <c:pt idx="1811">
                  <c:v>4.33225065</c:v>
                </c:pt>
                <c:pt idx="1812">
                  <c:v>4.33494568</c:v>
                </c:pt>
                <c:pt idx="1813">
                  <c:v>4.33700562</c:v>
                </c:pt>
                <c:pt idx="1814">
                  <c:v>4.3402677</c:v>
                </c:pt>
                <c:pt idx="1815">
                  <c:v>4.34323697</c:v>
                </c:pt>
                <c:pt idx="1816">
                  <c:v>4.34593201</c:v>
                </c:pt>
                <c:pt idx="1817">
                  <c:v>4.3488786</c:v>
                </c:pt>
                <c:pt idx="1818">
                  <c:v>4.35272217</c:v>
                </c:pt>
                <c:pt idx="1819">
                  <c:v>4.35593064</c:v>
                </c:pt>
                <c:pt idx="1820">
                  <c:v>4.35711835</c:v>
                </c:pt>
                <c:pt idx="1821">
                  <c:v>4.36038455</c:v>
                </c:pt>
                <c:pt idx="1822">
                  <c:v>4.36454154</c:v>
                </c:pt>
                <c:pt idx="1823">
                  <c:v>4.36721802</c:v>
                </c:pt>
                <c:pt idx="1824">
                  <c:v>4.37077703</c:v>
                </c:pt>
                <c:pt idx="1825">
                  <c:v>4.37196474</c:v>
                </c:pt>
                <c:pt idx="1826">
                  <c:v>4.37637329</c:v>
                </c:pt>
                <c:pt idx="1827">
                  <c:v>4.3793137</c:v>
                </c:pt>
                <c:pt idx="1828">
                  <c:v>4.38228298</c:v>
                </c:pt>
                <c:pt idx="1829">
                  <c:v>4.38491821</c:v>
                </c:pt>
                <c:pt idx="1830">
                  <c:v>4.38613892</c:v>
                </c:pt>
                <c:pt idx="1831">
                  <c:v>4.39117432</c:v>
                </c:pt>
                <c:pt idx="1832">
                  <c:v>4.39407349</c:v>
                </c:pt>
                <c:pt idx="1833">
                  <c:v>4.39675821</c:v>
                </c:pt>
                <c:pt idx="1834">
                  <c:v>4.39971924</c:v>
                </c:pt>
                <c:pt idx="1835">
                  <c:v>4.4023256</c:v>
                </c:pt>
                <c:pt idx="1836">
                  <c:v>4.40588874</c:v>
                </c:pt>
                <c:pt idx="1837">
                  <c:v>4.40856934</c:v>
                </c:pt>
                <c:pt idx="1838">
                  <c:v>4.41153037</c:v>
                </c:pt>
                <c:pt idx="1839">
                  <c:v>4.41413879</c:v>
                </c:pt>
                <c:pt idx="1840">
                  <c:v>4.41680083</c:v>
                </c:pt>
                <c:pt idx="1841">
                  <c:v>4.42006704</c:v>
                </c:pt>
                <c:pt idx="1842">
                  <c:v>4.42268372</c:v>
                </c:pt>
                <c:pt idx="1843">
                  <c:v>4.42565918</c:v>
                </c:pt>
                <c:pt idx="1844">
                  <c:v>4.42893982</c:v>
                </c:pt>
                <c:pt idx="1845">
                  <c:v>4.43183899</c:v>
                </c:pt>
                <c:pt idx="1846">
                  <c:v>4.43481445</c:v>
                </c:pt>
                <c:pt idx="1847">
                  <c:v>4.43773424</c:v>
                </c:pt>
                <c:pt idx="1848">
                  <c:v>4.44099426</c:v>
                </c:pt>
                <c:pt idx="1849">
                  <c:v>4.44396973</c:v>
                </c:pt>
                <c:pt idx="1850">
                  <c:v>4.44686477</c:v>
                </c:pt>
                <c:pt idx="1851">
                  <c:v>4.44953918</c:v>
                </c:pt>
                <c:pt idx="1852">
                  <c:v>4.45280333</c:v>
                </c:pt>
                <c:pt idx="1853">
                  <c:v>4.45606953</c:v>
                </c:pt>
                <c:pt idx="1854">
                  <c:v>4.45896458</c:v>
                </c:pt>
                <c:pt idx="1855">
                  <c:v>4.46134</c:v>
                </c:pt>
                <c:pt idx="1856">
                  <c:v>4.46460621</c:v>
                </c:pt>
                <c:pt idx="1857">
                  <c:v>4.46757549</c:v>
                </c:pt>
                <c:pt idx="1858">
                  <c:v>4.46987668</c:v>
                </c:pt>
                <c:pt idx="1859">
                  <c:v>4.47311401</c:v>
                </c:pt>
                <c:pt idx="1860">
                  <c:v>4.4757843</c:v>
                </c:pt>
                <c:pt idx="1861">
                  <c:v>4.47900721</c:v>
                </c:pt>
                <c:pt idx="1862">
                  <c:v>4.48227341</c:v>
                </c:pt>
                <c:pt idx="1863">
                  <c:v>4.48524269</c:v>
                </c:pt>
                <c:pt idx="1864">
                  <c:v>4.48821197</c:v>
                </c:pt>
                <c:pt idx="1865">
                  <c:v>4.49081421</c:v>
                </c:pt>
                <c:pt idx="1866">
                  <c:v>4.49409485</c:v>
                </c:pt>
                <c:pt idx="1867">
                  <c:v>4.49674864</c:v>
                </c:pt>
                <c:pt idx="1868">
                  <c:v>4.49904983</c:v>
                </c:pt>
                <c:pt idx="1869">
                  <c:v>4.50231604</c:v>
                </c:pt>
                <c:pt idx="1870">
                  <c:v>4.50528531</c:v>
                </c:pt>
                <c:pt idx="1871">
                  <c:v>4.50818036</c:v>
                </c:pt>
                <c:pt idx="1872">
                  <c:v>4.51118469</c:v>
                </c:pt>
                <c:pt idx="1873">
                  <c:v>4.51530457</c:v>
                </c:pt>
                <c:pt idx="1874">
                  <c:v>4.51766968</c:v>
                </c:pt>
                <c:pt idx="1875">
                  <c:v>4.5205771</c:v>
                </c:pt>
                <c:pt idx="1876">
                  <c:v>4.52354637</c:v>
                </c:pt>
                <c:pt idx="1877">
                  <c:v>4.5262146</c:v>
                </c:pt>
                <c:pt idx="1878">
                  <c:v>4.52911377</c:v>
                </c:pt>
                <c:pt idx="1879">
                  <c:v>4.53178406</c:v>
                </c:pt>
                <c:pt idx="1880">
                  <c:v>4.53445847</c:v>
                </c:pt>
                <c:pt idx="1881">
                  <c:v>4.53765044</c:v>
                </c:pt>
                <c:pt idx="1882">
                  <c:v>4.54093933</c:v>
                </c:pt>
                <c:pt idx="1883">
                  <c:v>4.543589</c:v>
                </c:pt>
                <c:pt idx="1884">
                  <c:v>4.54650879</c:v>
                </c:pt>
                <c:pt idx="1885">
                  <c:v>4.54948425</c:v>
                </c:pt>
                <c:pt idx="1886">
                  <c:v>4.55245972</c:v>
                </c:pt>
                <c:pt idx="1887">
                  <c:v>4.55566406</c:v>
                </c:pt>
                <c:pt idx="1888">
                  <c:v>4.55863953</c:v>
                </c:pt>
                <c:pt idx="1889">
                  <c:v>4.56214905</c:v>
                </c:pt>
                <c:pt idx="1890">
                  <c:v>4.56511626</c:v>
                </c:pt>
                <c:pt idx="1891">
                  <c:v>4.56840515</c:v>
                </c:pt>
                <c:pt idx="1892">
                  <c:v>4.57105482</c:v>
                </c:pt>
                <c:pt idx="1893">
                  <c:v>4.57365294</c:v>
                </c:pt>
                <c:pt idx="1894">
                  <c:v>4.57662222</c:v>
                </c:pt>
                <c:pt idx="1895">
                  <c:v>4.57931519</c:v>
                </c:pt>
                <c:pt idx="1896">
                  <c:v>4.58226384</c:v>
                </c:pt>
                <c:pt idx="1897">
                  <c:v>4.58488464</c:v>
                </c:pt>
                <c:pt idx="1898">
                  <c:v>4.58816528</c:v>
                </c:pt>
                <c:pt idx="1899">
                  <c:v>4.59114075</c:v>
                </c:pt>
                <c:pt idx="1900">
                  <c:v>4.59403992</c:v>
                </c:pt>
                <c:pt idx="1901">
                  <c:v>4.59993105</c:v>
                </c:pt>
                <c:pt idx="1902">
                  <c:v>4.60290032</c:v>
                </c:pt>
                <c:pt idx="1903">
                  <c:v>4.6058696</c:v>
                </c:pt>
                <c:pt idx="1904">
                  <c:v>4.60913581</c:v>
                </c:pt>
                <c:pt idx="1905">
                  <c:v>4.61203085</c:v>
                </c:pt>
                <c:pt idx="1906">
                  <c:v>4.61440628</c:v>
                </c:pt>
                <c:pt idx="1907">
                  <c:v>4.61738586</c:v>
                </c:pt>
                <c:pt idx="1908">
                  <c:v>4.6200479</c:v>
                </c:pt>
                <c:pt idx="1909">
                  <c:v>4.62387085</c:v>
                </c:pt>
                <c:pt idx="1910">
                  <c:v>4.62684631</c:v>
                </c:pt>
                <c:pt idx="1911">
                  <c:v>4.6295166</c:v>
                </c:pt>
                <c:pt idx="1912">
                  <c:v>4.63241577</c:v>
                </c:pt>
                <c:pt idx="1913">
                  <c:v>4.63539124</c:v>
                </c:pt>
                <c:pt idx="1914">
                  <c:v>4.63867188</c:v>
                </c:pt>
                <c:pt idx="1915">
                  <c:v>4.64157104</c:v>
                </c:pt>
                <c:pt idx="1916">
                  <c:v>4.64454651</c:v>
                </c:pt>
                <c:pt idx="1917">
                  <c:v>4.6472168</c:v>
                </c:pt>
                <c:pt idx="1918">
                  <c:v>4.64958191</c:v>
                </c:pt>
                <c:pt idx="1919">
                  <c:v>4.65278419</c:v>
                </c:pt>
                <c:pt idx="1920">
                  <c:v>4.65576172</c:v>
                </c:pt>
                <c:pt idx="1921">
                  <c:v>4.65873718</c:v>
                </c:pt>
                <c:pt idx="1922">
                  <c:v>4.66194153</c:v>
                </c:pt>
                <c:pt idx="1923">
                  <c:v>4.66491699</c:v>
                </c:pt>
                <c:pt idx="1924">
                  <c:v>4.66781616</c:v>
                </c:pt>
                <c:pt idx="1925">
                  <c:v>4.6710968</c:v>
                </c:pt>
                <c:pt idx="1926">
                  <c:v>4.67407227</c:v>
                </c:pt>
                <c:pt idx="1927">
                  <c:v>4.67668688</c:v>
                </c:pt>
                <c:pt idx="1928">
                  <c:v>4.67964172</c:v>
                </c:pt>
                <c:pt idx="1929">
                  <c:v>4.68225428</c:v>
                </c:pt>
                <c:pt idx="1930">
                  <c:v>4.68490601</c:v>
                </c:pt>
                <c:pt idx="1931">
                  <c:v>4.68848976</c:v>
                </c:pt>
                <c:pt idx="1932">
                  <c:v>4.69138481</c:v>
                </c:pt>
                <c:pt idx="1933">
                  <c:v>4.69376023</c:v>
                </c:pt>
                <c:pt idx="1934">
                  <c:v>4.69726563</c:v>
                </c:pt>
                <c:pt idx="1935">
                  <c:v>4.69992148</c:v>
                </c:pt>
                <c:pt idx="1936">
                  <c:v>4.70321655</c:v>
                </c:pt>
                <c:pt idx="1937">
                  <c:v>4.70703125</c:v>
                </c:pt>
                <c:pt idx="1938">
                  <c:v>4.70964586</c:v>
                </c:pt>
                <c:pt idx="1939">
                  <c:v>4.71231821</c:v>
                </c:pt>
                <c:pt idx="1940">
                  <c:v>4.71496582</c:v>
                </c:pt>
                <c:pt idx="1941">
                  <c:v>4.71725464</c:v>
                </c:pt>
                <c:pt idx="1942">
                  <c:v>4.72053528</c:v>
                </c:pt>
                <c:pt idx="1943">
                  <c:v>4.72374993</c:v>
                </c:pt>
                <c:pt idx="1944">
                  <c:v>4.72664498</c:v>
                </c:pt>
                <c:pt idx="1945">
                  <c:v>4.72991119</c:v>
                </c:pt>
                <c:pt idx="1946">
                  <c:v>4.73312378</c:v>
                </c:pt>
                <c:pt idx="1947">
                  <c:v>4.7345878</c:v>
                </c:pt>
                <c:pt idx="1948">
                  <c:v>4.73808289</c:v>
                </c:pt>
                <c:pt idx="1949">
                  <c:v>4.74067482</c:v>
                </c:pt>
                <c:pt idx="1950">
                  <c:v>4.7436441</c:v>
                </c:pt>
                <c:pt idx="1951">
                  <c:v>4.74683607</c:v>
                </c:pt>
                <c:pt idx="1952">
                  <c:v>4.74945068</c:v>
                </c:pt>
                <c:pt idx="1953">
                  <c:v>4.75234985</c:v>
                </c:pt>
                <c:pt idx="1954">
                  <c:v>4.75529851</c:v>
                </c:pt>
                <c:pt idx="1955">
                  <c:v>4.75938127</c:v>
                </c:pt>
                <c:pt idx="1956">
                  <c:v>4.76168246</c:v>
                </c:pt>
                <c:pt idx="1957">
                  <c:v>4.76487443</c:v>
                </c:pt>
                <c:pt idx="1958">
                  <c:v>4.76784371</c:v>
                </c:pt>
                <c:pt idx="1959">
                  <c:v>4.77073876</c:v>
                </c:pt>
                <c:pt idx="1960">
                  <c:v>4.77244609</c:v>
                </c:pt>
                <c:pt idx="1961">
                  <c:v>4.77563806</c:v>
                </c:pt>
                <c:pt idx="1962">
                  <c:v>4.77853311</c:v>
                </c:pt>
                <c:pt idx="1963">
                  <c:v>4.78172508</c:v>
                </c:pt>
                <c:pt idx="1964">
                  <c:v>4.78462013</c:v>
                </c:pt>
                <c:pt idx="1965">
                  <c:v>4.78782654</c:v>
                </c:pt>
                <c:pt idx="1966">
                  <c:v>4.79072571</c:v>
                </c:pt>
                <c:pt idx="1967">
                  <c:v>4.7936022</c:v>
                </c:pt>
                <c:pt idx="1968">
                  <c:v>4.79649724</c:v>
                </c:pt>
                <c:pt idx="1969">
                  <c:v>4.79911804</c:v>
                </c:pt>
                <c:pt idx="1970">
                  <c:v>4.80199041</c:v>
                </c:pt>
                <c:pt idx="1971">
                  <c:v>4.80461121</c:v>
                </c:pt>
                <c:pt idx="1972">
                  <c:v>4.80781555</c:v>
                </c:pt>
                <c:pt idx="1973">
                  <c:v>4.81071472</c:v>
                </c:pt>
                <c:pt idx="1974">
                  <c:v>4.81361389</c:v>
                </c:pt>
                <c:pt idx="1975">
                  <c:v>4.81646564</c:v>
                </c:pt>
                <c:pt idx="1976">
                  <c:v>4.81936068</c:v>
                </c:pt>
                <c:pt idx="1977">
                  <c:v>4.82192993</c:v>
                </c:pt>
                <c:pt idx="1978">
                  <c:v>4.82485385</c:v>
                </c:pt>
                <c:pt idx="1979">
                  <c:v>4.82917786</c:v>
                </c:pt>
                <c:pt idx="1980">
                  <c:v>4.83175742</c:v>
                </c:pt>
                <c:pt idx="1981">
                  <c:v>4.83487516</c:v>
                </c:pt>
                <c:pt idx="1982">
                  <c:v>4.83634949</c:v>
                </c:pt>
                <c:pt idx="1983">
                  <c:v>4.84007139</c:v>
                </c:pt>
                <c:pt idx="1984">
                  <c:v>4.84318914</c:v>
                </c:pt>
                <c:pt idx="1985">
                  <c:v>4.84608418</c:v>
                </c:pt>
                <c:pt idx="1986">
                  <c:v>4.84838537</c:v>
                </c:pt>
                <c:pt idx="1987">
                  <c:v>4.85150311</c:v>
                </c:pt>
                <c:pt idx="1988">
                  <c:v>4.85439816</c:v>
                </c:pt>
                <c:pt idx="1989">
                  <c:v>4.85729321</c:v>
                </c:pt>
                <c:pt idx="1990">
                  <c:v>4.85981709</c:v>
                </c:pt>
                <c:pt idx="1991">
                  <c:v>4.86267893</c:v>
                </c:pt>
                <c:pt idx="1992">
                  <c:v>4.86557007</c:v>
                </c:pt>
                <c:pt idx="1993">
                  <c:v>4.86894762</c:v>
                </c:pt>
                <c:pt idx="1994">
                  <c:v>4.87124881</c:v>
                </c:pt>
                <c:pt idx="1995">
                  <c:v>4.87438804</c:v>
                </c:pt>
                <c:pt idx="1996">
                  <c:v>4.8772616</c:v>
                </c:pt>
                <c:pt idx="1997">
                  <c:v>4.88008241</c:v>
                </c:pt>
                <c:pt idx="1998">
                  <c:v>4.88327829</c:v>
                </c:pt>
                <c:pt idx="1999">
                  <c:v>4.88522981</c:v>
                </c:pt>
                <c:pt idx="2000">
                  <c:v>4.88812095</c:v>
                </c:pt>
                <c:pt idx="2001">
                  <c:v>4.89151804</c:v>
                </c:pt>
                <c:pt idx="2002">
                  <c:v>4.89411225</c:v>
                </c:pt>
                <c:pt idx="2003">
                  <c:v>4.89693893</c:v>
                </c:pt>
                <c:pt idx="2004">
                  <c:v>4.89953118</c:v>
                </c:pt>
                <c:pt idx="2005">
                  <c:v>4.90322715</c:v>
                </c:pt>
                <c:pt idx="2006">
                  <c:v>4.9060636</c:v>
                </c:pt>
                <c:pt idx="2007">
                  <c:v>4.90857576</c:v>
                </c:pt>
                <c:pt idx="2008">
                  <c:v>4.9114669</c:v>
                </c:pt>
                <c:pt idx="2009">
                  <c:v>4.91428576</c:v>
                </c:pt>
                <c:pt idx="2010">
                  <c:v>4.91688779</c:v>
                </c:pt>
                <c:pt idx="2011">
                  <c:v>4.91942535</c:v>
                </c:pt>
                <c:pt idx="2012">
                  <c:v>4.92224616</c:v>
                </c:pt>
                <c:pt idx="2013">
                  <c:v>4.9253639</c:v>
                </c:pt>
                <c:pt idx="2014">
                  <c:v>4.92825895</c:v>
                </c:pt>
                <c:pt idx="2015">
                  <c:v>4.93107976</c:v>
                </c:pt>
                <c:pt idx="2016">
                  <c:v>4.93394551</c:v>
                </c:pt>
                <c:pt idx="2017">
                  <c:v>4.93734259</c:v>
                </c:pt>
                <c:pt idx="2018">
                  <c:v>4.94023373</c:v>
                </c:pt>
                <c:pt idx="2019">
                  <c:v>4.94218525</c:v>
                </c:pt>
                <c:pt idx="2020">
                  <c:v>4.94507639</c:v>
                </c:pt>
                <c:pt idx="2021">
                  <c:v>4.94789525</c:v>
                </c:pt>
                <c:pt idx="2022">
                  <c:v>4.95186471</c:v>
                </c:pt>
                <c:pt idx="2023">
                  <c:v>4.95468552</c:v>
                </c:pt>
                <c:pt idx="2024">
                  <c:v>4.95698671</c:v>
                </c:pt>
                <c:pt idx="2025">
                  <c:v>4.9598212</c:v>
                </c:pt>
                <c:pt idx="2026">
                  <c:v>4.96264006</c:v>
                </c:pt>
                <c:pt idx="2027">
                  <c:v>4.96524208</c:v>
                </c:pt>
                <c:pt idx="2028">
                  <c:v>4.96806095</c:v>
                </c:pt>
                <c:pt idx="2029">
                  <c:v>4.97064539</c:v>
                </c:pt>
                <c:pt idx="2030">
                  <c:v>4.97319272</c:v>
                </c:pt>
                <c:pt idx="2031">
                  <c:v>4.97630069</c:v>
                </c:pt>
                <c:pt idx="2032">
                  <c:v>4.97940476</c:v>
                </c:pt>
                <c:pt idx="2033">
                  <c:v>4.98222753</c:v>
                </c:pt>
                <c:pt idx="2034">
                  <c:v>4.98504639</c:v>
                </c:pt>
                <c:pt idx="2035">
                  <c:v>4.9876445</c:v>
                </c:pt>
                <c:pt idx="2036">
                  <c:v>4.99076225</c:v>
                </c:pt>
                <c:pt idx="2037">
                  <c:v>4.99358306</c:v>
                </c:pt>
                <c:pt idx="2038">
                  <c:v>4.99610499</c:v>
                </c:pt>
                <c:pt idx="2039">
                  <c:v>4.99952162</c:v>
                </c:pt>
                <c:pt idx="2040">
                  <c:v>5.00234243</c:v>
                </c:pt>
                <c:pt idx="2041">
                  <c:v>5.00492297</c:v>
                </c:pt>
                <c:pt idx="2042">
                  <c:v>5.00745271</c:v>
                </c:pt>
                <c:pt idx="2043">
                  <c:v>5.01058218</c:v>
                </c:pt>
                <c:pt idx="2044">
                  <c:v>5.01280913</c:v>
                </c:pt>
                <c:pt idx="2045">
                  <c:v>5.01677664</c:v>
                </c:pt>
                <c:pt idx="2046">
                  <c:v>5.01851132</c:v>
                </c:pt>
                <c:pt idx="2047">
                  <c:v>5.02216236</c:v>
                </c:pt>
                <c:pt idx="2048">
                  <c:v>5.0252801</c:v>
                </c:pt>
                <c:pt idx="2049">
                  <c:v>5.02675107</c:v>
                </c:pt>
                <c:pt idx="2050">
                  <c:v>5.03099596</c:v>
                </c:pt>
                <c:pt idx="2051">
                  <c:v>5.0326779</c:v>
                </c:pt>
                <c:pt idx="2052">
                  <c:v>5.03582104</c:v>
                </c:pt>
                <c:pt idx="2053">
                  <c:v>5.03896613</c:v>
                </c:pt>
                <c:pt idx="2054">
                  <c:v>5.0420741</c:v>
                </c:pt>
                <c:pt idx="2055">
                  <c:v>5.04517426</c:v>
                </c:pt>
                <c:pt idx="2056">
                  <c:v>5.04662765</c:v>
                </c:pt>
                <c:pt idx="2057">
                  <c:v>5.05118705</c:v>
                </c:pt>
                <c:pt idx="2058">
                  <c:v>5.05255448</c:v>
                </c:pt>
                <c:pt idx="2059">
                  <c:v>5.0557152</c:v>
                </c:pt>
                <c:pt idx="2060">
                  <c:v>5.05912987</c:v>
                </c:pt>
                <c:pt idx="2061">
                  <c:v>5.06252891</c:v>
                </c:pt>
                <c:pt idx="2062">
                  <c:v>5.06506843</c:v>
                </c:pt>
                <c:pt idx="2063">
                  <c:v>5.06766068</c:v>
                </c:pt>
                <c:pt idx="2064">
                  <c:v>5.07047954</c:v>
                </c:pt>
                <c:pt idx="2065">
                  <c:v>5.0736598</c:v>
                </c:pt>
                <c:pt idx="2066">
                  <c:v>5.07590043</c:v>
                </c:pt>
                <c:pt idx="2067">
                  <c:v>5.07843018</c:v>
                </c:pt>
                <c:pt idx="2068">
                  <c:v>5.08154792</c:v>
                </c:pt>
                <c:pt idx="2069">
                  <c:v>5.0847184</c:v>
                </c:pt>
                <c:pt idx="2070">
                  <c:v>5.08724815</c:v>
                </c:pt>
                <c:pt idx="2071">
                  <c:v>5.08978766</c:v>
                </c:pt>
                <c:pt idx="2072">
                  <c:v>5.09295815</c:v>
                </c:pt>
                <c:pt idx="2073">
                  <c:v>5.09550352</c:v>
                </c:pt>
                <c:pt idx="2074">
                  <c:v>5.09862127</c:v>
                </c:pt>
                <c:pt idx="2075">
                  <c:v>5.10144208</c:v>
                </c:pt>
                <c:pt idx="2076">
                  <c:v>5.10433713</c:v>
                </c:pt>
                <c:pt idx="2077">
                  <c:v>5.10712473</c:v>
                </c:pt>
                <c:pt idx="2078">
                  <c:v>5.11001587</c:v>
                </c:pt>
                <c:pt idx="2079">
                  <c:v>5.11309649</c:v>
                </c:pt>
                <c:pt idx="2080">
                  <c:v>5.11599154</c:v>
                </c:pt>
                <c:pt idx="2081">
                  <c:v>5.11883384</c:v>
                </c:pt>
                <c:pt idx="2082">
                  <c:v>5.1216527</c:v>
                </c:pt>
                <c:pt idx="2083">
                  <c:v>5.12423129</c:v>
                </c:pt>
                <c:pt idx="2084">
                  <c:v>5.1270521</c:v>
                </c:pt>
                <c:pt idx="2085">
                  <c:v>5.13016984</c:v>
                </c:pt>
                <c:pt idx="2086">
                  <c:v>5.13328954</c:v>
                </c:pt>
                <c:pt idx="2087">
                  <c:v>5.13469799</c:v>
                </c:pt>
                <c:pt idx="2088">
                  <c:v>5.1381322</c:v>
                </c:pt>
                <c:pt idx="2089">
                  <c:v>5.14095106</c:v>
                </c:pt>
                <c:pt idx="2090">
                  <c:v>5.14405122</c:v>
                </c:pt>
                <c:pt idx="2091">
                  <c:v>5.14745612</c:v>
                </c:pt>
                <c:pt idx="2092">
                  <c:v>5.14976903</c:v>
                </c:pt>
                <c:pt idx="2093">
                  <c:v>5.15258789</c:v>
                </c:pt>
                <c:pt idx="2094">
                  <c:v>5.1554087</c:v>
                </c:pt>
                <c:pt idx="2095">
                  <c:v>5.15851473</c:v>
                </c:pt>
                <c:pt idx="2096">
                  <c:v>5.16140586</c:v>
                </c:pt>
                <c:pt idx="2097">
                  <c:v>5.16424231</c:v>
                </c:pt>
                <c:pt idx="2098">
                  <c:v>5.16675447</c:v>
                </c:pt>
                <c:pt idx="2099">
                  <c:v>5.16986245</c:v>
                </c:pt>
                <c:pt idx="2100">
                  <c:v>5.17240782</c:v>
                </c:pt>
                <c:pt idx="2101">
                  <c:v>5.17557245</c:v>
                </c:pt>
                <c:pt idx="2102">
                  <c:v>5.17812368</c:v>
                </c:pt>
                <c:pt idx="2103">
                  <c:v>5.18124142</c:v>
                </c:pt>
                <c:pt idx="2104">
                  <c:v>5.18381219</c:v>
                </c:pt>
                <c:pt idx="2105">
                  <c:v>5.18663105</c:v>
                </c:pt>
                <c:pt idx="2106">
                  <c:v>5.18973903</c:v>
                </c:pt>
                <c:pt idx="2107">
                  <c:v>5.19111427</c:v>
                </c:pt>
                <c:pt idx="2108">
                  <c:v>5.1951228</c:v>
                </c:pt>
                <c:pt idx="2109">
                  <c:v>5.19824054</c:v>
                </c:pt>
                <c:pt idx="2110">
                  <c:v>5.20079763</c:v>
                </c:pt>
                <c:pt idx="2111">
                  <c:v>5.20361649</c:v>
                </c:pt>
                <c:pt idx="2112">
                  <c:v>5.20648028</c:v>
                </c:pt>
                <c:pt idx="2113">
                  <c:v>5.2093011</c:v>
                </c:pt>
                <c:pt idx="2114">
                  <c:v>5.21241884</c:v>
                </c:pt>
                <c:pt idx="2115">
                  <c:v>5.21496421</c:v>
                </c:pt>
                <c:pt idx="2116">
                  <c:v>5.21778307</c:v>
                </c:pt>
                <c:pt idx="2117">
                  <c:v>5.22089105</c:v>
                </c:pt>
                <c:pt idx="2118">
                  <c:v>5.22370991</c:v>
                </c:pt>
                <c:pt idx="2119">
                  <c:v>5.22652877</c:v>
                </c:pt>
                <c:pt idx="2120">
                  <c:v>5.22934763</c:v>
                </c:pt>
                <c:pt idx="2121">
                  <c:v>5.23216454</c:v>
                </c:pt>
                <c:pt idx="2122">
                  <c:v>5.23498535</c:v>
                </c:pt>
                <c:pt idx="2123">
                  <c:v>5.23780617</c:v>
                </c:pt>
                <c:pt idx="2124">
                  <c:v>5.24092391</c:v>
                </c:pt>
                <c:pt idx="2125">
                  <c:v>5.24344193</c:v>
                </c:pt>
                <c:pt idx="2126">
                  <c:v>5.24656554</c:v>
                </c:pt>
                <c:pt idx="2127">
                  <c:v>5.24849557</c:v>
                </c:pt>
                <c:pt idx="2128">
                  <c:v>5.25131638</c:v>
                </c:pt>
                <c:pt idx="2129">
                  <c:v>5.25406296</c:v>
                </c:pt>
                <c:pt idx="2130">
                  <c:v>5.25658685</c:v>
                </c:pt>
                <c:pt idx="2131">
                  <c:v>5.26078877</c:v>
                </c:pt>
                <c:pt idx="2132">
                  <c:v>5.2630294</c:v>
                </c:pt>
                <c:pt idx="2133">
                  <c:v>5.26549468</c:v>
                </c:pt>
                <c:pt idx="2134">
                  <c:v>5.26861242</c:v>
                </c:pt>
                <c:pt idx="2135">
                  <c:v>5.27135901</c:v>
                </c:pt>
                <c:pt idx="2136">
                  <c:v>5.27437712</c:v>
                </c:pt>
                <c:pt idx="2137">
                  <c:v>5.27603562</c:v>
                </c:pt>
                <c:pt idx="2138">
                  <c:v>5.2787822</c:v>
                </c:pt>
                <c:pt idx="2139">
                  <c:v>5.28240003</c:v>
                </c:pt>
                <c:pt idx="2140">
                  <c:v>5.2848575</c:v>
                </c:pt>
                <c:pt idx="2141">
                  <c:v>5.28760408</c:v>
                </c:pt>
                <c:pt idx="2142">
                  <c:v>5.29065931</c:v>
                </c:pt>
                <c:pt idx="2143">
                  <c:v>5.29338636</c:v>
                </c:pt>
                <c:pt idx="2144">
                  <c:v>5.29585555</c:v>
                </c:pt>
                <c:pt idx="2145">
                  <c:v>5.29887952</c:v>
                </c:pt>
                <c:pt idx="2146">
                  <c:v>5.30191522</c:v>
                </c:pt>
                <c:pt idx="2147">
                  <c:v>5.30439222</c:v>
                </c:pt>
                <c:pt idx="2148">
                  <c:v>5.30661918</c:v>
                </c:pt>
                <c:pt idx="2149">
                  <c:v>5.3093599</c:v>
                </c:pt>
                <c:pt idx="2150">
                  <c:v>5.31203421</c:v>
                </c:pt>
                <c:pt idx="2151">
                  <c:v>5.314562</c:v>
                </c:pt>
                <c:pt idx="2152">
                  <c:v>5.31753128</c:v>
                </c:pt>
                <c:pt idx="2153">
                  <c:v>5.32027786</c:v>
                </c:pt>
                <c:pt idx="2154">
                  <c:v>5.32302444</c:v>
                </c:pt>
                <c:pt idx="2155">
                  <c:v>5.32576712</c:v>
                </c:pt>
                <c:pt idx="2156">
                  <c:v>5.3285137</c:v>
                </c:pt>
                <c:pt idx="2157">
                  <c:v>5.33148688</c:v>
                </c:pt>
                <c:pt idx="2158">
                  <c:v>5.33393654</c:v>
                </c:pt>
                <c:pt idx="2159">
                  <c:v>5.33668312</c:v>
                </c:pt>
                <c:pt idx="2160">
                  <c:v>5.3394297</c:v>
                </c:pt>
                <c:pt idx="2161">
                  <c:v>5.34217433</c:v>
                </c:pt>
                <c:pt idx="2162">
                  <c:v>5.34514556</c:v>
                </c:pt>
                <c:pt idx="2163">
                  <c:v>5.34759521</c:v>
                </c:pt>
                <c:pt idx="2164">
                  <c:v>5.35145528</c:v>
                </c:pt>
                <c:pt idx="2165">
                  <c:v>5.35308838</c:v>
                </c:pt>
                <c:pt idx="2166">
                  <c:v>5.35687421</c:v>
                </c:pt>
                <c:pt idx="2167">
                  <c:v>5.35939809</c:v>
                </c:pt>
                <c:pt idx="2168">
                  <c:v>5.36183407</c:v>
                </c:pt>
                <c:pt idx="2169">
                  <c:v>5.3642974</c:v>
                </c:pt>
                <c:pt idx="2170">
                  <c:v>5.36674901</c:v>
                </c:pt>
                <c:pt idx="2171">
                  <c:v>5.36949364</c:v>
                </c:pt>
                <c:pt idx="2172">
                  <c:v>5.37327947</c:v>
                </c:pt>
                <c:pt idx="2173">
                  <c:v>5.37550643</c:v>
                </c:pt>
                <c:pt idx="2174">
                  <c:v>5.3784757</c:v>
                </c:pt>
                <c:pt idx="2175">
                  <c:v>5.38098787</c:v>
                </c:pt>
                <c:pt idx="2176">
                  <c:v>5.38344925</c:v>
                </c:pt>
                <c:pt idx="2177">
                  <c:v>5.3858989</c:v>
                </c:pt>
                <c:pt idx="2178">
                  <c:v>5.38864548</c:v>
                </c:pt>
                <c:pt idx="2179">
                  <c:v>5.39139206</c:v>
                </c:pt>
                <c:pt idx="2180">
                  <c:v>5.39436134</c:v>
                </c:pt>
                <c:pt idx="2181">
                  <c:v>5.39710792</c:v>
                </c:pt>
                <c:pt idx="2182">
                  <c:v>5.39963572</c:v>
                </c:pt>
                <c:pt idx="2183">
                  <c:v>5.40259913</c:v>
                </c:pt>
                <c:pt idx="2184">
                  <c:v>5.4056446</c:v>
                </c:pt>
                <c:pt idx="2185">
                  <c:v>5.4080923</c:v>
                </c:pt>
                <c:pt idx="2186">
                  <c:v>5.41112799</c:v>
                </c:pt>
                <c:pt idx="2187">
                  <c:v>5.41358742</c:v>
                </c:pt>
                <c:pt idx="2188">
                  <c:v>5.416334</c:v>
                </c:pt>
                <c:pt idx="2189">
                  <c:v>5.41878951</c:v>
                </c:pt>
                <c:pt idx="2190">
                  <c:v>5.42212409</c:v>
                </c:pt>
                <c:pt idx="2191">
                  <c:v>5.42457179</c:v>
                </c:pt>
                <c:pt idx="2192">
                  <c:v>5.4270234</c:v>
                </c:pt>
                <c:pt idx="2193">
                  <c:v>5.4309323</c:v>
                </c:pt>
                <c:pt idx="2194">
                  <c:v>5.43367888</c:v>
                </c:pt>
                <c:pt idx="2195">
                  <c:v>5.43615393</c:v>
                </c:pt>
                <c:pt idx="2196">
                  <c:v>5.43779875</c:v>
                </c:pt>
                <c:pt idx="2197">
                  <c:v>5.44054533</c:v>
                </c:pt>
                <c:pt idx="2198">
                  <c:v>5.44357712</c:v>
                </c:pt>
                <c:pt idx="2199">
                  <c:v>5.44662063</c:v>
                </c:pt>
                <c:pt idx="2200">
                  <c:v>5.44965242</c:v>
                </c:pt>
                <c:pt idx="2201">
                  <c:v>5.45268812</c:v>
                </c:pt>
                <c:pt idx="2202">
                  <c:v>5.45515731</c:v>
                </c:pt>
                <c:pt idx="2203">
                  <c:v>5.46042777</c:v>
                </c:pt>
                <c:pt idx="2204">
                  <c:v>5.4617952</c:v>
                </c:pt>
                <c:pt idx="2205">
                  <c:v>5.46651479</c:v>
                </c:pt>
                <c:pt idx="2206">
                  <c:v>5.46896445</c:v>
                </c:pt>
                <c:pt idx="2207">
                  <c:v>5.47148052</c:v>
                </c:pt>
                <c:pt idx="2208">
                  <c:v>5.4742271</c:v>
                </c:pt>
                <c:pt idx="2209">
                  <c:v>5.47705573</c:v>
                </c:pt>
                <c:pt idx="2210">
                  <c:v>5.47980231</c:v>
                </c:pt>
                <c:pt idx="2211">
                  <c:v>5.48232229</c:v>
                </c:pt>
                <c:pt idx="2212">
                  <c:v>5.48507278</c:v>
                </c:pt>
                <c:pt idx="2213">
                  <c:v>5.48893284</c:v>
                </c:pt>
                <c:pt idx="2214">
                  <c:v>5.4903452</c:v>
                </c:pt>
                <c:pt idx="2215">
                  <c:v>5.49453735</c:v>
                </c:pt>
                <c:pt idx="2216">
                  <c:v>5.49591064</c:v>
                </c:pt>
                <c:pt idx="2217">
                  <c:v>5.49952457</c:v>
                </c:pt>
                <c:pt idx="2218">
                  <c:v>5.50198204</c:v>
                </c:pt>
                <c:pt idx="2219">
                  <c:v>5.50444732</c:v>
                </c:pt>
                <c:pt idx="2220">
                  <c:v>5.50754748</c:v>
                </c:pt>
                <c:pt idx="2221">
                  <c:v>5.51058317</c:v>
                </c:pt>
                <c:pt idx="2222">
                  <c:v>5.51305822</c:v>
                </c:pt>
                <c:pt idx="2223">
                  <c:v>5.51607634</c:v>
                </c:pt>
                <c:pt idx="2224">
                  <c:v>5.51884832</c:v>
                </c:pt>
                <c:pt idx="2225">
                  <c:v>5.5219309</c:v>
                </c:pt>
                <c:pt idx="2226">
                  <c:v>5.52441571</c:v>
                </c:pt>
                <c:pt idx="2227">
                  <c:v>5.52738499</c:v>
                </c:pt>
                <c:pt idx="2228">
                  <c:v>5.52988153</c:v>
                </c:pt>
                <c:pt idx="2229">
                  <c:v>5.53235853</c:v>
                </c:pt>
                <c:pt idx="2230">
                  <c:v>5.53515786</c:v>
                </c:pt>
                <c:pt idx="2231">
                  <c:v>5.537629</c:v>
                </c:pt>
                <c:pt idx="2232">
                  <c:v>5.54007279</c:v>
                </c:pt>
                <c:pt idx="2233">
                  <c:v>5.54310849</c:v>
                </c:pt>
                <c:pt idx="2234">
                  <c:v>5.5466853</c:v>
                </c:pt>
                <c:pt idx="2235">
                  <c:v>5.5491076</c:v>
                </c:pt>
                <c:pt idx="2236">
                  <c:v>5.5521433</c:v>
                </c:pt>
                <c:pt idx="2237">
                  <c:v>5.55462811</c:v>
                </c:pt>
                <c:pt idx="2238">
                  <c:v>5.5573747</c:v>
                </c:pt>
                <c:pt idx="2239">
                  <c:v>5.56034397</c:v>
                </c:pt>
                <c:pt idx="2240">
                  <c:v>5.56257093</c:v>
                </c:pt>
                <c:pt idx="2241">
                  <c:v>5.56524328</c:v>
                </c:pt>
                <c:pt idx="2242">
                  <c:v>5.56776717</c:v>
                </c:pt>
                <c:pt idx="2243">
                  <c:v>5.57021292</c:v>
                </c:pt>
                <c:pt idx="2244">
                  <c:v>5.57404368</c:v>
                </c:pt>
                <c:pt idx="2245">
                  <c:v>5.57563576</c:v>
                </c:pt>
                <c:pt idx="2246">
                  <c:v>5.57890196</c:v>
                </c:pt>
                <c:pt idx="2247">
                  <c:v>5.5813438</c:v>
                </c:pt>
                <c:pt idx="2248">
                  <c:v>5.58439513</c:v>
                </c:pt>
                <c:pt idx="2249">
                  <c:v>5.5873644</c:v>
                </c:pt>
                <c:pt idx="2250">
                  <c:v>5.59011099</c:v>
                </c:pt>
                <c:pt idx="2251">
                  <c:v>5.59278334</c:v>
                </c:pt>
                <c:pt idx="2252">
                  <c:v>5.59551038</c:v>
                </c:pt>
                <c:pt idx="2253">
                  <c:v>5.59818469</c:v>
                </c:pt>
                <c:pt idx="2254">
                  <c:v>5.60093127</c:v>
                </c:pt>
                <c:pt idx="2255">
                  <c:v>5.60389469</c:v>
                </c:pt>
                <c:pt idx="2256">
                  <c:v>5.60636778</c:v>
                </c:pt>
                <c:pt idx="2257">
                  <c:v>5.60904013</c:v>
                </c:pt>
                <c:pt idx="2258">
                  <c:v>5.61227899</c:v>
                </c:pt>
                <c:pt idx="2259">
                  <c:v>5.61444734</c:v>
                </c:pt>
                <c:pt idx="2260">
                  <c:v>5.61742834</c:v>
                </c:pt>
                <c:pt idx="2261">
                  <c:v>5.61907317</c:v>
                </c:pt>
                <c:pt idx="2262">
                  <c:v>5.62203072</c:v>
                </c:pt>
                <c:pt idx="2263">
                  <c:v>5.62418345</c:v>
                </c:pt>
                <c:pt idx="2264">
                  <c:v>5.62796342</c:v>
                </c:pt>
                <c:pt idx="2265">
                  <c:v>5.63063772</c:v>
                </c:pt>
                <c:pt idx="2266">
                  <c:v>5.63309128</c:v>
                </c:pt>
                <c:pt idx="2267">
                  <c:v>5.63627544</c:v>
                </c:pt>
                <c:pt idx="2268">
                  <c:v>5.63894975</c:v>
                </c:pt>
                <c:pt idx="2269">
                  <c:v>5.64169633</c:v>
                </c:pt>
                <c:pt idx="2270">
                  <c:v>5.64326106</c:v>
                </c:pt>
                <c:pt idx="2271">
                  <c:v>5.64624987</c:v>
                </c:pt>
                <c:pt idx="2272">
                  <c:v>5.64892418</c:v>
                </c:pt>
                <c:pt idx="2273">
                  <c:v>5.65188759</c:v>
                </c:pt>
                <c:pt idx="2274">
                  <c:v>5.6545619</c:v>
                </c:pt>
                <c:pt idx="2275">
                  <c:v>5.6572362</c:v>
                </c:pt>
                <c:pt idx="2276">
                  <c:v>5.66019962</c:v>
                </c:pt>
                <c:pt idx="2277">
                  <c:v>5.66287392</c:v>
                </c:pt>
                <c:pt idx="2278">
                  <c:v>5.66582757</c:v>
                </c:pt>
                <c:pt idx="2279">
                  <c:v>5.66713835</c:v>
                </c:pt>
                <c:pt idx="2280">
                  <c:v>5.67386025</c:v>
                </c:pt>
                <c:pt idx="2281">
                  <c:v>5.67629428</c:v>
                </c:pt>
                <c:pt idx="2282">
                  <c:v>5.67891974</c:v>
                </c:pt>
                <c:pt idx="2283">
                  <c:v>5.68159405</c:v>
                </c:pt>
                <c:pt idx="2284">
                  <c:v>5.6837624</c:v>
                </c:pt>
                <c:pt idx="2285">
                  <c:v>5.68665354</c:v>
                </c:pt>
                <c:pt idx="2286">
                  <c:v>5.68932784</c:v>
                </c:pt>
                <c:pt idx="2287">
                  <c:v>5.69200215</c:v>
                </c:pt>
                <c:pt idx="2288">
                  <c:v>5.69462957</c:v>
                </c:pt>
                <c:pt idx="2289">
                  <c:v>5.69730192</c:v>
                </c:pt>
                <c:pt idx="2290">
                  <c:v>5.69997427</c:v>
                </c:pt>
                <c:pt idx="2291">
                  <c:v>5.70234969</c:v>
                </c:pt>
                <c:pt idx="2292">
                  <c:v>5.70522911</c:v>
                </c:pt>
                <c:pt idx="2293">
                  <c:v>5.70821401</c:v>
                </c:pt>
                <c:pt idx="2294">
                  <c:v>5.71110906</c:v>
                </c:pt>
                <c:pt idx="2295">
                  <c:v>5.71378141</c:v>
                </c:pt>
                <c:pt idx="2296">
                  <c:v>5.71637953</c:v>
                </c:pt>
                <c:pt idx="2297">
                  <c:v>5.7190343</c:v>
                </c:pt>
                <c:pt idx="2298">
                  <c:v>5.7217086</c:v>
                </c:pt>
                <c:pt idx="2299">
                  <c:v>5.72402542</c:v>
                </c:pt>
                <c:pt idx="2300">
                  <c:v>5.72720176</c:v>
                </c:pt>
                <c:pt idx="2301">
                  <c:v>5.73146619</c:v>
                </c:pt>
                <c:pt idx="2302">
                  <c:v>5.73412096</c:v>
                </c:pt>
                <c:pt idx="2303">
                  <c:v>5.73753758</c:v>
                </c:pt>
                <c:pt idx="2304">
                  <c:v>5.74013961</c:v>
                </c:pt>
                <c:pt idx="2305">
                  <c:v>5.74176685</c:v>
                </c:pt>
                <c:pt idx="2306">
                  <c:v>5.74462088</c:v>
                </c:pt>
                <c:pt idx="2307">
                  <c:v>5.7472229</c:v>
                </c:pt>
                <c:pt idx="2308">
                  <c:v>5.75018632</c:v>
                </c:pt>
                <c:pt idx="2309">
                  <c:v>5.75278834</c:v>
                </c:pt>
                <c:pt idx="2310">
                  <c:v>5.7551286</c:v>
                </c:pt>
                <c:pt idx="2311">
                  <c:v>5.75802365</c:v>
                </c:pt>
                <c:pt idx="2312">
                  <c:v>5.76114139</c:v>
                </c:pt>
                <c:pt idx="2313">
                  <c:v>5.76381374</c:v>
                </c:pt>
                <c:pt idx="2314">
                  <c:v>5.7653648</c:v>
                </c:pt>
                <c:pt idx="2315">
                  <c:v>5.769051</c:v>
                </c:pt>
                <c:pt idx="2316">
                  <c:v>5.77056885</c:v>
                </c:pt>
                <c:pt idx="2317">
                  <c:v>5.77316697</c:v>
                </c:pt>
                <c:pt idx="2318">
                  <c:v>5.77635894</c:v>
                </c:pt>
                <c:pt idx="2319">
                  <c:v>5.77843743</c:v>
                </c:pt>
                <c:pt idx="2320">
                  <c:v>5.78125825</c:v>
                </c:pt>
                <c:pt idx="2321">
                  <c:v>5.7839306</c:v>
                </c:pt>
                <c:pt idx="2322">
                  <c:v>5.78652872</c:v>
                </c:pt>
                <c:pt idx="2323">
                  <c:v>5.78907214</c:v>
                </c:pt>
                <c:pt idx="2324">
                  <c:v>5.79167416</c:v>
                </c:pt>
                <c:pt idx="2325">
                  <c:v>5.79427619</c:v>
                </c:pt>
                <c:pt idx="2326">
                  <c:v>5.79687821</c:v>
                </c:pt>
                <c:pt idx="2327">
                  <c:v>5.79951931</c:v>
                </c:pt>
                <c:pt idx="2328">
                  <c:v>5.80179315</c:v>
                </c:pt>
                <c:pt idx="2329">
                  <c:v>5.80468429</c:v>
                </c:pt>
                <c:pt idx="2330">
                  <c:v>5.80728631</c:v>
                </c:pt>
                <c:pt idx="2331">
                  <c:v>5.81057987</c:v>
                </c:pt>
                <c:pt idx="2332">
                  <c:v>5.81347491</c:v>
                </c:pt>
                <c:pt idx="2333">
                  <c:v>5.81574289</c:v>
                </c:pt>
                <c:pt idx="2334">
                  <c:v>5.81733302</c:v>
                </c:pt>
                <c:pt idx="2335">
                  <c:v>5.82094694</c:v>
                </c:pt>
                <c:pt idx="2336">
                  <c:v>5.82245698</c:v>
                </c:pt>
                <c:pt idx="2337">
                  <c:v>5.82528365</c:v>
                </c:pt>
                <c:pt idx="2338">
                  <c:v>5.82809861</c:v>
                </c:pt>
                <c:pt idx="2339">
                  <c:v>5.83121049</c:v>
                </c:pt>
                <c:pt idx="2340">
                  <c:v>5.83374023</c:v>
                </c:pt>
                <c:pt idx="2341">
                  <c:v>5.83604142</c:v>
                </c:pt>
                <c:pt idx="2342">
                  <c:v>5.83863954</c:v>
                </c:pt>
                <c:pt idx="2343">
                  <c:v>5.84118492</c:v>
                </c:pt>
                <c:pt idx="2344">
                  <c:v>5.84398424</c:v>
                </c:pt>
                <c:pt idx="2345">
                  <c:v>5.84658236</c:v>
                </c:pt>
                <c:pt idx="2346">
                  <c:v>5.84836393</c:v>
                </c:pt>
                <c:pt idx="2347">
                  <c:v>5.8506534</c:v>
                </c:pt>
                <c:pt idx="2348">
                  <c:v>5.85318314</c:v>
                </c:pt>
                <c:pt idx="2349">
                  <c:v>5.85593559</c:v>
                </c:pt>
                <c:pt idx="2350">
                  <c:v>5.8587564</c:v>
                </c:pt>
                <c:pt idx="2351">
                  <c:v>5.86128029</c:v>
                </c:pt>
                <c:pt idx="2352">
                  <c:v>5.86380417</c:v>
                </c:pt>
                <c:pt idx="2353">
                  <c:v>5.86662499</c:v>
                </c:pt>
                <c:pt idx="2354">
                  <c:v>5.86937352</c:v>
                </c:pt>
                <c:pt idx="2355">
                  <c:v>5.87190327</c:v>
                </c:pt>
                <c:pt idx="2356">
                  <c:v>5.87392707</c:v>
                </c:pt>
                <c:pt idx="2357">
                  <c:v>5.87701746</c:v>
                </c:pt>
                <c:pt idx="2358">
                  <c:v>5.87902172</c:v>
                </c:pt>
                <c:pt idx="2359">
                  <c:v>5.88154561</c:v>
                </c:pt>
                <c:pt idx="2360">
                  <c:v>5.88429219</c:v>
                </c:pt>
                <c:pt idx="2361">
                  <c:v>5.8865758</c:v>
                </c:pt>
                <c:pt idx="2362">
                  <c:v>5.88903327</c:v>
                </c:pt>
                <c:pt idx="2363">
                  <c:v>5.89156692</c:v>
                </c:pt>
                <c:pt idx="2364">
                  <c:v>5.89380365</c:v>
                </c:pt>
                <c:pt idx="2365">
                  <c:v>5.89734529</c:v>
                </c:pt>
                <c:pt idx="2366">
                  <c:v>5.89980667</c:v>
                </c:pt>
                <c:pt idx="2367">
                  <c:v>5.90233055</c:v>
                </c:pt>
                <c:pt idx="2368">
                  <c:v>5.90457314</c:v>
                </c:pt>
                <c:pt idx="2369">
                  <c:v>5.90611638</c:v>
                </c:pt>
                <c:pt idx="2370">
                  <c:v>5.90883757</c:v>
                </c:pt>
                <c:pt idx="2371">
                  <c:v>5.91205494</c:v>
                </c:pt>
                <c:pt idx="2372">
                  <c:v>5.91454757</c:v>
                </c:pt>
                <c:pt idx="2373">
                  <c:v>5.91707732</c:v>
                </c:pt>
                <c:pt idx="2374">
                  <c:v>5.91932967</c:v>
                </c:pt>
                <c:pt idx="2375">
                  <c:v>5.92199225</c:v>
                </c:pt>
                <c:pt idx="2376">
                  <c:v>5.92452591</c:v>
                </c:pt>
                <c:pt idx="2377">
                  <c:v>5.92676263</c:v>
                </c:pt>
                <c:pt idx="2378">
                  <c:v>5.92871415</c:v>
                </c:pt>
                <c:pt idx="2379">
                  <c:v>5.93146073</c:v>
                </c:pt>
                <c:pt idx="2380">
                  <c:v>5.93365643</c:v>
                </c:pt>
                <c:pt idx="2381">
                  <c:v>5.93586972</c:v>
                </c:pt>
                <c:pt idx="2382">
                  <c:v>5.93912225</c:v>
                </c:pt>
                <c:pt idx="2383">
                  <c:v>5.94157972</c:v>
                </c:pt>
                <c:pt idx="2384">
                  <c:v>5.94403719</c:v>
                </c:pt>
                <c:pt idx="2385">
                  <c:v>5.94577187</c:v>
                </c:pt>
                <c:pt idx="2386">
                  <c:v>5.94850282</c:v>
                </c:pt>
                <c:pt idx="2387">
                  <c:v>5.95068681</c:v>
                </c:pt>
                <c:pt idx="2388">
                  <c:v>5.95437301</c:v>
                </c:pt>
                <c:pt idx="2389">
                  <c:v>5.95666834</c:v>
                </c:pt>
                <c:pt idx="2390">
                  <c:v>5.95885427</c:v>
                </c:pt>
                <c:pt idx="2391">
                  <c:v>5.96160086</c:v>
                </c:pt>
                <c:pt idx="2392">
                  <c:v>5.96405832</c:v>
                </c:pt>
                <c:pt idx="2393">
                  <c:v>5.96651579</c:v>
                </c:pt>
                <c:pt idx="2394">
                  <c:v>5.96875642</c:v>
                </c:pt>
                <c:pt idx="2395">
                  <c:v>5.9709951</c:v>
                </c:pt>
                <c:pt idx="2396">
                  <c:v>5.97351899</c:v>
                </c:pt>
                <c:pt idx="2397">
                  <c:v>5.97626557</c:v>
                </c:pt>
                <c:pt idx="2398">
                  <c:v>5.97871523</c:v>
                </c:pt>
                <c:pt idx="2399">
                  <c:v>5.98123911</c:v>
                </c:pt>
                <c:pt idx="2400">
                  <c:v>5.98371807</c:v>
                </c:pt>
                <c:pt idx="2401">
                  <c:v>5.98617554</c:v>
                </c:pt>
                <c:pt idx="2402">
                  <c:v>5.9874746</c:v>
                </c:pt>
                <c:pt idx="2403">
                  <c:v>5.9907408</c:v>
                </c:pt>
                <c:pt idx="2404">
                  <c:v>5.99371008</c:v>
                </c:pt>
                <c:pt idx="2405">
                  <c:v>5.99645666</c:v>
                </c:pt>
                <c:pt idx="2406">
                  <c:v>5.99846092</c:v>
                </c:pt>
                <c:pt idx="2407">
                  <c:v>6.00098481</c:v>
                </c:pt>
                <c:pt idx="2408">
                  <c:v>6.00417678</c:v>
                </c:pt>
                <c:pt idx="2409">
                  <c:v>6.00573566</c:v>
                </c:pt>
                <c:pt idx="2410">
                  <c:v>6.00894326</c:v>
                </c:pt>
                <c:pt idx="2411">
                  <c:v>6.01168984</c:v>
                </c:pt>
                <c:pt idx="2412">
                  <c:v>6.0139754</c:v>
                </c:pt>
                <c:pt idx="2413">
                  <c:v>6.01649929</c:v>
                </c:pt>
                <c:pt idx="2414">
                  <c:v>6.01768895</c:v>
                </c:pt>
                <c:pt idx="2415">
                  <c:v>6.02073051</c:v>
                </c:pt>
                <c:pt idx="2416">
                  <c:v>6.02296528</c:v>
                </c:pt>
                <c:pt idx="2417">
                  <c:v>6.02518443</c:v>
                </c:pt>
                <c:pt idx="2418">
                  <c:v>6.02816933</c:v>
                </c:pt>
                <c:pt idx="2419">
                  <c:v>6.03069908</c:v>
                </c:pt>
                <c:pt idx="2420">
                  <c:v>6.03290455</c:v>
                </c:pt>
                <c:pt idx="2421">
                  <c:v>6.03640908</c:v>
                </c:pt>
                <c:pt idx="2422">
                  <c:v>6.03862041</c:v>
                </c:pt>
                <c:pt idx="2423">
                  <c:v>6.04114429</c:v>
                </c:pt>
                <c:pt idx="2424">
                  <c:v>6.04363692</c:v>
                </c:pt>
                <c:pt idx="2425">
                  <c:v>6.04609439</c:v>
                </c:pt>
                <c:pt idx="2426">
                  <c:v>6.04855186</c:v>
                </c:pt>
                <c:pt idx="2427">
                  <c:v>6.05079249</c:v>
                </c:pt>
                <c:pt idx="2428">
                  <c:v>6.05354103</c:v>
                </c:pt>
                <c:pt idx="2429">
                  <c:v>6.05577971</c:v>
                </c:pt>
                <c:pt idx="2430">
                  <c:v>6.05821764</c:v>
                </c:pt>
                <c:pt idx="2431">
                  <c:v>6.0606673</c:v>
                </c:pt>
                <c:pt idx="2432">
                  <c:v>6.06311695</c:v>
                </c:pt>
                <c:pt idx="2433">
                  <c:v>6.06611553</c:v>
                </c:pt>
                <c:pt idx="2434">
                  <c:v>6.06831319</c:v>
                </c:pt>
                <c:pt idx="2435">
                  <c:v>6.07052452</c:v>
                </c:pt>
                <c:pt idx="2436">
                  <c:v>6.07350942</c:v>
                </c:pt>
                <c:pt idx="2437">
                  <c:v>6.07543945</c:v>
                </c:pt>
                <c:pt idx="2438">
                  <c:v>6.07788911</c:v>
                </c:pt>
                <c:pt idx="2439">
                  <c:v>6.08063569</c:v>
                </c:pt>
                <c:pt idx="2440">
                  <c:v>6.08308534</c:v>
                </c:pt>
                <c:pt idx="2441">
                  <c:v>6.08526933</c:v>
                </c:pt>
                <c:pt idx="2442">
                  <c:v>6.08750996</c:v>
                </c:pt>
                <c:pt idx="2443">
                  <c:v>6.09090705</c:v>
                </c:pt>
                <c:pt idx="2444">
                  <c:v>6.09214164</c:v>
                </c:pt>
                <c:pt idx="2445">
                  <c:v>6.09459325</c:v>
                </c:pt>
                <c:pt idx="2446">
                  <c:v>6.09799034</c:v>
                </c:pt>
                <c:pt idx="2447">
                  <c:v>6.10044781</c:v>
                </c:pt>
                <c:pt idx="2448">
                  <c:v>6.10194026</c:v>
                </c:pt>
                <c:pt idx="2449">
                  <c:v>6.10438991</c:v>
                </c:pt>
                <c:pt idx="2450">
                  <c:v>6.10659148</c:v>
                </c:pt>
                <c:pt idx="2451">
                  <c:v>6.11047693</c:v>
                </c:pt>
                <c:pt idx="2452">
                  <c:v>6.11240696</c:v>
                </c:pt>
                <c:pt idx="2453">
                  <c:v>6.11461439</c:v>
                </c:pt>
                <c:pt idx="2454">
                  <c:v>6.11678665</c:v>
                </c:pt>
                <c:pt idx="2455">
                  <c:v>6.11924021</c:v>
                </c:pt>
                <c:pt idx="2456">
                  <c:v>6.12146326</c:v>
                </c:pt>
                <c:pt idx="2457">
                  <c:v>6.12383868</c:v>
                </c:pt>
                <c:pt idx="2458">
                  <c:v>6.12755028</c:v>
                </c:pt>
                <c:pt idx="2459">
                  <c:v>6.12870869</c:v>
                </c:pt>
                <c:pt idx="2460">
                  <c:v>6.13217806</c:v>
                </c:pt>
                <c:pt idx="2461">
                  <c:v>6.13334037</c:v>
                </c:pt>
                <c:pt idx="2462">
                  <c:v>6.13601272</c:v>
                </c:pt>
                <c:pt idx="2463">
                  <c:v>6.13868312</c:v>
                </c:pt>
                <c:pt idx="2464">
                  <c:v>6.14113473</c:v>
                </c:pt>
                <c:pt idx="2465">
                  <c:v>6.14358438</c:v>
                </c:pt>
                <c:pt idx="2466">
                  <c:v>6.14620008</c:v>
                </c:pt>
                <c:pt idx="2467">
                  <c:v>6.14863215</c:v>
                </c:pt>
                <c:pt idx="2468">
                  <c:v>6.1508259</c:v>
                </c:pt>
                <c:pt idx="2469">
                  <c:v>6.15345723</c:v>
                </c:pt>
                <c:pt idx="2470">
                  <c:v>6.15590688</c:v>
                </c:pt>
                <c:pt idx="2471">
                  <c:v>6.15857923</c:v>
                </c:pt>
                <c:pt idx="2472">
                  <c:v>6.16050926</c:v>
                </c:pt>
                <c:pt idx="2473">
                  <c:v>6.16361919</c:v>
                </c:pt>
                <c:pt idx="2474">
                  <c:v>6.16503741</c:v>
                </c:pt>
                <c:pt idx="2475">
                  <c:v>6.16773907</c:v>
                </c:pt>
                <c:pt idx="2476">
                  <c:v>6.16986249</c:v>
                </c:pt>
                <c:pt idx="2477">
                  <c:v>6.17272628</c:v>
                </c:pt>
                <c:pt idx="2478">
                  <c:v>6.1746778</c:v>
                </c:pt>
                <c:pt idx="2479">
                  <c:v>6.17706299</c:v>
                </c:pt>
                <c:pt idx="2480">
                  <c:v>6.1803878</c:v>
                </c:pt>
                <c:pt idx="2481">
                  <c:v>6.1820502</c:v>
                </c:pt>
                <c:pt idx="2482">
                  <c:v>6.18418926</c:v>
                </c:pt>
                <c:pt idx="2483">
                  <c:v>6.18703742</c:v>
                </c:pt>
                <c:pt idx="2484">
                  <c:v>6.1891628</c:v>
                </c:pt>
                <c:pt idx="2485">
                  <c:v>6.19216919</c:v>
                </c:pt>
                <c:pt idx="2486">
                  <c:v>6.19361476</c:v>
                </c:pt>
                <c:pt idx="2487">
                  <c:v>6.19688292</c:v>
                </c:pt>
                <c:pt idx="2488">
                  <c:v>6.19925834</c:v>
                </c:pt>
                <c:pt idx="2489">
                  <c:v>6.20134856</c:v>
                </c:pt>
                <c:pt idx="2490">
                  <c:v>6.20395058</c:v>
                </c:pt>
                <c:pt idx="2491">
                  <c:v>6.20633577</c:v>
                </c:pt>
                <c:pt idx="2492">
                  <c:v>6.20838887</c:v>
                </c:pt>
                <c:pt idx="2493">
                  <c:v>6.21074476</c:v>
                </c:pt>
                <c:pt idx="2494">
                  <c:v>6.21336241</c:v>
                </c:pt>
                <c:pt idx="2495">
                  <c:v>6.21521821</c:v>
                </c:pt>
                <c:pt idx="2496">
                  <c:v>6.21781633</c:v>
                </c:pt>
                <c:pt idx="2497">
                  <c:v>6.22043007</c:v>
                </c:pt>
                <c:pt idx="2498">
                  <c:v>6.22256717</c:v>
                </c:pt>
                <c:pt idx="2499">
                  <c:v>6.22534501</c:v>
                </c:pt>
                <c:pt idx="2500">
                  <c:v>6.22729653</c:v>
                </c:pt>
                <c:pt idx="2501">
                  <c:v>6.22960944</c:v>
                </c:pt>
                <c:pt idx="2502">
                  <c:v>6.23199463</c:v>
                </c:pt>
                <c:pt idx="2503">
                  <c:v>6.23416298</c:v>
                </c:pt>
                <c:pt idx="2504">
                  <c:v>6.23630008</c:v>
                </c:pt>
                <c:pt idx="2505">
                  <c:v>6.2391502</c:v>
                </c:pt>
                <c:pt idx="2506">
                  <c:v>6.24171901</c:v>
                </c:pt>
                <c:pt idx="2507">
                  <c:v>6.24413741</c:v>
                </c:pt>
                <c:pt idx="2508">
                  <c:v>6.2465226</c:v>
                </c:pt>
                <c:pt idx="2509">
                  <c:v>6.24789589</c:v>
                </c:pt>
                <c:pt idx="2510">
                  <c:v>6.25150982</c:v>
                </c:pt>
                <c:pt idx="2511">
                  <c:v>6.25270534</c:v>
                </c:pt>
                <c:pt idx="2512">
                  <c:v>6.25534058</c:v>
                </c:pt>
                <c:pt idx="2513">
                  <c:v>6.25743665</c:v>
                </c:pt>
                <c:pt idx="2514">
                  <c:v>6.25982184</c:v>
                </c:pt>
                <c:pt idx="2515">
                  <c:v>6.26220703</c:v>
                </c:pt>
                <c:pt idx="2516">
                  <c:v>6.26510208</c:v>
                </c:pt>
                <c:pt idx="2517">
                  <c:v>6.26703211</c:v>
                </c:pt>
                <c:pt idx="2518">
                  <c:v>6.27037255</c:v>
                </c:pt>
                <c:pt idx="2519">
                  <c:v>6.27274797</c:v>
                </c:pt>
                <c:pt idx="2520">
                  <c:v>6.27490069</c:v>
                </c:pt>
                <c:pt idx="2521">
                  <c:v>6.27702412</c:v>
                </c:pt>
                <c:pt idx="2522">
                  <c:v>6.27940931</c:v>
                </c:pt>
                <c:pt idx="2523">
                  <c:v>6.28180427</c:v>
                </c:pt>
                <c:pt idx="2524">
                  <c:v>6.2837343</c:v>
                </c:pt>
                <c:pt idx="2525">
                  <c:v>6.28707473</c:v>
                </c:pt>
                <c:pt idx="2526">
                  <c:v>6.28945602</c:v>
                </c:pt>
                <c:pt idx="2527">
                  <c:v>6.29090159</c:v>
                </c:pt>
                <c:pt idx="2528">
                  <c:v>6.2942264</c:v>
                </c:pt>
                <c:pt idx="2529">
                  <c:v>6.2969007</c:v>
                </c:pt>
                <c:pt idx="2530">
                  <c:v>6.29902608</c:v>
                </c:pt>
                <c:pt idx="2531">
                  <c:v>6.30116513</c:v>
                </c:pt>
                <c:pt idx="2532">
                  <c:v>6.30333153</c:v>
                </c:pt>
                <c:pt idx="2533">
                  <c:v>6.30600388</c:v>
                </c:pt>
                <c:pt idx="2534">
                  <c:v>6.3083793</c:v>
                </c:pt>
                <c:pt idx="2535">
                  <c:v>6.310995</c:v>
                </c:pt>
                <c:pt idx="2536">
                  <c:v>6.31359703</c:v>
                </c:pt>
                <c:pt idx="2537">
                  <c:v>6.31554855</c:v>
                </c:pt>
                <c:pt idx="2538">
                  <c:v>6.31840061</c:v>
                </c:pt>
                <c:pt idx="2539">
                  <c:v>6.31959614</c:v>
                </c:pt>
                <c:pt idx="2540">
                  <c:v>6.32299323</c:v>
                </c:pt>
                <c:pt idx="2541">
                  <c:v>6.32537842</c:v>
                </c:pt>
                <c:pt idx="2542">
                  <c:v>6.32775384</c:v>
                </c:pt>
                <c:pt idx="2543">
                  <c:v>6.33012926</c:v>
                </c:pt>
                <c:pt idx="2544">
                  <c:v>6.33231715</c:v>
                </c:pt>
                <c:pt idx="2545">
                  <c:v>6.33517703</c:v>
                </c:pt>
                <c:pt idx="2546">
                  <c:v>6.33614205</c:v>
                </c:pt>
                <c:pt idx="2547">
                  <c:v>6.33896286</c:v>
                </c:pt>
                <c:pt idx="2548">
                  <c:v>6.34135196</c:v>
                </c:pt>
                <c:pt idx="2549">
                  <c:v>6.34445603</c:v>
                </c:pt>
                <c:pt idx="2550">
                  <c:v>6.34662829</c:v>
                </c:pt>
                <c:pt idx="2551">
                  <c:v>6.34879664</c:v>
                </c:pt>
                <c:pt idx="2552">
                  <c:v>6.35118183</c:v>
                </c:pt>
                <c:pt idx="2553">
                  <c:v>6.35336386</c:v>
                </c:pt>
                <c:pt idx="2554">
                  <c:v>6.35596198</c:v>
                </c:pt>
                <c:pt idx="2555">
                  <c:v>6.3583374</c:v>
                </c:pt>
                <c:pt idx="2556">
                  <c:v>6.36050576</c:v>
                </c:pt>
                <c:pt idx="2557">
                  <c:v>6.36310778</c:v>
                </c:pt>
                <c:pt idx="2558">
                  <c:v>6.36549297</c:v>
                </c:pt>
                <c:pt idx="2559">
                  <c:v>6.36787816</c:v>
                </c:pt>
                <c:pt idx="2560">
                  <c:v>6.37028875</c:v>
                </c:pt>
                <c:pt idx="2561">
                  <c:v>6.3724317</c:v>
                </c:pt>
                <c:pt idx="2562">
                  <c:v>6.3745942</c:v>
                </c:pt>
                <c:pt idx="2563">
                  <c:v>6.37719232</c:v>
                </c:pt>
                <c:pt idx="2564">
                  <c:v>6.37956774</c:v>
                </c:pt>
                <c:pt idx="2565">
                  <c:v>6.38194316</c:v>
                </c:pt>
                <c:pt idx="2566">
                  <c:v>6.38529727</c:v>
                </c:pt>
                <c:pt idx="2567">
                  <c:v>6.38674284</c:v>
                </c:pt>
                <c:pt idx="2568">
                  <c:v>6.39006765</c:v>
                </c:pt>
                <c:pt idx="2569">
                  <c:v>6.39218717</c:v>
                </c:pt>
                <c:pt idx="2570">
                  <c:v>6.3938945</c:v>
                </c:pt>
                <c:pt idx="2571">
                  <c:v>6.39626993</c:v>
                </c:pt>
                <c:pt idx="2572">
                  <c:v>6.39864535</c:v>
                </c:pt>
                <c:pt idx="2573">
                  <c:v>6.40148765</c:v>
                </c:pt>
                <c:pt idx="2574">
                  <c:v>6.40361889</c:v>
                </c:pt>
                <c:pt idx="2575">
                  <c:v>6.40606854</c:v>
                </c:pt>
                <c:pt idx="2576">
                  <c:v>6.40866666</c:v>
                </c:pt>
                <c:pt idx="2577">
                  <c:v>6.41081157</c:v>
                </c:pt>
                <c:pt idx="2578">
                  <c:v>6.41363044</c:v>
                </c:pt>
                <c:pt idx="2579">
                  <c:v>6.41505061</c:v>
                </c:pt>
                <c:pt idx="2580">
                  <c:v>6.41767803</c:v>
                </c:pt>
                <c:pt idx="2581">
                  <c:v>6.42006322</c:v>
                </c:pt>
                <c:pt idx="2582">
                  <c:v>6.42225111</c:v>
                </c:pt>
                <c:pt idx="2583">
                  <c:v>6.42461676</c:v>
                </c:pt>
                <c:pt idx="2584">
                  <c:v>6.42722465</c:v>
                </c:pt>
                <c:pt idx="2585">
                  <c:v>6.42938714</c:v>
                </c:pt>
                <c:pt idx="2586">
                  <c:v>6.43198917</c:v>
                </c:pt>
                <c:pt idx="2587">
                  <c:v>6.43437436</c:v>
                </c:pt>
                <c:pt idx="2588">
                  <c:v>6.43650364</c:v>
                </c:pt>
                <c:pt idx="2589">
                  <c:v>6.43936157</c:v>
                </c:pt>
                <c:pt idx="2590">
                  <c:v>6.44174676</c:v>
                </c:pt>
                <c:pt idx="2591">
                  <c:v>6.44413195</c:v>
                </c:pt>
                <c:pt idx="2592">
                  <c:v>6.44673398</c:v>
                </c:pt>
                <c:pt idx="2593">
                  <c:v>6.44934577</c:v>
                </c:pt>
                <c:pt idx="2594">
                  <c:v>6.45150436</c:v>
                </c:pt>
                <c:pt idx="2595">
                  <c:v>6.45409661</c:v>
                </c:pt>
                <c:pt idx="2596">
                  <c:v>6.45555195</c:v>
                </c:pt>
                <c:pt idx="2597">
                  <c:v>6.45887676</c:v>
                </c:pt>
                <c:pt idx="2598">
                  <c:v>6.46126195</c:v>
                </c:pt>
                <c:pt idx="2599">
                  <c:v>6.4635983</c:v>
                </c:pt>
                <c:pt idx="2600">
                  <c:v>6.46552833</c:v>
                </c:pt>
                <c:pt idx="2601">
                  <c:v>6.46790376</c:v>
                </c:pt>
                <c:pt idx="2602">
                  <c:v>6.47073043</c:v>
                </c:pt>
                <c:pt idx="2603">
                  <c:v>6.47311562</c:v>
                </c:pt>
                <c:pt idx="2604">
                  <c:v>6.47550081</c:v>
                </c:pt>
                <c:pt idx="2605">
                  <c:v>6.477886</c:v>
                </c:pt>
                <c:pt idx="2606">
                  <c:v>6.47926124</c:v>
                </c:pt>
                <c:pt idx="2607">
                  <c:v>6.48163667</c:v>
                </c:pt>
                <c:pt idx="2608">
                  <c:v>6.48518613</c:v>
                </c:pt>
                <c:pt idx="2609">
                  <c:v>6.48757522</c:v>
                </c:pt>
                <c:pt idx="2610">
                  <c:v>6.48973967</c:v>
                </c:pt>
                <c:pt idx="2611">
                  <c:v>6.49212486</c:v>
                </c:pt>
                <c:pt idx="2612">
                  <c:v>6.49422093</c:v>
                </c:pt>
                <c:pt idx="2613">
                  <c:v>6.49685422</c:v>
                </c:pt>
                <c:pt idx="2614">
                  <c:v>6.49826462</c:v>
                </c:pt>
                <c:pt idx="2615">
                  <c:v>6.50064004</c:v>
                </c:pt>
                <c:pt idx="2616">
                  <c:v>6.50561358</c:v>
                </c:pt>
                <c:pt idx="2617">
                  <c:v>6.50798901</c:v>
                </c:pt>
                <c:pt idx="2618">
                  <c:v>6.51033903</c:v>
                </c:pt>
                <c:pt idx="2619">
                  <c:v>6.51251716</c:v>
                </c:pt>
                <c:pt idx="2620">
                  <c:v>6.51489258</c:v>
                </c:pt>
                <c:pt idx="2621">
                  <c:v>6.51727777</c:v>
                </c:pt>
                <c:pt idx="2622">
                  <c:v>6.51986612</c:v>
                </c:pt>
                <c:pt idx="2623">
                  <c:v>6.52197587</c:v>
                </c:pt>
                <c:pt idx="2624">
                  <c:v>6.52535928</c:v>
                </c:pt>
                <c:pt idx="2625">
                  <c:v>6.5277347</c:v>
                </c:pt>
                <c:pt idx="2626">
                  <c:v>6.52914511</c:v>
                </c:pt>
                <c:pt idx="2627">
                  <c:v>6.53270825</c:v>
                </c:pt>
                <c:pt idx="2628">
                  <c:v>6.53390182</c:v>
                </c:pt>
                <c:pt idx="2629">
                  <c:v>6.53722663</c:v>
                </c:pt>
                <c:pt idx="2630">
                  <c:v>6.53961182</c:v>
                </c:pt>
                <c:pt idx="2631">
                  <c:v>6.54221384</c:v>
                </c:pt>
                <c:pt idx="2632">
                  <c:v>6.54428843</c:v>
                </c:pt>
                <c:pt idx="2633">
                  <c:v>6.54575549</c:v>
                </c:pt>
                <c:pt idx="2634">
                  <c:v>6.54837119</c:v>
                </c:pt>
                <c:pt idx="2635">
                  <c:v>6.55052587</c:v>
                </c:pt>
                <c:pt idx="2636">
                  <c:v>6.55312203</c:v>
                </c:pt>
                <c:pt idx="2637">
                  <c:v>6.55551308</c:v>
                </c:pt>
                <c:pt idx="2638">
                  <c:v>6.55854096</c:v>
                </c:pt>
                <c:pt idx="2639">
                  <c:v>6.56091639</c:v>
                </c:pt>
                <c:pt idx="2640">
                  <c:v>6.56237954</c:v>
                </c:pt>
                <c:pt idx="2641">
                  <c:v>6.56476473</c:v>
                </c:pt>
                <c:pt idx="2642">
                  <c:v>6.56736675</c:v>
                </c:pt>
                <c:pt idx="2643">
                  <c:v>6.56975194</c:v>
                </c:pt>
                <c:pt idx="2644">
                  <c:v>6.5727935</c:v>
                </c:pt>
                <c:pt idx="2645">
                  <c:v>6.57516892</c:v>
                </c:pt>
                <c:pt idx="2646">
                  <c:v>6.57755802</c:v>
                </c:pt>
                <c:pt idx="2647">
                  <c:v>6.57994321</c:v>
                </c:pt>
                <c:pt idx="2648">
                  <c:v>6.58254523</c:v>
                </c:pt>
                <c:pt idx="2649">
                  <c:v>6.58370559</c:v>
                </c:pt>
                <c:pt idx="2650">
                  <c:v>6.58652641</c:v>
                </c:pt>
                <c:pt idx="2651">
                  <c:v>6.58912452</c:v>
                </c:pt>
                <c:pt idx="2652">
                  <c:v>6.59149995</c:v>
                </c:pt>
                <c:pt idx="2653">
                  <c:v>6.59360384</c:v>
                </c:pt>
                <c:pt idx="2654">
                  <c:v>6.5960281</c:v>
                </c:pt>
                <c:pt idx="2655">
                  <c:v>6.59832929</c:v>
                </c:pt>
                <c:pt idx="2656">
                  <c:v>6.60070471</c:v>
                </c:pt>
                <c:pt idx="2657">
                  <c:v>6.60307232</c:v>
                </c:pt>
                <c:pt idx="2658">
                  <c:v>6.60545751</c:v>
                </c:pt>
                <c:pt idx="2659">
                  <c:v>6.60733675</c:v>
                </c:pt>
                <c:pt idx="2660">
                  <c:v>6.61013217</c:v>
                </c:pt>
                <c:pt idx="2661">
                  <c:v>6.61250759</c:v>
                </c:pt>
                <c:pt idx="2662">
                  <c:v>6.61480878</c:v>
                </c:pt>
                <c:pt idx="2663">
                  <c:v>6.61767257</c:v>
                </c:pt>
                <c:pt idx="2664">
                  <c:v>6.61955181</c:v>
                </c:pt>
                <c:pt idx="2665">
                  <c:v>6.62186472</c:v>
                </c:pt>
                <c:pt idx="2666">
                  <c:v>6.62445893</c:v>
                </c:pt>
                <c:pt idx="2667">
                  <c:v>6.62705705</c:v>
                </c:pt>
                <c:pt idx="2668">
                  <c:v>6.62943247</c:v>
                </c:pt>
                <c:pt idx="2669">
                  <c:v>6.63147776</c:v>
                </c:pt>
                <c:pt idx="2670">
                  <c:v>6.63407978</c:v>
                </c:pt>
                <c:pt idx="2671">
                  <c:v>6.63639269</c:v>
                </c:pt>
                <c:pt idx="2672">
                  <c:v>6.638563</c:v>
                </c:pt>
                <c:pt idx="2673">
                  <c:v>6.64087396</c:v>
                </c:pt>
                <c:pt idx="2674">
                  <c:v>6.64318687</c:v>
                </c:pt>
                <c:pt idx="2675">
                  <c:v>6.64531811</c:v>
                </c:pt>
                <c:pt idx="2676">
                  <c:v>6.64791623</c:v>
                </c:pt>
                <c:pt idx="2677">
                  <c:v>6.65041472</c:v>
                </c:pt>
                <c:pt idx="2678">
                  <c:v>6.65251861</c:v>
                </c:pt>
                <c:pt idx="2679">
                  <c:v>6.65415171</c:v>
                </c:pt>
                <c:pt idx="2680">
                  <c:v>6.65677522</c:v>
                </c:pt>
                <c:pt idx="2681">
                  <c:v>6.65927371</c:v>
                </c:pt>
                <c:pt idx="2682">
                  <c:v>6.66161788</c:v>
                </c:pt>
                <c:pt idx="2683">
                  <c:v>6.66372763</c:v>
                </c:pt>
                <c:pt idx="2684">
                  <c:v>6.66674965</c:v>
                </c:pt>
                <c:pt idx="2685">
                  <c:v>6.66906256</c:v>
                </c:pt>
                <c:pt idx="2686">
                  <c:v>6.67374894</c:v>
                </c:pt>
                <c:pt idx="2687">
                  <c:v>6.67560474</c:v>
                </c:pt>
                <c:pt idx="2688">
                  <c:v>6.67788054</c:v>
                </c:pt>
                <c:pt idx="2689">
                  <c:v>6.68019345</c:v>
                </c:pt>
                <c:pt idx="2690">
                  <c:v>6.68228562</c:v>
                </c:pt>
                <c:pt idx="2691">
                  <c:v>6.6848095</c:v>
                </c:pt>
                <c:pt idx="2692">
                  <c:v>6.68718493</c:v>
                </c:pt>
                <c:pt idx="2693">
                  <c:v>6.68948612</c:v>
                </c:pt>
                <c:pt idx="2694">
                  <c:v>6.69154117</c:v>
                </c:pt>
                <c:pt idx="2695">
                  <c:v>6.69407092</c:v>
                </c:pt>
                <c:pt idx="2696">
                  <c:v>6.69527621</c:v>
                </c:pt>
                <c:pt idx="2697">
                  <c:v>6.69869674</c:v>
                </c:pt>
                <c:pt idx="2698">
                  <c:v>6.70151169</c:v>
                </c:pt>
                <c:pt idx="2699">
                  <c:v>6.70381288</c:v>
                </c:pt>
                <c:pt idx="2700">
                  <c:v>6.70559445</c:v>
                </c:pt>
                <c:pt idx="2701">
                  <c:v>6.70816522</c:v>
                </c:pt>
                <c:pt idx="2702">
                  <c:v>6.71069497</c:v>
                </c:pt>
                <c:pt idx="2703">
                  <c:v>6.71250193</c:v>
                </c:pt>
                <c:pt idx="2704">
                  <c:v>6.71481484</c:v>
                </c:pt>
                <c:pt idx="2705">
                  <c:v>6.71734459</c:v>
                </c:pt>
                <c:pt idx="2706">
                  <c:v>6.7196575</c:v>
                </c:pt>
                <c:pt idx="2707">
                  <c:v>6.72197041</c:v>
                </c:pt>
                <c:pt idx="2708">
                  <c:v>6.7239942</c:v>
                </c:pt>
                <c:pt idx="2709">
                  <c:v>6.72652786</c:v>
                </c:pt>
                <c:pt idx="2710">
                  <c:v>6.72882905</c:v>
                </c:pt>
                <c:pt idx="2711">
                  <c:v>6.73086066</c:v>
                </c:pt>
                <c:pt idx="2712">
                  <c:v>6.73252306</c:v>
                </c:pt>
                <c:pt idx="2713">
                  <c:v>6.73707661</c:v>
                </c:pt>
                <c:pt idx="2714">
                  <c:v>6.74070616</c:v>
                </c:pt>
                <c:pt idx="2715">
                  <c:v>6.74167118</c:v>
                </c:pt>
                <c:pt idx="2716">
                  <c:v>6.74509952</c:v>
                </c:pt>
                <c:pt idx="2717">
                  <c:v>6.74716434</c:v>
                </c:pt>
                <c:pt idx="2718">
                  <c:v>6.75191518</c:v>
                </c:pt>
                <c:pt idx="2719">
                  <c:v>6.75305015</c:v>
                </c:pt>
                <c:pt idx="2720">
                  <c:v>6.75674026</c:v>
                </c:pt>
                <c:pt idx="2721">
                  <c:v>6.75876015</c:v>
                </c:pt>
                <c:pt idx="2722">
                  <c:v>6.76082302</c:v>
                </c:pt>
                <c:pt idx="2723">
                  <c:v>6.76540977</c:v>
                </c:pt>
                <c:pt idx="2724">
                  <c:v>6.76787505</c:v>
                </c:pt>
                <c:pt idx="2725">
                  <c:v>6.77039894</c:v>
                </c:pt>
                <c:pt idx="2726">
                  <c:v>6.77270013</c:v>
                </c:pt>
                <c:pt idx="2727">
                  <c:v>6.77359091</c:v>
                </c:pt>
                <c:pt idx="2728">
                  <c:v>6.77492709</c:v>
                </c:pt>
                <c:pt idx="2729">
                  <c:v>6.77610698</c:v>
                </c:pt>
                <c:pt idx="2730">
                  <c:v>6.78087736</c:v>
                </c:pt>
                <c:pt idx="2731">
                  <c:v>6.78564774</c:v>
                </c:pt>
                <c:pt idx="2732">
                  <c:v>6.78814037</c:v>
                </c:pt>
                <c:pt idx="2733">
                  <c:v>6.79012901</c:v>
                </c:pt>
                <c:pt idx="2734">
                  <c:v>6.79265876</c:v>
                </c:pt>
                <c:pt idx="2735">
                  <c:v>6.79467279</c:v>
                </c:pt>
                <c:pt idx="2736">
                  <c:v>6.79697398</c:v>
                </c:pt>
                <c:pt idx="2737">
                  <c:v>6.79897824</c:v>
                </c:pt>
                <c:pt idx="2738">
                  <c:v>6.80147673</c:v>
                </c:pt>
                <c:pt idx="2739">
                  <c:v>6.8026156</c:v>
                </c:pt>
                <c:pt idx="2740">
                  <c:v>6.80805407</c:v>
                </c:pt>
                <c:pt idx="2741">
                  <c:v>6.8102947</c:v>
                </c:pt>
                <c:pt idx="2742">
                  <c:v>6.81278538</c:v>
                </c:pt>
                <c:pt idx="2743">
                  <c:v>6.81477597</c:v>
                </c:pt>
                <c:pt idx="2744">
                  <c:v>6.81723344</c:v>
                </c:pt>
                <c:pt idx="2745">
                  <c:v>6.81931779</c:v>
                </c:pt>
                <c:pt idx="2746">
                  <c:v>6.82157015</c:v>
                </c:pt>
                <c:pt idx="2747">
                  <c:v>6.82467812</c:v>
                </c:pt>
                <c:pt idx="2748">
                  <c:v>6.82674099</c:v>
                </c:pt>
                <c:pt idx="2749">
                  <c:v>6.82896794</c:v>
                </c:pt>
                <c:pt idx="2750">
                  <c:v>6.83118318</c:v>
                </c:pt>
                <c:pt idx="2751">
                  <c:v>6.83299014</c:v>
                </c:pt>
                <c:pt idx="2752">
                  <c:v>6.83498073</c:v>
                </c:pt>
                <c:pt idx="2753">
                  <c:v>6.83728192</c:v>
                </c:pt>
                <c:pt idx="2754">
                  <c:v>6.83973158</c:v>
                </c:pt>
                <c:pt idx="2755">
                  <c:v>6.84216951</c:v>
                </c:pt>
                <c:pt idx="2756">
                  <c:v>6.84418549</c:v>
                </c:pt>
                <c:pt idx="2757">
                  <c:v>6.84618976</c:v>
                </c:pt>
                <c:pt idx="2758">
                  <c:v>6.84841672</c:v>
                </c:pt>
                <c:pt idx="2759">
                  <c:v>6.85048154</c:v>
                </c:pt>
                <c:pt idx="2760">
                  <c:v>6.85316756</c:v>
                </c:pt>
                <c:pt idx="2761">
                  <c:v>6.85604698</c:v>
                </c:pt>
                <c:pt idx="2762">
                  <c:v>6.85717608</c:v>
                </c:pt>
                <c:pt idx="2763">
                  <c:v>6.85958862</c:v>
                </c:pt>
                <c:pt idx="2764">
                  <c:v>6.86204609</c:v>
                </c:pt>
                <c:pt idx="2765">
                  <c:v>6.86630661</c:v>
                </c:pt>
                <c:pt idx="2766">
                  <c:v>6.86831088</c:v>
                </c:pt>
                <c:pt idx="2767">
                  <c:v>6.87053784</c:v>
                </c:pt>
                <c:pt idx="2768">
                  <c:v>6.87365558</c:v>
                </c:pt>
                <c:pt idx="2769">
                  <c:v>6.87809191</c:v>
                </c:pt>
                <c:pt idx="2770">
                  <c:v>6.8794652</c:v>
                </c:pt>
                <c:pt idx="2771">
                  <c:v>6.88257318</c:v>
                </c:pt>
                <c:pt idx="2772">
                  <c:v>6.88479037</c:v>
                </c:pt>
                <c:pt idx="2773">
                  <c:v>6.88701733</c:v>
                </c:pt>
                <c:pt idx="2774">
                  <c:v>6.89124855</c:v>
                </c:pt>
                <c:pt idx="2775">
                  <c:v>6.89319811</c:v>
                </c:pt>
                <c:pt idx="2776">
                  <c:v>6.89807789</c:v>
                </c:pt>
                <c:pt idx="2777">
                  <c:v>6.90013685</c:v>
                </c:pt>
                <c:pt idx="2778">
                  <c:v>6.9025318</c:v>
                </c:pt>
                <c:pt idx="2779">
                  <c:v>6.90454583</c:v>
                </c:pt>
                <c:pt idx="2780">
                  <c:v>6.9070033</c:v>
                </c:pt>
                <c:pt idx="2781">
                  <c:v>6.90924394</c:v>
                </c:pt>
                <c:pt idx="2782">
                  <c:v>6.91121694</c:v>
                </c:pt>
                <c:pt idx="2783">
                  <c:v>6.91343609</c:v>
                </c:pt>
                <c:pt idx="2784">
                  <c:v>6.91567672</c:v>
                </c:pt>
                <c:pt idx="2785">
                  <c:v>6.91767512</c:v>
                </c:pt>
                <c:pt idx="2786">
                  <c:v>6.92005054</c:v>
                </c:pt>
                <c:pt idx="2787">
                  <c:v>6.92203723</c:v>
                </c:pt>
                <c:pt idx="2788">
                  <c:v>6.92405907</c:v>
                </c:pt>
                <c:pt idx="2789">
                  <c:v>6.92630166</c:v>
                </c:pt>
                <c:pt idx="2790">
                  <c:v>6.92847001</c:v>
                </c:pt>
                <c:pt idx="2791">
                  <c:v>6.93071064</c:v>
                </c:pt>
                <c:pt idx="2792">
                  <c:v>6.93333806</c:v>
                </c:pt>
                <c:pt idx="2793">
                  <c:v>6.93577014</c:v>
                </c:pt>
                <c:pt idx="2794">
                  <c:v>6.93779198</c:v>
                </c:pt>
                <c:pt idx="2795">
                  <c:v>6.93981773</c:v>
                </c:pt>
                <c:pt idx="2796">
                  <c:v>6.94220292</c:v>
                </c:pt>
                <c:pt idx="2797">
                  <c:v>6.94417593</c:v>
                </c:pt>
                <c:pt idx="2798">
                  <c:v>6.94617824</c:v>
                </c:pt>
                <c:pt idx="2799">
                  <c:v>6.9486357</c:v>
                </c:pt>
                <c:pt idx="2800">
                  <c:v>6.9510795</c:v>
                </c:pt>
                <c:pt idx="2801">
                  <c:v>6.95323222</c:v>
                </c:pt>
                <c:pt idx="2802">
                  <c:v>6.95568188</c:v>
                </c:pt>
                <c:pt idx="2803">
                  <c:v>6.95767051</c:v>
                </c:pt>
                <c:pt idx="2804">
                  <c:v>6.95991115</c:v>
                </c:pt>
                <c:pt idx="2805">
                  <c:v>6.96229634</c:v>
                </c:pt>
                <c:pt idx="2806">
                  <c:v>6.96453697</c:v>
                </c:pt>
                <c:pt idx="2807">
                  <c:v>6.96651974</c:v>
                </c:pt>
                <c:pt idx="2808">
                  <c:v>6.96894595</c:v>
                </c:pt>
                <c:pt idx="2809">
                  <c:v>6.97089747</c:v>
                </c:pt>
                <c:pt idx="2810">
                  <c:v>6.97306583</c:v>
                </c:pt>
                <c:pt idx="2811">
                  <c:v>6.97530646</c:v>
                </c:pt>
                <c:pt idx="2812">
                  <c:v>6.97769165</c:v>
                </c:pt>
                <c:pt idx="2813">
                  <c:v>6.97993228</c:v>
                </c:pt>
                <c:pt idx="2814">
                  <c:v>6.98188576</c:v>
                </c:pt>
                <c:pt idx="2815">
                  <c:v>6.98411271</c:v>
                </c:pt>
                <c:pt idx="2816">
                  <c:v>6.98648814</c:v>
                </c:pt>
                <c:pt idx="2817">
                  <c:v>6.98871509</c:v>
                </c:pt>
                <c:pt idx="2818">
                  <c:v>6.99070178</c:v>
                </c:pt>
                <c:pt idx="2819">
                  <c:v>6.99308697</c:v>
                </c:pt>
                <c:pt idx="2820">
                  <c:v>6.9953276</c:v>
                </c:pt>
                <c:pt idx="2821">
                  <c:v>6.99749595</c:v>
                </c:pt>
                <c:pt idx="2822">
                  <c:v>6.9990138</c:v>
                </c:pt>
                <c:pt idx="2823">
                  <c:v>7.00125443</c:v>
                </c:pt>
                <c:pt idx="2824">
                  <c:v>7.00342279</c:v>
                </c:pt>
                <c:pt idx="2825">
                  <c:v>7.00563998</c:v>
                </c:pt>
                <c:pt idx="2826">
                  <c:v>7.0077927</c:v>
                </c:pt>
                <c:pt idx="2827">
                  <c:v>7.01065063</c:v>
                </c:pt>
                <c:pt idx="2828">
                  <c:v>7.01180123</c:v>
                </c:pt>
                <c:pt idx="2829">
                  <c:v>7.01506744</c:v>
                </c:pt>
                <c:pt idx="2830">
                  <c:v>7.01701114</c:v>
                </c:pt>
                <c:pt idx="2831">
                  <c:v>7.01925177</c:v>
                </c:pt>
                <c:pt idx="2832">
                  <c:v>7.02182254</c:v>
                </c:pt>
                <c:pt idx="2833">
                  <c:v>7.02380532</c:v>
                </c:pt>
                <c:pt idx="2834">
                  <c:v>7.02604595</c:v>
                </c:pt>
                <c:pt idx="2835">
                  <c:v>7.02820649</c:v>
                </c:pt>
                <c:pt idx="2836">
                  <c:v>7.03016582</c:v>
                </c:pt>
                <c:pt idx="2837">
                  <c:v>7.03258618</c:v>
                </c:pt>
                <c:pt idx="2838">
                  <c:v>7.03450253</c:v>
                </c:pt>
                <c:pt idx="2839">
                  <c:v>7.03696586</c:v>
                </c:pt>
                <c:pt idx="2840">
                  <c:v>7.03826101</c:v>
                </c:pt>
                <c:pt idx="2841">
                  <c:v>7.04129671</c:v>
                </c:pt>
                <c:pt idx="2842">
                  <c:v>7.04349827</c:v>
                </c:pt>
                <c:pt idx="2843">
                  <c:v>7.045651</c:v>
                </c:pt>
                <c:pt idx="2844">
                  <c:v>7.04678987</c:v>
                </c:pt>
                <c:pt idx="2845">
                  <c:v>7.05025338</c:v>
                </c:pt>
                <c:pt idx="2846">
                  <c:v>7.05221076</c:v>
                </c:pt>
                <c:pt idx="2847">
                  <c:v>7.05437911</c:v>
                </c:pt>
                <c:pt idx="2848">
                  <c:v>7.05683658</c:v>
                </c:pt>
                <c:pt idx="2849">
                  <c:v>7.05789927</c:v>
                </c:pt>
                <c:pt idx="2850">
                  <c:v>7.06030595</c:v>
                </c:pt>
                <c:pt idx="2851">
                  <c:v>7.06227895</c:v>
                </c:pt>
                <c:pt idx="2852">
                  <c:v>7.06442582</c:v>
                </c:pt>
                <c:pt idx="2853">
                  <c:v>7.06643594</c:v>
                </c:pt>
                <c:pt idx="2854">
                  <c:v>7.06903406</c:v>
                </c:pt>
                <c:pt idx="2855">
                  <c:v>7.07208734</c:v>
                </c:pt>
                <c:pt idx="2856">
                  <c:v>7.0740076</c:v>
                </c:pt>
                <c:pt idx="2857">
                  <c:v>7.07623456</c:v>
                </c:pt>
                <c:pt idx="2858">
                  <c:v>7.0806162</c:v>
                </c:pt>
                <c:pt idx="2859">
                  <c:v>7.08254428</c:v>
                </c:pt>
                <c:pt idx="2860">
                  <c:v>7.08495291</c:v>
                </c:pt>
                <c:pt idx="2861">
                  <c:v>7.08712126</c:v>
                </c:pt>
                <c:pt idx="2862">
                  <c:v>7.08929938</c:v>
                </c:pt>
                <c:pt idx="2863">
                  <c:v>7.09063556</c:v>
                </c:pt>
                <c:pt idx="2864">
                  <c:v>7.09367907</c:v>
                </c:pt>
                <c:pt idx="2865">
                  <c:v>7.09523794</c:v>
                </c:pt>
                <c:pt idx="2866">
                  <c:v>7.09716797</c:v>
                </c:pt>
                <c:pt idx="2867">
                  <c:v>7.0994086</c:v>
                </c:pt>
                <c:pt idx="2868">
                  <c:v>7.10199305</c:v>
                </c:pt>
                <c:pt idx="2869">
                  <c:v>7.10490177</c:v>
                </c:pt>
                <c:pt idx="2870">
                  <c:v>7.10707012</c:v>
                </c:pt>
                <c:pt idx="2871">
                  <c:v>7.11118999</c:v>
                </c:pt>
                <c:pt idx="2872">
                  <c:v>7.11343063</c:v>
                </c:pt>
                <c:pt idx="2873">
                  <c:v>7.11559898</c:v>
                </c:pt>
                <c:pt idx="2874">
                  <c:v>7.11646632</c:v>
                </c:pt>
                <c:pt idx="2875">
                  <c:v>7.11995718</c:v>
                </c:pt>
                <c:pt idx="2876">
                  <c:v>7.12218413</c:v>
                </c:pt>
                <c:pt idx="2877">
                  <c:v>7.12389147</c:v>
                </c:pt>
                <c:pt idx="2878">
                  <c:v>7.12634112</c:v>
                </c:pt>
                <c:pt idx="2879">
                  <c:v>7.12849385</c:v>
                </c:pt>
                <c:pt idx="2880">
                  <c:v>7.13027542</c:v>
                </c:pt>
                <c:pt idx="2881">
                  <c:v>7.13265084</c:v>
                </c:pt>
                <c:pt idx="2882">
                  <c:v>7.13460822</c:v>
                </c:pt>
                <c:pt idx="2883">
                  <c:v>7.13703052</c:v>
                </c:pt>
                <c:pt idx="2884">
                  <c:v>7.13896055</c:v>
                </c:pt>
                <c:pt idx="2885">
                  <c:v>7.14118751</c:v>
                </c:pt>
                <c:pt idx="2886">
                  <c:v>7.14334024</c:v>
                </c:pt>
                <c:pt idx="2887">
                  <c:v>7.14549297</c:v>
                </c:pt>
                <c:pt idx="2888">
                  <c:v>7.14769062</c:v>
                </c:pt>
                <c:pt idx="2889">
                  <c:v>7.14985898</c:v>
                </c:pt>
                <c:pt idx="2890">
                  <c:v>7.15187691</c:v>
                </c:pt>
                <c:pt idx="2891">
                  <c:v>7.15640506</c:v>
                </c:pt>
                <c:pt idx="2892">
                  <c:v>7.15863202</c:v>
                </c:pt>
                <c:pt idx="2893">
                  <c:v>7.16078475</c:v>
                </c:pt>
                <c:pt idx="2894">
                  <c:v>7.16294138</c:v>
                </c:pt>
                <c:pt idx="2895">
                  <c:v>7.16510973</c:v>
                </c:pt>
                <c:pt idx="2896">
                  <c:v>7.16727809</c:v>
                </c:pt>
                <c:pt idx="2897">
                  <c:v>7.16973556</c:v>
                </c:pt>
                <c:pt idx="2898">
                  <c:v>7.17169684</c:v>
                </c:pt>
                <c:pt idx="2899">
                  <c:v>7.17251339</c:v>
                </c:pt>
                <c:pt idx="2900">
                  <c:v>7.17622499</c:v>
                </c:pt>
                <c:pt idx="2901">
                  <c:v>7.17905948</c:v>
                </c:pt>
                <c:pt idx="2902">
                  <c:v>7.18097584</c:v>
                </c:pt>
                <c:pt idx="2903">
                  <c:v>7.18296252</c:v>
                </c:pt>
                <c:pt idx="2904">
                  <c:v>7.18534771</c:v>
                </c:pt>
                <c:pt idx="2905">
                  <c:v>7.18639477</c:v>
                </c:pt>
                <c:pt idx="2906">
                  <c:v>7.18968442</c:v>
                </c:pt>
                <c:pt idx="2907">
                  <c:v>7.19206961</c:v>
                </c:pt>
                <c:pt idx="2908">
                  <c:v>7.19314988</c:v>
                </c:pt>
                <c:pt idx="2909">
                  <c:v>7.19553897</c:v>
                </c:pt>
                <c:pt idx="2910">
                  <c:v>7.19745533</c:v>
                </c:pt>
                <c:pt idx="2911">
                  <c:v>7.20242887</c:v>
                </c:pt>
                <c:pt idx="2912">
                  <c:v>7.20435695</c:v>
                </c:pt>
                <c:pt idx="2913">
                  <c:v>7.20674214</c:v>
                </c:pt>
                <c:pt idx="2914">
                  <c:v>7.20910974</c:v>
                </c:pt>
                <c:pt idx="2915">
                  <c:v>7.21089131</c:v>
                </c:pt>
                <c:pt idx="2916">
                  <c:v>7.21363789</c:v>
                </c:pt>
                <c:pt idx="2917">
                  <c:v>7.21476505</c:v>
                </c:pt>
                <c:pt idx="2918">
                  <c:v>7.2169334</c:v>
                </c:pt>
                <c:pt idx="2919">
                  <c:v>7.21883413</c:v>
                </c:pt>
                <c:pt idx="2920">
                  <c:v>7.22228201</c:v>
                </c:pt>
                <c:pt idx="2921">
                  <c:v>7.22336228</c:v>
                </c:pt>
                <c:pt idx="2922">
                  <c:v>7.22575137</c:v>
                </c:pt>
                <c:pt idx="2923">
                  <c:v>7.22959776</c:v>
                </c:pt>
                <c:pt idx="2924">
                  <c:v>7.23196732</c:v>
                </c:pt>
                <c:pt idx="2925">
                  <c:v>7.23434861</c:v>
                </c:pt>
                <c:pt idx="2926">
                  <c:v>7.23630403</c:v>
                </c:pt>
                <c:pt idx="2927">
                  <c:v>7.23843136</c:v>
                </c:pt>
                <c:pt idx="2928">
                  <c:v>7.24273682</c:v>
                </c:pt>
                <c:pt idx="2929">
                  <c:v>7.24600302</c:v>
                </c:pt>
                <c:pt idx="2930">
                  <c:v>7.24707352</c:v>
                </c:pt>
                <c:pt idx="2931">
                  <c:v>7.25003694</c:v>
                </c:pt>
                <c:pt idx="2932">
                  <c:v>7.25155479</c:v>
                </c:pt>
                <c:pt idx="2933">
                  <c:v>7.25372314</c:v>
                </c:pt>
                <c:pt idx="2934">
                  <c:v>7.25565318</c:v>
                </c:pt>
                <c:pt idx="2935">
                  <c:v>7.25820441</c:v>
                </c:pt>
                <c:pt idx="2936">
                  <c:v>7.26037276</c:v>
                </c:pt>
                <c:pt idx="2937">
                  <c:v>7.26233405</c:v>
                </c:pt>
                <c:pt idx="2938">
                  <c:v>7.26463719</c:v>
                </c:pt>
                <c:pt idx="2939">
                  <c:v>7.26678797</c:v>
                </c:pt>
                <c:pt idx="2940">
                  <c:v>7.26894069</c:v>
                </c:pt>
                <c:pt idx="2941">
                  <c:v>7.27109342</c:v>
                </c:pt>
                <c:pt idx="2942">
                  <c:v>7.27533441</c:v>
                </c:pt>
                <c:pt idx="2943">
                  <c:v>7.27814546</c:v>
                </c:pt>
                <c:pt idx="2944">
                  <c:v>7.28645943</c:v>
                </c:pt>
                <c:pt idx="2945">
                  <c:v>7.28861216</c:v>
                </c:pt>
                <c:pt idx="2946">
                  <c:v>7.29098758</c:v>
                </c:pt>
                <c:pt idx="2947">
                  <c:v>7.29314031</c:v>
                </c:pt>
                <c:pt idx="2948">
                  <c:v>7.29395686</c:v>
                </c:pt>
                <c:pt idx="2949">
                  <c:v>7.29714883</c:v>
                </c:pt>
                <c:pt idx="2950">
                  <c:v>7.29930156</c:v>
                </c:pt>
                <c:pt idx="2951">
                  <c:v>7.30100889</c:v>
                </c:pt>
                <c:pt idx="2952">
                  <c:v>7.30182545</c:v>
                </c:pt>
                <c:pt idx="2953">
                  <c:v>7.30635359</c:v>
                </c:pt>
                <c:pt idx="2954">
                  <c:v>7.30932287</c:v>
                </c:pt>
                <c:pt idx="2955">
                  <c:v>7.31169829</c:v>
                </c:pt>
                <c:pt idx="2956">
                  <c:v>7.31592952</c:v>
                </c:pt>
                <c:pt idx="2957">
                  <c:v>7.31830494</c:v>
                </c:pt>
                <c:pt idx="2958">
                  <c:v>7.31956688</c:v>
                </c:pt>
                <c:pt idx="2959">
                  <c:v>7.32491158</c:v>
                </c:pt>
                <c:pt idx="2960">
                  <c:v>7.32706431</c:v>
                </c:pt>
                <c:pt idx="2961">
                  <c:v>7.32809769</c:v>
                </c:pt>
                <c:pt idx="2962">
                  <c:v>7.33040475</c:v>
                </c:pt>
                <c:pt idx="2963">
                  <c:v>7.33322556</c:v>
                </c:pt>
                <c:pt idx="2964">
                  <c:v>7.33727706</c:v>
                </c:pt>
                <c:pt idx="2965">
                  <c:v>7.34175833</c:v>
                </c:pt>
                <c:pt idx="2966">
                  <c:v>7.34361803</c:v>
                </c:pt>
                <c:pt idx="2967">
                  <c:v>7.34770079</c:v>
                </c:pt>
                <c:pt idx="2968">
                  <c:v>7.35067007</c:v>
                </c:pt>
                <c:pt idx="2969">
                  <c:v>7.35148662</c:v>
                </c:pt>
                <c:pt idx="2970">
                  <c:v>7.35408474</c:v>
                </c:pt>
                <c:pt idx="2971">
                  <c:v>7.35621402</c:v>
                </c:pt>
                <c:pt idx="2972">
                  <c:v>7.35853865</c:v>
                </c:pt>
                <c:pt idx="2973">
                  <c:v>7.36047845</c:v>
                </c:pt>
                <c:pt idx="2974">
                  <c:v>7.3651453</c:v>
                </c:pt>
                <c:pt idx="2975">
                  <c:v>7.36705579</c:v>
                </c:pt>
                <c:pt idx="2976">
                  <c:v>7.36915382</c:v>
                </c:pt>
                <c:pt idx="2977">
                  <c:v>7.37319946</c:v>
                </c:pt>
                <c:pt idx="2978">
                  <c:v>7.37531507</c:v>
                </c:pt>
                <c:pt idx="2979">
                  <c:v>7.37804212</c:v>
                </c:pt>
                <c:pt idx="2980">
                  <c:v>7.38021047</c:v>
                </c:pt>
                <c:pt idx="2981">
                  <c:v>7.38187288</c:v>
                </c:pt>
                <c:pt idx="2982">
                  <c:v>7.3844456</c:v>
                </c:pt>
                <c:pt idx="2983">
                  <c:v>7.38635415</c:v>
                </c:pt>
                <c:pt idx="2984">
                  <c:v>7.38845022</c:v>
                </c:pt>
                <c:pt idx="2985">
                  <c:v>7.39293149</c:v>
                </c:pt>
                <c:pt idx="2986">
                  <c:v>7.39416022</c:v>
                </c:pt>
                <c:pt idx="2987">
                  <c:v>7.39713927</c:v>
                </c:pt>
                <c:pt idx="2988">
                  <c:v>7.39921776</c:v>
                </c:pt>
                <c:pt idx="2989">
                  <c:v>7.40493362</c:v>
                </c:pt>
                <c:pt idx="2990">
                  <c:v>7.40701211</c:v>
                </c:pt>
                <c:pt idx="2991">
                  <c:v>7.40970009</c:v>
                </c:pt>
                <c:pt idx="2992">
                  <c:v>7.41121794</c:v>
                </c:pt>
                <c:pt idx="2993">
                  <c:v>7.41391569</c:v>
                </c:pt>
                <c:pt idx="2994">
                  <c:v>7.41786756</c:v>
                </c:pt>
                <c:pt idx="2995">
                  <c:v>7.42037387</c:v>
                </c:pt>
                <c:pt idx="2996">
                  <c:v>7.42133693</c:v>
                </c:pt>
                <c:pt idx="2997">
                  <c:v>7.423433</c:v>
                </c:pt>
                <c:pt idx="2998">
                  <c:v>7.42594126</c:v>
                </c:pt>
                <c:pt idx="2999">
                  <c:v>7.42776971</c:v>
                </c:pt>
                <c:pt idx="3000">
                  <c:v>7.42957863</c:v>
                </c:pt>
                <c:pt idx="3001">
                  <c:v>7.43203414</c:v>
                </c:pt>
                <c:pt idx="3002">
                  <c:v>7.43413022</c:v>
                </c:pt>
                <c:pt idx="3003">
                  <c:v>7.43572034</c:v>
                </c:pt>
                <c:pt idx="3004">
                  <c:v>7.43774414</c:v>
                </c:pt>
                <c:pt idx="3005">
                  <c:v>7.43998477</c:v>
                </c:pt>
                <c:pt idx="3006">
                  <c:v>7.44219806</c:v>
                </c:pt>
                <c:pt idx="3007">
                  <c:v>7.44427655</c:v>
                </c:pt>
                <c:pt idx="3008">
                  <c:v>7.44648984</c:v>
                </c:pt>
                <c:pt idx="3009">
                  <c:v>7.44865819</c:v>
                </c:pt>
                <c:pt idx="3010">
                  <c:v>7.45068199</c:v>
                </c:pt>
                <c:pt idx="3011">
                  <c:v>7.45227211</c:v>
                </c:pt>
                <c:pt idx="3012">
                  <c:v>7.45451275</c:v>
                </c:pt>
                <c:pt idx="3013">
                  <c:v>7.45610287</c:v>
                </c:pt>
                <c:pt idx="3014">
                  <c:v>7.457861</c:v>
                </c:pt>
                <c:pt idx="3015">
                  <c:v>7.46068181</c:v>
                </c:pt>
                <c:pt idx="3016">
                  <c:v>7.46390895</c:v>
                </c:pt>
                <c:pt idx="3017">
                  <c:v>7.46788231</c:v>
                </c:pt>
                <c:pt idx="3018">
                  <c:v>7.4701249</c:v>
                </c:pt>
                <c:pt idx="3019">
                  <c:v>7.47196507</c:v>
                </c:pt>
                <c:pt idx="3020">
                  <c:v>7.47419203</c:v>
                </c:pt>
                <c:pt idx="3021">
                  <c:v>7.4764854</c:v>
                </c:pt>
                <c:pt idx="3022">
                  <c:v>7.47834902</c:v>
                </c:pt>
                <c:pt idx="3023">
                  <c:v>7.48082211</c:v>
                </c:pt>
                <c:pt idx="3024">
                  <c:v>7.48168945</c:v>
                </c:pt>
                <c:pt idx="3025">
                  <c:v>7.48465287</c:v>
                </c:pt>
                <c:pt idx="3026">
                  <c:v>7.48718262</c:v>
                </c:pt>
                <c:pt idx="3027">
                  <c:v>7.48949553</c:v>
                </c:pt>
                <c:pt idx="3028">
                  <c:v>7.49115793</c:v>
                </c:pt>
                <c:pt idx="3029">
                  <c:v>7.49334387</c:v>
                </c:pt>
                <c:pt idx="3030">
                  <c:v>7.49520553</c:v>
                </c:pt>
                <c:pt idx="3031">
                  <c:v>7.49737388</c:v>
                </c:pt>
                <c:pt idx="3032">
                  <c:v>7.49950512</c:v>
                </c:pt>
                <c:pt idx="3033">
                  <c:v>7.5024744</c:v>
                </c:pt>
                <c:pt idx="3034">
                  <c:v>7.50655325</c:v>
                </c:pt>
                <c:pt idx="3035">
                  <c:v>7.5080711</c:v>
                </c:pt>
                <c:pt idx="3036">
                  <c:v>7.51023945</c:v>
                </c:pt>
                <c:pt idx="3037">
                  <c:v>7.5124078</c:v>
                </c:pt>
                <c:pt idx="3038">
                  <c:v>7.51435151</c:v>
                </c:pt>
                <c:pt idx="3039">
                  <c:v>7.51672693</c:v>
                </c:pt>
                <c:pt idx="3040">
                  <c:v>7.51782869</c:v>
                </c:pt>
                <c:pt idx="3041">
                  <c:v>7.52110662</c:v>
                </c:pt>
                <c:pt idx="3042">
                  <c:v>7.52324958</c:v>
                </c:pt>
                <c:pt idx="3043">
                  <c:v>7.52608016</c:v>
                </c:pt>
                <c:pt idx="3044">
                  <c:v>7.53040514</c:v>
                </c:pt>
                <c:pt idx="3045">
                  <c:v>7.53238987</c:v>
                </c:pt>
                <c:pt idx="3046">
                  <c:v>7.53481413</c:v>
                </c:pt>
                <c:pt idx="3047">
                  <c:v>7.53565608</c:v>
                </c:pt>
                <c:pt idx="3048">
                  <c:v>7.54110236</c:v>
                </c:pt>
                <c:pt idx="3049">
                  <c:v>7.54262021</c:v>
                </c:pt>
                <c:pt idx="3050">
                  <c:v>7.54374736</c:v>
                </c:pt>
                <c:pt idx="3051">
                  <c:v>7.54590009</c:v>
                </c:pt>
                <c:pt idx="3052">
                  <c:v>7.55049856</c:v>
                </c:pt>
                <c:pt idx="3053">
                  <c:v>7.55399137</c:v>
                </c:pt>
                <c:pt idx="3054">
                  <c:v>7.56141261</c:v>
                </c:pt>
                <c:pt idx="3055">
                  <c:v>7.57080881</c:v>
                </c:pt>
                <c:pt idx="3056">
                  <c:v>7.57384451</c:v>
                </c:pt>
                <c:pt idx="3057">
                  <c:v>7.57514747</c:v>
                </c:pt>
                <c:pt idx="3058">
                  <c:v>7.57847033</c:v>
                </c:pt>
                <c:pt idx="3059">
                  <c:v>7.58302387</c:v>
                </c:pt>
                <c:pt idx="3060">
                  <c:v>7.58412954</c:v>
                </c:pt>
                <c:pt idx="3061">
                  <c:v>7.58519223</c:v>
                </c:pt>
                <c:pt idx="3062">
                  <c:v>7.58909527</c:v>
                </c:pt>
                <c:pt idx="3063">
                  <c:v>7.59808515</c:v>
                </c:pt>
                <c:pt idx="3064">
                  <c:v>7.60131033</c:v>
                </c:pt>
                <c:pt idx="3065">
                  <c:v>7.60409793</c:v>
                </c:pt>
                <c:pt idx="3066">
                  <c:v>7.60882729</c:v>
                </c:pt>
                <c:pt idx="3067">
                  <c:v>7.61323628</c:v>
                </c:pt>
                <c:pt idx="3068">
                  <c:v>7.61426771</c:v>
                </c:pt>
                <c:pt idx="3069">
                  <c:v>7.61872944</c:v>
                </c:pt>
                <c:pt idx="3070">
                  <c:v>7.6221363</c:v>
                </c:pt>
                <c:pt idx="3071">
                  <c:v>7.62610185</c:v>
                </c:pt>
                <c:pt idx="3072">
                  <c:v>7.62859448</c:v>
                </c:pt>
                <c:pt idx="3073">
                  <c:v>7.63045027</c:v>
                </c:pt>
                <c:pt idx="3074">
                  <c:v>7.64677349</c:v>
                </c:pt>
                <c:pt idx="3075">
                  <c:v>7.64834017</c:v>
                </c:pt>
                <c:pt idx="3076">
                  <c:v>7.65487258</c:v>
                </c:pt>
                <c:pt idx="3077">
                  <c:v>7.65888111</c:v>
                </c:pt>
                <c:pt idx="3078">
                  <c:v>7.66043412</c:v>
                </c:pt>
                <c:pt idx="3079">
                  <c:v>7.6615183</c:v>
                </c:pt>
                <c:pt idx="3080">
                  <c:v>7.66533929</c:v>
                </c:pt>
                <c:pt idx="3081">
                  <c:v>7.66795108</c:v>
                </c:pt>
                <c:pt idx="3082">
                  <c:v>7.66882819</c:v>
                </c:pt>
                <c:pt idx="3083">
                  <c:v>7.67120361</c:v>
                </c:pt>
                <c:pt idx="3084">
                  <c:v>7.67474526</c:v>
                </c:pt>
                <c:pt idx="3085">
                  <c:v>7.6766245</c:v>
                </c:pt>
                <c:pt idx="3086">
                  <c:v>7.67996298</c:v>
                </c:pt>
                <c:pt idx="3087">
                  <c:v>7.68322919</c:v>
                </c:pt>
                <c:pt idx="3088">
                  <c:v>7.68739399</c:v>
                </c:pt>
                <c:pt idx="3089">
                  <c:v>7.69362166</c:v>
                </c:pt>
                <c:pt idx="3090">
                  <c:v>7.70074793</c:v>
                </c:pt>
                <c:pt idx="3091">
                  <c:v>7.70178718</c:v>
                </c:pt>
                <c:pt idx="3092">
                  <c:v>7.70609263</c:v>
                </c:pt>
                <c:pt idx="3093">
                  <c:v>7.71448084</c:v>
                </c:pt>
                <c:pt idx="3094">
                  <c:v>7.71601627</c:v>
                </c:pt>
                <c:pt idx="3095">
                  <c:v>7.71789551</c:v>
                </c:pt>
                <c:pt idx="3096">
                  <c:v>7.72012247</c:v>
                </c:pt>
                <c:pt idx="3097">
                  <c:v>7.72425601</c:v>
                </c:pt>
                <c:pt idx="3098">
                  <c:v>7.72815905</c:v>
                </c:pt>
                <c:pt idx="3099">
                  <c:v>7.73006955</c:v>
                </c:pt>
                <c:pt idx="3100">
                  <c:v>7.73329082</c:v>
                </c:pt>
                <c:pt idx="3101">
                  <c:v>7.73430077</c:v>
                </c:pt>
                <c:pt idx="3102">
                  <c:v>7.73690475</c:v>
                </c:pt>
                <c:pt idx="3103">
                  <c:v>7.74051867</c:v>
                </c:pt>
                <c:pt idx="3104">
                  <c:v>7.74202089</c:v>
                </c:pt>
                <c:pt idx="3105">
                  <c:v>7.74825247</c:v>
                </c:pt>
                <c:pt idx="3106">
                  <c:v>7.75085449</c:v>
                </c:pt>
                <c:pt idx="3107">
                  <c:v>7.75598626</c:v>
                </c:pt>
                <c:pt idx="3108">
                  <c:v>7.75772095</c:v>
                </c:pt>
                <c:pt idx="3109">
                  <c:v>7.76050465</c:v>
                </c:pt>
                <c:pt idx="3110">
                  <c:v>7.76270816</c:v>
                </c:pt>
                <c:pt idx="3111">
                  <c:v>7.7648101</c:v>
                </c:pt>
                <c:pt idx="3112">
                  <c:v>7.76769538</c:v>
                </c:pt>
                <c:pt idx="3113">
                  <c:v>7.7713093</c:v>
                </c:pt>
                <c:pt idx="3114">
                  <c:v>7.77460872</c:v>
                </c:pt>
                <c:pt idx="3115">
                  <c:v>7.77609335</c:v>
                </c:pt>
                <c:pt idx="3116">
                  <c:v>7.77987918</c:v>
                </c:pt>
                <c:pt idx="3117">
                  <c:v>7.78092234</c:v>
                </c:pt>
                <c:pt idx="3118">
                  <c:v>7.7845558</c:v>
                </c:pt>
                <c:pt idx="3119">
                  <c:v>7.78829474</c:v>
                </c:pt>
                <c:pt idx="3120">
                  <c:v>7.79002943</c:v>
                </c:pt>
                <c:pt idx="3121">
                  <c:v>7.79093974</c:v>
                </c:pt>
                <c:pt idx="3122">
                  <c:v>7.79828871</c:v>
                </c:pt>
                <c:pt idx="3123">
                  <c:v>7.80173854</c:v>
                </c:pt>
                <c:pt idx="3124">
                  <c:v>7.80430149</c:v>
                </c:pt>
                <c:pt idx="3125">
                  <c:v>7.80911094</c:v>
                </c:pt>
                <c:pt idx="3126">
                  <c:v>7.81048423</c:v>
                </c:pt>
                <c:pt idx="3127">
                  <c:v>7.81202162</c:v>
                </c:pt>
                <c:pt idx="3128">
                  <c:v>7.81445955</c:v>
                </c:pt>
                <c:pt idx="3129">
                  <c:v>7.81547145</c:v>
                </c:pt>
                <c:pt idx="3130">
                  <c:v>7.81766324</c:v>
                </c:pt>
                <c:pt idx="3131">
                  <c:v>7.81892519</c:v>
                </c:pt>
                <c:pt idx="3132">
                  <c:v>7.82063252</c:v>
                </c:pt>
                <c:pt idx="3133">
                  <c:v>7.82147056</c:v>
                </c:pt>
                <c:pt idx="3134">
                  <c:v>7.82300794</c:v>
                </c:pt>
                <c:pt idx="3135">
                  <c:v>7.8273974</c:v>
                </c:pt>
                <c:pt idx="3136">
                  <c:v>7.82927664</c:v>
                </c:pt>
                <c:pt idx="3137">
                  <c:v>7.83117346</c:v>
                </c:pt>
                <c:pt idx="3138">
                  <c:v>7.83288079</c:v>
                </c:pt>
                <c:pt idx="3139">
                  <c:v>7.83384581</c:v>
                </c:pt>
                <c:pt idx="3140">
                  <c:v>7.83577584</c:v>
                </c:pt>
                <c:pt idx="3141">
                  <c:v>7.8417144</c:v>
                </c:pt>
                <c:pt idx="3142">
                  <c:v>7.8433475</c:v>
                </c:pt>
                <c:pt idx="3143">
                  <c:v>7.84423828</c:v>
                </c:pt>
                <c:pt idx="3144">
                  <c:v>7.84850271</c:v>
                </c:pt>
                <c:pt idx="3145">
                  <c:v>7.85002837</c:v>
                </c:pt>
                <c:pt idx="3146">
                  <c:v>7.8508879</c:v>
                </c:pt>
                <c:pt idx="3147">
                  <c:v>7.85276714</c:v>
                </c:pt>
                <c:pt idx="3148">
                  <c:v>7.85856505</c:v>
                </c:pt>
                <c:pt idx="3149">
                  <c:v>7.86361282</c:v>
                </c:pt>
                <c:pt idx="3150">
                  <c:v>7.87608379</c:v>
                </c:pt>
                <c:pt idx="3151">
                  <c:v>7.88023296</c:v>
                </c:pt>
                <c:pt idx="3152">
                  <c:v>7.88449739</c:v>
                </c:pt>
                <c:pt idx="3153">
                  <c:v>7.89345992</c:v>
                </c:pt>
                <c:pt idx="3154">
                  <c:v>7.89743524</c:v>
                </c:pt>
                <c:pt idx="3155">
                  <c:v>7.89850183</c:v>
                </c:pt>
                <c:pt idx="3156">
                  <c:v>7.90362384</c:v>
                </c:pt>
                <c:pt idx="3157">
                  <c:v>7.90466309</c:v>
                </c:pt>
                <c:pt idx="3158">
                  <c:v>7.906976</c:v>
                </c:pt>
                <c:pt idx="3159">
                  <c:v>7.90993941</c:v>
                </c:pt>
                <c:pt idx="3160">
                  <c:v>7.9109728</c:v>
                </c:pt>
                <c:pt idx="3161">
                  <c:v>7.92179308</c:v>
                </c:pt>
                <c:pt idx="3162">
                  <c:v>7.92482878</c:v>
                </c:pt>
                <c:pt idx="3163">
                  <c:v>7.93220118</c:v>
                </c:pt>
                <c:pt idx="3164">
                  <c:v>7.94181422</c:v>
                </c:pt>
                <c:pt idx="3165">
                  <c:v>7.94333207</c:v>
                </c:pt>
                <c:pt idx="3166">
                  <c:v>7.95251144</c:v>
                </c:pt>
                <c:pt idx="3167">
                  <c:v>7.95337878</c:v>
                </c:pt>
                <c:pt idx="3168">
                  <c:v>7.95677587</c:v>
                </c:pt>
                <c:pt idx="3169">
                  <c:v>7.96107937</c:v>
                </c:pt>
                <c:pt idx="3170">
                  <c:v>7.96212447</c:v>
                </c:pt>
                <c:pt idx="3171">
                  <c:v>7.97614845</c:v>
                </c:pt>
                <c:pt idx="3172">
                  <c:v>7.98223547</c:v>
                </c:pt>
                <c:pt idx="3173">
                  <c:v>7.98550168</c:v>
                </c:pt>
                <c:pt idx="3174">
                  <c:v>7.99574568</c:v>
                </c:pt>
                <c:pt idx="3175">
                  <c:v>8.00747433</c:v>
                </c:pt>
                <c:pt idx="3176">
                  <c:v>8.01764411</c:v>
                </c:pt>
                <c:pt idx="3177">
                  <c:v>8.01958586</c:v>
                </c:pt>
                <c:pt idx="3178">
                  <c:v>8.0204532</c:v>
                </c:pt>
                <c:pt idx="3179">
                  <c:v>8.02484461</c:v>
                </c:pt>
                <c:pt idx="3180">
                  <c:v>8.02804244</c:v>
                </c:pt>
                <c:pt idx="3181">
                  <c:v>8.03308435</c:v>
                </c:pt>
                <c:pt idx="3182">
                  <c:v>8.0422813</c:v>
                </c:pt>
                <c:pt idx="3183">
                  <c:v>8.04856953</c:v>
                </c:pt>
                <c:pt idx="3184">
                  <c:v>8.05164234</c:v>
                </c:pt>
                <c:pt idx="3185">
                  <c:v>8.05521915</c:v>
                </c:pt>
                <c:pt idx="3186">
                  <c:v>8.05891707</c:v>
                </c:pt>
                <c:pt idx="3187">
                  <c:v>8.0733923</c:v>
                </c:pt>
                <c:pt idx="3188">
                  <c:v>8.0822513</c:v>
                </c:pt>
                <c:pt idx="3189">
                  <c:v>8.09491957</c:v>
                </c:pt>
                <c:pt idx="3190">
                  <c:v>8.09774038</c:v>
                </c:pt>
                <c:pt idx="3191">
                  <c:v>8.10353047</c:v>
                </c:pt>
                <c:pt idx="3192">
                  <c:v>8.10649975</c:v>
                </c:pt>
                <c:pt idx="3193">
                  <c:v>8.11191868</c:v>
                </c:pt>
                <c:pt idx="3194">
                  <c:v>8.12015843</c:v>
                </c:pt>
                <c:pt idx="3195">
                  <c:v>8.1212094</c:v>
                </c:pt>
                <c:pt idx="3196">
                  <c:v>8.12216269</c:v>
                </c:pt>
                <c:pt idx="3197">
                  <c:v>8.12505774</c:v>
                </c:pt>
                <c:pt idx="3198">
                  <c:v>8.13069936</c:v>
                </c:pt>
                <c:pt idx="3199">
                  <c:v>8.13588193</c:v>
                </c:pt>
                <c:pt idx="3200">
                  <c:v>8.13678638</c:v>
                </c:pt>
                <c:pt idx="3201">
                  <c:v>8.14029091</c:v>
                </c:pt>
                <c:pt idx="3202">
                  <c:v>8.14029091</c:v>
                </c:pt>
                <c:pt idx="3203">
                  <c:v>8.14296522</c:v>
                </c:pt>
                <c:pt idx="3204">
                  <c:v>8.14722965</c:v>
                </c:pt>
                <c:pt idx="3205">
                  <c:v>8.14918117</c:v>
                </c:pt>
                <c:pt idx="3206">
                  <c:v>8.14918117</c:v>
                </c:pt>
                <c:pt idx="3207">
                  <c:v>8.15185547</c:v>
                </c:pt>
                <c:pt idx="3208">
                  <c:v>8.1535628</c:v>
                </c:pt>
                <c:pt idx="3209">
                  <c:v>8.15927866</c:v>
                </c:pt>
                <c:pt idx="3210">
                  <c:v>8.16707302</c:v>
                </c:pt>
                <c:pt idx="3211">
                  <c:v>8.16963597</c:v>
                </c:pt>
                <c:pt idx="3212">
                  <c:v>8.17165977</c:v>
                </c:pt>
                <c:pt idx="3213">
                  <c:v>8.17397659</c:v>
                </c:pt>
                <c:pt idx="3214">
                  <c:v>8.17643015</c:v>
                </c:pt>
                <c:pt idx="3215">
                  <c:v>8.18091142</c:v>
                </c:pt>
                <c:pt idx="3216">
                  <c:v>8.18394711</c:v>
                </c:pt>
                <c:pt idx="3217">
                  <c:v>8.18560952</c:v>
                </c:pt>
                <c:pt idx="3218">
                  <c:v>8.18860028</c:v>
                </c:pt>
                <c:pt idx="3219">
                  <c:v>8.19081357</c:v>
                </c:pt>
                <c:pt idx="3220">
                  <c:v>8.20307551</c:v>
                </c:pt>
                <c:pt idx="3221">
                  <c:v>8.20440192</c:v>
                </c:pt>
                <c:pt idx="3222">
                  <c:v>8.20606432</c:v>
                </c:pt>
                <c:pt idx="3223">
                  <c:v>8.20775212</c:v>
                </c:pt>
                <c:pt idx="3224">
                  <c:v>8.20923676</c:v>
                </c:pt>
                <c:pt idx="3225">
                  <c:v>8.2107214</c:v>
                </c:pt>
                <c:pt idx="3226">
                  <c:v>8.21235451</c:v>
                </c:pt>
                <c:pt idx="3227">
                  <c:v>8.21365356</c:v>
                </c:pt>
                <c:pt idx="3228">
                  <c:v>8.21524955</c:v>
                </c:pt>
                <c:pt idx="3229">
                  <c:v>8.21688265</c:v>
                </c:pt>
                <c:pt idx="3230">
                  <c:v>8.21688265</c:v>
                </c:pt>
                <c:pt idx="3231">
                  <c:v>8.21948077</c:v>
                </c:pt>
                <c:pt idx="3232">
                  <c:v>8.22088141</c:v>
                </c:pt>
                <c:pt idx="3233">
                  <c:v>8.22245005</c:v>
                </c:pt>
                <c:pt idx="3234">
                  <c:v>8.22319432</c:v>
                </c:pt>
                <c:pt idx="3235">
                  <c:v>8.22527086</c:v>
                </c:pt>
                <c:pt idx="3236">
                  <c:v>8.22660704</c:v>
                </c:pt>
                <c:pt idx="3237">
                  <c:v>8.22905669</c:v>
                </c:pt>
                <c:pt idx="3238">
                  <c:v>8.22977166</c:v>
                </c:pt>
                <c:pt idx="3239">
                  <c:v>8.23324103</c:v>
                </c:pt>
                <c:pt idx="3240">
                  <c:v>8.233956</c:v>
                </c:pt>
                <c:pt idx="3241">
                  <c:v>8.23721635</c:v>
                </c:pt>
                <c:pt idx="3242">
                  <c:v>8.23870685</c:v>
                </c:pt>
                <c:pt idx="3243">
                  <c:v>8.23996293</c:v>
                </c:pt>
                <c:pt idx="3244">
                  <c:v>8.24155306</c:v>
                </c:pt>
                <c:pt idx="3245">
                  <c:v>8.2430709</c:v>
                </c:pt>
                <c:pt idx="3246">
                  <c:v>8.24427424</c:v>
                </c:pt>
                <c:pt idx="3247">
                  <c:v>8.24495014</c:v>
                </c:pt>
                <c:pt idx="3248">
                  <c:v>8.24679813</c:v>
                </c:pt>
                <c:pt idx="3249">
                  <c:v>8.2481343</c:v>
                </c:pt>
                <c:pt idx="3250">
                  <c:v>8.24935913</c:v>
                </c:pt>
                <c:pt idx="3251">
                  <c:v>8.25095512</c:v>
                </c:pt>
                <c:pt idx="3252">
                  <c:v>8.25239483</c:v>
                </c:pt>
                <c:pt idx="3253">
                  <c:v>8.25310784</c:v>
                </c:pt>
                <c:pt idx="3254">
                  <c:v>8.25730976</c:v>
                </c:pt>
                <c:pt idx="3255">
                  <c:v>8.259189</c:v>
                </c:pt>
                <c:pt idx="3256">
                  <c:v>8.25993718</c:v>
                </c:pt>
                <c:pt idx="3257">
                  <c:v>8.26075373</c:v>
                </c:pt>
                <c:pt idx="3258">
                  <c:v>8.26335185</c:v>
                </c:pt>
                <c:pt idx="3259">
                  <c:v>8.2652604</c:v>
                </c:pt>
                <c:pt idx="3260">
                  <c:v>8.26656141</c:v>
                </c:pt>
                <c:pt idx="3261">
                  <c:v>8.26800698</c:v>
                </c:pt>
                <c:pt idx="3262">
                  <c:v>8.26930799</c:v>
                </c:pt>
                <c:pt idx="3263">
                  <c:v>8.270609</c:v>
                </c:pt>
                <c:pt idx="3264">
                  <c:v>8.27191001</c:v>
                </c:pt>
                <c:pt idx="3265">
                  <c:v>8.2732247</c:v>
                </c:pt>
                <c:pt idx="3266">
                  <c:v>8.27456088</c:v>
                </c:pt>
                <c:pt idx="3267">
                  <c:v>8.27595761</c:v>
                </c:pt>
                <c:pt idx="3268">
                  <c:v>8.27715899</c:v>
                </c:pt>
                <c:pt idx="3269">
                  <c:v>8.27776457</c:v>
                </c:pt>
                <c:pt idx="3270">
                  <c:v>8.27990558</c:v>
                </c:pt>
                <c:pt idx="3271">
                  <c:v>8.28108938</c:v>
                </c:pt>
                <c:pt idx="3272">
                  <c:v>8.28239039</c:v>
                </c:pt>
                <c:pt idx="3273">
                  <c:v>8.2839141</c:v>
                </c:pt>
                <c:pt idx="3274">
                  <c:v>8.28455875</c:v>
                </c:pt>
                <c:pt idx="3275">
                  <c:v>8.28628952</c:v>
                </c:pt>
                <c:pt idx="3276">
                  <c:v>8.28769993</c:v>
                </c:pt>
                <c:pt idx="3277">
                  <c:v>8.28882318</c:v>
                </c:pt>
                <c:pt idx="3278">
                  <c:v>8.29012419</c:v>
                </c:pt>
                <c:pt idx="3279">
                  <c:v>8.2913373</c:v>
                </c:pt>
                <c:pt idx="3280">
                  <c:v>8.2927477</c:v>
                </c:pt>
                <c:pt idx="3281">
                  <c:v>8.29438862</c:v>
                </c:pt>
                <c:pt idx="3282">
                  <c:v>8.29568963</c:v>
                </c:pt>
                <c:pt idx="3283">
                  <c:v>8.29699065</c:v>
                </c:pt>
                <c:pt idx="3284">
                  <c:v>8.29829166</c:v>
                </c:pt>
                <c:pt idx="3285">
                  <c:v>8.29957704</c:v>
                </c:pt>
                <c:pt idx="3286">
                  <c:v>8.30074913</c:v>
                </c:pt>
                <c:pt idx="3287">
                  <c:v>8.30176102</c:v>
                </c:pt>
                <c:pt idx="3288">
                  <c:v>8.30320659</c:v>
                </c:pt>
                <c:pt idx="3289">
                  <c:v>8.30450761</c:v>
                </c:pt>
                <c:pt idx="3290">
                  <c:v>8.30551951</c:v>
                </c:pt>
                <c:pt idx="3291">
                  <c:v>8.30662908</c:v>
                </c:pt>
                <c:pt idx="3292">
                  <c:v>8.30803948</c:v>
                </c:pt>
                <c:pt idx="3293">
                  <c:v>8.30982105</c:v>
                </c:pt>
                <c:pt idx="3294">
                  <c:v>8.3106376</c:v>
                </c:pt>
                <c:pt idx="3295">
                  <c:v>8.31189955</c:v>
                </c:pt>
                <c:pt idx="3296">
                  <c:v>8.31310875</c:v>
                </c:pt>
                <c:pt idx="3297">
                  <c:v>8.31449766</c:v>
                </c:pt>
                <c:pt idx="3298">
                  <c:v>8.31563849</c:v>
                </c:pt>
                <c:pt idx="3299">
                  <c:v>8.31709578</c:v>
                </c:pt>
                <c:pt idx="3300">
                  <c:v>8.31852963</c:v>
                </c:pt>
                <c:pt idx="3301">
                  <c:v>8.31975837</c:v>
                </c:pt>
                <c:pt idx="3302">
                  <c:v>8.32088161</c:v>
                </c:pt>
                <c:pt idx="3303">
                  <c:v>8.32221779</c:v>
                </c:pt>
                <c:pt idx="3304">
                  <c:v>8.32358912</c:v>
                </c:pt>
                <c:pt idx="3305">
                  <c:v>8.32474167</c:v>
                </c:pt>
                <c:pt idx="3306">
                  <c:v>8.32592938</c:v>
                </c:pt>
                <c:pt idx="3307">
                  <c:v>8.32720305</c:v>
                </c:pt>
                <c:pt idx="3308">
                  <c:v>8.32830481</c:v>
                </c:pt>
                <c:pt idx="3309">
                  <c:v>8.32966052</c:v>
                </c:pt>
                <c:pt idx="3310">
                  <c:v>8.33088925</c:v>
                </c:pt>
                <c:pt idx="3311">
                  <c:v>8.33216487</c:v>
                </c:pt>
                <c:pt idx="3312">
                  <c:v>8.33312988</c:v>
                </c:pt>
                <c:pt idx="3313">
                  <c:v>8.33421406</c:v>
                </c:pt>
                <c:pt idx="3314">
                  <c:v>8.33558735</c:v>
                </c:pt>
                <c:pt idx="3315">
                  <c:v>8.33669302</c:v>
                </c:pt>
                <c:pt idx="3316">
                  <c:v>8.33795496</c:v>
                </c:pt>
                <c:pt idx="3317">
                  <c:v>8.33966229</c:v>
                </c:pt>
                <c:pt idx="3318">
                  <c:v>8.34086368</c:v>
                </c:pt>
                <c:pt idx="3319">
                  <c:v>8.34158646</c:v>
                </c:pt>
                <c:pt idx="3320">
                  <c:v>8.34218618</c:v>
                </c:pt>
                <c:pt idx="3321">
                  <c:v>8.34534495</c:v>
                </c:pt>
                <c:pt idx="3322">
                  <c:v>8.34649163</c:v>
                </c:pt>
                <c:pt idx="3323">
                  <c:v>8.34903115</c:v>
                </c:pt>
                <c:pt idx="3324">
                  <c:v>8.35020323</c:v>
                </c:pt>
                <c:pt idx="3325">
                  <c:v>8.35257865</c:v>
                </c:pt>
                <c:pt idx="3326">
                  <c:v>8.3532233</c:v>
                </c:pt>
                <c:pt idx="3327">
                  <c:v>8.35539947</c:v>
                </c:pt>
                <c:pt idx="3328">
                  <c:v>8.35596988</c:v>
                </c:pt>
                <c:pt idx="3329">
                  <c:v>8.3589333</c:v>
                </c:pt>
                <c:pt idx="3330">
                  <c:v>8.35965608</c:v>
                </c:pt>
                <c:pt idx="3331">
                  <c:v>8.36215457</c:v>
                </c:pt>
                <c:pt idx="3332">
                  <c:v>8.36341652</c:v>
                </c:pt>
                <c:pt idx="3333">
                  <c:v>8.36341652</c:v>
                </c:pt>
                <c:pt idx="3334">
                  <c:v>8.36572747</c:v>
                </c:pt>
                <c:pt idx="3335">
                  <c:v>8.36631156</c:v>
                </c:pt>
                <c:pt idx="3336">
                  <c:v>8.36809313</c:v>
                </c:pt>
                <c:pt idx="3337">
                  <c:v>8.37069125</c:v>
                </c:pt>
                <c:pt idx="3338">
                  <c:v>8.37113664</c:v>
                </c:pt>
                <c:pt idx="3339">
                  <c:v>8.37291821</c:v>
                </c:pt>
                <c:pt idx="3340">
                  <c:v>8.37455131</c:v>
                </c:pt>
                <c:pt idx="3341">
                  <c:v>8.37758114</c:v>
                </c:pt>
                <c:pt idx="3342">
                  <c:v>8.3803414</c:v>
                </c:pt>
                <c:pt idx="3343">
                  <c:v>8.38184557</c:v>
                </c:pt>
                <c:pt idx="3344">
                  <c:v>8.38524071</c:v>
                </c:pt>
                <c:pt idx="3345">
                  <c:v>8.38798729</c:v>
                </c:pt>
                <c:pt idx="3346">
                  <c:v>8.38843268</c:v>
                </c:pt>
                <c:pt idx="3347">
                  <c:v>8.3910308</c:v>
                </c:pt>
                <c:pt idx="3348">
                  <c:v>8.39254279</c:v>
                </c:pt>
                <c:pt idx="3349">
                  <c:v>8.39459393</c:v>
                </c:pt>
                <c:pt idx="3350">
                  <c:v>8.39514481</c:v>
                </c:pt>
                <c:pt idx="3351">
                  <c:v>8.39579532</c:v>
                </c:pt>
                <c:pt idx="3352">
                  <c:v>8.39883102</c:v>
                </c:pt>
                <c:pt idx="3353">
                  <c:v>8.39979017</c:v>
                </c:pt>
                <c:pt idx="3354">
                  <c:v>8.40030979</c:v>
                </c:pt>
                <c:pt idx="3355">
                  <c:v>8.40298214</c:v>
                </c:pt>
                <c:pt idx="3356">
                  <c:v>8.40345684</c:v>
                </c:pt>
                <c:pt idx="3357">
                  <c:v>8.40468948</c:v>
                </c:pt>
                <c:pt idx="3358">
                  <c:v>8.40555291</c:v>
                </c:pt>
                <c:pt idx="3359">
                  <c:v>8.40656481</c:v>
                </c:pt>
                <c:pt idx="3360">
                  <c:v>8.40877224</c:v>
                </c:pt>
                <c:pt idx="3361">
                  <c:v>8.40973725</c:v>
                </c:pt>
                <c:pt idx="3362">
                  <c:v>8.4105538</c:v>
                </c:pt>
                <c:pt idx="3363">
                  <c:v>8.41104608</c:v>
                </c:pt>
                <c:pt idx="3364">
                  <c:v>8.4136481</c:v>
                </c:pt>
                <c:pt idx="3365">
                  <c:v>8.41456233</c:v>
                </c:pt>
                <c:pt idx="3366">
                  <c:v>8.41646696</c:v>
                </c:pt>
                <c:pt idx="3367">
                  <c:v>8.41964722</c:v>
                </c:pt>
                <c:pt idx="3368">
                  <c:v>8.42005549</c:v>
                </c:pt>
                <c:pt idx="3369">
                  <c:v>8.42102051</c:v>
                </c:pt>
                <c:pt idx="3370">
                  <c:v>8.42217696</c:v>
                </c:pt>
                <c:pt idx="3371">
                  <c:v>8.42304431</c:v>
                </c:pt>
                <c:pt idx="3372">
                  <c:v>8.42406402</c:v>
                </c:pt>
                <c:pt idx="3373">
                  <c:v>8.42492355</c:v>
                </c:pt>
                <c:pt idx="3374">
                  <c:v>8.42547442</c:v>
                </c:pt>
                <c:pt idx="3375">
                  <c:v>8.42846519</c:v>
                </c:pt>
                <c:pt idx="3376">
                  <c:v>8.43034443</c:v>
                </c:pt>
                <c:pt idx="3377">
                  <c:v>8.43081912</c:v>
                </c:pt>
                <c:pt idx="3378">
                  <c:v>8.4338138</c:v>
                </c:pt>
                <c:pt idx="3379">
                  <c:v>8.4356442</c:v>
                </c:pt>
                <c:pt idx="3380">
                  <c:v>8.44076621</c:v>
                </c:pt>
                <c:pt idx="3381">
                  <c:v>8.44169215</c:v>
                </c:pt>
                <c:pt idx="3382">
                  <c:v>8.44371595</c:v>
                </c:pt>
                <c:pt idx="3383">
                  <c:v>8.47417058</c:v>
                </c:pt>
                <c:pt idx="3384">
                  <c:v>8.47609671</c:v>
                </c:pt>
                <c:pt idx="3385">
                  <c:v>8.47825334</c:v>
                </c:pt>
                <c:pt idx="3386">
                  <c:v>8.47877101</c:v>
                </c:pt>
                <c:pt idx="3387">
                  <c:v>8.48181647</c:v>
                </c:pt>
                <c:pt idx="3388">
                  <c:v>8.48224038</c:v>
                </c:pt>
                <c:pt idx="3389">
                  <c:v>8.48322688</c:v>
                </c:pt>
                <c:pt idx="3390">
                  <c:v>8.48397506</c:v>
                </c:pt>
                <c:pt idx="3391">
                  <c:v>8.48498696</c:v>
                </c:pt>
                <c:pt idx="3392">
                  <c:v>8.48563746</c:v>
                </c:pt>
                <c:pt idx="3393">
                  <c:v>8.48693848</c:v>
                </c:pt>
                <c:pt idx="3394">
                  <c:v>8.48780582</c:v>
                </c:pt>
                <c:pt idx="3395">
                  <c:v>8.48867316</c:v>
                </c:pt>
                <c:pt idx="3396">
                  <c:v>8.4890912</c:v>
                </c:pt>
                <c:pt idx="3397">
                  <c:v>8.4895405</c:v>
                </c:pt>
                <c:pt idx="3398">
                  <c:v>8.49057584</c:v>
                </c:pt>
                <c:pt idx="3399">
                  <c:v>8.49185341</c:v>
                </c:pt>
              </c:numCache>
            </c:numRef>
          </c:xVal>
          <c:yVal>
            <c:numRef>
              <c:f>'Chart Data'!$H$2:$H$3401</c:f>
              <c:numCache>
                <c:formatCode>0.0</c:formatCode>
                <c:ptCount val="3400"/>
                <c:pt idx="0">
                  <c:v>51.46490479</c:v>
                </c:pt>
                <c:pt idx="1">
                  <c:v>51.46490479</c:v>
                </c:pt>
                <c:pt idx="2">
                  <c:v>51.46490479</c:v>
                </c:pt>
                <c:pt idx="3">
                  <c:v>51.46489547</c:v>
                </c:pt>
                <c:pt idx="4">
                  <c:v>51.46489547</c:v>
                </c:pt>
                <c:pt idx="5">
                  <c:v>51.46489547</c:v>
                </c:pt>
                <c:pt idx="6">
                  <c:v>51.46490479</c:v>
                </c:pt>
                <c:pt idx="7">
                  <c:v>51.46490479</c:v>
                </c:pt>
                <c:pt idx="8">
                  <c:v>51.46489547</c:v>
                </c:pt>
                <c:pt idx="9">
                  <c:v>51.46495056</c:v>
                </c:pt>
                <c:pt idx="10">
                  <c:v>51.46495056</c:v>
                </c:pt>
                <c:pt idx="11">
                  <c:v>51.46495056</c:v>
                </c:pt>
                <c:pt idx="12">
                  <c:v>51.46494203</c:v>
                </c:pt>
                <c:pt idx="13">
                  <c:v>51.46495056</c:v>
                </c:pt>
                <c:pt idx="14">
                  <c:v>51.46498858</c:v>
                </c:pt>
                <c:pt idx="15">
                  <c:v>51.46498858</c:v>
                </c:pt>
                <c:pt idx="16">
                  <c:v>51.46499634</c:v>
                </c:pt>
                <c:pt idx="17">
                  <c:v>51.46498858</c:v>
                </c:pt>
                <c:pt idx="18">
                  <c:v>51.46499634</c:v>
                </c:pt>
                <c:pt idx="19">
                  <c:v>51.46503513</c:v>
                </c:pt>
                <c:pt idx="20">
                  <c:v>51.46504211</c:v>
                </c:pt>
                <c:pt idx="21">
                  <c:v>51.46504211</c:v>
                </c:pt>
                <c:pt idx="22">
                  <c:v>51.46504211</c:v>
                </c:pt>
                <c:pt idx="23">
                  <c:v>51.46504211</c:v>
                </c:pt>
                <c:pt idx="24">
                  <c:v>51.46504211</c:v>
                </c:pt>
                <c:pt idx="25">
                  <c:v>51.46503513</c:v>
                </c:pt>
                <c:pt idx="26">
                  <c:v>51.46504211</c:v>
                </c:pt>
                <c:pt idx="27">
                  <c:v>51.46503513</c:v>
                </c:pt>
                <c:pt idx="28">
                  <c:v>51.46499634</c:v>
                </c:pt>
                <c:pt idx="29">
                  <c:v>51.46499634</c:v>
                </c:pt>
                <c:pt idx="30">
                  <c:v>51.46498858</c:v>
                </c:pt>
                <c:pt idx="31">
                  <c:v>51.46498858</c:v>
                </c:pt>
                <c:pt idx="32">
                  <c:v>51.46499634</c:v>
                </c:pt>
                <c:pt idx="33">
                  <c:v>51.46498858</c:v>
                </c:pt>
                <c:pt idx="34">
                  <c:v>51.46498858</c:v>
                </c:pt>
                <c:pt idx="35">
                  <c:v>51.46498858</c:v>
                </c:pt>
                <c:pt idx="36">
                  <c:v>51.46498858</c:v>
                </c:pt>
                <c:pt idx="37">
                  <c:v>51.46495056</c:v>
                </c:pt>
                <c:pt idx="38">
                  <c:v>51.46494203</c:v>
                </c:pt>
                <c:pt idx="39">
                  <c:v>51.46495056</c:v>
                </c:pt>
                <c:pt idx="40">
                  <c:v>51.46495056</c:v>
                </c:pt>
                <c:pt idx="41">
                  <c:v>51.46495056</c:v>
                </c:pt>
                <c:pt idx="42">
                  <c:v>51.46495056</c:v>
                </c:pt>
                <c:pt idx="43">
                  <c:v>51.46494203</c:v>
                </c:pt>
                <c:pt idx="44">
                  <c:v>51.46484892</c:v>
                </c:pt>
                <c:pt idx="45">
                  <c:v>51.46481323</c:v>
                </c:pt>
                <c:pt idx="46">
                  <c:v>51.46472168</c:v>
                </c:pt>
                <c:pt idx="47">
                  <c:v>51.46461616</c:v>
                </c:pt>
                <c:pt idx="48">
                  <c:v>51.4644765</c:v>
                </c:pt>
                <c:pt idx="49">
                  <c:v>51.46435547</c:v>
                </c:pt>
                <c:pt idx="50">
                  <c:v>51.46412659</c:v>
                </c:pt>
                <c:pt idx="51">
                  <c:v>51.46396443</c:v>
                </c:pt>
                <c:pt idx="52">
                  <c:v>51.4637146</c:v>
                </c:pt>
                <c:pt idx="53">
                  <c:v>51.46343994</c:v>
                </c:pt>
                <c:pt idx="54">
                  <c:v>51.46317304</c:v>
                </c:pt>
                <c:pt idx="55">
                  <c:v>51.46289063</c:v>
                </c:pt>
                <c:pt idx="56">
                  <c:v>51.46252441</c:v>
                </c:pt>
                <c:pt idx="57">
                  <c:v>51.4621582</c:v>
                </c:pt>
                <c:pt idx="58">
                  <c:v>51.46174622</c:v>
                </c:pt>
                <c:pt idx="59">
                  <c:v>51.46131095</c:v>
                </c:pt>
                <c:pt idx="60">
                  <c:v>51.46092224</c:v>
                </c:pt>
                <c:pt idx="61">
                  <c:v>51.4604187</c:v>
                </c:pt>
                <c:pt idx="62">
                  <c:v>51.45968628</c:v>
                </c:pt>
                <c:pt idx="63">
                  <c:v>51.45916955</c:v>
                </c:pt>
                <c:pt idx="64">
                  <c:v>51.45863342</c:v>
                </c:pt>
                <c:pt idx="65">
                  <c:v>51.45808411</c:v>
                </c:pt>
                <c:pt idx="66">
                  <c:v>51.45726091</c:v>
                </c:pt>
                <c:pt idx="67">
                  <c:v>51.45689392</c:v>
                </c:pt>
                <c:pt idx="68">
                  <c:v>51.45611572</c:v>
                </c:pt>
                <c:pt idx="69">
                  <c:v>51.45535227</c:v>
                </c:pt>
                <c:pt idx="70">
                  <c:v>51.45460743</c:v>
                </c:pt>
                <c:pt idx="71">
                  <c:v>51.45368958</c:v>
                </c:pt>
                <c:pt idx="72">
                  <c:v>51.45293155</c:v>
                </c:pt>
                <c:pt idx="73">
                  <c:v>51.45204163</c:v>
                </c:pt>
                <c:pt idx="74">
                  <c:v>51.4511261</c:v>
                </c:pt>
                <c:pt idx="75">
                  <c:v>51.45032462</c:v>
                </c:pt>
                <c:pt idx="76">
                  <c:v>51.44952393</c:v>
                </c:pt>
                <c:pt idx="77">
                  <c:v>51.44869995</c:v>
                </c:pt>
                <c:pt idx="78">
                  <c:v>51.4477177</c:v>
                </c:pt>
                <c:pt idx="79">
                  <c:v>51.4468689</c:v>
                </c:pt>
                <c:pt idx="80">
                  <c:v>51.44599527</c:v>
                </c:pt>
                <c:pt idx="81">
                  <c:v>51.44508362</c:v>
                </c:pt>
                <c:pt idx="82">
                  <c:v>51.44417973</c:v>
                </c:pt>
                <c:pt idx="83">
                  <c:v>51.44282971</c:v>
                </c:pt>
                <c:pt idx="84">
                  <c:v>51.44180556</c:v>
                </c:pt>
                <c:pt idx="85">
                  <c:v>51.44091797</c:v>
                </c:pt>
                <c:pt idx="86">
                  <c:v>51.44031589</c:v>
                </c:pt>
                <c:pt idx="87">
                  <c:v>51.4393383</c:v>
                </c:pt>
                <c:pt idx="88">
                  <c:v>51.43840725</c:v>
                </c:pt>
                <c:pt idx="89">
                  <c:v>51.43733655</c:v>
                </c:pt>
                <c:pt idx="90">
                  <c:v>51.43635895</c:v>
                </c:pt>
                <c:pt idx="91">
                  <c:v>51.43510437</c:v>
                </c:pt>
                <c:pt idx="92">
                  <c:v>51.43412445</c:v>
                </c:pt>
                <c:pt idx="93">
                  <c:v>51.43327332</c:v>
                </c:pt>
                <c:pt idx="94">
                  <c:v>51.43240201</c:v>
                </c:pt>
                <c:pt idx="95">
                  <c:v>51.43148804</c:v>
                </c:pt>
                <c:pt idx="96">
                  <c:v>51.43063303</c:v>
                </c:pt>
                <c:pt idx="97">
                  <c:v>51.4294281</c:v>
                </c:pt>
                <c:pt idx="98">
                  <c:v>51.42874146</c:v>
                </c:pt>
                <c:pt idx="99">
                  <c:v>51.42788645</c:v>
                </c:pt>
                <c:pt idx="100">
                  <c:v>51.4269554</c:v>
                </c:pt>
                <c:pt idx="101">
                  <c:v>51.4259491</c:v>
                </c:pt>
                <c:pt idx="102">
                  <c:v>51.42500021</c:v>
                </c:pt>
                <c:pt idx="103">
                  <c:v>51.42416382</c:v>
                </c:pt>
                <c:pt idx="104">
                  <c:v>51.42299846</c:v>
                </c:pt>
                <c:pt idx="105">
                  <c:v>51.42205811</c:v>
                </c:pt>
                <c:pt idx="106">
                  <c:v>51.42127603</c:v>
                </c:pt>
                <c:pt idx="107">
                  <c:v>51.42039154</c:v>
                </c:pt>
                <c:pt idx="108">
                  <c:v>51.41960015</c:v>
                </c:pt>
                <c:pt idx="109">
                  <c:v>51.41871565</c:v>
                </c:pt>
                <c:pt idx="110">
                  <c:v>51.41775513</c:v>
                </c:pt>
                <c:pt idx="111">
                  <c:v>51.41690012</c:v>
                </c:pt>
                <c:pt idx="112">
                  <c:v>51.41615295</c:v>
                </c:pt>
                <c:pt idx="113">
                  <c:v>51.41514587</c:v>
                </c:pt>
                <c:pt idx="114">
                  <c:v>51.41461906</c:v>
                </c:pt>
                <c:pt idx="115">
                  <c:v>51.4133606</c:v>
                </c:pt>
                <c:pt idx="116">
                  <c:v>51.41252421</c:v>
                </c:pt>
                <c:pt idx="117">
                  <c:v>51.41168627</c:v>
                </c:pt>
                <c:pt idx="118">
                  <c:v>51.41093445</c:v>
                </c:pt>
                <c:pt idx="119">
                  <c:v>51.41001892</c:v>
                </c:pt>
                <c:pt idx="120">
                  <c:v>51.40963797</c:v>
                </c:pt>
                <c:pt idx="121">
                  <c:v>51.40861382</c:v>
                </c:pt>
                <c:pt idx="122">
                  <c:v>51.40772933</c:v>
                </c:pt>
                <c:pt idx="123">
                  <c:v>51.40689139</c:v>
                </c:pt>
                <c:pt idx="124">
                  <c:v>51.40605345</c:v>
                </c:pt>
                <c:pt idx="125">
                  <c:v>51.40530396</c:v>
                </c:pt>
                <c:pt idx="126">
                  <c:v>51.40447067</c:v>
                </c:pt>
                <c:pt idx="127">
                  <c:v>51.40363273</c:v>
                </c:pt>
                <c:pt idx="128">
                  <c:v>51.40274824</c:v>
                </c:pt>
                <c:pt idx="129">
                  <c:v>51.40186374</c:v>
                </c:pt>
                <c:pt idx="130">
                  <c:v>51.40097925</c:v>
                </c:pt>
                <c:pt idx="131">
                  <c:v>51.40003967</c:v>
                </c:pt>
                <c:pt idx="132">
                  <c:v>51.39912415</c:v>
                </c:pt>
                <c:pt idx="133">
                  <c:v>51.3984375</c:v>
                </c:pt>
                <c:pt idx="134">
                  <c:v>51.39748783</c:v>
                </c:pt>
                <c:pt idx="135">
                  <c:v>51.396743</c:v>
                </c:pt>
                <c:pt idx="136">
                  <c:v>51.39628601</c:v>
                </c:pt>
                <c:pt idx="137">
                  <c:v>51.39502057</c:v>
                </c:pt>
                <c:pt idx="138">
                  <c:v>51.39413452</c:v>
                </c:pt>
                <c:pt idx="139">
                  <c:v>51.39326477</c:v>
                </c:pt>
                <c:pt idx="140">
                  <c:v>51.39250674</c:v>
                </c:pt>
                <c:pt idx="141">
                  <c:v>51.39152527</c:v>
                </c:pt>
                <c:pt idx="142">
                  <c:v>51.39074707</c:v>
                </c:pt>
                <c:pt idx="143">
                  <c:v>51.38994637</c:v>
                </c:pt>
                <c:pt idx="144">
                  <c:v>51.38901533</c:v>
                </c:pt>
                <c:pt idx="145">
                  <c:v>51.38818359</c:v>
                </c:pt>
                <c:pt idx="146">
                  <c:v>51.38731384</c:v>
                </c:pt>
                <c:pt idx="147">
                  <c:v>51.38635254</c:v>
                </c:pt>
                <c:pt idx="148">
                  <c:v>51.38557046</c:v>
                </c:pt>
                <c:pt idx="149">
                  <c:v>51.3842926</c:v>
                </c:pt>
                <c:pt idx="150">
                  <c:v>51.38342285</c:v>
                </c:pt>
                <c:pt idx="151">
                  <c:v>51.38263767</c:v>
                </c:pt>
                <c:pt idx="152">
                  <c:v>51.38189283</c:v>
                </c:pt>
                <c:pt idx="153">
                  <c:v>51.38072903</c:v>
                </c:pt>
                <c:pt idx="154">
                  <c:v>51.37994385</c:v>
                </c:pt>
                <c:pt idx="155">
                  <c:v>51.37914625</c:v>
                </c:pt>
                <c:pt idx="156">
                  <c:v>51.37825012</c:v>
                </c:pt>
                <c:pt idx="157">
                  <c:v>51.37733459</c:v>
                </c:pt>
                <c:pt idx="158">
                  <c:v>51.37653933</c:v>
                </c:pt>
                <c:pt idx="159">
                  <c:v>51.37545776</c:v>
                </c:pt>
                <c:pt idx="160">
                  <c:v>51.37463069</c:v>
                </c:pt>
                <c:pt idx="161">
                  <c:v>51.37385559</c:v>
                </c:pt>
                <c:pt idx="162">
                  <c:v>51.37295481</c:v>
                </c:pt>
                <c:pt idx="163">
                  <c:v>51.37202376</c:v>
                </c:pt>
                <c:pt idx="164">
                  <c:v>51.37113927</c:v>
                </c:pt>
                <c:pt idx="165">
                  <c:v>51.37023926</c:v>
                </c:pt>
                <c:pt idx="166">
                  <c:v>51.36932373</c:v>
                </c:pt>
                <c:pt idx="167">
                  <c:v>51.36845398</c:v>
                </c:pt>
                <c:pt idx="168">
                  <c:v>51.3674469</c:v>
                </c:pt>
                <c:pt idx="169">
                  <c:v>51.36653137</c:v>
                </c:pt>
                <c:pt idx="170">
                  <c:v>51.36566162</c:v>
                </c:pt>
                <c:pt idx="171">
                  <c:v>51.36465454</c:v>
                </c:pt>
                <c:pt idx="172">
                  <c:v>51.36392212</c:v>
                </c:pt>
                <c:pt idx="173">
                  <c:v>51.36285297</c:v>
                </c:pt>
                <c:pt idx="174">
                  <c:v>51.36210813</c:v>
                </c:pt>
                <c:pt idx="175">
                  <c:v>51.36112976</c:v>
                </c:pt>
                <c:pt idx="176">
                  <c:v>51.36019949</c:v>
                </c:pt>
                <c:pt idx="177">
                  <c:v>51.35939026</c:v>
                </c:pt>
                <c:pt idx="178">
                  <c:v>51.35861672</c:v>
                </c:pt>
                <c:pt idx="179">
                  <c:v>51.35733032</c:v>
                </c:pt>
                <c:pt idx="180">
                  <c:v>51.35678101</c:v>
                </c:pt>
                <c:pt idx="181">
                  <c:v>51.35577703</c:v>
                </c:pt>
                <c:pt idx="182">
                  <c:v>51.35490417</c:v>
                </c:pt>
                <c:pt idx="183">
                  <c:v>51.35398865</c:v>
                </c:pt>
                <c:pt idx="184">
                  <c:v>51.35307312</c:v>
                </c:pt>
                <c:pt idx="185">
                  <c:v>51.35219251</c:v>
                </c:pt>
                <c:pt idx="186">
                  <c:v>51.35119629</c:v>
                </c:pt>
                <c:pt idx="187">
                  <c:v>51.35028387</c:v>
                </c:pt>
                <c:pt idx="188">
                  <c:v>51.34939937</c:v>
                </c:pt>
                <c:pt idx="189">
                  <c:v>51.34870109</c:v>
                </c:pt>
                <c:pt idx="190">
                  <c:v>51.34735107</c:v>
                </c:pt>
                <c:pt idx="191">
                  <c:v>51.34660624</c:v>
                </c:pt>
                <c:pt idx="192">
                  <c:v>51.34572175</c:v>
                </c:pt>
                <c:pt idx="193">
                  <c:v>51.34483337</c:v>
                </c:pt>
                <c:pt idx="194">
                  <c:v>51.34399931</c:v>
                </c:pt>
                <c:pt idx="195">
                  <c:v>51.3430481</c:v>
                </c:pt>
                <c:pt idx="196">
                  <c:v>51.34204102</c:v>
                </c:pt>
                <c:pt idx="197">
                  <c:v>51.34112549</c:v>
                </c:pt>
                <c:pt idx="198">
                  <c:v>51.34043884</c:v>
                </c:pt>
                <c:pt idx="199">
                  <c:v>51.33943176</c:v>
                </c:pt>
                <c:pt idx="200">
                  <c:v>51.33874512</c:v>
                </c:pt>
                <c:pt idx="201">
                  <c:v>51.33782959</c:v>
                </c:pt>
                <c:pt idx="202">
                  <c:v>51.33691406</c:v>
                </c:pt>
                <c:pt idx="203">
                  <c:v>51.33585267</c:v>
                </c:pt>
                <c:pt idx="204">
                  <c:v>51.33496818</c:v>
                </c:pt>
                <c:pt idx="205">
                  <c:v>51.3342699</c:v>
                </c:pt>
                <c:pt idx="206">
                  <c:v>51.33310609</c:v>
                </c:pt>
                <c:pt idx="207">
                  <c:v>51.33261108</c:v>
                </c:pt>
                <c:pt idx="208">
                  <c:v>51.33164978</c:v>
                </c:pt>
                <c:pt idx="209">
                  <c:v>51.33063882</c:v>
                </c:pt>
                <c:pt idx="210">
                  <c:v>51.32975433</c:v>
                </c:pt>
                <c:pt idx="211">
                  <c:v>51.32885742</c:v>
                </c:pt>
                <c:pt idx="212">
                  <c:v>51.32770603</c:v>
                </c:pt>
                <c:pt idx="213">
                  <c:v>51.32677499</c:v>
                </c:pt>
                <c:pt idx="214">
                  <c:v>51.32579739</c:v>
                </c:pt>
                <c:pt idx="215">
                  <c:v>51.32537842</c:v>
                </c:pt>
                <c:pt idx="216">
                  <c:v>51.32454048</c:v>
                </c:pt>
                <c:pt idx="217">
                  <c:v>51.32345581</c:v>
                </c:pt>
                <c:pt idx="218">
                  <c:v>51.32267839</c:v>
                </c:pt>
                <c:pt idx="219">
                  <c:v>51.32167053</c:v>
                </c:pt>
                <c:pt idx="220">
                  <c:v>51.32076975</c:v>
                </c:pt>
                <c:pt idx="221">
                  <c:v>51.3196106</c:v>
                </c:pt>
                <c:pt idx="222">
                  <c:v>51.31869507</c:v>
                </c:pt>
                <c:pt idx="223">
                  <c:v>51.31816282</c:v>
                </c:pt>
                <c:pt idx="224">
                  <c:v>51.31718445</c:v>
                </c:pt>
                <c:pt idx="225">
                  <c:v>51.31634728</c:v>
                </c:pt>
                <c:pt idx="226">
                  <c:v>51.31536969</c:v>
                </c:pt>
                <c:pt idx="227">
                  <c:v>51.3145752</c:v>
                </c:pt>
                <c:pt idx="228">
                  <c:v>51.31343079</c:v>
                </c:pt>
                <c:pt idx="229">
                  <c:v>51.31256104</c:v>
                </c:pt>
                <c:pt idx="230">
                  <c:v>51.31173706</c:v>
                </c:pt>
                <c:pt idx="231">
                  <c:v>51.31071446</c:v>
                </c:pt>
                <c:pt idx="232">
                  <c:v>51.30999756</c:v>
                </c:pt>
                <c:pt idx="233">
                  <c:v>51.30917358</c:v>
                </c:pt>
                <c:pt idx="234">
                  <c:v>51.30834961</c:v>
                </c:pt>
                <c:pt idx="235">
                  <c:v>51.30796788</c:v>
                </c:pt>
                <c:pt idx="236">
                  <c:v>51.30715942</c:v>
                </c:pt>
                <c:pt idx="237">
                  <c:v>51.30647821</c:v>
                </c:pt>
                <c:pt idx="238">
                  <c:v>51.30568682</c:v>
                </c:pt>
                <c:pt idx="239">
                  <c:v>51.30512819</c:v>
                </c:pt>
                <c:pt idx="240">
                  <c:v>51.30409241</c:v>
                </c:pt>
                <c:pt idx="241">
                  <c:v>51.30335999</c:v>
                </c:pt>
                <c:pt idx="242">
                  <c:v>51.30275403</c:v>
                </c:pt>
                <c:pt idx="243">
                  <c:v>51.30244446</c:v>
                </c:pt>
                <c:pt idx="244">
                  <c:v>51.30168333</c:v>
                </c:pt>
                <c:pt idx="245">
                  <c:v>51.3010316</c:v>
                </c:pt>
                <c:pt idx="246">
                  <c:v>51.3004303</c:v>
                </c:pt>
                <c:pt idx="247">
                  <c:v>51.29974365</c:v>
                </c:pt>
                <c:pt idx="248">
                  <c:v>51.29916951</c:v>
                </c:pt>
                <c:pt idx="249">
                  <c:v>51.29851778</c:v>
                </c:pt>
                <c:pt idx="250">
                  <c:v>51.29786605</c:v>
                </c:pt>
                <c:pt idx="251">
                  <c:v>51.2971344</c:v>
                </c:pt>
                <c:pt idx="252">
                  <c:v>51.29653931</c:v>
                </c:pt>
                <c:pt idx="253">
                  <c:v>51.29585266</c:v>
                </c:pt>
                <c:pt idx="254">
                  <c:v>51.29521179</c:v>
                </c:pt>
                <c:pt idx="255">
                  <c:v>51.2946167</c:v>
                </c:pt>
                <c:pt idx="256">
                  <c:v>51.29386255</c:v>
                </c:pt>
                <c:pt idx="257">
                  <c:v>51.29356384</c:v>
                </c:pt>
                <c:pt idx="258">
                  <c:v>51.29293151</c:v>
                </c:pt>
                <c:pt idx="259">
                  <c:v>51.29204702</c:v>
                </c:pt>
                <c:pt idx="260">
                  <c:v>51.29141235</c:v>
                </c:pt>
                <c:pt idx="261">
                  <c:v>51.29106942</c:v>
                </c:pt>
                <c:pt idx="262">
                  <c:v>51.29041769</c:v>
                </c:pt>
                <c:pt idx="263">
                  <c:v>51.28981251</c:v>
                </c:pt>
                <c:pt idx="264">
                  <c:v>51.28920733</c:v>
                </c:pt>
                <c:pt idx="265">
                  <c:v>51.28841594</c:v>
                </c:pt>
                <c:pt idx="266">
                  <c:v>51.28781076</c:v>
                </c:pt>
                <c:pt idx="267">
                  <c:v>51.28715903</c:v>
                </c:pt>
                <c:pt idx="268">
                  <c:v>51.28656006</c:v>
                </c:pt>
                <c:pt idx="269">
                  <c:v>51.28596497</c:v>
                </c:pt>
                <c:pt idx="270">
                  <c:v>51.28539005</c:v>
                </c:pt>
                <c:pt idx="271">
                  <c:v>51.28473831</c:v>
                </c:pt>
                <c:pt idx="272">
                  <c:v>51.28417969</c:v>
                </c:pt>
                <c:pt idx="273">
                  <c:v>51.28362106</c:v>
                </c:pt>
                <c:pt idx="274">
                  <c:v>51.28294373</c:v>
                </c:pt>
                <c:pt idx="275">
                  <c:v>51.28236415</c:v>
                </c:pt>
                <c:pt idx="276">
                  <c:v>51.28185208</c:v>
                </c:pt>
                <c:pt idx="277">
                  <c:v>51.28115845</c:v>
                </c:pt>
                <c:pt idx="278">
                  <c:v>51.28054861</c:v>
                </c:pt>
                <c:pt idx="279">
                  <c:v>51.27987671</c:v>
                </c:pt>
                <c:pt idx="280">
                  <c:v>51.27933825</c:v>
                </c:pt>
                <c:pt idx="281">
                  <c:v>51.27868652</c:v>
                </c:pt>
                <c:pt idx="282">
                  <c:v>51.2781279</c:v>
                </c:pt>
                <c:pt idx="283">
                  <c:v>51.27752272</c:v>
                </c:pt>
                <c:pt idx="284">
                  <c:v>51.27690125</c:v>
                </c:pt>
                <c:pt idx="285">
                  <c:v>51.27626038</c:v>
                </c:pt>
                <c:pt idx="286">
                  <c:v>51.27570718</c:v>
                </c:pt>
                <c:pt idx="287">
                  <c:v>51.27479553</c:v>
                </c:pt>
                <c:pt idx="288">
                  <c:v>51.27415466</c:v>
                </c:pt>
                <c:pt idx="289">
                  <c:v>51.27361233</c:v>
                </c:pt>
                <c:pt idx="290">
                  <c:v>51.27291405</c:v>
                </c:pt>
                <c:pt idx="291">
                  <c:v>51.27232361</c:v>
                </c:pt>
                <c:pt idx="292">
                  <c:v>51.27168274</c:v>
                </c:pt>
                <c:pt idx="293">
                  <c:v>51.27113342</c:v>
                </c:pt>
                <c:pt idx="294">
                  <c:v>51.27049255</c:v>
                </c:pt>
                <c:pt idx="295">
                  <c:v>51.26979505</c:v>
                </c:pt>
                <c:pt idx="296">
                  <c:v>51.26911926</c:v>
                </c:pt>
                <c:pt idx="297">
                  <c:v>51.26847839</c:v>
                </c:pt>
                <c:pt idx="298">
                  <c:v>51.26783752</c:v>
                </c:pt>
                <c:pt idx="299">
                  <c:v>51.26714157</c:v>
                </c:pt>
                <c:pt idx="300">
                  <c:v>51.26678467</c:v>
                </c:pt>
                <c:pt idx="301">
                  <c:v>51.26609802</c:v>
                </c:pt>
                <c:pt idx="302">
                  <c:v>51.26541138</c:v>
                </c:pt>
                <c:pt idx="303">
                  <c:v>51.26477051</c:v>
                </c:pt>
                <c:pt idx="304">
                  <c:v>51.26392946</c:v>
                </c:pt>
                <c:pt idx="305">
                  <c:v>51.26353455</c:v>
                </c:pt>
                <c:pt idx="306">
                  <c:v>51.26281221</c:v>
                </c:pt>
                <c:pt idx="307">
                  <c:v>51.26216048</c:v>
                </c:pt>
                <c:pt idx="308">
                  <c:v>51.26150875</c:v>
                </c:pt>
                <c:pt idx="309">
                  <c:v>51.26081046</c:v>
                </c:pt>
                <c:pt idx="310">
                  <c:v>51.26029839</c:v>
                </c:pt>
                <c:pt idx="311">
                  <c:v>51.25955355</c:v>
                </c:pt>
                <c:pt idx="312">
                  <c:v>51.25872803</c:v>
                </c:pt>
                <c:pt idx="313">
                  <c:v>51.25811043</c:v>
                </c:pt>
                <c:pt idx="314">
                  <c:v>51.2574587</c:v>
                </c:pt>
                <c:pt idx="315">
                  <c:v>51.25699318</c:v>
                </c:pt>
                <c:pt idx="316">
                  <c:v>51.25610869</c:v>
                </c:pt>
                <c:pt idx="317">
                  <c:v>51.25545696</c:v>
                </c:pt>
                <c:pt idx="318">
                  <c:v>51.25499143</c:v>
                </c:pt>
                <c:pt idx="319">
                  <c:v>51.25428772</c:v>
                </c:pt>
                <c:pt idx="320">
                  <c:v>51.25373452</c:v>
                </c:pt>
                <c:pt idx="321">
                  <c:v>51.25291443</c:v>
                </c:pt>
                <c:pt idx="322">
                  <c:v>51.25266382</c:v>
                </c:pt>
                <c:pt idx="323">
                  <c:v>51.2521052</c:v>
                </c:pt>
                <c:pt idx="324">
                  <c:v>51.25159312</c:v>
                </c:pt>
                <c:pt idx="325">
                  <c:v>51.25108337</c:v>
                </c:pt>
                <c:pt idx="326">
                  <c:v>51.25070863</c:v>
                </c:pt>
                <c:pt idx="327">
                  <c:v>51.25028966</c:v>
                </c:pt>
                <c:pt idx="328">
                  <c:v>51.24991724</c:v>
                </c:pt>
                <c:pt idx="329">
                  <c:v>51.24959137</c:v>
                </c:pt>
                <c:pt idx="330">
                  <c:v>51.24925232</c:v>
                </c:pt>
                <c:pt idx="331">
                  <c:v>51.24911499</c:v>
                </c:pt>
                <c:pt idx="332">
                  <c:v>51.24893964</c:v>
                </c:pt>
                <c:pt idx="333">
                  <c:v>51.248703</c:v>
                </c:pt>
                <c:pt idx="334">
                  <c:v>51.24847412</c:v>
                </c:pt>
                <c:pt idx="335">
                  <c:v>51.24838257</c:v>
                </c:pt>
                <c:pt idx="336">
                  <c:v>51.24828791</c:v>
                </c:pt>
                <c:pt idx="337">
                  <c:v>51.24819946</c:v>
                </c:pt>
                <c:pt idx="338">
                  <c:v>51.24815369</c:v>
                </c:pt>
                <c:pt idx="339">
                  <c:v>51.2481017</c:v>
                </c:pt>
                <c:pt idx="340">
                  <c:v>51.24805515</c:v>
                </c:pt>
                <c:pt idx="341">
                  <c:v>51.24801636</c:v>
                </c:pt>
                <c:pt idx="342">
                  <c:v>51.2480086</c:v>
                </c:pt>
                <c:pt idx="343">
                  <c:v>51.2480086</c:v>
                </c:pt>
                <c:pt idx="344">
                  <c:v>51.24797058</c:v>
                </c:pt>
                <c:pt idx="345">
                  <c:v>51.24796205</c:v>
                </c:pt>
                <c:pt idx="346">
                  <c:v>51.24796205</c:v>
                </c:pt>
                <c:pt idx="347">
                  <c:v>51.24797058</c:v>
                </c:pt>
                <c:pt idx="348">
                  <c:v>51.24796205</c:v>
                </c:pt>
                <c:pt idx="349">
                  <c:v>51.24797058</c:v>
                </c:pt>
                <c:pt idx="350">
                  <c:v>51.24797058</c:v>
                </c:pt>
                <c:pt idx="351">
                  <c:v>51.24797058</c:v>
                </c:pt>
                <c:pt idx="352">
                  <c:v>51.2480086</c:v>
                </c:pt>
                <c:pt idx="353">
                  <c:v>51.2480086</c:v>
                </c:pt>
                <c:pt idx="354">
                  <c:v>51.24801636</c:v>
                </c:pt>
                <c:pt idx="355">
                  <c:v>51.24801636</c:v>
                </c:pt>
                <c:pt idx="356">
                  <c:v>51.24806213</c:v>
                </c:pt>
                <c:pt idx="357">
                  <c:v>51.24805515</c:v>
                </c:pt>
                <c:pt idx="358">
                  <c:v>51.2481017</c:v>
                </c:pt>
                <c:pt idx="359">
                  <c:v>51.2481017</c:v>
                </c:pt>
                <c:pt idx="360">
                  <c:v>51.24810791</c:v>
                </c:pt>
                <c:pt idx="361">
                  <c:v>51.24810791</c:v>
                </c:pt>
                <c:pt idx="362">
                  <c:v>51.24815369</c:v>
                </c:pt>
                <c:pt idx="363">
                  <c:v>51.24815369</c:v>
                </c:pt>
                <c:pt idx="364">
                  <c:v>51.24815369</c:v>
                </c:pt>
                <c:pt idx="365">
                  <c:v>51.24819946</c:v>
                </c:pt>
                <c:pt idx="366">
                  <c:v>51.24819481</c:v>
                </c:pt>
                <c:pt idx="367">
                  <c:v>51.24824524</c:v>
                </c:pt>
                <c:pt idx="368">
                  <c:v>51.24824524</c:v>
                </c:pt>
                <c:pt idx="369">
                  <c:v>51.24828791</c:v>
                </c:pt>
                <c:pt idx="370">
                  <c:v>51.24829102</c:v>
                </c:pt>
                <c:pt idx="371">
                  <c:v>51.24833446</c:v>
                </c:pt>
                <c:pt idx="372">
                  <c:v>51.24833446</c:v>
                </c:pt>
                <c:pt idx="373">
                  <c:v>51.24838102</c:v>
                </c:pt>
                <c:pt idx="374">
                  <c:v>51.24838102</c:v>
                </c:pt>
                <c:pt idx="375">
                  <c:v>51.24842757</c:v>
                </c:pt>
                <c:pt idx="376">
                  <c:v>51.24847412</c:v>
                </c:pt>
                <c:pt idx="377">
                  <c:v>51.24847412</c:v>
                </c:pt>
                <c:pt idx="378">
                  <c:v>51.24852067</c:v>
                </c:pt>
                <c:pt idx="379">
                  <c:v>51.2485199</c:v>
                </c:pt>
                <c:pt idx="380">
                  <c:v>51.24856567</c:v>
                </c:pt>
                <c:pt idx="381">
                  <c:v>51.24861145</c:v>
                </c:pt>
                <c:pt idx="382">
                  <c:v>51.24861378</c:v>
                </c:pt>
                <c:pt idx="383">
                  <c:v>51.24865723</c:v>
                </c:pt>
                <c:pt idx="384">
                  <c:v>51.248703</c:v>
                </c:pt>
                <c:pt idx="385">
                  <c:v>51.248703</c:v>
                </c:pt>
                <c:pt idx="386">
                  <c:v>51.24874878</c:v>
                </c:pt>
                <c:pt idx="387">
                  <c:v>51.24874878</c:v>
                </c:pt>
                <c:pt idx="388">
                  <c:v>51.24879999</c:v>
                </c:pt>
                <c:pt idx="389">
                  <c:v>51.24879999</c:v>
                </c:pt>
                <c:pt idx="390">
                  <c:v>51.24884033</c:v>
                </c:pt>
                <c:pt idx="391">
                  <c:v>51.24884654</c:v>
                </c:pt>
                <c:pt idx="392">
                  <c:v>51.24889309</c:v>
                </c:pt>
                <c:pt idx="393">
                  <c:v>51.24889309</c:v>
                </c:pt>
                <c:pt idx="394">
                  <c:v>51.24893964</c:v>
                </c:pt>
                <c:pt idx="395">
                  <c:v>51.24893188</c:v>
                </c:pt>
                <c:pt idx="396">
                  <c:v>51.2489862</c:v>
                </c:pt>
                <c:pt idx="397">
                  <c:v>51.2489862</c:v>
                </c:pt>
                <c:pt idx="398">
                  <c:v>51.24903275</c:v>
                </c:pt>
                <c:pt idx="399">
                  <c:v>51.24903275</c:v>
                </c:pt>
                <c:pt idx="400">
                  <c:v>51.24906921</c:v>
                </c:pt>
                <c:pt idx="401">
                  <c:v>51.2490793</c:v>
                </c:pt>
                <c:pt idx="402">
                  <c:v>51.24911499</c:v>
                </c:pt>
                <c:pt idx="403">
                  <c:v>51.24911499</c:v>
                </c:pt>
                <c:pt idx="404">
                  <c:v>51.24912585</c:v>
                </c:pt>
                <c:pt idx="405">
                  <c:v>51.2491724</c:v>
                </c:pt>
                <c:pt idx="406">
                  <c:v>51.2491724</c:v>
                </c:pt>
                <c:pt idx="407">
                  <c:v>51.2491724</c:v>
                </c:pt>
                <c:pt idx="408">
                  <c:v>51.24921896</c:v>
                </c:pt>
                <c:pt idx="409">
                  <c:v>51.24920654</c:v>
                </c:pt>
                <c:pt idx="410">
                  <c:v>51.24926551</c:v>
                </c:pt>
                <c:pt idx="411">
                  <c:v>51.24926551</c:v>
                </c:pt>
                <c:pt idx="412">
                  <c:v>51.2492981</c:v>
                </c:pt>
                <c:pt idx="413">
                  <c:v>51.2492981</c:v>
                </c:pt>
                <c:pt idx="414">
                  <c:v>51.24934387</c:v>
                </c:pt>
                <c:pt idx="415">
                  <c:v>51.24934387</c:v>
                </c:pt>
                <c:pt idx="416">
                  <c:v>51.24938965</c:v>
                </c:pt>
                <c:pt idx="417">
                  <c:v>51.24940517</c:v>
                </c:pt>
                <c:pt idx="418">
                  <c:v>51.24945172</c:v>
                </c:pt>
                <c:pt idx="419">
                  <c:v>51.24945172</c:v>
                </c:pt>
                <c:pt idx="420">
                  <c:v>51.2494812</c:v>
                </c:pt>
                <c:pt idx="421">
                  <c:v>51.24949827</c:v>
                </c:pt>
                <c:pt idx="422">
                  <c:v>51.24954482</c:v>
                </c:pt>
                <c:pt idx="423">
                  <c:v>51.24954482</c:v>
                </c:pt>
                <c:pt idx="424">
                  <c:v>51.24957275</c:v>
                </c:pt>
                <c:pt idx="425">
                  <c:v>51.24961853</c:v>
                </c:pt>
                <c:pt idx="426">
                  <c:v>51.24961853</c:v>
                </c:pt>
                <c:pt idx="427">
                  <c:v>51.24963793</c:v>
                </c:pt>
                <c:pt idx="428">
                  <c:v>51.24963793</c:v>
                </c:pt>
                <c:pt idx="429">
                  <c:v>51.24968448</c:v>
                </c:pt>
                <c:pt idx="430">
                  <c:v>51.24968448</c:v>
                </c:pt>
                <c:pt idx="431">
                  <c:v>51.24966431</c:v>
                </c:pt>
                <c:pt idx="432">
                  <c:v>51.24966431</c:v>
                </c:pt>
                <c:pt idx="433">
                  <c:v>51.24968448</c:v>
                </c:pt>
                <c:pt idx="434">
                  <c:v>51.24966431</c:v>
                </c:pt>
                <c:pt idx="435">
                  <c:v>51.24968448</c:v>
                </c:pt>
                <c:pt idx="436">
                  <c:v>51.24963793</c:v>
                </c:pt>
                <c:pt idx="437">
                  <c:v>51.24961853</c:v>
                </c:pt>
                <c:pt idx="438">
                  <c:v>51.24963793</c:v>
                </c:pt>
                <c:pt idx="439">
                  <c:v>51.24959137</c:v>
                </c:pt>
                <c:pt idx="440">
                  <c:v>51.24957275</c:v>
                </c:pt>
                <c:pt idx="441">
                  <c:v>51.24957275</c:v>
                </c:pt>
                <c:pt idx="442">
                  <c:v>51.24952698</c:v>
                </c:pt>
                <c:pt idx="443">
                  <c:v>51.24949827</c:v>
                </c:pt>
                <c:pt idx="444">
                  <c:v>51.24949827</c:v>
                </c:pt>
                <c:pt idx="445">
                  <c:v>51.2494812</c:v>
                </c:pt>
                <c:pt idx="446">
                  <c:v>51.24945172</c:v>
                </c:pt>
                <c:pt idx="447">
                  <c:v>51.24940517</c:v>
                </c:pt>
                <c:pt idx="448">
                  <c:v>51.24940517</c:v>
                </c:pt>
                <c:pt idx="449">
                  <c:v>51.24934387</c:v>
                </c:pt>
                <c:pt idx="450">
                  <c:v>51.24935861</c:v>
                </c:pt>
                <c:pt idx="451">
                  <c:v>51.2492981</c:v>
                </c:pt>
                <c:pt idx="452">
                  <c:v>51.2492981</c:v>
                </c:pt>
                <c:pt idx="453">
                  <c:v>51.24925232</c:v>
                </c:pt>
                <c:pt idx="454">
                  <c:v>51.24925232</c:v>
                </c:pt>
                <c:pt idx="455">
                  <c:v>51.24920654</c:v>
                </c:pt>
                <c:pt idx="456">
                  <c:v>51.24920654</c:v>
                </c:pt>
                <c:pt idx="457">
                  <c:v>51.24920654</c:v>
                </c:pt>
                <c:pt idx="458">
                  <c:v>51.2491724</c:v>
                </c:pt>
                <c:pt idx="459">
                  <c:v>51.2491724</c:v>
                </c:pt>
                <c:pt idx="460">
                  <c:v>51.24916077</c:v>
                </c:pt>
                <c:pt idx="461">
                  <c:v>51.24912585</c:v>
                </c:pt>
                <c:pt idx="462">
                  <c:v>51.24911499</c:v>
                </c:pt>
                <c:pt idx="463">
                  <c:v>51.24911499</c:v>
                </c:pt>
                <c:pt idx="464">
                  <c:v>51.24906921</c:v>
                </c:pt>
                <c:pt idx="465">
                  <c:v>51.24906921</c:v>
                </c:pt>
                <c:pt idx="466">
                  <c:v>51.2490793</c:v>
                </c:pt>
                <c:pt idx="467">
                  <c:v>51.24906921</c:v>
                </c:pt>
                <c:pt idx="468">
                  <c:v>51.24902344</c:v>
                </c:pt>
                <c:pt idx="469">
                  <c:v>51.24903275</c:v>
                </c:pt>
                <c:pt idx="470">
                  <c:v>51.24903275</c:v>
                </c:pt>
                <c:pt idx="471">
                  <c:v>51.24897766</c:v>
                </c:pt>
                <c:pt idx="472">
                  <c:v>51.24897766</c:v>
                </c:pt>
                <c:pt idx="473">
                  <c:v>51.2489862</c:v>
                </c:pt>
                <c:pt idx="474">
                  <c:v>51.2489862</c:v>
                </c:pt>
                <c:pt idx="475">
                  <c:v>51.2489862</c:v>
                </c:pt>
                <c:pt idx="476">
                  <c:v>51.24897766</c:v>
                </c:pt>
                <c:pt idx="477">
                  <c:v>51.24893964</c:v>
                </c:pt>
                <c:pt idx="478">
                  <c:v>51.24893964</c:v>
                </c:pt>
                <c:pt idx="479">
                  <c:v>51.24893964</c:v>
                </c:pt>
                <c:pt idx="480">
                  <c:v>51.24893964</c:v>
                </c:pt>
                <c:pt idx="481">
                  <c:v>51.24893188</c:v>
                </c:pt>
                <c:pt idx="482">
                  <c:v>51.24893964</c:v>
                </c:pt>
                <c:pt idx="483">
                  <c:v>51.24893964</c:v>
                </c:pt>
                <c:pt idx="484">
                  <c:v>51.24893188</c:v>
                </c:pt>
                <c:pt idx="485">
                  <c:v>51.24893964</c:v>
                </c:pt>
                <c:pt idx="486">
                  <c:v>51.24897766</c:v>
                </c:pt>
                <c:pt idx="487">
                  <c:v>51.24897766</c:v>
                </c:pt>
                <c:pt idx="488">
                  <c:v>51.2489862</c:v>
                </c:pt>
                <c:pt idx="489">
                  <c:v>51.24897766</c:v>
                </c:pt>
                <c:pt idx="490">
                  <c:v>51.2489862</c:v>
                </c:pt>
                <c:pt idx="491">
                  <c:v>51.2489862</c:v>
                </c:pt>
                <c:pt idx="492">
                  <c:v>51.24897766</c:v>
                </c:pt>
                <c:pt idx="493">
                  <c:v>51.24902344</c:v>
                </c:pt>
                <c:pt idx="494">
                  <c:v>51.2489862</c:v>
                </c:pt>
                <c:pt idx="495">
                  <c:v>51.24903275</c:v>
                </c:pt>
                <c:pt idx="496">
                  <c:v>51.24903275</c:v>
                </c:pt>
                <c:pt idx="497">
                  <c:v>51.24902344</c:v>
                </c:pt>
                <c:pt idx="498">
                  <c:v>51.24902344</c:v>
                </c:pt>
                <c:pt idx="499">
                  <c:v>51.24903275</c:v>
                </c:pt>
                <c:pt idx="500">
                  <c:v>51.24906921</c:v>
                </c:pt>
                <c:pt idx="501">
                  <c:v>51.2490793</c:v>
                </c:pt>
                <c:pt idx="502">
                  <c:v>51.24906921</c:v>
                </c:pt>
                <c:pt idx="503">
                  <c:v>51.24906921</c:v>
                </c:pt>
                <c:pt idx="504">
                  <c:v>51.2490793</c:v>
                </c:pt>
                <c:pt idx="505">
                  <c:v>51.2490793</c:v>
                </c:pt>
                <c:pt idx="506">
                  <c:v>51.2490793</c:v>
                </c:pt>
                <c:pt idx="507">
                  <c:v>51.2490793</c:v>
                </c:pt>
                <c:pt idx="508">
                  <c:v>51.24906921</c:v>
                </c:pt>
                <c:pt idx="509">
                  <c:v>51.2490793</c:v>
                </c:pt>
                <c:pt idx="510">
                  <c:v>51.24906921</c:v>
                </c:pt>
                <c:pt idx="511">
                  <c:v>51.24903275</c:v>
                </c:pt>
                <c:pt idx="512">
                  <c:v>51.24903275</c:v>
                </c:pt>
                <c:pt idx="513">
                  <c:v>51.24902344</c:v>
                </c:pt>
                <c:pt idx="514">
                  <c:v>51.24902344</c:v>
                </c:pt>
                <c:pt idx="515">
                  <c:v>51.2489862</c:v>
                </c:pt>
                <c:pt idx="516">
                  <c:v>51.24897766</c:v>
                </c:pt>
                <c:pt idx="517">
                  <c:v>51.24897766</c:v>
                </c:pt>
                <c:pt idx="518">
                  <c:v>51.24893964</c:v>
                </c:pt>
                <c:pt idx="519">
                  <c:v>51.24893188</c:v>
                </c:pt>
                <c:pt idx="520">
                  <c:v>51.24893188</c:v>
                </c:pt>
                <c:pt idx="521">
                  <c:v>51.24888611</c:v>
                </c:pt>
                <c:pt idx="522">
                  <c:v>51.24884654</c:v>
                </c:pt>
                <c:pt idx="523">
                  <c:v>51.24884033</c:v>
                </c:pt>
                <c:pt idx="524">
                  <c:v>51.24879999</c:v>
                </c:pt>
                <c:pt idx="525">
                  <c:v>51.24879456</c:v>
                </c:pt>
                <c:pt idx="526">
                  <c:v>51.24875343</c:v>
                </c:pt>
                <c:pt idx="527">
                  <c:v>51.24875343</c:v>
                </c:pt>
                <c:pt idx="528">
                  <c:v>51.248703</c:v>
                </c:pt>
                <c:pt idx="529">
                  <c:v>51.24866033</c:v>
                </c:pt>
                <c:pt idx="530">
                  <c:v>51.24866033</c:v>
                </c:pt>
                <c:pt idx="531">
                  <c:v>51.24861378</c:v>
                </c:pt>
                <c:pt idx="532">
                  <c:v>51.24856567</c:v>
                </c:pt>
                <c:pt idx="533">
                  <c:v>51.24856567</c:v>
                </c:pt>
                <c:pt idx="534">
                  <c:v>51.24847412</c:v>
                </c:pt>
                <c:pt idx="535">
                  <c:v>51.24847412</c:v>
                </c:pt>
                <c:pt idx="536">
                  <c:v>51.24842757</c:v>
                </c:pt>
                <c:pt idx="537">
                  <c:v>51.24838102</c:v>
                </c:pt>
                <c:pt idx="538">
                  <c:v>51.24833446</c:v>
                </c:pt>
                <c:pt idx="539">
                  <c:v>51.24824524</c:v>
                </c:pt>
                <c:pt idx="540">
                  <c:v>51.24824136</c:v>
                </c:pt>
                <c:pt idx="541">
                  <c:v>51.24819481</c:v>
                </c:pt>
                <c:pt idx="542">
                  <c:v>51.24815369</c:v>
                </c:pt>
                <c:pt idx="543">
                  <c:v>51.24810791</c:v>
                </c:pt>
                <c:pt idx="544">
                  <c:v>51.24805515</c:v>
                </c:pt>
                <c:pt idx="545">
                  <c:v>51.24801636</c:v>
                </c:pt>
                <c:pt idx="546">
                  <c:v>51.24801636</c:v>
                </c:pt>
                <c:pt idx="547">
                  <c:v>51.24796205</c:v>
                </c:pt>
                <c:pt idx="548">
                  <c:v>51.24796205</c:v>
                </c:pt>
                <c:pt idx="549">
                  <c:v>51.2479248</c:v>
                </c:pt>
                <c:pt idx="550">
                  <c:v>51.24787903</c:v>
                </c:pt>
                <c:pt idx="551">
                  <c:v>51.24786894</c:v>
                </c:pt>
                <c:pt idx="552">
                  <c:v>51.24782239</c:v>
                </c:pt>
                <c:pt idx="553">
                  <c:v>51.24782239</c:v>
                </c:pt>
                <c:pt idx="554">
                  <c:v>51.24777584</c:v>
                </c:pt>
                <c:pt idx="555">
                  <c:v>51.24777584</c:v>
                </c:pt>
                <c:pt idx="556">
                  <c:v>51.2477417</c:v>
                </c:pt>
                <c:pt idx="557">
                  <c:v>51.24772929</c:v>
                </c:pt>
                <c:pt idx="558">
                  <c:v>51.24768273</c:v>
                </c:pt>
                <c:pt idx="559">
                  <c:v>51.24769592</c:v>
                </c:pt>
                <c:pt idx="560">
                  <c:v>51.24768273</c:v>
                </c:pt>
                <c:pt idx="561">
                  <c:v>51.24765015</c:v>
                </c:pt>
                <c:pt idx="562">
                  <c:v>51.24765015</c:v>
                </c:pt>
                <c:pt idx="563">
                  <c:v>51.24763618</c:v>
                </c:pt>
                <c:pt idx="564">
                  <c:v>51.24758963</c:v>
                </c:pt>
                <c:pt idx="565">
                  <c:v>51.24758963</c:v>
                </c:pt>
                <c:pt idx="566">
                  <c:v>51.24760437</c:v>
                </c:pt>
                <c:pt idx="567">
                  <c:v>51.24760437</c:v>
                </c:pt>
                <c:pt idx="568">
                  <c:v>51.24755859</c:v>
                </c:pt>
                <c:pt idx="569">
                  <c:v>51.24760437</c:v>
                </c:pt>
                <c:pt idx="570">
                  <c:v>51.24755859</c:v>
                </c:pt>
                <c:pt idx="571">
                  <c:v>51.24758963</c:v>
                </c:pt>
                <c:pt idx="572">
                  <c:v>51.24758963</c:v>
                </c:pt>
                <c:pt idx="573">
                  <c:v>51.24760437</c:v>
                </c:pt>
                <c:pt idx="574">
                  <c:v>51.24758963</c:v>
                </c:pt>
                <c:pt idx="575">
                  <c:v>51.24758963</c:v>
                </c:pt>
                <c:pt idx="576">
                  <c:v>51.24763618</c:v>
                </c:pt>
                <c:pt idx="577">
                  <c:v>51.24765015</c:v>
                </c:pt>
                <c:pt idx="578">
                  <c:v>51.24763618</c:v>
                </c:pt>
                <c:pt idx="579">
                  <c:v>51.24763618</c:v>
                </c:pt>
                <c:pt idx="580">
                  <c:v>51.24768273</c:v>
                </c:pt>
                <c:pt idx="581">
                  <c:v>51.24768273</c:v>
                </c:pt>
                <c:pt idx="582">
                  <c:v>51.24768273</c:v>
                </c:pt>
                <c:pt idx="583">
                  <c:v>51.24769592</c:v>
                </c:pt>
                <c:pt idx="584">
                  <c:v>51.2477417</c:v>
                </c:pt>
                <c:pt idx="585">
                  <c:v>51.24777584</c:v>
                </c:pt>
                <c:pt idx="586">
                  <c:v>51.24777584</c:v>
                </c:pt>
                <c:pt idx="587">
                  <c:v>51.24777584</c:v>
                </c:pt>
                <c:pt idx="588">
                  <c:v>51.24782239</c:v>
                </c:pt>
                <c:pt idx="589">
                  <c:v>51.24782239</c:v>
                </c:pt>
                <c:pt idx="590">
                  <c:v>51.24786894</c:v>
                </c:pt>
                <c:pt idx="591">
                  <c:v>51.24787903</c:v>
                </c:pt>
                <c:pt idx="592">
                  <c:v>51.24787903</c:v>
                </c:pt>
                <c:pt idx="593">
                  <c:v>51.24791549</c:v>
                </c:pt>
                <c:pt idx="594">
                  <c:v>51.2479248</c:v>
                </c:pt>
                <c:pt idx="595">
                  <c:v>51.24797058</c:v>
                </c:pt>
                <c:pt idx="596">
                  <c:v>51.24801636</c:v>
                </c:pt>
                <c:pt idx="597">
                  <c:v>51.24801636</c:v>
                </c:pt>
                <c:pt idx="598">
                  <c:v>51.24806213</c:v>
                </c:pt>
                <c:pt idx="599">
                  <c:v>51.2481017</c:v>
                </c:pt>
                <c:pt idx="600">
                  <c:v>51.2481017</c:v>
                </c:pt>
                <c:pt idx="601">
                  <c:v>51.24815369</c:v>
                </c:pt>
                <c:pt idx="602">
                  <c:v>51.24815369</c:v>
                </c:pt>
                <c:pt idx="603">
                  <c:v>51.24819946</c:v>
                </c:pt>
                <c:pt idx="604">
                  <c:v>51.24824136</c:v>
                </c:pt>
                <c:pt idx="605">
                  <c:v>51.24829102</c:v>
                </c:pt>
                <c:pt idx="606">
                  <c:v>51.24833446</c:v>
                </c:pt>
                <c:pt idx="607">
                  <c:v>51.24833679</c:v>
                </c:pt>
                <c:pt idx="608">
                  <c:v>51.24838257</c:v>
                </c:pt>
                <c:pt idx="609">
                  <c:v>51.24842757</c:v>
                </c:pt>
                <c:pt idx="610">
                  <c:v>51.24847412</c:v>
                </c:pt>
                <c:pt idx="611">
                  <c:v>51.24852067</c:v>
                </c:pt>
                <c:pt idx="612">
                  <c:v>51.24856567</c:v>
                </c:pt>
                <c:pt idx="613">
                  <c:v>51.24861145</c:v>
                </c:pt>
                <c:pt idx="614">
                  <c:v>51.24866033</c:v>
                </c:pt>
                <c:pt idx="615">
                  <c:v>51.24870688</c:v>
                </c:pt>
                <c:pt idx="616">
                  <c:v>51.24875343</c:v>
                </c:pt>
                <c:pt idx="617">
                  <c:v>51.24879456</c:v>
                </c:pt>
                <c:pt idx="618">
                  <c:v>51.24884033</c:v>
                </c:pt>
                <c:pt idx="619">
                  <c:v>51.24889309</c:v>
                </c:pt>
                <c:pt idx="620">
                  <c:v>51.24893964</c:v>
                </c:pt>
                <c:pt idx="621">
                  <c:v>51.24902344</c:v>
                </c:pt>
                <c:pt idx="622">
                  <c:v>51.24902344</c:v>
                </c:pt>
                <c:pt idx="623">
                  <c:v>51.24911499</c:v>
                </c:pt>
                <c:pt idx="624">
                  <c:v>51.24916077</c:v>
                </c:pt>
                <c:pt idx="625">
                  <c:v>51.24921896</c:v>
                </c:pt>
                <c:pt idx="626">
                  <c:v>51.24931206</c:v>
                </c:pt>
                <c:pt idx="627">
                  <c:v>51.24935861</c:v>
                </c:pt>
                <c:pt idx="628">
                  <c:v>51.24940517</c:v>
                </c:pt>
                <c:pt idx="629">
                  <c:v>51.2494812</c:v>
                </c:pt>
                <c:pt idx="630">
                  <c:v>51.24952698</c:v>
                </c:pt>
                <c:pt idx="631">
                  <c:v>51.24961853</c:v>
                </c:pt>
                <c:pt idx="632">
                  <c:v>51.24968448</c:v>
                </c:pt>
                <c:pt idx="633">
                  <c:v>51.24971008</c:v>
                </c:pt>
                <c:pt idx="634">
                  <c:v>51.24980164</c:v>
                </c:pt>
                <c:pt idx="635">
                  <c:v>51.24982414</c:v>
                </c:pt>
                <c:pt idx="636">
                  <c:v>51.24987069</c:v>
                </c:pt>
                <c:pt idx="637">
                  <c:v>51.24993896</c:v>
                </c:pt>
                <c:pt idx="638">
                  <c:v>51.24998474</c:v>
                </c:pt>
                <c:pt idx="639">
                  <c:v>51.25007629</c:v>
                </c:pt>
                <c:pt idx="640">
                  <c:v>51.25010345</c:v>
                </c:pt>
                <c:pt idx="641">
                  <c:v>51.25016785</c:v>
                </c:pt>
                <c:pt idx="642">
                  <c:v>51.25019655</c:v>
                </c:pt>
                <c:pt idx="643">
                  <c:v>51.2502594</c:v>
                </c:pt>
                <c:pt idx="644">
                  <c:v>51.25030518</c:v>
                </c:pt>
                <c:pt idx="645">
                  <c:v>51.25033621</c:v>
                </c:pt>
                <c:pt idx="646">
                  <c:v>51.25038276</c:v>
                </c:pt>
                <c:pt idx="647">
                  <c:v>51.25042932</c:v>
                </c:pt>
                <c:pt idx="648">
                  <c:v>51.25048828</c:v>
                </c:pt>
                <c:pt idx="649">
                  <c:v>51.25053406</c:v>
                </c:pt>
                <c:pt idx="650">
                  <c:v>51.25057983</c:v>
                </c:pt>
                <c:pt idx="651">
                  <c:v>51.25062561</c:v>
                </c:pt>
                <c:pt idx="652">
                  <c:v>51.25067139</c:v>
                </c:pt>
                <c:pt idx="653">
                  <c:v>51.25067139</c:v>
                </c:pt>
                <c:pt idx="654">
                  <c:v>51.25070863</c:v>
                </c:pt>
                <c:pt idx="655">
                  <c:v>51.25075518</c:v>
                </c:pt>
                <c:pt idx="656">
                  <c:v>51.25080872</c:v>
                </c:pt>
                <c:pt idx="657">
                  <c:v>51.25084829</c:v>
                </c:pt>
                <c:pt idx="658">
                  <c:v>51.25090027</c:v>
                </c:pt>
                <c:pt idx="659">
                  <c:v>51.25094139</c:v>
                </c:pt>
                <c:pt idx="660">
                  <c:v>51.25098794</c:v>
                </c:pt>
                <c:pt idx="661">
                  <c:v>51.25098794</c:v>
                </c:pt>
                <c:pt idx="662">
                  <c:v>51.2510376</c:v>
                </c:pt>
                <c:pt idx="663">
                  <c:v>51.25108337</c:v>
                </c:pt>
                <c:pt idx="664">
                  <c:v>51.25112915</c:v>
                </c:pt>
                <c:pt idx="665">
                  <c:v>51.25117415</c:v>
                </c:pt>
                <c:pt idx="666">
                  <c:v>51.2512207</c:v>
                </c:pt>
                <c:pt idx="667">
                  <c:v>51.2512207</c:v>
                </c:pt>
                <c:pt idx="668">
                  <c:v>51.25126726</c:v>
                </c:pt>
                <c:pt idx="669">
                  <c:v>51.25131226</c:v>
                </c:pt>
                <c:pt idx="670">
                  <c:v>51.25135803</c:v>
                </c:pt>
                <c:pt idx="671">
                  <c:v>51.25140691</c:v>
                </c:pt>
                <c:pt idx="672">
                  <c:v>51.25145346</c:v>
                </c:pt>
                <c:pt idx="673">
                  <c:v>51.25149536</c:v>
                </c:pt>
                <c:pt idx="674">
                  <c:v>51.25154114</c:v>
                </c:pt>
                <c:pt idx="675">
                  <c:v>51.25158691</c:v>
                </c:pt>
                <c:pt idx="676">
                  <c:v>51.25158691</c:v>
                </c:pt>
                <c:pt idx="677">
                  <c:v>51.25163269</c:v>
                </c:pt>
                <c:pt idx="678">
                  <c:v>51.25167847</c:v>
                </c:pt>
                <c:pt idx="679">
                  <c:v>51.25172424</c:v>
                </c:pt>
                <c:pt idx="680">
                  <c:v>51.25173278</c:v>
                </c:pt>
                <c:pt idx="681">
                  <c:v>51.25177002</c:v>
                </c:pt>
                <c:pt idx="682">
                  <c:v>51.2518158</c:v>
                </c:pt>
                <c:pt idx="683">
                  <c:v>51.25182588</c:v>
                </c:pt>
                <c:pt idx="684">
                  <c:v>51.25186157</c:v>
                </c:pt>
                <c:pt idx="685">
                  <c:v>51.25190735</c:v>
                </c:pt>
                <c:pt idx="686">
                  <c:v>51.25195313</c:v>
                </c:pt>
                <c:pt idx="687">
                  <c:v>51.25195313</c:v>
                </c:pt>
                <c:pt idx="688">
                  <c:v>51.25201209</c:v>
                </c:pt>
                <c:pt idx="689">
                  <c:v>51.25204468</c:v>
                </c:pt>
                <c:pt idx="690">
                  <c:v>51.25205864</c:v>
                </c:pt>
                <c:pt idx="691">
                  <c:v>51.25209045</c:v>
                </c:pt>
                <c:pt idx="692">
                  <c:v>51.25213623</c:v>
                </c:pt>
                <c:pt idx="693">
                  <c:v>51.25218201</c:v>
                </c:pt>
                <c:pt idx="694">
                  <c:v>51.2521983</c:v>
                </c:pt>
                <c:pt idx="695">
                  <c:v>51.2521983</c:v>
                </c:pt>
                <c:pt idx="696">
                  <c:v>51.25224485</c:v>
                </c:pt>
                <c:pt idx="697">
                  <c:v>51.25227356</c:v>
                </c:pt>
                <c:pt idx="698">
                  <c:v>51.2522914</c:v>
                </c:pt>
                <c:pt idx="699">
                  <c:v>51.2522914</c:v>
                </c:pt>
                <c:pt idx="700">
                  <c:v>51.25224485</c:v>
                </c:pt>
                <c:pt idx="701">
                  <c:v>51.25224485</c:v>
                </c:pt>
                <c:pt idx="702">
                  <c:v>51.2521983</c:v>
                </c:pt>
                <c:pt idx="703">
                  <c:v>51.25218201</c:v>
                </c:pt>
                <c:pt idx="704">
                  <c:v>51.2521052</c:v>
                </c:pt>
                <c:pt idx="705">
                  <c:v>51.25204468</c:v>
                </c:pt>
                <c:pt idx="706">
                  <c:v>51.2519989</c:v>
                </c:pt>
                <c:pt idx="707">
                  <c:v>51.25191899</c:v>
                </c:pt>
                <c:pt idx="708">
                  <c:v>51.25177002</c:v>
                </c:pt>
                <c:pt idx="709">
                  <c:v>51.25167847</c:v>
                </c:pt>
                <c:pt idx="710">
                  <c:v>51.25154114</c:v>
                </c:pt>
                <c:pt idx="711">
                  <c:v>51.25140691</c:v>
                </c:pt>
                <c:pt idx="712">
                  <c:v>51.25126726</c:v>
                </c:pt>
                <c:pt idx="713">
                  <c:v>51.2511276</c:v>
                </c:pt>
                <c:pt idx="714">
                  <c:v>51.25094604</c:v>
                </c:pt>
                <c:pt idx="715">
                  <c:v>51.25075518</c:v>
                </c:pt>
                <c:pt idx="716">
                  <c:v>51.25053406</c:v>
                </c:pt>
                <c:pt idx="717">
                  <c:v>51.25035095</c:v>
                </c:pt>
                <c:pt idx="718">
                  <c:v>51.25015</c:v>
                </c:pt>
                <c:pt idx="719">
                  <c:v>51.24993896</c:v>
                </c:pt>
                <c:pt idx="720">
                  <c:v>51.24963793</c:v>
                </c:pt>
                <c:pt idx="721">
                  <c:v>51.24952698</c:v>
                </c:pt>
                <c:pt idx="722">
                  <c:v>51.24921896</c:v>
                </c:pt>
                <c:pt idx="723">
                  <c:v>51.24893964</c:v>
                </c:pt>
                <c:pt idx="724">
                  <c:v>51.248703</c:v>
                </c:pt>
                <c:pt idx="725">
                  <c:v>51.24842834</c:v>
                </c:pt>
                <c:pt idx="726">
                  <c:v>51.24805515</c:v>
                </c:pt>
                <c:pt idx="727">
                  <c:v>51.24772929</c:v>
                </c:pt>
                <c:pt idx="728">
                  <c:v>51.24754308</c:v>
                </c:pt>
                <c:pt idx="729">
                  <c:v>51.24723816</c:v>
                </c:pt>
                <c:pt idx="730">
                  <c:v>51.247031</c:v>
                </c:pt>
                <c:pt idx="731">
                  <c:v>51.24675169</c:v>
                </c:pt>
                <c:pt idx="732">
                  <c:v>51.24647237</c:v>
                </c:pt>
                <c:pt idx="733">
                  <c:v>51.24613953</c:v>
                </c:pt>
                <c:pt idx="734">
                  <c:v>51.24591375</c:v>
                </c:pt>
                <c:pt idx="735">
                  <c:v>51.24563443</c:v>
                </c:pt>
                <c:pt idx="736">
                  <c:v>51.24536133</c:v>
                </c:pt>
                <c:pt idx="737">
                  <c:v>51.24508667</c:v>
                </c:pt>
                <c:pt idx="738">
                  <c:v>51.24481201</c:v>
                </c:pt>
                <c:pt idx="739">
                  <c:v>51.24442408</c:v>
                </c:pt>
                <c:pt idx="740">
                  <c:v>51.2442627</c:v>
                </c:pt>
                <c:pt idx="741">
                  <c:v>51.24389648</c:v>
                </c:pt>
                <c:pt idx="742">
                  <c:v>51.24363269</c:v>
                </c:pt>
                <c:pt idx="743">
                  <c:v>51.24339294</c:v>
                </c:pt>
                <c:pt idx="744">
                  <c:v>51.24311829</c:v>
                </c:pt>
                <c:pt idx="745">
                  <c:v>51.24279785</c:v>
                </c:pt>
                <c:pt idx="746">
                  <c:v>51.24252319</c:v>
                </c:pt>
                <c:pt idx="747">
                  <c:v>51.24228267</c:v>
                </c:pt>
                <c:pt idx="748">
                  <c:v>51.24200336</c:v>
                </c:pt>
                <c:pt idx="749">
                  <c:v>51.24172405</c:v>
                </c:pt>
                <c:pt idx="750">
                  <c:v>51.24144473</c:v>
                </c:pt>
                <c:pt idx="751">
                  <c:v>51.24121197</c:v>
                </c:pt>
                <c:pt idx="752">
                  <c:v>51.2409668</c:v>
                </c:pt>
                <c:pt idx="753">
                  <c:v>51.24065335</c:v>
                </c:pt>
                <c:pt idx="754">
                  <c:v>51.24041748</c:v>
                </c:pt>
                <c:pt idx="755">
                  <c:v>51.24014282</c:v>
                </c:pt>
                <c:pt idx="756">
                  <c:v>51.23986196</c:v>
                </c:pt>
                <c:pt idx="757">
                  <c:v>51.23953609</c:v>
                </c:pt>
                <c:pt idx="758">
                  <c:v>51.23925678</c:v>
                </c:pt>
                <c:pt idx="759">
                  <c:v>51.23897746</c:v>
                </c:pt>
                <c:pt idx="760">
                  <c:v>51.23869815</c:v>
                </c:pt>
                <c:pt idx="761">
                  <c:v>51.2384491</c:v>
                </c:pt>
                <c:pt idx="762">
                  <c:v>51.23817444</c:v>
                </c:pt>
                <c:pt idx="763">
                  <c:v>51.23781366</c:v>
                </c:pt>
                <c:pt idx="764">
                  <c:v>51.2376709</c:v>
                </c:pt>
                <c:pt idx="765">
                  <c:v>51.23739624</c:v>
                </c:pt>
                <c:pt idx="766">
                  <c:v>51.23706882</c:v>
                </c:pt>
                <c:pt idx="767">
                  <c:v>51.23678951</c:v>
                </c:pt>
                <c:pt idx="768">
                  <c:v>51.2365102</c:v>
                </c:pt>
                <c:pt idx="769">
                  <c:v>51.23623088</c:v>
                </c:pt>
                <c:pt idx="770">
                  <c:v>51.23595157</c:v>
                </c:pt>
                <c:pt idx="771">
                  <c:v>51.23557915</c:v>
                </c:pt>
                <c:pt idx="772">
                  <c:v>51.2353363</c:v>
                </c:pt>
                <c:pt idx="773">
                  <c:v>51.23516018</c:v>
                </c:pt>
                <c:pt idx="774">
                  <c:v>51.23483276</c:v>
                </c:pt>
                <c:pt idx="775">
                  <c:v>51.23455811</c:v>
                </c:pt>
                <c:pt idx="776">
                  <c:v>51.23428345</c:v>
                </c:pt>
                <c:pt idx="777">
                  <c:v>51.23394982</c:v>
                </c:pt>
                <c:pt idx="778">
                  <c:v>51.23364258</c:v>
                </c:pt>
                <c:pt idx="779">
                  <c:v>51.2333912</c:v>
                </c:pt>
                <c:pt idx="780">
                  <c:v>51.23313904</c:v>
                </c:pt>
                <c:pt idx="781">
                  <c:v>51.23291016</c:v>
                </c:pt>
                <c:pt idx="782">
                  <c:v>51.23258972</c:v>
                </c:pt>
                <c:pt idx="783">
                  <c:v>51.23236705</c:v>
                </c:pt>
                <c:pt idx="784">
                  <c:v>51.23208773</c:v>
                </c:pt>
                <c:pt idx="785">
                  <c:v>51.2318573</c:v>
                </c:pt>
                <c:pt idx="786">
                  <c:v>51.23139954</c:v>
                </c:pt>
                <c:pt idx="787">
                  <c:v>51.23130798</c:v>
                </c:pt>
                <c:pt idx="788">
                  <c:v>51.23098755</c:v>
                </c:pt>
                <c:pt idx="789">
                  <c:v>51.23066711</c:v>
                </c:pt>
                <c:pt idx="790">
                  <c:v>51.23039246</c:v>
                </c:pt>
                <c:pt idx="791">
                  <c:v>51.23008599</c:v>
                </c:pt>
                <c:pt idx="792">
                  <c:v>51.22979736</c:v>
                </c:pt>
                <c:pt idx="793">
                  <c:v>51.22957391</c:v>
                </c:pt>
                <c:pt idx="794">
                  <c:v>51.2293396</c:v>
                </c:pt>
                <c:pt idx="795">
                  <c:v>51.22906494</c:v>
                </c:pt>
                <c:pt idx="796">
                  <c:v>51.22878252</c:v>
                </c:pt>
                <c:pt idx="797">
                  <c:v>51.22850321</c:v>
                </c:pt>
                <c:pt idx="798">
                  <c:v>51.22817735</c:v>
                </c:pt>
                <c:pt idx="799">
                  <c:v>51.22789803</c:v>
                </c:pt>
                <c:pt idx="800">
                  <c:v>51.22761872</c:v>
                </c:pt>
                <c:pt idx="801">
                  <c:v>51.22732544</c:v>
                </c:pt>
                <c:pt idx="802">
                  <c:v>51.22710664</c:v>
                </c:pt>
                <c:pt idx="803">
                  <c:v>51.22687388</c:v>
                </c:pt>
                <c:pt idx="804">
                  <c:v>51.22654802</c:v>
                </c:pt>
                <c:pt idx="805">
                  <c:v>51.22627258</c:v>
                </c:pt>
                <c:pt idx="806">
                  <c:v>51.22598939</c:v>
                </c:pt>
                <c:pt idx="807">
                  <c:v>51.22563171</c:v>
                </c:pt>
                <c:pt idx="808">
                  <c:v>51.22538421</c:v>
                </c:pt>
                <c:pt idx="809">
                  <c:v>51.22515145</c:v>
                </c:pt>
                <c:pt idx="810">
                  <c:v>51.22482558</c:v>
                </c:pt>
                <c:pt idx="811">
                  <c:v>51.22453308</c:v>
                </c:pt>
                <c:pt idx="812">
                  <c:v>51.22426696</c:v>
                </c:pt>
                <c:pt idx="813">
                  <c:v>51.22389454</c:v>
                </c:pt>
                <c:pt idx="814">
                  <c:v>51.22366178</c:v>
                </c:pt>
                <c:pt idx="815">
                  <c:v>51.22338246</c:v>
                </c:pt>
                <c:pt idx="816">
                  <c:v>51.22310315</c:v>
                </c:pt>
                <c:pt idx="817">
                  <c:v>51.22293091</c:v>
                </c:pt>
                <c:pt idx="818">
                  <c:v>51.22263763</c:v>
                </c:pt>
                <c:pt idx="819">
                  <c:v>51.22224426</c:v>
                </c:pt>
                <c:pt idx="820">
                  <c:v>51.22206116</c:v>
                </c:pt>
                <c:pt idx="821">
                  <c:v>51.22179969</c:v>
                </c:pt>
                <c:pt idx="822">
                  <c:v>51.22146606</c:v>
                </c:pt>
                <c:pt idx="823">
                  <c:v>51.22133417</c:v>
                </c:pt>
                <c:pt idx="824">
                  <c:v>51.22091675</c:v>
                </c:pt>
                <c:pt idx="825">
                  <c:v>51.22063588</c:v>
                </c:pt>
                <c:pt idx="826">
                  <c:v>51.22027588</c:v>
                </c:pt>
                <c:pt idx="827">
                  <c:v>51.21998415</c:v>
                </c:pt>
                <c:pt idx="828">
                  <c:v>51.21979794</c:v>
                </c:pt>
                <c:pt idx="829">
                  <c:v>51.21942552</c:v>
                </c:pt>
                <c:pt idx="830">
                  <c:v>51.21914621</c:v>
                </c:pt>
                <c:pt idx="831">
                  <c:v>51.21894836</c:v>
                </c:pt>
                <c:pt idx="832">
                  <c:v>51.21868069</c:v>
                </c:pt>
                <c:pt idx="833">
                  <c:v>51.21826172</c:v>
                </c:pt>
                <c:pt idx="834">
                  <c:v>51.21798706</c:v>
                </c:pt>
                <c:pt idx="835">
                  <c:v>51.2177962</c:v>
                </c:pt>
                <c:pt idx="836">
                  <c:v>51.21747033</c:v>
                </c:pt>
                <c:pt idx="837">
                  <c:v>51.21716309</c:v>
                </c:pt>
                <c:pt idx="838">
                  <c:v>51.21686515</c:v>
                </c:pt>
                <c:pt idx="839">
                  <c:v>51.21658584</c:v>
                </c:pt>
                <c:pt idx="840">
                  <c:v>51.21630652</c:v>
                </c:pt>
                <c:pt idx="841">
                  <c:v>51.21601868</c:v>
                </c:pt>
                <c:pt idx="842">
                  <c:v>51.21579445</c:v>
                </c:pt>
                <c:pt idx="843">
                  <c:v>51.21542358</c:v>
                </c:pt>
                <c:pt idx="844">
                  <c:v>51.21514272</c:v>
                </c:pt>
                <c:pt idx="845">
                  <c:v>51.21487427</c:v>
                </c:pt>
                <c:pt idx="846">
                  <c:v>51.21459961</c:v>
                </c:pt>
                <c:pt idx="847">
                  <c:v>51.21444444</c:v>
                </c:pt>
                <c:pt idx="848">
                  <c:v>51.21402547</c:v>
                </c:pt>
                <c:pt idx="849">
                  <c:v>51.21374615</c:v>
                </c:pt>
                <c:pt idx="850">
                  <c:v>51.2134552</c:v>
                </c:pt>
                <c:pt idx="851">
                  <c:v>51.21318752</c:v>
                </c:pt>
                <c:pt idx="852">
                  <c:v>51.21295166</c:v>
                </c:pt>
                <c:pt idx="853">
                  <c:v>51.2126289</c:v>
                </c:pt>
                <c:pt idx="854">
                  <c:v>51.21234958</c:v>
                </c:pt>
                <c:pt idx="855">
                  <c:v>51.21207027</c:v>
                </c:pt>
                <c:pt idx="856">
                  <c:v>51.21180725</c:v>
                </c:pt>
                <c:pt idx="857">
                  <c:v>51.21153259</c:v>
                </c:pt>
                <c:pt idx="858">
                  <c:v>51.21118578</c:v>
                </c:pt>
                <c:pt idx="859">
                  <c:v>51.2109375</c:v>
                </c:pt>
                <c:pt idx="860">
                  <c:v>51.21061707</c:v>
                </c:pt>
                <c:pt idx="861">
                  <c:v>51.21034241</c:v>
                </c:pt>
                <c:pt idx="862">
                  <c:v>51.21006852</c:v>
                </c:pt>
                <c:pt idx="863">
                  <c:v>51.20988464</c:v>
                </c:pt>
                <c:pt idx="864">
                  <c:v>51.20960999</c:v>
                </c:pt>
                <c:pt idx="865">
                  <c:v>51.209198</c:v>
                </c:pt>
                <c:pt idx="866">
                  <c:v>51.20887756</c:v>
                </c:pt>
                <c:pt idx="867">
                  <c:v>51.20876506</c:v>
                </c:pt>
                <c:pt idx="868">
                  <c:v>51.2084392</c:v>
                </c:pt>
                <c:pt idx="869">
                  <c:v>51.20815988</c:v>
                </c:pt>
                <c:pt idx="870">
                  <c:v>51.20782471</c:v>
                </c:pt>
                <c:pt idx="871">
                  <c:v>51.20760126</c:v>
                </c:pt>
                <c:pt idx="872">
                  <c:v>51.20741505</c:v>
                </c:pt>
                <c:pt idx="873">
                  <c:v>51.20695496</c:v>
                </c:pt>
                <c:pt idx="874">
                  <c:v>51.20671676</c:v>
                </c:pt>
                <c:pt idx="875">
                  <c:v>51.20643745</c:v>
                </c:pt>
                <c:pt idx="876">
                  <c:v>51.20608521</c:v>
                </c:pt>
                <c:pt idx="877">
                  <c:v>51.20592538</c:v>
                </c:pt>
                <c:pt idx="878">
                  <c:v>51.20562744</c:v>
                </c:pt>
                <c:pt idx="879">
                  <c:v>51.2053202</c:v>
                </c:pt>
                <c:pt idx="880">
                  <c:v>51.20494778</c:v>
                </c:pt>
                <c:pt idx="881">
                  <c:v>51.20466614</c:v>
                </c:pt>
                <c:pt idx="882">
                  <c:v>51.20448303</c:v>
                </c:pt>
                <c:pt idx="883">
                  <c:v>51.20407104</c:v>
                </c:pt>
                <c:pt idx="884">
                  <c:v>51.20383053</c:v>
                </c:pt>
                <c:pt idx="885">
                  <c:v>51.20352173</c:v>
                </c:pt>
                <c:pt idx="886">
                  <c:v>51.2032719</c:v>
                </c:pt>
                <c:pt idx="887">
                  <c:v>51.20301819</c:v>
                </c:pt>
                <c:pt idx="888">
                  <c:v>51.20262017</c:v>
                </c:pt>
                <c:pt idx="889">
                  <c:v>51.20243396</c:v>
                </c:pt>
                <c:pt idx="890">
                  <c:v>51.20215464</c:v>
                </c:pt>
                <c:pt idx="891">
                  <c:v>51.20182878</c:v>
                </c:pt>
                <c:pt idx="892">
                  <c:v>51.20154947</c:v>
                </c:pt>
                <c:pt idx="893">
                  <c:v>51.20127869</c:v>
                </c:pt>
                <c:pt idx="894">
                  <c:v>51.20099084</c:v>
                </c:pt>
                <c:pt idx="895">
                  <c:v>51.20071153</c:v>
                </c:pt>
                <c:pt idx="896">
                  <c:v>51.20036316</c:v>
                </c:pt>
                <c:pt idx="897">
                  <c:v>51.20013428</c:v>
                </c:pt>
                <c:pt idx="898">
                  <c:v>51.19987358</c:v>
                </c:pt>
                <c:pt idx="899">
                  <c:v>51.19945461</c:v>
                </c:pt>
                <c:pt idx="900">
                  <c:v>51.1991753</c:v>
                </c:pt>
                <c:pt idx="901">
                  <c:v>51.19903564</c:v>
                </c:pt>
                <c:pt idx="902">
                  <c:v>51.19875633</c:v>
                </c:pt>
                <c:pt idx="903">
                  <c:v>51.19843047</c:v>
                </c:pt>
                <c:pt idx="904">
                  <c:v>51.19807434</c:v>
                </c:pt>
                <c:pt idx="905">
                  <c:v>51.19775391</c:v>
                </c:pt>
                <c:pt idx="906">
                  <c:v>51.19752502</c:v>
                </c:pt>
                <c:pt idx="907">
                  <c:v>51.19720459</c:v>
                </c:pt>
                <c:pt idx="908">
                  <c:v>51.19689424</c:v>
                </c:pt>
                <c:pt idx="909">
                  <c:v>51.1966095</c:v>
                </c:pt>
                <c:pt idx="910">
                  <c:v>51.19633561</c:v>
                </c:pt>
                <c:pt idx="911">
                  <c:v>51.1960144</c:v>
                </c:pt>
                <c:pt idx="912">
                  <c:v>51.19573044</c:v>
                </c:pt>
                <c:pt idx="913">
                  <c:v>51.19545112</c:v>
                </c:pt>
                <c:pt idx="914">
                  <c:v>51.19514465</c:v>
                </c:pt>
                <c:pt idx="915">
                  <c:v>51.19487</c:v>
                </c:pt>
                <c:pt idx="916">
                  <c:v>51.19459534</c:v>
                </c:pt>
                <c:pt idx="917">
                  <c:v>51.19424076</c:v>
                </c:pt>
                <c:pt idx="918">
                  <c:v>51.19400024</c:v>
                </c:pt>
                <c:pt idx="919">
                  <c:v>51.19382179</c:v>
                </c:pt>
                <c:pt idx="920">
                  <c:v>51.19354248</c:v>
                </c:pt>
                <c:pt idx="921">
                  <c:v>51.19321661</c:v>
                </c:pt>
                <c:pt idx="922">
                  <c:v>51.19290161</c:v>
                </c:pt>
                <c:pt idx="923">
                  <c:v>51.19261144</c:v>
                </c:pt>
                <c:pt idx="924">
                  <c:v>51.19233212</c:v>
                </c:pt>
                <c:pt idx="925">
                  <c:v>51.19207764</c:v>
                </c:pt>
                <c:pt idx="926">
                  <c:v>51.19161987</c:v>
                </c:pt>
                <c:pt idx="927">
                  <c:v>51.19140108</c:v>
                </c:pt>
                <c:pt idx="928">
                  <c:v>51.19107521</c:v>
                </c:pt>
                <c:pt idx="929">
                  <c:v>51.1907959</c:v>
                </c:pt>
                <c:pt idx="930">
                  <c:v>51.19051659</c:v>
                </c:pt>
                <c:pt idx="931">
                  <c:v>51.19023727</c:v>
                </c:pt>
                <c:pt idx="932">
                  <c:v>51.18995796</c:v>
                </c:pt>
                <c:pt idx="933">
                  <c:v>51.18963209</c:v>
                </c:pt>
                <c:pt idx="934">
                  <c:v>51.18937683</c:v>
                </c:pt>
                <c:pt idx="935">
                  <c:v>51.18912002</c:v>
                </c:pt>
                <c:pt idx="936">
                  <c:v>51.18882751</c:v>
                </c:pt>
                <c:pt idx="937">
                  <c:v>51.18850708</c:v>
                </c:pt>
                <c:pt idx="938">
                  <c:v>51.18818897</c:v>
                </c:pt>
                <c:pt idx="939">
                  <c:v>51.18791199</c:v>
                </c:pt>
                <c:pt idx="940">
                  <c:v>51.18763733</c:v>
                </c:pt>
                <c:pt idx="941">
                  <c:v>51.18731689</c:v>
                </c:pt>
                <c:pt idx="942">
                  <c:v>51.18699646</c:v>
                </c:pt>
                <c:pt idx="943">
                  <c:v>51.1867218</c:v>
                </c:pt>
                <c:pt idx="944">
                  <c:v>51.18646654</c:v>
                </c:pt>
                <c:pt idx="945">
                  <c:v>51.18614067</c:v>
                </c:pt>
                <c:pt idx="946">
                  <c:v>51.18586136</c:v>
                </c:pt>
                <c:pt idx="947">
                  <c:v>51.18557739</c:v>
                </c:pt>
                <c:pt idx="948">
                  <c:v>51.18525696</c:v>
                </c:pt>
                <c:pt idx="949">
                  <c:v>51.18502808</c:v>
                </c:pt>
                <c:pt idx="950">
                  <c:v>51.18469756</c:v>
                </c:pt>
                <c:pt idx="951">
                  <c:v>51.18443298</c:v>
                </c:pt>
                <c:pt idx="952">
                  <c:v>51.18413893</c:v>
                </c:pt>
                <c:pt idx="953">
                  <c:v>51.18385962</c:v>
                </c:pt>
                <c:pt idx="954">
                  <c:v>51.18351746</c:v>
                </c:pt>
                <c:pt idx="955">
                  <c:v>51.18319702</c:v>
                </c:pt>
                <c:pt idx="956">
                  <c:v>51.18301392</c:v>
                </c:pt>
                <c:pt idx="957">
                  <c:v>51.18269581</c:v>
                </c:pt>
                <c:pt idx="958">
                  <c:v>51.1824646</c:v>
                </c:pt>
                <c:pt idx="959">
                  <c:v>51.18213718</c:v>
                </c:pt>
                <c:pt idx="960">
                  <c:v>51.18185787</c:v>
                </c:pt>
                <c:pt idx="961">
                  <c:v>51.18157856</c:v>
                </c:pt>
                <c:pt idx="962">
                  <c:v>51.18127441</c:v>
                </c:pt>
                <c:pt idx="963">
                  <c:v>51.18092682</c:v>
                </c:pt>
                <c:pt idx="964">
                  <c:v>51.18064751</c:v>
                </c:pt>
                <c:pt idx="965">
                  <c:v>51.18032164</c:v>
                </c:pt>
                <c:pt idx="966">
                  <c:v>51.18004233</c:v>
                </c:pt>
                <c:pt idx="967">
                  <c:v>51.17976379</c:v>
                </c:pt>
                <c:pt idx="968">
                  <c:v>51.17943715</c:v>
                </c:pt>
                <c:pt idx="969">
                  <c:v>51.1791687</c:v>
                </c:pt>
                <c:pt idx="970">
                  <c:v>51.17887853</c:v>
                </c:pt>
                <c:pt idx="971">
                  <c:v>51.17859921</c:v>
                </c:pt>
                <c:pt idx="972">
                  <c:v>51.17829895</c:v>
                </c:pt>
                <c:pt idx="973">
                  <c:v>51.17794748</c:v>
                </c:pt>
                <c:pt idx="974">
                  <c:v>51.17766817</c:v>
                </c:pt>
                <c:pt idx="975">
                  <c:v>51.1773423</c:v>
                </c:pt>
                <c:pt idx="976">
                  <c:v>51.17710954</c:v>
                </c:pt>
                <c:pt idx="977">
                  <c:v>51.17674255</c:v>
                </c:pt>
                <c:pt idx="978">
                  <c:v>51.17650436</c:v>
                </c:pt>
                <c:pt idx="979">
                  <c:v>51.17623901</c:v>
                </c:pt>
                <c:pt idx="980">
                  <c:v>51.17591858</c:v>
                </c:pt>
                <c:pt idx="981">
                  <c:v>51.17557332</c:v>
                </c:pt>
                <c:pt idx="982">
                  <c:v>51.17527771</c:v>
                </c:pt>
                <c:pt idx="983">
                  <c:v>51.17495728</c:v>
                </c:pt>
                <c:pt idx="984">
                  <c:v>51.17468882</c:v>
                </c:pt>
                <c:pt idx="985">
                  <c:v>51.17449951</c:v>
                </c:pt>
                <c:pt idx="986">
                  <c:v>51.17417908</c:v>
                </c:pt>
                <c:pt idx="987">
                  <c:v>51.17380433</c:v>
                </c:pt>
                <c:pt idx="988">
                  <c:v>51.17353821</c:v>
                </c:pt>
                <c:pt idx="989">
                  <c:v>51.17321777</c:v>
                </c:pt>
                <c:pt idx="990">
                  <c:v>51.17294312</c:v>
                </c:pt>
                <c:pt idx="991">
                  <c:v>51.17262268</c:v>
                </c:pt>
                <c:pt idx="992">
                  <c:v>51.17225647</c:v>
                </c:pt>
                <c:pt idx="993">
                  <c:v>51.17198879</c:v>
                </c:pt>
                <c:pt idx="994">
                  <c:v>51.17161638</c:v>
                </c:pt>
                <c:pt idx="995">
                  <c:v>51.17129517</c:v>
                </c:pt>
                <c:pt idx="996">
                  <c:v>51.17092896</c:v>
                </c:pt>
                <c:pt idx="997">
                  <c:v>51.17056274</c:v>
                </c:pt>
                <c:pt idx="998">
                  <c:v>51.17015076</c:v>
                </c:pt>
                <c:pt idx="999">
                  <c:v>51.16980084</c:v>
                </c:pt>
                <c:pt idx="1000">
                  <c:v>51.16928876</c:v>
                </c:pt>
                <c:pt idx="1001">
                  <c:v>51.16900635</c:v>
                </c:pt>
                <c:pt idx="1002">
                  <c:v>51.16849738</c:v>
                </c:pt>
                <c:pt idx="1003">
                  <c:v>51.16807841</c:v>
                </c:pt>
                <c:pt idx="1004">
                  <c:v>51.16784565</c:v>
                </c:pt>
                <c:pt idx="1005">
                  <c:v>51.16738012</c:v>
                </c:pt>
                <c:pt idx="1006">
                  <c:v>51.1669146</c:v>
                </c:pt>
                <c:pt idx="1007">
                  <c:v>51.16644287</c:v>
                </c:pt>
                <c:pt idx="1008">
                  <c:v>51.16593933</c:v>
                </c:pt>
                <c:pt idx="1009">
                  <c:v>51.16551803</c:v>
                </c:pt>
                <c:pt idx="1010">
                  <c:v>51.1650238</c:v>
                </c:pt>
                <c:pt idx="1011">
                  <c:v>51.16447449</c:v>
                </c:pt>
                <c:pt idx="1012">
                  <c:v>51.16402836</c:v>
                </c:pt>
                <c:pt idx="1013">
                  <c:v>51.16351318</c:v>
                </c:pt>
                <c:pt idx="1014">
                  <c:v>51.16300421</c:v>
                </c:pt>
                <c:pt idx="1015">
                  <c:v>51.1627249</c:v>
                </c:pt>
                <c:pt idx="1016">
                  <c:v>51.16218567</c:v>
                </c:pt>
                <c:pt idx="1017">
                  <c:v>51.16163635</c:v>
                </c:pt>
                <c:pt idx="1018">
                  <c:v>51.16127014</c:v>
                </c:pt>
                <c:pt idx="1019">
                  <c:v>51.1607666</c:v>
                </c:pt>
                <c:pt idx="1020">
                  <c:v>51.16021729</c:v>
                </c:pt>
                <c:pt idx="1021">
                  <c:v>51.15979211</c:v>
                </c:pt>
                <c:pt idx="1022">
                  <c:v>51.15934753</c:v>
                </c:pt>
                <c:pt idx="1023">
                  <c:v>51.15879822</c:v>
                </c:pt>
                <c:pt idx="1024">
                  <c:v>51.15825588</c:v>
                </c:pt>
                <c:pt idx="1025">
                  <c:v>51.15779114</c:v>
                </c:pt>
                <c:pt idx="1026">
                  <c:v>51.15733337</c:v>
                </c:pt>
                <c:pt idx="1027">
                  <c:v>51.15678406</c:v>
                </c:pt>
                <c:pt idx="1028">
                  <c:v>51.15634724</c:v>
                </c:pt>
                <c:pt idx="1029">
                  <c:v>51.15577698</c:v>
                </c:pt>
                <c:pt idx="1030">
                  <c:v>51.15532309</c:v>
                </c:pt>
                <c:pt idx="1031">
                  <c:v>51.15486145</c:v>
                </c:pt>
                <c:pt idx="1032">
                  <c:v>51.15426636</c:v>
                </c:pt>
                <c:pt idx="1033">
                  <c:v>51.15383342</c:v>
                </c:pt>
                <c:pt idx="1034">
                  <c:v>51.15325928</c:v>
                </c:pt>
                <c:pt idx="1035">
                  <c:v>51.15271617</c:v>
                </c:pt>
                <c:pt idx="1036">
                  <c:v>51.1522522</c:v>
                </c:pt>
                <c:pt idx="1037">
                  <c:v>51.15183168</c:v>
                </c:pt>
                <c:pt idx="1038">
                  <c:v>51.15133667</c:v>
                </c:pt>
                <c:pt idx="1039">
                  <c:v>51.15087891</c:v>
                </c:pt>
                <c:pt idx="1040">
                  <c:v>51.15037537</c:v>
                </c:pt>
                <c:pt idx="1041">
                  <c:v>51.14987648</c:v>
                </c:pt>
                <c:pt idx="1042">
                  <c:v>51.14945984</c:v>
                </c:pt>
                <c:pt idx="1043">
                  <c:v>51.14891052</c:v>
                </c:pt>
                <c:pt idx="1044">
                  <c:v>51.14845276</c:v>
                </c:pt>
                <c:pt idx="1045">
                  <c:v>51.14801439</c:v>
                </c:pt>
                <c:pt idx="1046">
                  <c:v>51.14750232</c:v>
                </c:pt>
                <c:pt idx="1047">
                  <c:v>51.14708335</c:v>
                </c:pt>
                <c:pt idx="1048">
                  <c:v>51.14652472</c:v>
                </c:pt>
                <c:pt idx="1049">
                  <c:v>51.14610575</c:v>
                </c:pt>
                <c:pt idx="1050">
                  <c:v>51.1456604</c:v>
                </c:pt>
                <c:pt idx="1051">
                  <c:v>51.14512815</c:v>
                </c:pt>
                <c:pt idx="1052">
                  <c:v>51.14461608</c:v>
                </c:pt>
                <c:pt idx="1053">
                  <c:v>51.14419556</c:v>
                </c:pt>
                <c:pt idx="1054">
                  <c:v>51.14369202</c:v>
                </c:pt>
                <c:pt idx="1055">
                  <c:v>51.14318848</c:v>
                </c:pt>
                <c:pt idx="1056">
                  <c:v>51.14268494</c:v>
                </c:pt>
                <c:pt idx="1057">
                  <c:v>51.14222717</c:v>
                </c:pt>
                <c:pt idx="1058">
                  <c:v>51.14186096</c:v>
                </c:pt>
                <c:pt idx="1059">
                  <c:v>51.1414032</c:v>
                </c:pt>
                <c:pt idx="1060">
                  <c:v>51.14071655</c:v>
                </c:pt>
                <c:pt idx="1061">
                  <c:v>51.14021301</c:v>
                </c:pt>
                <c:pt idx="1062">
                  <c:v>51.13996085</c:v>
                </c:pt>
                <c:pt idx="1063">
                  <c:v>51.13943481</c:v>
                </c:pt>
                <c:pt idx="1064">
                  <c:v>51.13898326</c:v>
                </c:pt>
                <c:pt idx="1065">
                  <c:v>51.13847118</c:v>
                </c:pt>
                <c:pt idx="1066">
                  <c:v>51.13796997</c:v>
                </c:pt>
                <c:pt idx="1067">
                  <c:v>51.13746643</c:v>
                </c:pt>
                <c:pt idx="1068">
                  <c:v>51.13693496</c:v>
                </c:pt>
                <c:pt idx="1069">
                  <c:v>51.13642288</c:v>
                </c:pt>
                <c:pt idx="1070">
                  <c:v>51.13595736</c:v>
                </c:pt>
                <c:pt idx="1071">
                  <c:v>51.13572693</c:v>
                </c:pt>
                <c:pt idx="1072">
                  <c:v>51.13511942</c:v>
                </c:pt>
                <c:pt idx="1073">
                  <c:v>51.1346539</c:v>
                </c:pt>
                <c:pt idx="1074">
                  <c:v>51.13417053</c:v>
                </c:pt>
                <c:pt idx="1075">
                  <c:v>51.13371277</c:v>
                </c:pt>
                <c:pt idx="1076">
                  <c:v>51.13316345</c:v>
                </c:pt>
                <c:pt idx="1077">
                  <c:v>51.13269871</c:v>
                </c:pt>
                <c:pt idx="1078">
                  <c:v>51.13215637</c:v>
                </c:pt>
                <c:pt idx="1079">
                  <c:v>51.13183594</c:v>
                </c:pt>
                <c:pt idx="1080">
                  <c:v>51.13139524</c:v>
                </c:pt>
                <c:pt idx="1081">
                  <c:v>51.13087463</c:v>
                </c:pt>
                <c:pt idx="1082">
                  <c:v>51.13037109</c:v>
                </c:pt>
                <c:pt idx="1083">
                  <c:v>51.12995911</c:v>
                </c:pt>
                <c:pt idx="1084">
                  <c:v>51.12927246</c:v>
                </c:pt>
                <c:pt idx="1085">
                  <c:v>51.12883487</c:v>
                </c:pt>
                <c:pt idx="1086">
                  <c:v>51.12835693</c:v>
                </c:pt>
                <c:pt idx="1087">
                  <c:v>51.12789917</c:v>
                </c:pt>
                <c:pt idx="1088">
                  <c:v>51.12748486</c:v>
                </c:pt>
                <c:pt idx="1089">
                  <c:v>51.12692623</c:v>
                </c:pt>
                <c:pt idx="1090">
                  <c:v>51.12652588</c:v>
                </c:pt>
                <c:pt idx="1091">
                  <c:v>51.12602234</c:v>
                </c:pt>
                <c:pt idx="1092">
                  <c:v>51.12561035</c:v>
                </c:pt>
                <c:pt idx="1093">
                  <c:v>51.12510681</c:v>
                </c:pt>
                <c:pt idx="1094">
                  <c:v>51.12450551</c:v>
                </c:pt>
                <c:pt idx="1095">
                  <c:v>51.12403999</c:v>
                </c:pt>
                <c:pt idx="1096">
                  <c:v>51.12357447</c:v>
                </c:pt>
                <c:pt idx="1097">
                  <c:v>51.12320205</c:v>
                </c:pt>
                <c:pt idx="1098">
                  <c:v>51.12258911</c:v>
                </c:pt>
                <c:pt idx="1099">
                  <c:v>51.12213135</c:v>
                </c:pt>
                <c:pt idx="1100">
                  <c:v>51.12073478</c:v>
                </c:pt>
                <c:pt idx="1101">
                  <c:v>51.12020874</c:v>
                </c:pt>
                <c:pt idx="1102">
                  <c:v>51.11975718</c:v>
                </c:pt>
                <c:pt idx="1103">
                  <c:v>51.11929321</c:v>
                </c:pt>
                <c:pt idx="1104">
                  <c:v>51.11882614</c:v>
                </c:pt>
                <c:pt idx="1105">
                  <c:v>51.11842346</c:v>
                </c:pt>
                <c:pt idx="1106">
                  <c:v>51.11794165</c:v>
                </c:pt>
                <c:pt idx="1107">
                  <c:v>51.11742957</c:v>
                </c:pt>
                <c:pt idx="1108">
                  <c:v>51.11696405</c:v>
                </c:pt>
                <c:pt idx="1109">
                  <c:v>51.11627197</c:v>
                </c:pt>
                <c:pt idx="1110">
                  <c:v>51.116033</c:v>
                </c:pt>
                <c:pt idx="1111">
                  <c:v>51.11540222</c:v>
                </c:pt>
                <c:pt idx="1112">
                  <c:v>51.11482265</c:v>
                </c:pt>
                <c:pt idx="1113">
                  <c:v>51.11457825</c:v>
                </c:pt>
                <c:pt idx="1114">
                  <c:v>51.1138916</c:v>
                </c:pt>
                <c:pt idx="1115">
                  <c:v>51.11361229</c:v>
                </c:pt>
                <c:pt idx="1116">
                  <c:v>51.11315918</c:v>
                </c:pt>
                <c:pt idx="1117">
                  <c:v>51.11244848</c:v>
                </c:pt>
                <c:pt idx="1118">
                  <c:v>51.1121521</c:v>
                </c:pt>
                <c:pt idx="1119">
                  <c:v>51.11170365</c:v>
                </c:pt>
                <c:pt idx="1120">
                  <c:v>51.11091614</c:v>
                </c:pt>
                <c:pt idx="1121">
                  <c:v>51.11049329</c:v>
                </c:pt>
                <c:pt idx="1122">
                  <c:v>51.11007432</c:v>
                </c:pt>
                <c:pt idx="1123">
                  <c:v>51.10958862</c:v>
                </c:pt>
                <c:pt idx="1124">
                  <c:v>51.10914327</c:v>
                </c:pt>
                <c:pt idx="1125">
                  <c:v>51.10871887</c:v>
                </c:pt>
                <c:pt idx="1126">
                  <c:v>51.10811912</c:v>
                </c:pt>
                <c:pt idx="1127">
                  <c:v>51.10757446</c:v>
                </c:pt>
                <c:pt idx="1128">
                  <c:v>51.10704842</c:v>
                </c:pt>
                <c:pt idx="1129">
                  <c:v>51.10656738</c:v>
                </c:pt>
                <c:pt idx="1130">
                  <c:v>51.10606384</c:v>
                </c:pt>
                <c:pt idx="1131">
                  <c:v>51.10583806</c:v>
                </c:pt>
                <c:pt idx="1132">
                  <c:v>51.10527944</c:v>
                </c:pt>
                <c:pt idx="1133">
                  <c:v>51.10462771</c:v>
                </c:pt>
                <c:pt idx="1134">
                  <c:v>51.10420874</c:v>
                </c:pt>
                <c:pt idx="1135">
                  <c:v>51.1036377</c:v>
                </c:pt>
                <c:pt idx="1136">
                  <c:v>51.10313416</c:v>
                </c:pt>
                <c:pt idx="1137">
                  <c:v>51.10276794</c:v>
                </c:pt>
                <c:pt idx="1138">
                  <c:v>51.10216044</c:v>
                </c:pt>
                <c:pt idx="1139">
                  <c:v>51.10176086</c:v>
                </c:pt>
                <c:pt idx="1140">
                  <c:v>51.10144043</c:v>
                </c:pt>
                <c:pt idx="1141">
                  <c:v>51.10075378</c:v>
                </c:pt>
                <c:pt idx="1142">
                  <c:v>51.10025024</c:v>
                </c:pt>
                <c:pt idx="1143">
                  <c:v>51.10001903</c:v>
                </c:pt>
                <c:pt idx="1144">
                  <c:v>51.0992742</c:v>
                </c:pt>
                <c:pt idx="1145">
                  <c:v>51.09887695</c:v>
                </c:pt>
                <c:pt idx="1146">
                  <c:v>51.09843626</c:v>
                </c:pt>
                <c:pt idx="1147">
                  <c:v>51.09796143</c:v>
                </c:pt>
                <c:pt idx="1148">
                  <c:v>51.09745789</c:v>
                </c:pt>
                <c:pt idx="1149">
                  <c:v>51.09700012</c:v>
                </c:pt>
                <c:pt idx="1150">
                  <c:v>51.09645081</c:v>
                </c:pt>
                <c:pt idx="1151">
                  <c:v>51.09601554</c:v>
                </c:pt>
                <c:pt idx="1152">
                  <c:v>51.09558105</c:v>
                </c:pt>
                <c:pt idx="1153">
                  <c:v>51.09507751</c:v>
                </c:pt>
                <c:pt idx="1154">
                  <c:v>51.09457397</c:v>
                </c:pt>
                <c:pt idx="1155">
                  <c:v>51.09415345</c:v>
                </c:pt>
                <c:pt idx="1156">
                  <c:v>51.09361267</c:v>
                </c:pt>
                <c:pt idx="1157">
                  <c:v>51.0931293</c:v>
                </c:pt>
                <c:pt idx="1158">
                  <c:v>51.09269714</c:v>
                </c:pt>
                <c:pt idx="1159">
                  <c:v>51.09223938</c:v>
                </c:pt>
                <c:pt idx="1160">
                  <c:v>51.09169006</c:v>
                </c:pt>
                <c:pt idx="1161">
                  <c:v>51.0912323</c:v>
                </c:pt>
                <c:pt idx="1162">
                  <c:v>51.09080169</c:v>
                </c:pt>
                <c:pt idx="1163">
                  <c:v>51.09022522</c:v>
                </c:pt>
                <c:pt idx="1164">
                  <c:v>51.08972168</c:v>
                </c:pt>
                <c:pt idx="1165">
                  <c:v>51.08921892</c:v>
                </c:pt>
                <c:pt idx="1166">
                  <c:v>51.08875339</c:v>
                </c:pt>
                <c:pt idx="1167">
                  <c:v>51.08821106</c:v>
                </c:pt>
                <c:pt idx="1168">
                  <c:v>51.0879364</c:v>
                </c:pt>
                <c:pt idx="1169">
                  <c:v>51.08738708</c:v>
                </c:pt>
                <c:pt idx="1170">
                  <c:v>51.08692932</c:v>
                </c:pt>
                <c:pt idx="1171">
                  <c:v>51.08642578</c:v>
                </c:pt>
                <c:pt idx="1172">
                  <c:v>51.08605957</c:v>
                </c:pt>
                <c:pt idx="1173">
                  <c:v>51.08544818</c:v>
                </c:pt>
                <c:pt idx="1174">
                  <c:v>51.08488956</c:v>
                </c:pt>
                <c:pt idx="1175">
                  <c:v>51.08442404</c:v>
                </c:pt>
                <c:pt idx="1176">
                  <c:v>51.08399963</c:v>
                </c:pt>
                <c:pt idx="1177">
                  <c:v>51.08358609</c:v>
                </c:pt>
                <c:pt idx="1178">
                  <c:v>51.08302747</c:v>
                </c:pt>
                <c:pt idx="1179">
                  <c:v>51.08258057</c:v>
                </c:pt>
                <c:pt idx="1180">
                  <c:v>51.0821228</c:v>
                </c:pt>
                <c:pt idx="1181">
                  <c:v>51.0815378</c:v>
                </c:pt>
                <c:pt idx="1182">
                  <c:v>51.08111572</c:v>
                </c:pt>
                <c:pt idx="1183">
                  <c:v>51.08061218</c:v>
                </c:pt>
                <c:pt idx="1184">
                  <c:v>51.08004812</c:v>
                </c:pt>
                <c:pt idx="1185">
                  <c:v>51.07951355</c:v>
                </c:pt>
                <c:pt idx="1186">
                  <c:v>51.07907053</c:v>
                </c:pt>
                <c:pt idx="1187">
                  <c:v>51.07850647</c:v>
                </c:pt>
                <c:pt idx="1188">
                  <c:v>51.07800293</c:v>
                </c:pt>
                <c:pt idx="1189">
                  <c:v>51.07772827</c:v>
                </c:pt>
                <c:pt idx="1190">
                  <c:v>51.07717896</c:v>
                </c:pt>
                <c:pt idx="1191">
                  <c:v>51.07667542</c:v>
                </c:pt>
                <c:pt idx="1192">
                  <c:v>51.07627739</c:v>
                </c:pt>
                <c:pt idx="1193">
                  <c:v>51.07571877</c:v>
                </c:pt>
                <c:pt idx="1194">
                  <c:v>51.07530212</c:v>
                </c:pt>
                <c:pt idx="1195">
                  <c:v>51.07483427</c:v>
                </c:pt>
                <c:pt idx="1196">
                  <c:v>51.0743222</c:v>
                </c:pt>
                <c:pt idx="1197">
                  <c:v>51.0737915</c:v>
                </c:pt>
                <c:pt idx="1198">
                  <c:v>51.0733446</c:v>
                </c:pt>
                <c:pt idx="1199">
                  <c:v>51.07278442</c:v>
                </c:pt>
                <c:pt idx="1200">
                  <c:v>51.07232045</c:v>
                </c:pt>
                <c:pt idx="1201">
                  <c:v>51.07185493</c:v>
                </c:pt>
                <c:pt idx="1202">
                  <c:v>51.07136536</c:v>
                </c:pt>
                <c:pt idx="1203">
                  <c:v>51.07090759</c:v>
                </c:pt>
                <c:pt idx="1204">
                  <c:v>51.07040405</c:v>
                </c:pt>
                <c:pt idx="1205">
                  <c:v>51.06999284</c:v>
                </c:pt>
                <c:pt idx="1206">
                  <c:v>51.06943421</c:v>
                </c:pt>
                <c:pt idx="1207">
                  <c:v>51.06896869</c:v>
                </c:pt>
                <c:pt idx="1208">
                  <c:v>51.06843567</c:v>
                </c:pt>
                <c:pt idx="1209">
                  <c:v>51.06794454</c:v>
                </c:pt>
                <c:pt idx="1210">
                  <c:v>51.06742859</c:v>
                </c:pt>
                <c:pt idx="1211">
                  <c:v>51.06692505</c:v>
                </c:pt>
                <c:pt idx="1212">
                  <c:v>51.06645487</c:v>
                </c:pt>
                <c:pt idx="1213">
                  <c:v>51.06600952</c:v>
                </c:pt>
                <c:pt idx="1214">
                  <c:v>51.06568909</c:v>
                </c:pt>
                <c:pt idx="1215">
                  <c:v>51.06504822</c:v>
                </c:pt>
                <c:pt idx="1216">
                  <c:v>51.06394105</c:v>
                </c:pt>
                <c:pt idx="1217">
                  <c:v>51.06349182</c:v>
                </c:pt>
                <c:pt idx="1218">
                  <c:v>51.06298828</c:v>
                </c:pt>
                <c:pt idx="1219">
                  <c:v>51.06254448</c:v>
                </c:pt>
                <c:pt idx="1220">
                  <c:v>51.06207275</c:v>
                </c:pt>
                <c:pt idx="1221">
                  <c:v>51.06165999</c:v>
                </c:pt>
                <c:pt idx="1222">
                  <c:v>51.061203</c:v>
                </c:pt>
                <c:pt idx="1223">
                  <c:v>51.06065369</c:v>
                </c:pt>
                <c:pt idx="1224">
                  <c:v>51.06021687</c:v>
                </c:pt>
                <c:pt idx="1225">
                  <c:v>51.05969238</c:v>
                </c:pt>
                <c:pt idx="1226">
                  <c:v>51.05923927</c:v>
                </c:pt>
                <c:pt idx="1227">
                  <c:v>51.0587272</c:v>
                </c:pt>
                <c:pt idx="1228">
                  <c:v>51.05826168</c:v>
                </c:pt>
                <c:pt idx="1229">
                  <c:v>51.05793581</c:v>
                </c:pt>
                <c:pt idx="1230">
                  <c:v>51.05740356</c:v>
                </c:pt>
                <c:pt idx="1231">
                  <c:v>51.05690002</c:v>
                </c:pt>
                <c:pt idx="1232">
                  <c:v>51.05644614</c:v>
                </c:pt>
                <c:pt idx="1233">
                  <c:v>51.05593407</c:v>
                </c:pt>
                <c:pt idx="1234">
                  <c:v>51.05546854</c:v>
                </c:pt>
                <c:pt idx="1235">
                  <c:v>51.05479431</c:v>
                </c:pt>
                <c:pt idx="1236">
                  <c:v>51.05435129</c:v>
                </c:pt>
                <c:pt idx="1237">
                  <c:v>51.05392456</c:v>
                </c:pt>
                <c:pt idx="1238">
                  <c:v>51.05337524</c:v>
                </c:pt>
                <c:pt idx="1239">
                  <c:v>51.05291748</c:v>
                </c:pt>
                <c:pt idx="1240">
                  <c:v>51.05244265</c:v>
                </c:pt>
                <c:pt idx="1241">
                  <c:v>51.05211678</c:v>
                </c:pt>
                <c:pt idx="1242">
                  <c:v>51.05165126</c:v>
                </c:pt>
                <c:pt idx="1243">
                  <c:v>51.05113918</c:v>
                </c:pt>
                <c:pt idx="1244">
                  <c:v>51.05062711</c:v>
                </c:pt>
                <c:pt idx="1245">
                  <c:v>51.05011504</c:v>
                </c:pt>
                <c:pt idx="1246">
                  <c:v>51.04964951</c:v>
                </c:pt>
                <c:pt idx="1247">
                  <c:v>51.04907227</c:v>
                </c:pt>
                <c:pt idx="1248">
                  <c:v>51.04862536</c:v>
                </c:pt>
                <c:pt idx="1249">
                  <c:v>51.04802019</c:v>
                </c:pt>
                <c:pt idx="1250">
                  <c:v>51.04760742</c:v>
                </c:pt>
                <c:pt idx="1251">
                  <c:v>51.04705811</c:v>
                </c:pt>
                <c:pt idx="1252">
                  <c:v>51.04678345</c:v>
                </c:pt>
                <c:pt idx="1253">
                  <c:v>51.0462512</c:v>
                </c:pt>
                <c:pt idx="1254">
                  <c:v>51.04569257</c:v>
                </c:pt>
                <c:pt idx="1255">
                  <c:v>51.04527283</c:v>
                </c:pt>
                <c:pt idx="1256">
                  <c:v>51.04476153</c:v>
                </c:pt>
                <c:pt idx="1257">
                  <c:v>51.04429601</c:v>
                </c:pt>
                <c:pt idx="1258">
                  <c:v>51.04373738</c:v>
                </c:pt>
                <c:pt idx="1259">
                  <c:v>51.04331841</c:v>
                </c:pt>
                <c:pt idx="1260">
                  <c:v>51.04284668</c:v>
                </c:pt>
                <c:pt idx="1261">
                  <c:v>51.04238892</c:v>
                </c:pt>
                <c:pt idx="1262">
                  <c:v>51.04188538</c:v>
                </c:pt>
                <c:pt idx="1263">
                  <c:v>51.04145632</c:v>
                </c:pt>
                <c:pt idx="1264">
                  <c:v>51.04089769</c:v>
                </c:pt>
                <c:pt idx="1265">
                  <c:v>51.04043217</c:v>
                </c:pt>
                <c:pt idx="1266">
                  <c:v>51.04000854</c:v>
                </c:pt>
                <c:pt idx="1267">
                  <c:v>51.03945923</c:v>
                </c:pt>
                <c:pt idx="1268">
                  <c:v>51.0389425</c:v>
                </c:pt>
                <c:pt idx="1269">
                  <c:v>51.03833732</c:v>
                </c:pt>
                <c:pt idx="1270">
                  <c:v>51.03801145</c:v>
                </c:pt>
                <c:pt idx="1271">
                  <c:v>51.0375824</c:v>
                </c:pt>
                <c:pt idx="1272">
                  <c:v>51.03703386</c:v>
                </c:pt>
                <c:pt idx="1273">
                  <c:v>51.03648376</c:v>
                </c:pt>
                <c:pt idx="1274">
                  <c:v>51.03600971</c:v>
                </c:pt>
                <c:pt idx="1275">
                  <c:v>51.03554419</c:v>
                </c:pt>
                <c:pt idx="1276">
                  <c:v>51.03503211</c:v>
                </c:pt>
                <c:pt idx="1277">
                  <c:v>51.03456116</c:v>
                </c:pt>
                <c:pt idx="1278">
                  <c:v>51.03400796</c:v>
                </c:pt>
                <c:pt idx="1279">
                  <c:v>51.03355408</c:v>
                </c:pt>
                <c:pt idx="1280">
                  <c:v>51.03305054</c:v>
                </c:pt>
                <c:pt idx="1281">
                  <c:v>51.032547</c:v>
                </c:pt>
                <c:pt idx="1282">
                  <c:v>51.03222656</c:v>
                </c:pt>
                <c:pt idx="1283">
                  <c:v>51.03149414</c:v>
                </c:pt>
                <c:pt idx="1284">
                  <c:v>51.03121948</c:v>
                </c:pt>
                <c:pt idx="1285">
                  <c:v>51.03071594</c:v>
                </c:pt>
                <c:pt idx="1286">
                  <c:v>51.03028378</c:v>
                </c:pt>
                <c:pt idx="1287">
                  <c:v>51.02977171</c:v>
                </c:pt>
                <c:pt idx="1288">
                  <c:v>51.02925963</c:v>
                </c:pt>
                <c:pt idx="1289">
                  <c:v>51.02879333</c:v>
                </c:pt>
                <c:pt idx="1290">
                  <c:v>51.02837514</c:v>
                </c:pt>
                <c:pt idx="1291">
                  <c:v>51.0276303</c:v>
                </c:pt>
                <c:pt idx="1292">
                  <c:v>51.02716478</c:v>
                </c:pt>
                <c:pt idx="1293">
                  <c:v>51.02668762</c:v>
                </c:pt>
                <c:pt idx="1294">
                  <c:v>51.02636719</c:v>
                </c:pt>
                <c:pt idx="1295">
                  <c:v>51.02586132</c:v>
                </c:pt>
                <c:pt idx="1296">
                  <c:v>51.02530269</c:v>
                </c:pt>
                <c:pt idx="1297">
                  <c:v>51.02483717</c:v>
                </c:pt>
                <c:pt idx="1298">
                  <c:v>51.0243988</c:v>
                </c:pt>
                <c:pt idx="1299">
                  <c:v>51.02384949</c:v>
                </c:pt>
                <c:pt idx="1300">
                  <c:v>51.02334595</c:v>
                </c:pt>
                <c:pt idx="1301">
                  <c:v>51.02288818</c:v>
                </c:pt>
                <c:pt idx="1302">
                  <c:v>51.0223699</c:v>
                </c:pt>
                <c:pt idx="1303">
                  <c:v>51.02190438</c:v>
                </c:pt>
                <c:pt idx="1304">
                  <c:v>51.02143886</c:v>
                </c:pt>
                <c:pt idx="1305">
                  <c:v>51.0209198</c:v>
                </c:pt>
                <c:pt idx="1306">
                  <c:v>51.02055359</c:v>
                </c:pt>
                <c:pt idx="1307">
                  <c:v>51.0203216</c:v>
                </c:pt>
                <c:pt idx="1308">
                  <c:v>51.01957677</c:v>
                </c:pt>
                <c:pt idx="1309">
                  <c:v>51.01904297</c:v>
                </c:pt>
                <c:pt idx="1310">
                  <c:v>51.01841296</c:v>
                </c:pt>
                <c:pt idx="1311">
                  <c:v>51.01804054</c:v>
                </c:pt>
                <c:pt idx="1312">
                  <c:v>51.0176239</c:v>
                </c:pt>
                <c:pt idx="1313">
                  <c:v>51.01693726</c:v>
                </c:pt>
                <c:pt idx="1314">
                  <c:v>51.01664398</c:v>
                </c:pt>
                <c:pt idx="1315">
                  <c:v>51.01611328</c:v>
                </c:pt>
                <c:pt idx="1316">
                  <c:v>51.01560974</c:v>
                </c:pt>
                <c:pt idx="1317">
                  <c:v>51.0149681</c:v>
                </c:pt>
                <c:pt idx="1318">
                  <c:v>51.01469421</c:v>
                </c:pt>
                <c:pt idx="1319">
                  <c:v>51.01400757</c:v>
                </c:pt>
                <c:pt idx="1320">
                  <c:v>51.01357153</c:v>
                </c:pt>
                <c:pt idx="1321">
                  <c:v>51.01309204</c:v>
                </c:pt>
                <c:pt idx="1322">
                  <c:v>51.01264048</c:v>
                </c:pt>
                <c:pt idx="1323">
                  <c:v>51.01212841</c:v>
                </c:pt>
                <c:pt idx="1324">
                  <c:v>51.01170944</c:v>
                </c:pt>
                <c:pt idx="1325">
                  <c:v>51.01107788</c:v>
                </c:pt>
                <c:pt idx="1326">
                  <c:v>51.01059219</c:v>
                </c:pt>
                <c:pt idx="1327">
                  <c:v>51.01034546</c:v>
                </c:pt>
                <c:pt idx="1328">
                  <c:v>51.0098877</c:v>
                </c:pt>
                <c:pt idx="1329">
                  <c:v>51.00915527</c:v>
                </c:pt>
                <c:pt idx="1330">
                  <c:v>51.00891631</c:v>
                </c:pt>
                <c:pt idx="1331">
                  <c:v>51.00837708</c:v>
                </c:pt>
                <c:pt idx="1332">
                  <c:v>51.00782776</c:v>
                </c:pt>
                <c:pt idx="1333">
                  <c:v>51.00738008</c:v>
                </c:pt>
                <c:pt idx="1334">
                  <c:v>51.00672913</c:v>
                </c:pt>
                <c:pt idx="1335">
                  <c:v>51.00622559</c:v>
                </c:pt>
                <c:pt idx="1336">
                  <c:v>51.00572205</c:v>
                </c:pt>
                <c:pt idx="1337">
                  <c:v>51.00521851</c:v>
                </c:pt>
                <c:pt idx="1338">
                  <c:v>51.0047266</c:v>
                </c:pt>
                <c:pt idx="1339">
                  <c:v>51.00426108</c:v>
                </c:pt>
                <c:pt idx="1340">
                  <c:v>51.00375366</c:v>
                </c:pt>
                <c:pt idx="1341">
                  <c:v>51.00323693</c:v>
                </c:pt>
                <c:pt idx="1342">
                  <c:v>51.00297546</c:v>
                </c:pt>
                <c:pt idx="1343">
                  <c:v>51.00242615</c:v>
                </c:pt>
                <c:pt idx="1344">
                  <c:v>51.00198002</c:v>
                </c:pt>
                <c:pt idx="1345">
                  <c:v>51.0015145</c:v>
                </c:pt>
                <c:pt idx="1346">
                  <c:v>51.00091553</c:v>
                </c:pt>
                <c:pt idx="1347">
                  <c:v>51.0004438</c:v>
                </c:pt>
                <c:pt idx="1348">
                  <c:v>51</c:v>
                </c:pt>
                <c:pt idx="1349">
                  <c:v>50.99941965</c:v>
                </c:pt>
                <c:pt idx="1350">
                  <c:v>50.99899292</c:v>
                </c:pt>
                <c:pt idx="1351">
                  <c:v>50.99853516</c:v>
                </c:pt>
                <c:pt idx="1352">
                  <c:v>50.99797653</c:v>
                </c:pt>
                <c:pt idx="1353">
                  <c:v>50.99743652</c:v>
                </c:pt>
                <c:pt idx="1354">
                  <c:v>50.99699893</c:v>
                </c:pt>
                <c:pt idx="1355">
                  <c:v>50.99656677</c:v>
                </c:pt>
                <c:pt idx="1356">
                  <c:v>50.9959259</c:v>
                </c:pt>
                <c:pt idx="1357">
                  <c:v>50.99542236</c:v>
                </c:pt>
                <c:pt idx="1358">
                  <c:v>50.9951834</c:v>
                </c:pt>
                <c:pt idx="1359">
                  <c:v>50.99441528</c:v>
                </c:pt>
                <c:pt idx="1360">
                  <c:v>50.99391174</c:v>
                </c:pt>
                <c:pt idx="1361">
                  <c:v>50.99346096</c:v>
                </c:pt>
                <c:pt idx="1362">
                  <c:v>50.99299622</c:v>
                </c:pt>
                <c:pt idx="1363">
                  <c:v>50.99249268</c:v>
                </c:pt>
                <c:pt idx="1364">
                  <c:v>50.99201784</c:v>
                </c:pt>
                <c:pt idx="1365">
                  <c:v>50.9914856</c:v>
                </c:pt>
                <c:pt idx="1366">
                  <c:v>50.99102783</c:v>
                </c:pt>
                <c:pt idx="1367">
                  <c:v>50.99038851</c:v>
                </c:pt>
                <c:pt idx="1368">
                  <c:v>50.99015808</c:v>
                </c:pt>
                <c:pt idx="1369">
                  <c:v>50.98942566</c:v>
                </c:pt>
                <c:pt idx="1370">
                  <c:v>50.98892212</c:v>
                </c:pt>
                <c:pt idx="1371">
                  <c:v>50.98866608</c:v>
                </c:pt>
                <c:pt idx="1372">
                  <c:v>50.9881897</c:v>
                </c:pt>
                <c:pt idx="1373">
                  <c:v>50.98768616</c:v>
                </c:pt>
                <c:pt idx="1374">
                  <c:v>50.98713684</c:v>
                </c:pt>
                <c:pt idx="1375">
                  <c:v>50.9866333</c:v>
                </c:pt>
                <c:pt idx="1376">
                  <c:v>50.9860126</c:v>
                </c:pt>
                <c:pt idx="1377">
                  <c:v>50.98545398</c:v>
                </c:pt>
                <c:pt idx="1378">
                  <c:v>50.98508156</c:v>
                </c:pt>
                <c:pt idx="1379">
                  <c:v>50.98452759</c:v>
                </c:pt>
                <c:pt idx="1380">
                  <c:v>50.98424362</c:v>
                </c:pt>
                <c:pt idx="1381">
                  <c:v>50.98370361</c:v>
                </c:pt>
                <c:pt idx="1382">
                  <c:v>50.98320007</c:v>
                </c:pt>
                <c:pt idx="1383">
                  <c:v>50.9827074</c:v>
                </c:pt>
                <c:pt idx="1384">
                  <c:v>50.98228455</c:v>
                </c:pt>
                <c:pt idx="1385">
                  <c:v>50.98163669</c:v>
                </c:pt>
                <c:pt idx="1386">
                  <c:v>50.98114014</c:v>
                </c:pt>
                <c:pt idx="1387">
                  <c:v>50.9806366</c:v>
                </c:pt>
                <c:pt idx="1388">
                  <c:v>50.98027039</c:v>
                </c:pt>
                <c:pt idx="1389">
                  <c:v>50.97981262</c:v>
                </c:pt>
                <c:pt idx="1390">
                  <c:v>50.97930908</c:v>
                </c:pt>
                <c:pt idx="1391">
                  <c:v>50.97879701</c:v>
                </c:pt>
                <c:pt idx="1392">
                  <c:v>50.97834778</c:v>
                </c:pt>
                <c:pt idx="1393">
                  <c:v>50.97772631</c:v>
                </c:pt>
                <c:pt idx="1394">
                  <c:v>50.97726078</c:v>
                </c:pt>
                <c:pt idx="1395">
                  <c:v>50.97674561</c:v>
                </c:pt>
                <c:pt idx="1396">
                  <c:v>50.97632974</c:v>
                </c:pt>
                <c:pt idx="1397">
                  <c:v>50.9757843</c:v>
                </c:pt>
                <c:pt idx="1398">
                  <c:v>50.97523499</c:v>
                </c:pt>
                <c:pt idx="1399">
                  <c:v>50.97479351</c:v>
                </c:pt>
                <c:pt idx="1400">
                  <c:v>50.97428144</c:v>
                </c:pt>
                <c:pt idx="1401">
                  <c:v>50.97386247</c:v>
                </c:pt>
                <c:pt idx="1402">
                  <c:v>50.97340393</c:v>
                </c:pt>
                <c:pt idx="1403">
                  <c:v>50.97290039</c:v>
                </c:pt>
                <c:pt idx="1404">
                  <c:v>50.97239685</c:v>
                </c:pt>
                <c:pt idx="1405">
                  <c:v>50.97189331</c:v>
                </c:pt>
                <c:pt idx="1406">
                  <c:v>50.97129822</c:v>
                </c:pt>
                <c:pt idx="1407">
                  <c:v>50.9707489</c:v>
                </c:pt>
                <c:pt idx="1408">
                  <c:v>50.97033691</c:v>
                </c:pt>
                <c:pt idx="1409">
                  <c:v>50.96981243</c:v>
                </c:pt>
                <c:pt idx="1410">
                  <c:v>50.96932983</c:v>
                </c:pt>
                <c:pt idx="1411">
                  <c:v>50.96878828</c:v>
                </c:pt>
                <c:pt idx="1412">
                  <c:v>50.9682762</c:v>
                </c:pt>
                <c:pt idx="1413">
                  <c:v>50.96800232</c:v>
                </c:pt>
                <c:pt idx="1414">
                  <c:v>50.96749878</c:v>
                </c:pt>
                <c:pt idx="1415">
                  <c:v>50.96699524</c:v>
                </c:pt>
                <c:pt idx="1416">
                  <c:v>50.96644592</c:v>
                </c:pt>
                <c:pt idx="1417">
                  <c:v>50.96599514</c:v>
                </c:pt>
                <c:pt idx="1418">
                  <c:v>50.96552962</c:v>
                </c:pt>
                <c:pt idx="1419">
                  <c:v>50.96501755</c:v>
                </c:pt>
                <c:pt idx="1420">
                  <c:v>50.96443176</c:v>
                </c:pt>
                <c:pt idx="1421">
                  <c:v>50.9639934</c:v>
                </c:pt>
                <c:pt idx="1422">
                  <c:v>50.96348132</c:v>
                </c:pt>
                <c:pt idx="1423">
                  <c:v>50.96287537</c:v>
                </c:pt>
                <c:pt idx="1424">
                  <c:v>50.9624176</c:v>
                </c:pt>
                <c:pt idx="1425">
                  <c:v>50.96191406</c:v>
                </c:pt>
                <c:pt idx="1426">
                  <c:v>50.96136475</c:v>
                </c:pt>
                <c:pt idx="1427">
                  <c:v>50.96082784</c:v>
                </c:pt>
                <c:pt idx="1428">
                  <c:v>50.96035767</c:v>
                </c:pt>
                <c:pt idx="1429">
                  <c:v>50.95980835</c:v>
                </c:pt>
                <c:pt idx="1430">
                  <c:v>50.95938472</c:v>
                </c:pt>
                <c:pt idx="1431">
                  <c:v>50.95887265</c:v>
                </c:pt>
                <c:pt idx="1432">
                  <c:v>50.95845368</c:v>
                </c:pt>
                <c:pt idx="1433">
                  <c:v>50.95797729</c:v>
                </c:pt>
                <c:pt idx="1434">
                  <c:v>50.95751953</c:v>
                </c:pt>
                <c:pt idx="1435">
                  <c:v>50.95697021</c:v>
                </c:pt>
                <c:pt idx="1436">
                  <c:v>50.95646667</c:v>
                </c:pt>
                <c:pt idx="1437">
                  <c:v>50.95605469</c:v>
                </c:pt>
                <c:pt idx="1438">
                  <c:v>50.95550537</c:v>
                </c:pt>
                <c:pt idx="1439">
                  <c:v>50.95500183</c:v>
                </c:pt>
                <c:pt idx="1440">
                  <c:v>50.95454329</c:v>
                </c:pt>
                <c:pt idx="1441">
                  <c:v>50.95403122</c:v>
                </c:pt>
                <c:pt idx="1442">
                  <c:v>50.95358276</c:v>
                </c:pt>
                <c:pt idx="1443">
                  <c:v>50.95300707</c:v>
                </c:pt>
                <c:pt idx="1444">
                  <c:v>50.95249499</c:v>
                </c:pt>
                <c:pt idx="1445">
                  <c:v>50.95202637</c:v>
                </c:pt>
                <c:pt idx="1446">
                  <c:v>50.9515686</c:v>
                </c:pt>
                <c:pt idx="1447">
                  <c:v>50.95105187</c:v>
                </c:pt>
                <c:pt idx="1448">
                  <c:v>50.95051575</c:v>
                </c:pt>
                <c:pt idx="1449">
                  <c:v>50.95010376</c:v>
                </c:pt>
                <c:pt idx="1450">
                  <c:v>50.94955444</c:v>
                </c:pt>
                <c:pt idx="1451">
                  <c:v>50.94909668</c:v>
                </c:pt>
                <c:pt idx="1452">
                  <c:v>50.9484915</c:v>
                </c:pt>
                <c:pt idx="1453">
                  <c:v>50.94790649</c:v>
                </c:pt>
                <c:pt idx="1454">
                  <c:v>50.94746735</c:v>
                </c:pt>
                <c:pt idx="1455">
                  <c:v>50.94714149</c:v>
                </c:pt>
                <c:pt idx="1456">
                  <c:v>50.94662941</c:v>
                </c:pt>
                <c:pt idx="1457">
                  <c:v>50.94611734</c:v>
                </c:pt>
                <c:pt idx="1458">
                  <c:v>50.94560526</c:v>
                </c:pt>
                <c:pt idx="1459">
                  <c:v>50.94504663</c:v>
                </c:pt>
                <c:pt idx="1460">
                  <c:v>50.94451904</c:v>
                </c:pt>
                <c:pt idx="1461">
                  <c:v>50.94397593</c:v>
                </c:pt>
                <c:pt idx="1462">
                  <c:v>50.94351041</c:v>
                </c:pt>
                <c:pt idx="1463">
                  <c:v>50.94299834</c:v>
                </c:pt>
                <c:pt idx="1464">
                  <c:v>50.94253281</c:v>
                </c:pt>
                <c:pt idx="1465">
                  <c:v>50.94204712</c:v>
                </c:pt>
                <c:pt idx="1466">
                  <c:v>50.94146211</c:v>
                </c:pt>
                <c:pt idx="1467">
                  <c:v>50.9411828</c:v>
                </c:pt>
                <c:pt idx="1468">
                  <c:v>50.94067072</c:v>
                </c:pt>
                <c:pt idx="1469">
                  <c:v>50.93998718</c:v>
                </c:pt>
                <c:pt idx="1470">
                  <c:v>50.93969313</c:v>
                </c:pt>
                <c:pt idx="1471">
                  <c:v>50.93916321</c:v>
                </c:pt>
                <c:pt idx="1472">
                  <c:v>50.93861389</c:v>
                </c:pt>
                <c:pt idx="1473">
                  <c:v>50.93811035</c:v>
                </c:pt>
                <c:pt idx="1474">
                  <c:v>50.93760681</c:v>
                </c:pt>
                <c:pt idx="1475">
                  <c:v>50.9370575</c:v>
                </c:pt>
                <c:pt idx="1476">
                  <c:v>50.93655396</c:v>
                </c:pt>
                <c:pt idx="1477">
                  <c:v>50.93614197</c:v>
                </c:pt>
                <c:pt idx="1478">
                  <c:v>50.93554998</c:v>
                </c:pt>
                <c:pt idx="1479">
                  <c:v>50.9350379</c:v>
                </c:pt>
                <c:pt idx="1480">
                  <c:v>50.93457238</c:v>
                </c:pt>
                <c:pt idx="1481">
                  <c:v>50.93403625</c:v>
                </c:pt>
                <c:pt idx="1482">
                  <c:v>50.93353271</c:v>
                </c:pt>
                <c:pt idx="1483">
                  <c:v>50.93302917</c:v>
                </c:pt>
                <c:pt idx="1484">
                  <c:v>50.93252408</c:v>
                </c:pt>
                <c:pt idx="1485">
                  <c:v>50.93205856</c:v>
                </c:pt>
                <c:pt idx="1486">
                  <c:v>50.93154649</c:v>
                </c:pt>
                <c:pt idx="1487">
                  <c:v>50.93106079</c:v>
                </c:pt>
                <c:pt idx="1488">
                  <c:v>50.9306488</c:v>
                </c:pt>
                <c:pt idx="1489">
                  <c:v>50.93010337</c:v>
                </c:pt>
                <c:pt idx="1490">
                  <c:v>50.92959595</c:v>
                </c:pt>
                <c:pt idx="1491">
                  <c:v>50.92909241</c:v>
                </c:pt>
                <c:pt idx="1492">
                  <c:v>50.92856714</c:v>
                </c:pt>
                <c:pt idx="1493">
                  <c:v>50.92799377</c:v>
                </c:pt>
                <c:pt idx="1494">
                  <c:v>50.92754299</c:v>
                </c:pt>
                <c:pt idx="1495">
                  <c:v>50.92717058</c:v>
                </c:pt>
                <c:pt idx="1496">
                  <c:v>50.92657471</c:v>
                </c:pt>
                <c:pt idx="1497">
                  <c:v>50.92591367</c:v>
                </c:pt>
                <c:pt idx="1498">
                  <c:v>50.92540159</c:v>
                </c:pt>
                <c:pt idx="1499">
                  <c:v>50.92488098</c:v>
                </c:pt>
                <c:pt idx="1500">
                  <c:v>50.92437744</c:v>
                </c:pt>
                <c:pt idx="1501">
                  <c:v>50.92386537</c:v>
                </c:pt>
                <c:pt idx="1502">
                  <c:v>50.92358605</c:v>
                </c:pt>
                <c:pt idx="1503">
                  <c:v>50.92288777</c:v>
                </c:pt>
                <c:pt idx="1504">
                  <c:v>50.92232914</c:v>
                </c:pt>
                <c:pt idx="1505">
                  <c:v>50.92204285</c:v>
                </c:pt>
                <c:pt idx="1506">
                  <c:v>50.92153931</c:v>
                </c:pt>
                <c:pt idx="1507">
                  <c:v>50.92097913</c:v>
                </c:pt>
                <c:pt idx="1508">
                  <c:v>50.92046705</c:v>
                </c:pt>
                <c:pt idx="1509">
                  <c:v>50.91998291</c:v>
                </c:pt>
                <c:pt idx="1510">
                  <c:v>50.91939635</c:v>
                </c:pt>
                <c:pt idx="1511">
                  <c:v>50.91888428</c:v>
                </c:pt>
                <c:pt idx="1512">
                  <c:v>50.9183722</c:v>
                </c:pt>
                <c:pt idx="1513">
                  <c:v>50.9178772</c:v>
                </c:pt>
                <c:pt idx="1514">
                  <c:v>50.9173015</c:v>
                </c:pt>
                <c:pt idx="1515">
                  <c:v>50.91687012</c:v>
                </c:pt>
                <c:pt idx="1516">
                  <c:v>50.91637046</c:v>
                </c:pt>
                <c:pt idx="1517">
                  <c:v>50.91585838</c:v>
                </c:pt>
                <c:pt idx="1518">
                  <c:v>50.91540527</c:v>
                </c:pt>
                <c:pt idx="1519">
                  <c:v>50.91488078</c:v>
                </c:pt>
                <c:pt idx="1520">
                  <c:v>50.91441526</c:v>
                </c:pt>
                <c:pt idx="1521">
                  <c:v>50.91389465</c:v>
                </c:pt>
                <c:pt idx="1522">
                  <c:v>50.91329956</c:v>
                </c:pt>
                <c:pt idx="1523">
                  <c:v>50.91279602</c:v>
                </c:pt>
                <c:pt idx="1524">
                  <c:v>50.91227386</c:v>
                </c:pt>
                <c:pt idx="1525">
                  <c:v>50.91194799</c:v>
                </c:pt>
                <c:pt idx="1526">
                  <c:v>50.91148247</c:v>
                </c:pt>
                <c:pt idx="1527">
                  <c:v>50.91092384</c:v>
                </c:pt>
                <c:pt idx="1528">
                  <c:v>50.91036987</c:v>
                </c:pt>
                <c:pt idx="1529">
                  <c:v>50.90986633</c:v>
                </c:pt>
                <c:pt idx="1530">
                  <c:v>50.90934107</c:v>
                </c:pt>
                <c:pt idx="1531">
                  <c:v>50.90882899</c:v>
                </c:pt>
                <c:pt idx="1532">
                  <c:v>50.90831692</c:v>
                </c:pt>
                <c:pt idx="1533">
                  <c:v>50.90775829</c:v>
                </c:pt>
                <c:pt idx="1534">
                  <c:v>50.9072113</c:v>
                </c:pt>
                <c:pt idx="1535">
                  <c:v>50.90670776</c:v>
                </c:pt>
                <c:pt idx="1536">
                  <c:v>50.90626862</c:v>
                </c:pt>
                <c:pt idx="1537">
                  <c:v>50.90574646</c:v>
                </c:pt>
                <c:pt idx="1538">
                  <c:v>50.90519792</c:v>
                </c:pt>
                <c:pt idx="1539">
                  <c:v>50.90492249</c:v>
                </c:pt>
                <c:pt idx="1540">
                  <c:v>50.90419006</c:v>
                </c:pt>
                <c:pt idx="1541">
                  <c:v>50.90386963</c:v>
                </c:pt>
                <c:pt idx="1542">
                  <c:v>50.90336609</c:v>
                </c:pt>
                <c:pt idx="1543">
                  <c:v>50.90281677</c:v>
                </c:pt>
                <c:pt idx="1544">
                  <c:v>50.90235823</c:v>
                </c:pt>
                <c:pt idx="1545">
                  <c:v>50.90156684</c:v>
                </c:pt>
                <c:pt idx="1546">
                  <c:v>50.90119443</c:v>
                </c:pt>
                <c:pt idx="1547">
                  <c:v>50.90068235</c:v>
                </c:pt>
                <c:pt idx="1548">
                  <c:v>50.90012373</c:v>
                </c:pt>
                <c:pt idx="1549">
                  <c:v>50.8996582</c:v>
                </c:pt>
                <c:pt idx="1550">
                  <c:v>50.89915466</c:v>
                </c:pt>
                <c:pt idx="1551">
                  <c:v>50.89860535</c:v>
                </c:pt>
                <c:pt idx="1552">
                  <c:v>50.89816853</c:v>
                </c:pt>
                <c:pt idx="1553">
                  <c:v>50.89768982</c:v>
                </c:pt>
                <c:pt idx="1554">
                  <c:v>50.8971405</c:v>
                </c:pt>
                <c:pt idx="1555">
                  <c:v>50.89667886</c:v>
                </c:pt>
                <c:pt idx="1556">
                  <c:v>50.89622498</c:v>
                </c:pt>
                <c:pt idx="1557">
                  <c:v>50.89576721</c:v>
                </c:pt>
                <c:pt idx="1558">
                  <c:v>50.89523574</c:v>
                </c:pt>
                <c:pt idx="1559">
                  <c:v>50.89494324</c:v>
                </c:pt>
                <c:pt idx="1560">
                  <c:v>50.89416504</c:v>
                </c:pt>
                <c:pt idx="1561">
                  <c:v>50.89370728</c:v>
                </c:pt>
                <c:pt idx="1562">
                  <c:v>50.89304779</c:v>
                </c:pt>
                <c:pt idx="1563">
                  <c:v>50.89248916</c:v>
                </c:pt>
                <c:pt idx="1564">
                  <c:v>50.89201355</c:v>
                </c:pt>
                <c:pt idx="1565">
                  <c:v>50.89155811</c:v>
                </c:pt>
                <c:pt idx="1566">
                  <c:v>50.89099949</c:v>
                </c:pt>
                <c:pt idx="1567">
                  <c:v>50.89054871</c:v>
                </c:pt>
                <c:pt idx="1568">
                  <c:v>50.89006844</c:v>
                </c:pt>
                <c:pt idx="1569">
                  <c:v>50.88955637</c:v>
                </c:pt>
                <c:pt idx="1570">
                  <c:v>50.88908386</c:v>
                </c:pt>
                <c:pt idx="1571">
                  <c:v>50.88853455</c:v>
                </c:pt>
                <c:pt idx="1572">
                  <c:v>50.8880667</c:v>
                </c:pt>
                <c:pt idx="1573">
                  <c:v>50.88752747</c:v>
                </c:pt>
                <c:pt idx="1574">
                  <c:v>50.88699599</c:v>
                </c:pt>
                <c:pt idx="1575">
                  <c:v>50.88647461</c:v>
                </c:pt>
                <c:pt idx="1576">
                  <c:v>50.88597107</c:v>
                </c:pt>
                <c:pt idx="1577">
                  <c:v>50.88545977</c:v>
                </c:pt>
                <c:pt idx="1578">
                  <c:v>50.8849477</c:v>
                </c:pt>
                <c:pt idx="1579">
                  <c:v>50.88443562</c:v>
                </c:pt>
                <c:pt idx="1580">
                  <c:v>50.88387699</c:v>
                </c:pt>
                <c:pt idx="1581">
                  <c:v>50.88369079</c:v>
                </c:pt>
                <c:pt idx="1582">
                  <c:v>50.88313293</c:v>
                </c:pt>
                <c:pt idx="1583">
                  <c:v>50.88258362</c:v>
                </c:pt>
                <c:pt idx="1584">
                  <c:v>50.8820149</c:v>
                </c:pt>
                <c:pt idx="1585">
                  <c:v>50.88157654</c:v>
                </c:pt>
                <c:pt idx="1586">
                  <c:v>50.88098145</c:v>
                </c:pt>
                <c:pt idx="1587">
                  <c:v>50.88047791</c:v>
                </c:pt>
                <c:pt idx="1588">
                  <c:v>50.88006592</c:v>
                </c:pt>
                <c:pt idx="1589">
                  <c:v>50.87937927</c:v>
                </c:pt>
                <c:pt idx="1590">
                  <c:v>50.87908211</c:v>
                </c:pt>
                <c:pt idx="1591">
                  <c:v>50.87850952</c:v>
                </c:pt>
                <c:pt idx="1592">
                  <c:v>50.87805796</c:v>
                </c:pt>
                <c:pt idx="1593">
                  <c:v>50.87749934</c:v>
                </c:pt>
                <c:pt idx="1594">
                  <c:v>50.87698726</c:v>
                </c:pt>
                <c:pt idx="1595">
                  <c:v>50.87647519</c:v>
                </c:pt>
                <c:pt idx="1596">
                  <c:v>50.87591656</c:v>
                </c:pt>
                <c:pt idx="1597">
                  <c:v>50.87548828</c:v>
                </c:pt>
                <c:pt idx="1598">
                  <c:v>50.87498474</c:v>
                </c:pt>
                <c:pt idx="1599">
                  <c:v>50.87447344</c:v>
                </c:pt>
                <c:pt idx="1600">
                  <c:v>50.87396137</c:v>
                </c:pt>
                <c:pt idx="1601">
                  <c:v>50.87344929</c:v>
                </c:pt>
                <c:pt idx="1602">
                  <c:v>50.87298377</c:v>
                </c:pt>
                <c:pt idx="1603">
                  <c:v>50.87228549</c:v>
                </c:pt>
                <c:pt idx="1604">
                  <c:v>50.87182617</c:v>
                </c:pt>
                <c:pt idx="1605">
                  <c:v>50.87127686</c:v>
                </c:pt>
                <c:pt idx="1606">
                  <c:v>50.87077332</c:v>
                </c:pt>
                <c:pt idx="1607">
                  <c:v>50.87036133</c:v>
                </c:pt>
                <c:pt idx="1608">
                  <c:v>50.86972511</c:v>
                </c:pt>
                <c:pt idx="1609">
                  <c:v>50.86930847</c:v>
                </c:pt>
                <c:pt idx="1610">
                  <c:v>50.86874752</c:v>
                </c:pt>
                <c:pt idx="1611">
                  <c:v>50.86823544</c:v>
                </c:pt>
                <c:pt idx="1612">
                  <c:v>50.86776992</c:v>
                </c:pt>
                <c:pt idx="1613">
                  <c:v>50.86729431</c:v>
                </c:pt>
                <c:pt idx="1614">
                  <c:v>50.86683888</c:v>
                </c:pt>
                <c:pt idx="1615">
                  <c:v>50.86628025</c:v>
                </c:pt>
                <c:pt idx="1616">
                  <c:v>50.86582947</c:v>
                </c:pt>
                <c:pt idx="1617">
                  <c:v>50.86532593</c:v>
                </c:pt>
                <c:pt idx="1618">
                  <c:v>50.86483713</c:v>
                </c:pt>
                <c:pt idx="1619">
                  <c:v>50.86427307</c:v>
                </c:pt>
                <c:pt idx="1620">
                  <c:v>50.86381298</c:v>
                </c:pt>
                <c:pt idx="1621">
                  <c:v>50.86325435</c:v>
                </c:pt>
                <c:pt idx="1622">
                  <c:v>50.86274228</c:v>
                </c:pt>
                <c:pt idx="1623">
                  <c:v>50.86227676</c:v>
                </c:pt>
                <c:pt idx="1624">
                  <c:v>50.86176468</c:v>
                </c:pt>
                <c:pt idx="1625">
                  <c:v>50.86125261</c:v>
                </c:pt>
                <c:pt idx="1626">
                  <c:v>50.86074829</c:v>
                </c:pt>
                <c:pt idx="1627">
                  <c:v>50.86024475</c:v>
                </c:pt>
                <c:pt idx="1628">
                  <c:v>50.85955811</c:v>
                </c:pt>
                <c:pt idx="1629">
                  <c:v>50.85925086</c:v>
                </c:pt>
                <c:pt idx="1630">
                  <c:v>50.85873879</c:v>
                </c:pt>
                <c:pt idx="1631">
                  <c:v>50.85822671</c:v>
                </c:pt>
                <c:pt idx="1632">
                  <c:v>50.85749817</c:v>
                </c:pt>
                <c:pt idx="1633">
                  <c:v>50.85708618</c:v>
                </c:pt>
                <c:pt idx="1634">
                  <c:v>50.85664394</c:v>
                </c:pt>
                <c:pt idx="1635">
                  <c:v>50.85613186</c:v>
                </c:pt>
                <c:pt idx="1636">
                  <c:v>50.85557323</c:v>
                </c:pt>
                <c:pt idx="1637">
                  <c:v>50.85515426</c:v>
                </c:pt>
                <c:pt idx="1638">
                  <c:v>50.85459564</c:v>
                </c:pt>
                <c:pt idx="1639">
                  <c:v>50.85401917</c:v>
                </c:pt>
                <c:pt idx="1640">
                  <c:v>50.85357149</c:v>
                </c:pt>
                <c:pt idx="1641">
                  <c:v>50.85310364</c:v>
                </c:pt>
                <c:pt idx="1642">
                  <c:v>50.85259389</c:v>
                </c:pt>
                <c:pt idx="1643">
                  <c:v>50.85208182</c:v>
                </c:pt>
                <c:pt idx="1644">
                  <c:v>50.85156974</c:v>
                </c:pt>
                <c:pt idx="1645">
                  <c:v>50.85113525</c:v>
                </c:pt>
                <c:pt idx="1646">
                  <c:v>50.85040594</c:v>
                </c:pt>
                <c:pt idx="1647">
                  <c:v>50.84989386</c:v>
                </c:pt>
                <c:pt idx="1648">
                  <c:v>50.84944153</c:v>
                </c:pt>
                <c:pt idx="1649">
                  <c:v>50.84898376</c:v>
                </c:pt>
                <c:pt idx="1650">
                  <c:v>50.84848022</c:v>
                </c:pt>
                <c:pt idx="1651">
                  <c:v>50.84797668</c:v>
                </c:pt>
                <c:pt idx="1652">
                  <c:v>50.84751892</c:v>
                </c:pt>
                <c:pt idx="1653">
                  <c:v>50.84701538</c:v>
                </c:pt>
                <c:pt idx="1654">
                  <c:v>50.846449</c:v>
                </c:pt>
                <c:pt idx="1655">
                  <c:v>50.84589037</c:v>
                </c:pt>
                <c:pt idx="1656">
                  <c:v>50.84541321</c:v>
                </c:pt>
                <c:pt idx="1657">
                  <c:v>50.84490967</c:v>
                </c:pt>
                <c:pt idx="1658">
                  <c:v>50.84444725</c:v>
                </c:pt>
                <c:pt idx="1659">
                  <c:v>50.84394836</c:v>
                </c:pt>
                <c:pt idx="1660">
                  <c:v>50.84339905</c:v>
                </c:pt>
                <c:pt idx="1661">
                  <c:v>50.84295758</c:v>
                </c:pt>
                <c:pt idx="1662">
                  <c:v>50.84243774</c:v>
                </c:pt>
                <c:pt idx="1663">
                  <c:v>50.84188688</c:v>
                </c:pt>
                <c:pt idx="1664">
                  <c:v>50.84120178</c:v>
                </c:pt>
                <c:pt idx="1665">
                  <c:v>50.84065247</c:v>
                </c:pt>
                <c:pt idx="1666">
                  <c:v>50.8403972</c:v>
                </c:pt>
                <c:pt idx="1667">
                  <c:v>50.83992004</c:v>
                </c:pt>
                <c:pt idx="1668">
                  <c:v>50.83937306</c:v>
                </c:pt>
                <c:pt idx="1669">
                  <c:v>50.83877563</c:v>
                </c:pt>
                <c:pt idx="1670">
                  <c:v>50.83822632</c:v>
                </c:pt>
                <c:pt idx="1671">
                  <c:v>50.83772278</c:v>
                </c:pt>
                <c:pt idx="1672">
                  <c:v>50.83717346</c:v>
                </c:pt>
                <c:pt idx="1673">
                  <c:v>50.83666992</c:v>
                </c:pt>
                <c:pt idx="1674">
                  <c:v>50.83606785</c:v>
                </c:pt>
                <c:pt idx="1675">
                  <c:v>50.83574198</c:v>
                </c:pt>
                <c:pt idx="1676">
                  <c:v>50.83522991</c:v>
                </c:pt>
                <c:pt idx="1677">
                  <c:v>50.83465576</c:v>
                </c:pt>
                <c:pt idx="1678">
                  <c:v>50.8341592</c:v>
                </c:pt>
                <c:pt idx="1679">
                  <c:v>50.83369446</c:v>
                </c:pt>
                <c:pt idx="1680">
                  <c:v>50.83322816</c:v>
                </c:pt>
                <c:pt idx="1681">
                  <c:v>50.83266953</c:v>
                </c:pt>
                <c:pt idx="1682">
                  <c:v>50.83215746</c:v>
                </c:pt>
                <c:pt idx="1683">
                  <c:v>50.8316803</c:v>
                </c:pt>
                <c:pt idx="1684">
                  <c:v>50.83108676</c:v>
                </c:pt>
                <c:pt idx="1685">
                  <c:v>50.83062744</c:v>
                </c:pt>
                <c:pt idx="1686">
                  <c:v>50.83015571</c:v>
                </c:pt>
                <c:pt idx="1687">
                  <c:v>50.82959709</c:v>
                </c:pt>
                <c:pt idx="1688">
                  <c:v>50.82902527</c:v>
                </c:pt>
                <c:pt idx="1689">
                  <c:v>50.82857294</c:v>
                </c:pt>
                <c:pt idx="1690">
                  <c:v>50.82806086</c:v>
                </c:pt>
                <c:pt idx="1691">
                  <c:v>50.82756042</c:v>
                </c:pt>
                <c:pt idx="1692">
                  <c:v>50.82699016</c:v>
                </c:pt>
                <c:pt idx="1693">
                  <c:v>50.82655334</c:v>
                </c:pt>
                <c:pt idx="1694">
                  <c:v>50.82591946</c:v>
                </c:pt>
                <c:pt idx="1695">
                  <c:v>50.82554704</c:v>
                </c:pt>
                <c:pt idx="1696">
                  <c:v>50.82508152</c:v>
                </c:pt>
                <c:pt idx="1697">
                  <c:v>50.8243103</c:v>
                </c:pt>
                <c:pt idx="1698">
                  <c:v>50.82405737</c:v>
                </c:pt>
                <c:pt idx="1699">
                  <c:v>50.82349874</c:v>
                </c:pt>
                <c:pt idx="1700">
                  <c:v>50.82298667</c:v>
                </c:pt>
                <c:pt idx="1701">
                  <c:v>50.82252502</c:v>
                </c:pt>
                <c:pt idx="1702">
                  <c:v>50.82182286</c:v>
                </c:pt>
                <c:pt idx="1703">
                  <c:v>50.82138062</c:v>
                </c:pt>
                <c:pt idx="1704">
                  <c:v>50.82087708</c:v>
                </c:pt>
                <c:pt idx="1705">
                  <c:v>50.82042629</c:v>
                </c:pt>
                <c:pt idx="1706">
                  <c:v>50.81986767</c:v>
                </c:pt>
                <c:pt idx="1707">
                  <c:v>50.81941223</c:v>
                </c:pt>
                <c:pt idx="1708">
                  <c:v>50.81884352</c:v>
                </c:pt>
                <c:pt idx="1709">
                  <c:v>50.8183136</c:v>
                </c:pt>
                <c:pt idx="1710">
                  <c:v>50.81781006</c:v>
                </c:pt>
                <c:pt idx="1711">
                  <c:v>50.81735385</c:v>
                </c:pt>
                <c:pt idx="1712">
                  <c:v>50.81684177</c:v>
                </c:pt>
                <c:pt idx="1713">
                  <c:v>50.81625366</c:v>
                </c:pt>
                <c:pt idx="1714">
                  <c:v>50.81577107</c:v>
                </c:pt>
                <c:pt idx="1715">
                  <c:v>50.81533813</c:v>
                </c:pt>
                <c:pt idx="1716">
                  <c:v>50.81484003</c:v>
                </c:pt>
                <c:pt idx="1717">
                  <c:v>50.81442106</c:v>
                </c:pt>
                <c:pt idx="1718">
                  <c:v>50.81396484</c:v>
                </c:pt>
                <c:pt idx="1719">
                  <c:v>50.81318665</c:v>
                </c:pt>
                <c:pt idx="1720">
                  <c:v>50.81268311</c:v>
                </c:pt>
                <c:pt idx="1721">
                  <c:v>50.81227112</c:v>
                </c:pt>
                <c:pt idx="1722">
                  <c:v>50.81176758</c:v>
                </c:pt>
                <c:pt idx="1723">
                  <c:v>50.8112555</c:v>
                </c:pt>
                <c:pt idx="1724">
                  <c:v>50.81065032</c:v>
                </c:pt>
                <c:pt idx="1725">
                  <c:v>50.8101848</c:v>
                </c:pt>
                <c:pt idx="1726">
                  <c:v>50.80970764</c:v>
                </c:pt>
                <c:pt idx="1727">
                  <c:v>50.80925376</c:v>
                </c:pt>
                <c:pt idx="1728">
                  <c:v>50.80874634</c:v>
                </c:pt>
                <c:pt idx="1729">
                  <c:v>50.80827616</c:v>
                </c:pt>
                <c:pt idx="1730">
                  <c:v>50.80776409</c:v>
                </c:pt>
                <c:pt idx="1731">
                  <c:v>50.80714417</c:v>
                </c:pt>
                <c:pt idx="1732">
                  <c:v>50.80669338</c:v>
                </c:pt>
                <c:pt idx="1733">
                  <c:v>50.80609131</c:v>
                </c:pt>
                <c:pt idx="1734">
                  <c:v>50.80554199</c:v>
                </c:pt>
                <c:pt idx="1735">
                  <c:v>50.80506406</c:v>
                </c:pt>
                <c:pt idx="1736">
                  <c:v>50.80455198</c:v>
                </c:pt>
                <c:pt idx="1737">
                  <c:v>50.80403137</c:v>
                </c:pt>
                <c:pt idx="1738">
                  <c:v>50.80348128</c:v>
                </c:pt>
                <c:pt idx="1739">
                  <c:v>50.80297852</c:v>
                </c:pt>
                <c:pt idx="1740">
                  <c:v>50.8024292</c:v>
                </c:pt>
                <c:pt idx="1741">
                  <c:v>50.80194506</c:v>
                </c:pt>
                <c:pt idx="1742">
                  <c:v>50.80151367</c:v>
                </c:pt>
                <c:pt idx="1743">
                  <c:v>50.80096746</c:v>
                </c:pt>
                <c:pt idx="1744">
                  <c:v>50.80041504</c:v>
                </c:pt>
                <c:pt idx="1745">
                  <c:v>50.79994331</c:v>
                </c:pt>
                <c:pt idx="1746">
                  <c:v>50.79938468</c:v>
                </c:pt>
                <c:pt idx="1747">
                  <c:v>50.79882606</c:v>
                </c:pt>
                <c:pt idx="1748">
                  <c:v>50.79831398</c:v>
                </c:pt>
                <c:pt idx="1749">
                  <c:v>50.79780191</c:v>
                </c:pt>
                <c:pt idx="1750">
                  <c:v>50.79730225</c:v>
                </c:pt>
                <c:pt idx="1751">
                  <c:v>50.79675293</c:v>
                </c:pt>
                <c:pt idx="1752">
                  <c:v>50.79631224</c:v>
                </c:pt>
                <c:pt idx="1753">
                  <c:v>50.79570007</c:v>
                </c:pt>
                <c:pt idx="1754">
                  <c:v>50.79515076</c:v>
                </c:pt>
                <c:pt idx="1755">
                  <c:v>50.7945898</c:v>
                </c:pt>
                <c:pt idx="1756">
                  <c:v>50.79414368</c:v>
                </c:pt>
                <c:pt idx="1757">
                  <c:v>50.79368591</c:v>
                </c:pt>
                <c:pt idx="1758">
                  <c:v>50.79318237</c:v>
                </c:pt>
                <c:pt idx="1759">
                  <c:v>50.79268116</c:v>
                </c:pt>
                <c:pt idx="1760">
                  <c:v>50.79217529</c:v>
                </c:pt>
                <c:pt idx="1761">
                  <c:v>50.79167175</c:v>
                </c:pt>
                <c:pt idx="1762">
                  <c:v>50.79116821</c:v>
                </c:pt>
                <c:pt idx="1763">
                  <c:v>50.79067941</c:v>
                </c:pt>
                <c:pt idx="1764">
                  <c:v>50.79006958</c:v>
                </c:pt>
                <c:pt idx="1765">
                  <c:v>50.78960871</c:v>
                </c:pt>
                <c:pt idx="1766">
                  <c:v>50.78909664</c:v>
                </c:pt>
                <c:pt idx="1767">
                  <c:v>50.78860474</c:v>
                </c:pt>
                <c:pt idx="1768">
                  <c:v>50.78793283</c:v>
                </c:pt>
                <c:pt idx="1769">
                  <c:v>50.78742076</c:v>
                </c:pt>
                <c:pt idx="1770">
                  <c:v>50.78691101</c:v>
                </c:pt>
                <c:pt idx="1771">
                  <c:v>50.78644316</c:v>
                </c:pt>
                <c:pt idx="1772">
                  <c:v>50.78593109</c:v>
                </c:pt>
                <c:pt idx="1773">
                  <c:v>50.78540039</c:v>
                </c:pt>
                <c:pt idx="1774">
                  <c:v>50.7849884</c:v>
                </c:pt>
                <c:pt idx="1775">
                  <c:v>50.78434831</c:v>
                </c:pt>
                <c:pt idx="1776">
                  <c:v>50.7840271</c:v>
                </c:pt>
                <c:pt idx="1777">
                  <c:v>50.78329468</c:v>
                </c:pt>
                <c:pt idx="1778">
                  <c:v>50.78279114</c:v>
                </c:pt>
                <c:pt idx="1779">
                  <c:v>50.78248622</c:v>
                </c:pt>
                <c:pt idx="1780">
                  <c:v>50.78174138</c:v>
                </c:pt>
                <c:pt idx="1781">
                  <c:v>50.78128052</c:v>
                </c:pt>
                <c:pt idx="1782">
                  <c:v>50.78076379</c:v>
                </c:pt>
                <c:pt idx="1783">
                  <c:v>50.78025171</c:v>
                </c:pt>
                <c:pt idx="1784">
                  <c:v>50.77967834</c:v>
                </c:pt>
                <c:pt idx="1785">
                  <c:v>50.77912903</c:v>
                </c:pt>
                <c:pt idx="1786">
                  <c:v>50.77880859</c:v>
                </c:pt>
                <c:pt idx="1787">
                  <c:v>50.77834307</c:v>
                </c:pt>
                <c:pt idx="1788">
                  <c:v>50.77761841</c:v>
                </c:pt>
                <c:pt idx="1789">
                  <c:v>50.77711487</c:v>
                </c:pt>
                <c:pt idx="1790">
                  <c:v>50.77666719</c:v>
                </c:pt>
                <c:pt idx="1791">
                  <c:v>50.77610779</c:v>
                </c:pt>
                <c:pt idx="1792">
                  <c:v>50.77560425</c:v>
                </c:pt>
                <c:pt idx="1793">
                  <c:v>50.77510071</c:v>
                </c:pt>
                <c:pt idx="1794">
                  <c:v>50.77455139</c:v>
                </c:pt>
                <c:pt idx="1795">
                  <c:v>50.77400208</c:v>
                </c:pt>
                <c:pt idx="1796">
                  <c:v>50.77349854</c:v>
                </c:pt>
                <c:pt idx="1797">
                  <c:v>50.77294922</c:v>
                </c:pt>
                <c:pt idx="1798">
                  <c:v>50.77258301</c:v>
                </c:pt>
                <c:pt idx="1799">
                  <c:v>50.77207947</c:v>
                </c:pt>
                <c:pt idx="1800">
                  <c:v>50.77166748</c:v>
                </c:pt>
                <c:pt idx="1801">
                  <c:v>50.77084816</c:v>
                </c:pt>
                <c:pt idx="1802">
                  <c:v>50.77038574</c:v>
                </c:pt>
                <c:pt idx="1803">
                  <c:v>50.76991712</c:v>
                </c:pt>
                <c:pt idx="1804">
                  <c:v>50.76937866</c:v>
                </c:pt>
                <c:pt idx="1805">
                  <c:v>50.76879986</c:v>
                </c:pt>
                <c:pt idx="1806">
                  <c:v>50.76828779</c:v>
                </c:pt>
                <c:pt idx="1807">
                  <c:v>50.76795959</c:v>
                </c:pt>
                <c:pt idx="1808">
                  <c:v>50.76722717</c:v>
                </c:pt>
                <c:pt idx="1809">
                  <c:v>50.76672363</c:v>
                </c:pt>
                <c:pt idx="1810">
                  <c:v>50.76619294</c:v>
                </c:pt>
                <c:pt idx="1811">
                  <c:v>50.765625</c:v>
                </c:pt>
                <c:pt idx="1812">
                  <c:v>50.76516879</c:v>
                </c:pt>
                <c:pt idx="1813">
                  <c:v>50.76479637</c:v>
                </c:pt>
                <c:pt idx="1814">
                  <c:v>50.76420593</c:v>
                </c:pt>
                <c:pt idx="1815">
                  <c:v>50.76370239</c:v>
                </c:pt>
                <c:pt idx="1816">
                  <c:v>50.76321359</c:v>
                </c:pt>
                <c:pt idx="1817">
                  <c:v>50.76269531</c:v>
                </c:pt>
                <c:pt idx="1818">
                  <c:v>50.76204979</c:v>
                </c:pt>
                <c:pt idx="1819">
                  <c:v>50.76145935</c:v>
                </c:pt>
                <c:pt idx="1820">
                  <c:v>50.76127625</c:v>
                </c:pt>
                <c:pt idx="1821">
                  <c:v>50.76068115</c:v>
                </c:pt>
                <c:pt idx="1822">
                  <c:v>50.75994873</c:v>
                </c:pt>
                <c:pt idx="1823">
                  <c:v>50.75948942</c:v>
                </c:pt>
                <c:pt idx="1824">
                  <c:v>50.7588501</c:v>
                </c:pt>
                <c:pt idx="1825">
                  <c:v>50.75866699</c:v>
                </c:pt>
                <c:pt idx="1826">
                  <c:v>50.75790664</c:v>
                </c:pt>
                <c:pt idx="1827">
                  <c:v>50.75738525</c:v>
                </c:pt>
                <c:pt idx="1828">
                  <c:v>50.75683594</c:v>
                </c:pt>
                <c:pt idx="1829">
                  <c:v>50.75641697</c:v>
                </c:pt>
                <c:pt idx="1830">
                  <c:v>50.75618421</c:v>
                </c:pt>
                <c:pt idx="1831">
                  <c:v>50.75529971</c:v>
                </c:pt>
                <c:pt idx="1832">
                  <c:v>50.75478764</c:v>
                </c:pt>
                <c:pt idx="1833">
                  <c:v>50.75431824</c:v>
                </c:pt>
                <c:pt idx="1834">
                  <c:v>50.75381004</c:v>
                </c:pt>
                <c:pt idx="1835">
                  <c:v>50.75335693</c:v>
                </c:pt>
                <c:pt idx="1836">
                  <c:v>50.75271606</c:v>
                </c:pt>
                <c:pt idx="1837">
                  <c:v>50.75227382</c:v>
                </c:pt>
                <c:pt idx="1838">
                  <c:v>50.75175476</c:v>
                </c:pt>
                <c:pt idx="1839">
                  <c:v>50.75129622</c:v>
                </c:pt>
                <c:pt idx="1840">
                  <c:v>50.75083923</c:v>
                </c:pt>
                <c:pt idx="1841">
                  <c:v>50.75024414</c:v>
                </c:pt>
                <c:pt idx="1842">
                  <c:v>50.74980655</c:v>
                </c:pt>
                <c:pt idx="1843">
                  <c:v>50.74924792</c:v>
                </c:pt>
                <c:pt idx="1844">
                  <c:v>50.7486893</c:v>
                </c:pt>
                <c:pt idx="1845">
                  <c:v>50.74817722</c:v>
                </c:pt>
                <c:pt idx="1846">
                  <c:v>50.74766515</c:v>
                </c:pt>
                <c:pt idx="1847">
                  <c:v>50.74713135</c:v>
                </c:pt>
                <c:pt idx="1848">
                  <c:v>50.74659445</c:v>
                </c:pt>
                <c:pt idx="1849">
                  <c:v>50.74608237</c:v>
                </c:pt>
                <c:pt idx="1850">
                  <c:v>50.74552917</c:v>
                </c:pt>
                <c:pt idx="1851">
                  <c:v>50.74505822</c:v>
                </c:pt>
                <c:pt idx="1852">
                  <c:v>50.74452209</c:v>
                </c:pt>
                <c:pt idx="1853">
                  <c:v>50.743927</c:v>
                </c:pt>
                <c:pt idx="1854">
                  <c:v>50.74342346</c:v>
                </c:pt>
                <c:pt idx="1855">
                  <c:v>50.74301147</c:v>
                </c:pt>
                <c:pt idx="1856">
                  <c:v>50.74241638</c:v>
                </c:pt>
                <c:pt idx="1857">
                  <c:v>50.74191284</c:v>
                </c:pt>
                <c:pt idx="1858">
                  <c:v>50.74150085</c:v>
                </c:pt>
                <c:pt idx="1859">
                  <c:v>50.74091507</c:v>
                </c:pt>
                <c:pt idx="1860">
                  <c:v>50.74044955</c:v>
                </c:pt>
                <c:pt idx="1861">
                  <c:v>50.73985291</c:v>
                </c:pt>
                <c:pt idx="1862">
                  <c:v>50.73930359</c:v>
                </c:pt>
                <c:pt idx="1863">
                  <c:v>50.73875427</c:v>
                </c:pt>
                <c:pt idx="1864">
                  <c:v>50.73825073</c:v>
                </c:pt>
                <c:pt idx="1865">
                  <c:v>50.73774952</c:v>
                </c:pt>
                <c:pt idx="1866">
                  <c:v>50.73719089</c:v>
                </c:pt>
                <c:pt idx="1867">
                  <c:v>50.73669434</c:v>
                </c:pt>
                <c:pt idx="1868">
                  <c:v>50.73628235</c:v>
                </c:pt>
                <c:pt idx="1869">
                  <c:v>50.73568726</c:v>
                </c:pt>
                <c:pt idx="1870">
                  <c:v>50.73518372</c:v>
                </c:pt>
                <c:pt idx="1871">
                  <c:v>50.7346344</c:v>
                </c:pt>
                <c:pt idx="1872">
                  <c:v>50.73411845</c:v>
                </c:pt>
                <c:pt idx="1873">
                  <c:v>50.73342016</c:v>
                </c:pt>
                <c:pt idx="1874">
                  <c:v>50.73300119</c:v>
                </c:pt>
                <c:pt idx="1875">
                  <c:v>50.73243713</c:v>
                </c:pt>
                <c:pt idx="1876">
                  <c:v>50.73193359</c:v>
                </c:pt>
                <c:pt idx="1877">
                  <c:v>50.73146497</c:v>
                </c:pt>
                <c:pt idx="1878">
                  <c:v>50.73097229</c:v>
                </c:pt>
                <c:pt idx="1879">
                  <c:v>50.73048737</c:v>
                </c:pt>
                <c:pt idx="1880">
                  <c:v>50.73001099</c:v>
                </c:pt>
                <c:pt idx="1881">
                  <c:v>50.72946167</c:v>
                </c:pt>
                <c:pt idx="1882">
                  <c:v>50.72890459</c:v>
                </c:pt>
                <c:pt idx="1883">
                  <c:v>50.72840881</c:v>
                </c:pt>
                <c:pt idx="1884">
                  <c:v>50.72788045</c:v>
                </c:pt>
                <c:pt idx="1885">
                  <c:v>50.72736837</c:v>
                </c:pt>
                <c:pt idx="1886">
                  <c:v>50.7268563</c:v>
                </c:pt>
                <c:pt idx="1887">
                  <c:v>50.72629767</c:v>
                </c:pt>
                <c:pt idx="1888">
                  <c:v>50.72578559</c:v>
                </c:pt>
                <c:pt idx="1889">
                  <c:v>50.72513386</c:v>
                </c:pt>
                <c:pt idx="1890">
                  <c:v>50.72465515</c:v>
                </c:pt>
                <c:pt idx="1891">
                  <c:v>50.72406316</c:v>
                </c:pt>
                <c:pt idx="1892">
                  <c:v>50.72360229</c:v>
                </c:pt>
                <c:pt idx="1893">
                  <c:v>50.72309875</c:v>
                </c:pt>
                <c:pt idx="1894">
                  <c:v>50.72259521</c:v>
                </c:pt>
                <c:pt idx="1895">
                  <c:v>50.72210797</c:v>
                </c:pt>
                <c:pt idx="1896">
                  <c:v>50.72158813</c:v>
                </c:pt>
                <c:pt idx="1897">
                  <c:v>50.72113037</c:v>
                </c:pt>
                <c:pt idx="1898">
                  <c:v>50.72052519</c:v>
                </c:pt>
                <c:pt idx="1899">
                  <c:v>50.72001312</c:v>
                </c:pt>
                <c:pt idx="1900">
                  <c:v>50.71950104</c:v>
                </c:pt>
                <c:pt idx="1901">
                  <c:v>50.71842957</c:v>
                </c:pt>
                <c:pt idx="1902">
                  <c:v>50.71788025</c:v>
                </c:pt>
                <c:pt idx="1903">
                  <c:v>50.71737671</c:v>
                </c:pt>
                <c:pt idx="1904">
                  <c:v>50.71678162</c:v>
                </c:pt>
                <c:pt idx="1905">
                  <c:v>50.71627808</c:v>
                </c:pt>
                <c:pt idx="1906">
                  <c:v>50.71586609</c:v>
                </c:pt>
                <c:pt idx="1907">
                  <c:v>50.71531134</c:v>
                </c:pt>
                <c:pt idx="1908">
                  <c:v>50.71485901</c:v>
                </c:pt>
                <c:pt idx="1909">
                  <c:v>50.71419409</c:v>
                </c:pt>
                <c:pt idx="1910">
                  <c:v>50.71363546</c:v>
                </c:pt>
                <c:pt idx="1911">
                  <c:v>50.71316994</c:v>
                </c:pt>
                <c:pt idx="1912">
                  <c:v>50.71265786</c:v>
                </c:pt>
                <c:pt idx="1913">
                  <c:v>50.71214579</c:v>
                </c:pt>
                <c:pt idx="1914">
                  <c:v>50.71154061</c:v>
                </c:pt>
                <c:pt idx="1915">
                  <c:v>50.71102854</c:v>
                </c:pt>
                <c:pt idx="1916">
                  <c:v>50.71051646</c:v>
                </c:pt>
                <c:pt idx="1917">
                  <c:v>50.71000439</c:v>
                </c:pt>
                <c:pt idx="1918">
                  <c:v>50.70958542</c:v>
                </c:pt>
                <c:pt idx="1919">
                  <c:v>50.70899963</c:v>
                </c:pt>
                <c:pt idx="1920">
                  <c:v>50.70851471</c:v>
                </c:pt>
                <c:pt idx="1921">
                  <c:v>50.70795609</c:v>
                </c:pt>
                <c:pt idx="1922">
                  <c:v>50.70739746</c:v>
                </c:pt>
                <c:pt idx="1923">
                  <c:v>50.70683883</c:v>
                </c:pt>
                <c:pt idx="1924">
                  <c:v>50.70632676</c:v>
                </c:pt>
                <c:pt idx="1925">
                  <c:v>50.70576813</c:v>
                </c:pt>
                <c:pt idx="1926">
                  <c:v>50.70520951</c:v>
                </c:pt>
                <c:pt idx="1927">
                  <c:v>50.70474243</c:v>
                </c:pt>
                <c:pt idx="1928">
                  <c:v>50.70423191</c:v>
                </c:pt>
                <c:pt idx="1929">
                  <c:v>50.70373535</c:v>
                </c:pt>
                <c:pt idx="1930">
                  <c:v>50.70325431</c:v>
                </c:pt>
                <c:pt idx="1931">
                  <c:v>50.70263672</c:v>
                </c:pt>
                <c:pt idx="1932">
                  <c:v>50.70213318</c:v>
                </c:pt>
                <c:pt idx="1933">
                  <c:v>50.70167542</c:v>
                </c:pt>
                <c:pt idx="1934">
                  <c:v>50.70106636</c:v>
                </c:pt>
                <c:pt idx="1935">
                  <c:v>50.70057678</c:v>
                </c:pt>
                <c:pt idx="1936">
                  <c:v>50.69999566</c:v>
                </c:pt>
                <c:pt idx="1937">
                  <c:v>50.69929737</c:v>
                </c:pt>
                <c:pt idx="1938">
                  <c:v>50.69883728</c:v>
                </c:pt>
                <c:pt idx="1939">
                  <c:v>50.69837952</c:v>
                </c:pt>
                <c:pt idx="1940">
                  <c:v>50.6979008</c:v>
                </c:pt>
                <c:pt idx="1941">
                  <c:v>50.69748183</c:v>
                </c:pt>
                <c:pt idx="1942">
                  <c:v>50.69692321</c:v>
                </c:pt>
                <c:pt idx="1943">
                  <c:v>50.69631958</c:v>
                </c:pt>
                <c:pt idx="1944">
                  <c:v>50.69581604</c:v>
                </c:pt>
                <c:pt idx="1945">
                  <c:v>50.69526672</c:v>
                </c:pt>
                <c:pt idx="1946">
                  <c:v>50.6946887</c:v>
                </c:pt>
                <c:pt idx="1947">
                  <c:v>50.69439697</c:v>
                </c:pt>
                <c:pt idx="1948">
                  <c:v>50.69380421</c:v>
                </c:pt>
                <c:pt idx="1949">
                  <c:v>50.69329834</c:v>
                </c:pt>
                <c:pt idx="1950">
                  <c:v>50.6927948</c:v>
                </c:pt>
                <c:pt idx="1951">
                  <c:v>50.69219971</c:v>
                </c:pt>
                <c:pt idx="1952">
                  <c:v>50.69175591</c:v>
                </c:pt>
                <c:pt idx="1953">
                  <c:v>50.69119728</c:v>
                </c:pt>
                <c:pt idx="1954">
                  <c:v>50.69068909</c:v>
                </c:pt>
                <c:pt idx="1955">
                  <c:v>50.68995667</c:v>
                </c:pt>
                <c:pt idx="1956">
                  <c:v>50.68954468</c:v>
                </c:pt>
                <c:pt idx="1957">
                  <c:v>50.68894958</c:v>
                </c:pt>
                <c:pt idx="1958">
                  <c:v>50.68844604</c:v>
                </c:pt>
                <c:pt idx="1959">
                  <c:v>50.68789673</c:v>
                </c:pt>
                <c:pt idx="1960">
                  <c:v>50.68757629</c:v>
                </c:pt>
                <c:pt idx="1961">
                  <c:v>50.68702698</c:v>
                </c:pt>
                <c:pt idx="1962">
                  <c:v>50.68647766</c:v>
                </c:pt>
                <c:pt idx="1963">
                  <c:v>50.68592834</c:v>
                </c:pt>
                <c:pt idx="1964">
                  <c:v>50.68537903</c:v>
                </c:pt>
                <c:pt idx="1965">
                  <c:v>50.68481963</c:v>
                </c:pt>
                <c:pt idx="1966">
                  <c:v>50.68430755</c:v>
                </c:pt>
                <c:pt idx="1967">
                  <c:v>50.68377686</c:v>
                </c:pt>
                <c:pt idx="1968">
                  <c:v>50.68327332</c:v>
                </c:pt>
                <c:pt idx="1969">
                  <c:v>50.68281788</c:v>
                </c:pt>
                <c:pt idx="1970">
                  <c:v>50.68226624</c:v>
                </c:pt>
                <c:pt idx="1971">
                  <c:v>50.68179373</c:v>
                </c:pt>
                <c:pt idx="1972">
                  <c:v>50.6812351</c:v>
                </c:pt>
                <c:pt idx="1973">
                  <c:v>50.68072303</c:v>
                </c:pt>
                <c:pt idx="1974">
                  <c:v>50.68021095</c:v>
                </c:pt>
                <c:pt idx="1975">
                  <c:v>50.67970276</c:v>
                </c:pt>
                <c:pt idx="1976">
                  <c:v>50.67919922</c:v>
                </c:pt>
                <c:pt idx="1977">
                  <c:v>50.67872128</c:v>
                </c:pt>
                <c:pt idx="1978">
                  <c:v>50.67819214</c:v>
                </c:pt>
                <c:pt idx="1979">
                  <c:v>50.67741782</c:v>
                </c:pt>
                <c:pt idx="1980">
                  <c:v>50.67695618</c:v>
                </c:pt>
                <c:pt idx="1981">
                  <c:v>50.67640686</c:v>
                </c:pt>
                <c:pt idx="1982">
                  <c:v>50.67611436</c:v>
                </c:pt>
                <c:pt idx="1983">
                  <c:v>50.67544556</c:v>
                </c:pt>
                <c:pt idx="1984">
                  <c:v>50.67489624</c:v>
                </c:pt>
                <c:pt idx="1985">
                  <c:v>50.67434692</c:v>
                </c:pt>
                <c:pt idx="1986">
                  <c:v>50.67393494</c:v>
                </c:pt>
                <c:pt idx="1987">
                  <c:v>50.67338562</c:v>
                </c:pt>
                <c:pt idx="1988">
                  <c:v>50.6728363</c:v>
                </c:pt>
                <c:pt idx="1989">
                  <c:v>50.67233276</c:v>
                </c:pt>
                <c:pt idx="1990">
                  <c:v>50.67182922</c:v>
                </c:pt>
                <c:pt idx="1991">
                  <c:v>50.67132568</c:v>
                </c:pt>
                <c:pt idx="1992">
                  <c:v>50.67077637</c:v>
                </c:pt>
                <c:pt idx="1993">
                  <c:v>50.67015567</c:v>
                </c:pt>
                <c:pt idx="1994">
                  <c:v>50.6697367</c:v>
                </c:pt>
                <c:pt idx="1995">
                  <c:v>50.66912842</c:v>
                </c:pt>
                <c:pt idx="1996">
                  <c:v>50.66861945</c:v>
                </c:pt>
                <c:pt idx="1997">
                  <c:v>50.66806082</c:v>
                </c:pt>
                <c:pt idx="1998">
                  <c:v>50.66748047</c:v>
                </c:pt>
                <c:pt idx="1999">
                  <c:v>50.66711426</c:v>
                </c:pt>
                <c:pt idx="2000">
                  <c:v>50.66656494</c:v>
                </c:pt>
                <c:pt idx="2001">
                  <c:v>50.66596985</c:v>
                </c:pt>
                <c:pt idx="2002">
                  <c:v>50.66545389</c:v>
                </c:pt>
                <c:pt idx="2003">
                  <c:v>50.66491699</c:v>
                </c:pt>
                <c:pt idx="2004">
                  <c:v>50.6644763</c:v>
                </c:pt>
                <c:pt idx="2005">
                  <c:v>50.66377258</c:v>
                </c:pt>
                <c:pt idx="2006">
                  <c:v>50.66321939</c:v>
                </c:pt>
                <c:pt idx="2007">
                  <c:v>50.6627655</c:v>
                </c:pt>
                <c:pt idx="2008">
                  <c:v>50.66221619</c:v>
                </c:pt>
                <c:pt idx="2009">
                  <c:v>50.66171265</c:v>
                </c:pt>
                <c:pt idx="2010">
                  <c:v>50.66120911</c:v>
                </c:pt>
                <c:pt idx="2011">
                  <c:v>50.66075212</c:v>
                </c:pt>
                <c:pt idx="2012">
                  <c:v>50.66019349</c:v>
                </c:pt>
                <c:pt idx="2013">
                  <c:v>50.65963486</c:v>
                </c:pt>
                <c:pt idx="2014">
                  <c:v>50.65907624</c:v>
                </c:pt>
                <c:pt idx="2015">
                  <c:v>50.65856416</c:v>
                </c:pt>
                <c:pt idx="2016">
                  <c:v>50.65805054</c:v>
                </c:pt>
                <c:pt idx="2017">
                  <c:v>50.65740967</c:v>
                </c:pt>
                <c:pt idx="2018">
                  <c:v>50.65686035</c:v>
                </c:pt>
                <c:pt idx="2019">
                  <c:v>50.65649414</c:v>
                </c:pt>
                <c:pt idx="2020">
                  <c:v>50.6559906</c:v>
                </c:pt>
                <c:pt idx="2021">
                  <c:v>50.65544128</c:v>
                </c:pt>
                <c:pt idx="2022">
                  <c:v>50.65470033</c:v>
                </c:pt>
                <c:pt idx="2023">
                  <c:v>50.65418825</c:v>
                </c:pt>
                <c:pt idx="2024">
                  <c:v>50.65376928</c:v>
                </c:pt>
                <c:pt idx="2025">
                  <c:v>50.65324402</c:v>
                </c:pt>
                <c:pt idx="2026">
                  <c:v>50.6526947</c:v>
                </c:pt>
                <c:pt idx="2027">
                  <c:v>50.65223694</c:v>
                </c:pt>
                <c:pt idx="2028">
                  <c:v>50.65168762</c:v>
                </c:pt>
                <c:pt idx="2029">
                  <c:v>50.65120891</c:v>
                </c:pt>
                <c:pt idx="2030">
                  <c:v>50.65077209</c:v>
                </c:pt>
                <c:pt idx="2031">
                  <c:v>50.650177</c:v>
                </c:pt>
                <c:pt idx="2032">
                  <c:v>50.64957958</c:v>
                </c:pt>
                <c:pt idx="2033">
                  <c:v>50.64907837</c:v>
                </c:pt>
                <c:pt idx="2034">
                  <c:v>50.64852905</c:v>
                </c:pt>
                <c:pt idx="2035">
                  <c:v>50.64808991</c:v>
                </c:pt>
                <c:pt idx="2036">
                  <c:v>50.64748473</c:v>
                </c:pt>
                <c:pt idx="2037">
                  <c:v>50.64697266</c:v>
                </c:pt>
                <c:pt idx="2038">
                  <c:v>50.64651489</c:v>
                </c:pt>
                <c:pt idx="2039">
                  <c:v>50.6458554</c:v>
                </c:pt>
                <c:pt idx="2040">
                  <c:v>50.64534333</c:v>
                </c:pt>
                <c:pt idx="2041">
                  <c:v>50.64486694</c:v>
                </c:pt>
                <c:pt idx="2042">
                  <c:v>50.64440918</c:v>
                </c:pt>
                <c:pt idx="2043">
                  <c:v>50.6438071</c:v>
                </c:pt>
                <c:pt idx="2044">
                  <c:v>50.64338813</c:v>
                </c:pt>
                <c:pt idx="2045">
                  <c:v>50.64266968</c:v>
                </c:pt>
                <c:pt idx="2046">
                  <c:v>50.64234924</c:v>
                </c:pt>
                <c:pt idx="2047">
                  <c:v>50.6416657</c:v>
                </c:pt>
                <c:pt idx="2048">
                  <c:v>50.64106052</c:v>
                </c:pt>
                <c:pt idx="2049">
                  <c:v>50.64079285</c:v>
                </c:pt>
                <c:pt idx="2050">
                  <c:v>50.64003637</c:v>
                </c:pt>
                <c:pt idx="2051">
                  <c:v>50.63969421</c:v>
                </c:pt>
                <c:pt idx="2052">
                  <c:v>50.63910533</c:v>
                </c:pt>
                <c:pt idx="2053">
                  <c:v>50.6385498</c:v>
                </c:pt>
                <c:pt idx="2054">
                  <c:v>50.63795471</c:v>
                </c:pt>
                <c:pt idx="2055">
                  <c:v>50.6373829</c:v>
                </c:pt>
                <c:pt idx="2056">
                  <c:v>50.63713074</c:v>
                </c:pt>
                <c:pt idx="2057">
                  <c:v>50.63626564</c:v>
                </c:pt>
                <c:pt idx="2058">
                  <c:v>50.6360321</c:v>
                </c:pt>
                <c:pt idx="2059">
                  <c:v>50.6354277</c:v>
                </c:pt>
                <c:pt idx="2060">
                  <c:v>50.63477597</c:v>
                </c:pt>
                <c:pt idx="2061">
                  <c:v>50.63415527</c:v>
                </c:pt>
                <c:pt idx="2062">
                  <c:v>50.63370527</c:v>
                </c:pt>
                <c:pt idx="2063">
                  <c:v>50.63319397</c:v>
                </c:pt>
                <c:pt idx="2064">
                  <c:v>50.63269043</c:v>
                </c:pt>
                <c:pt idx="2065">
                  <c:v>50.63209534</c:v>
                </c:pt>
                <c:pt idx="2066">
                  <c:v>50.63168335</c:v>
                </c:pt>
                <c:pt idx="2067">
                  <c:v>50.63117981</c:v>
                </c:pt>
                <c:pt idx="2068">
                  <c:v>50.63063282</c:v>
                </c:pt>
                <c:pt idx="2069">
                  <c:v>50.6300354</c:v>
                </c:pt>
                <c:pt idx="2070">
                  <c:v>50.62953186</c:v>
                </c:pt>
                <c:pt idx="2071">
                  <c:v>50.62905004</c:v>
                </c:pt>
                <c:pt idx="2072">
                  <c:v>50.628479</c:v>
                </c:pt>
                <c:pt idx="2073">
                  <c:v>50.6280259</c:v>
                </c:pt>
                <c:pt idx="2074">
                  <c:v>50.62742072</c:v>
                </c:pt>
                <c:pt idx="2075">
                  <c:v>50.62690864</c:v>
                </c:pt>
                <c:pt idx="2076">
                  <c:v>50.62635001</c:v>
                </c:pt>
                <c:pt idx="2077">
                  <c:v>50.62582397</c:v>
                </c:pt>
                <c:pt idx="2078">
                  <c:v>50.62532043</c:v>
                </c:pt>
                <c:pt idx="2079">
                  <c:v>50.62472069</c:v>
                </c:pt>
                <c:pt idx="2080">
                  <c:v>50.62416206</c:v>
                </c:pt>
                <c:pt idx="2081">
                  <c:v>50.62367249</c:v>
                </c:pt>
                <c:pt idx="2082">
                  <c:v>50.62312317</c:v>
                </c:pt>
                <c:pt idx="2083">
                  <c:v>50.62262584</c:v>
                </c:pt>
                <c:pt idx="2084">
                  <c:v>50.62211376</c:v>
                </c:pt>
                <c:pt idx="2085">
                  <c:v>50.62150858</c:v>
                </c:pt>
                <c:pt idx="2086">
                  <c:v>50.6209259</c:v>
                </c:pt>
                <c:pt idx="2087">
                  <c:v>50.62067064</c:v>
                </c:pt>
                <c:pt idx="2088">
                  <c:v>50.62005615</c:v>
                </c:pt>
                <c:pt idx="2089">
                  <c:v>50.61950684</c:v>
                </c:pt>
                <c:pt idx="2090">
                  <c:v>50.61894821</c:v>
                </c:pt>
                <c:pt idx="2091">
                  <c:v>50.61831665</c:v>
                </c:pt>
                <c:pt idx="2092">
                  <c:v>50.61785889</c:v>
                </c:pt>
                <c:pt idx="2093">
                  <c:v>50.61735535</c:v>
                </c:pt>
                <c:pt idx="2094">
                  <c:v>50.61680681</c:v>
                </c:pt>
                <c:pt idx="2095">
                  <c:v>50.61621094</c:v>
                </c:pt>
                <c:pt idx="2096">
                  <c:v>50.6157074</c:v>
                </c:pt>
                <c:pt idx="2097">
                  <c:v>50.61517748</c:v>
                </c:pt>
                <c:pt idx="2098">
                  <c:v>50.61470032</c:v>
                </c:pt>
                <c:pt idx="2099">
                  <c:v>50.61410522</c:v>
                </c:pt>
                <c:pt idx="2100">
                  <c:v>50.61364125</c:v>
                </c:pt>
                <c:pt idx="2101">
                  <c:v>50.61305237</c:v>
                </c:pt>
                <c:pt idx="2102">
                  <c:v>50.61257055</c:v>
                </c:pt>
                <c:pt idx="2103">
                  <c:v>50.61196537</c:v>
                </c:pt>
                <c:pt idx="2104">
                  <c:v>50.61149597</c:v>
                </c:pt>
                <c:pt idx="2105">
                  <c:v>50.61099243</c:v>
                </c:pt>
                <c:pt idx="2106">
                  <c:v>50.61039734</c:v>
                </c:pt>
                <c:pt idx="2107">
                  <c:v>50.61010328</c:v>
                </c:pt>
                <c:pt idx="2108">
                  <c:v>50.60935845</c:v>
                </c:pt>
                <c:pt idx="2109">
                  <c:v>50.60879982</c:v>
                </c:pt>
                <c:pt idx="2110">
                  <c:v>50.60829163</c:v>
                </c:pt>
                <c:pt idx="2111">
                  <c:v>50.60778809</c:v>
                </c:pt>
                <c:pt idx="2112">
                  <c:v>50.6072636</c:v>
                </c:pt>
                <c:pt idx="2113">
                  <c:v>50.60670497</c:v>
                </c:pt>
                <c:pt idx="2114">
                  <c:v>50.60614634</c:v>
                </c:pt>
                <c:pt idx="2115">
                  <c:v>50.6056366</c:v>
                </c:pt>
                <c:pt idx="2116">
                  <c:v>50.60513306</c:v>
                </c:pt>
                <c:pt idx="2117">
                  <c:v>50.60453796</c:v>
                </c:pt>
                <c:pt idx="2118">
                  <c:v>50.60398865</c:v>
                </c:pt>
                <c:pt idx="2119">
                  <c:v>50.60343933</c:v>
                </c:pt>
                <c:pt idx="2120">
                  <c:v>50.60289001</c:v>
                </c:pt>
                <c:pt idx="2121">
                  <c:v>50.60237561</c:v>
                </c:pt>
                <c:pt idx="2122">
                  <c:v>50.60181699</c:v>
                </c:pt>
                <c:pt idx="2123">
                  <c:v>50.60125836</c:v>
                </c:pt>
                <c:pt idx="2124">
                  <c:v>50.60060663</c:v>
                </c:pt>
                <c:pt idx="2125">
                  <c:v>50.60009766</c:v>
                </c:pt>
                <c:pt idx="2126">
                  <c:v>50.59944282</c:v>
                </c:pt>
                <c:pt idx="2127">
                  <c:v>50.59902385</c:v>
                </c:pt>
                <c:pt idx="2128">
                  <c:v>50.59841867</c:v>
                </c:pt>
                <c:pt idx="2129">
                  <c:v>50.59781349</c:v>
                </c:pt>
                <c:pt idx="2130">
                  <c:v>50.59725487</c:v>
                </c:pt>
                <c:pt idx="2131">
                  <c:v>50.59634399</c:v>
                </c:pt>
                <c:pt idx="2132">
                  <c:v>50.59584045</c:v>
                </c:pt>
                <c:pt idx="2133">
                  <c:v>50.59525312</c:v>
                </c:pt>
                <c:pt idx="2134">
                  <c:v>50.59450828</c:v>
                </c:pt>
                <c:pt idx="2135">
                  <c:v>50.59385655</c:v>
                </c:pt>
                <c:pt idx="2136">
                  <c:v>50.59313965</c:v>
                </c:pt>
                <c:pt idx="2137">
                  <c:v>50.5927393</c:v>
                </c:pt>
                <c:pt idx="2138">
                  <c:v>50.59204102</c:v>
                </c:pt>
                <c:pt idx="2139">
                  <c:v>50.59117126</c:v>
                </c:pt>
                <c:pt idx="2140">
                  <c:v>50.5905304</c:v>
                </c:pt>
                <c:pt idx="2141">
                  <c:v>50.58984375</c:v>
                </c:pt>
                <c:pt idx="2142">
                  <c:v>50.58910822</c:v>
                </c:pt>
                <c:pt idx="2143">
                  <c:v>50.58837891</c:v>
                </c:pt>
                <c:pt idx="2144">
                  <c:v>50.58775821</c:v>
                </c:pt>
                <c:pt idx="2145">
                  <c:v>50.58700562</c:v>
                </c:pt>
                <c:pt idx="2146">
                  <c:v>50.58622742</c:v>
                </c:pt>
                <c:pt idx="2147">
                  <c:v>50.58561681</c:v>
                </c:pt>
                <c:pt idx="2148">
                  <c:v>50.58505818</c:v>
                </c:pt>
                <c:pt idx="2149">
                  <c:v>50.58435059</c:v>
                </c:pt>
                <c:pt idx="2150">
                  <c:v>50.58361816</c:v>
                </c:pt>
                <c:pt idx="2151">
                  <c:v>50.58300988</c:v>
                </c:pt>
                <c:pt idx="2152">
                  <c:v>50.58221849</c:v>
                </c:pt>
                <c:pt idx="2153">
                  <c:v>50.58152021</c:v>
                </c:pt>
                <c:pt idx="2154">
                  <c:v>50.58082193</c:v>
                </c:pt>
                <c:pt idx="2155">
                  <c:v>50.58009338</c:v>
                </c:pt>
                <c:pt idx="2156">
                  <c:v>50.57940674</c:v>
                </c:pt>
                <c:pt idx="2157">
                  <c:v>50.57863397</c:v>
                </c:pt>
                <c:pt idx="2158">
                  <c:v>50.57798224</c:v>
                </c:pt>
                <c:pt idx="2159">
                  <c:v>50.57728396</c:v>
                </c:pt>
                <c:pt idx="2160">
                  <c:v>50.57658567</c:v>
                </c:pt>
                <c:pt idx="2161">
                  <c:v>50.57588196</c:v>
                </c:pt>
                <c:pt idx="2162">
                  <c:v>50.575096</c:v>
                </c:pt>
                <c:pt idx="2163">
                  <c:v>50.57446289</c:v>
                </c:pt>
                <c:pt idx="2164">
                  <c:v>50.57351322</c:v>
                </c:pt>
                <c:pt idx="2165">
                  <c:v>50.57309425</c:v>
                </c:pt>
                <c:pt idx="2166">
                  <c:v>50.57207011</c:v>
                </c:pt>
                <c:pt idx="2167">
                  <c:v>50.57146493</c:v>
                </c:pt>
                <c:pt idx="2168">
                  <c:v>50.57084656</c:v>
                </c:pt>
                <c:pt idx="2169">
                  <c:v>50.57020802</c:v>
                </c:pt>
                <c:pt idx="2170">
                  <c:v>50.56956482</c:v>
                </c:pt>
                <c:pt idx="2171">
                  <c:v>50.568858</c:v>
                </c:pt>
                <c:pt idx="2172">
                  <c:v>50.5678804</c:v>
                </c:pt>
                <c:pt idx="2173">
                  <c:v>50.56732178</c:v>
                </c:pt>
                <c:pt idx="2174">
                  <c:v>50.56657694</c:v>
                </c:pt>
                <c:pt idx="2175">
                  <c:v>50.56594849</c:v>
                </c:pt>
                <c:pt idx="2176">
                  <c:v>50.56532003</c:v>
                </c:pt>
                <c:pt idx="2177">
                  <c:v>50.5646683</c:v>
                </c:pt>
                <c:pt idx="2178">
                  <c:v>50.56397002</c:v>
                </c:pt>
                <c:pt idx="2179">
                  <c:v>50.56331828</c:v>
                </c:pt>
                <c:pt idx="2180">
                  <c:v>50.5625269</c:v>
                </c:pt>
                <c:pt idx="2181">
                  <c:v>50.56182861</c:v>
                </c:pt>
                <c:pt idx="2182">
                  <c:v>50.56118774</c:v>
                </c:pt>
                <c:pt idx="2183">
                  <c:v>50.56045532</c:v>
                </c:pt>
                <c:pt idx="2184">
                  <c:v>50.55968721</c:v>
                </c:pt>
                <c:pt idx="2185">
                  <c:v>50.55903625</c:v>
                </c:pt>
                <c:pt idx="2186">
                  <c:v>50.55830383</c:v>
                </c:pt>
                <c:pt idx="2187">
                  <c:v>50.55768546</c:v>
                </c:pt>
                <c:pt idx="2188">
                  <c:v>50.55698718</c:v>
                </c:pt>
                <c:pt idx="2189">
                  <c:v>50.55633545</c:v>
                </c:pt>
                <c:pt idx="2190">
                  <c:v>50.55549751</c:v>
                </c:pt>
                <c:pt idx="2191">
                  <c:v>50.55487061</c:v>
                </c:pt>
                <c:pt idx="2192">
                  <c:v>50.55428715</c:v>
                </c:pt>
                <c:pt idx="2193">
                  <c:v>50.55331421</c:v>
                </c:pt>
                <c:pt idx="2194">
                  <c:v>50.55258179</c:v>
                </c:pt>
                <c:pt idx="2195">
                  <c:v>50.55195954</c:v>
                </c:pt>
                <c:pt idx="2196">
                  <c:v>50.55157471</c:v>
                </c:pt>
                <c:pt idx="2197">
                  <c:v>50.55088806</c:v>
                </c:pt>
                <c:pt idx="2198">
                  <c:v>50.55009745</c:v>
                </c:pt>
                <c:pt idx="2199">
                  <c:v>50.54935261</c:v>
                </c:pt>
                <c:pt idx="2200">
                  <c:v>50.54859924</c:v>
                </c:pt>
                <c:pt idx="2201">
                  <c:v>50.54782104</c:v>
                </c:pt>
                <c:pt idx="2202">
                  <c:v>50.54721121</c:v>
                </c:pt>
                <c:pt idx="2203">
                  <c:v>50.5458612</c:v>
                </c:pt>
                <c:pt idx="2204">
                  <c:v>50.54553223</c:v>
                </c:pt>
                <c:pt idx="2205">
                  <c:v>50.54432497</c:v>
                </c:pt>
                <c:pt idx="2206">
                  <c:v>50.54371979</c:v>
                </c:pt>
                <c:pt idx="2207">
                  <c:v>50.54310608</c:v>
                </c:pt>
                <c:pt idx="2208">
                  <c:v>50.54237366</c:v>
                </c:pt>
                <c:pt idx="2209">
                  <c:v>50.54167149</c:v>
                </c:pt>
                <c:pt idx="2210">
                  <c:v>50.54097321</c:v>
                </c:pt>
                <c:pt idx="2211">
                  <c:v>50.5403595</c:v>
                </c:pt>
                <c:pt idx="2212">
                  <c:v>50.53966975</c:v>
                </c:pt>
                <c:pt idx="2213">
                  <c:v>50.53869215</c:v>
                </c:pt>
                <c:pt idx="2214">
                  <c:v>50.53834534</c:v>
                </c:pt>
                <c:pt idx="2215">
                  <c:v>50.53729248</c:v>
                </c:pt>
                <c:pt idx="2216">
                  <c:v>50.53692317</c:v>
                </c:pt>
                <c:pt idx="2217">
                  <c:v>50.53605652</c:v>
                </c:pt>
                <c:pt idx="2218">
                  <c:v>50.53541565</c:v>
                </c:pt>
                <c:pt idx="2219">
                  <c:v>50.53478176</c:v>
                </c:pt>
                <c:pt idx="2220">
                  <c:v>50.53399658</c:v>
                </c:pt>
                <c:pt idx="2221">
                  <c:v>50.53326416</c:v>
                </c:pt>
                <c:pt idx="2222">
                  <c:v>50.53264036</c:v>
                </c:pt>
                <c:pt idx="2223">
                  <c:v>50.53184509</c:v>
                </c:pt>
                <c:pt idx="2224">
                  <c:v>50.53115069</c:v>
                </c:pt>
                <c:pt idx="2225">
                  <c:v>50.53038025</c:v>
                </c:pt>
                <c:pt idx="2226">
                  <c:v>50.52975412</c:v>
                </c:pt>
                <c:pt idx="2227">
                  <c:v>50.52900929</c:v>
                </c:pt>
                <c:pt idx="2228">
                  <c:v>50.52836609</c:v>
                </c:pt>
                <c:pt idx="2229">
                  <c:v>50.52775238</c:v>
                </c:pt>
                <c:pt idx="2230">
                  <c:v>50.52708435</c:v>
                </c:pt>
                <c:pt idx="2231">
                  <c:v>50.52644891</c:v>
                </c:pt>
                <c:pt idx="2232">
                  <c:v>50.52584839</c:v>
                </c:pt>
                <c:pt idx="2233">
                  <c:v>50.52507019</c:v>
                </c:pt>
                <c:pt idx="2234">
                  <c:v>50.52416785</c:v>
                </c:pt>
                <c:pt idx="2235">
                  <c:v>50.52355957</c:v>
                </c:pt>
                <c:pt idx="2236">
                  <c:v>50.52278137</c:v>
                </c:pt>
                <c:pt idx="2237">
                  <c:v>50.52216611</c:v>
                </c:pt>
                <c:pt idx="2238">
                  <c:v>50.52151438</c:v>
                </c:pt>
                <c:pt idx="2239">
                  <c:v>50.52072299</c:v>
                </c:pt>
                <c:pt idx="2240">
                  <c:v>50.52016436</c:v>
                </c:pt>
                <c:pt idx="2241">
                  <c:v>50.51951263</c:v>
                </c:pt>
                <c:pt idx="2242">
                  <c:v>50.5188609</c:v>
                </c:pt>
                <c:pt idx="2243">
                  <c:v>50.51824951</c:v>
                </c:pt>
                <c:pt idx="2244">
                  <c:v>50.51728821</c:v>
                </c:pt>
                <c:pt idx="2245">
                  <c:v>50.5169057</c:v>
                </c:pt>
                <c:pt idx="2246">
                  <c:v>50.51606776</c:v>
                </c:pt>
                <c:pt idx="2247">
                  <c:v>50.51545715</c:v>
                </c:pt>
                <c:pt idx="2248">
                  <c:v>50.5146712</c:v>
                </c:pt>
                <c:pt idx="2249">
                  <c:v>50.51392636</c:v>
                </c:pt>
                <c:pt idx="2250">
                  <c:v>50.51327463</c:v>
                </c:pt>
                <c:pt idx="2251">
                  <c:v>50.51257635</c:v>
                </c:pt>
                <c:pt idx="2252">
                  <c:v>50.5118866</c:v>
                </c:pt>
                <c:pt idx="2253">
                  <c:v>50.51119995</c:v>
                </c:pt>
                <c:pt idx="2254">
                  <c:v>50.51051331</c:v>
                </c:pt>
                <c:pt idx="2255">
                  <c:v>50.50978088</c:v>
                </c:pt>
                <c:pt idx="2256">
                  <c:v>50.50917803</c:v>
                </c:pt>
                <c:pt idx="2257">
                  <c:v>50.50847975</c:v>
                </c:pt>
                <c:pt idx="2258">
                  <c:v>50.50767517</c:v>
                </c:pt>
                <c:pt idx="2259">
                  <c:v>50.50712585</c:v>
                </c:pt>
                <c:pt idx="2260">
                  <c:v>50.5063849</c:v>
                </c:pt>
                <c:pt idx="2261">
                  <c:v>50.50602722</c:v>
                </c:pt>
                <c:pt idx="2262">
                  <c:v>50.50526764</c:v>
                </c:pt>
                <c:pt idx="2263">
                  <c:v>50.50475557</c:v>
                </c:pt>
                <c:pt idx="2264">
                  <c:v>50.50378418</c:v>
                </c:pt>
                <c:pt idx="2265">
                  <c:v>50.50314331</c:v>
                </c:pt>
                <c:pt idx="2266">
                  <c:v>50.50252106</c:v>
                </c:pt>
                <c:pt idx="2267">
                  <c:v>50.50172424</c:v>
                </c:pt>
                <c:pt idx="2268">
                  <c:v>50.50108337</c:v>
                </c:pt>
                <c:pt idx="2269">
                  <c:v>50.5004425</c:v>
                </c:pt>
                <c:pt idx="2270">
                  <c:v>50.50005379</c:v>
                </c:pt>
                <c:pt idx="2271">
                  <c:v>50.4992981</c:v>
                </c:pt>
                <c:pt idx="2272">
                  <c:v>50.49865723</c:v>
                </c:pt>
                <c:pt idx="2273">
                  <c:v>50.4979248</c:v>
                </c:pt>
                <c:pt idx="2274">
                  <c:v>50.49728394</c:v>
                </c:pt>
                <c:pt idx="2275">
                  <c:v>50.49664307</c:v>
                </c:pt>
                <c:pt idx="2276">
                  <c:v>50.49595642</c:v>
                </c:pt>
                <c:pt idx="2277">
                  <c:v>50.49526978</c:v>
                </c:pt>
                <c:pt idx="2278">
                  <c:v>50.49456063</c:v>
                </c:pt>
                <c:pt idx="2279">
                  <c:v>50.4942627</c:v>
                </c:pt>
                <c:pt idx="2280">
                  <c:v>50.49266052</c:v>
                </c:pt>
                <c:pt idx="2281">
                  <c:v>50.49209336</c:v>
                </c:pt>
                <c:pt idx="2282">
                  <c:v>50.49142456</c:v>
                </c:pt>
                <c:pt idx="2283">
                  <c:v>50.49078369</c:v>
                </c:pt>
                <c:pt idx="2284">
                  <c:v>50.49028015</c:v>
                </c:pt>
                <c:pt idx="2285">
                  <c:v>50.48954773</c:v>
                </c:pt>
                <c:pt idx="2286">
                  <c:v>50.48890686</c:v>
                </c:pt>
                <c:pt idx="2287">
                  <c:v>50.48826599</c:v>
                </c:pt>
                <c:pt idx="2288">
                  <c:v>50.48762435</c:v>
                </c:pt>
                <c:pt idx="2289">
                  <c:v>50.48697261</c:v>
                </c:pt>
                <c:pt idx="2290">
                  <c:v>50.48636744</c:v>
                </c:pt>
                <c:pt idx="2291">
                  <c:v>50.48576226</c:v>
                </c:pt>
                <c:pt idx="2292">
                  <c:v>50.48506165</c:v>
                </c:pt>
                <c:pt idx="2293">
                  <c:v>50.48436569</c:v>
                </c:pt>
                <c:pt idx="2294">
                  <c:v>50.48366741</c:v>
                </c:pt>
                <c:pt idx="2295">
                  <c:v>50.48301567</c:v>
                </c:pt>
                <c:pt idx="2296">
                  <c:v>50.4824105</c:v>
                </c:pt>
                <c:pt idx="2297">
                  <c:v>50.48176575</c:v>
                </c:pt>
                <c:pt idx="2298">
                  <c:v>50.48112488</c:v>
                </c:pt>
                <c:pt idx="2299">
                  <c:v>50.48054841</c:v>
                </c:pt>
                <c:pt idx="2300">
                  <c:v>50.47979736</c:v>
                </c:pt>
                <c:pt idx="2301">
                  <c:v>50.47879028</c:v>
                </c:pt>
                <c:pt idx="2302">
                  <c:v>50.47812769</c:v>
                </c:pt>
                <c:pt idx="2303">
                  <c:v>50.47732544</c:v>
                </c:pt>
                <c:pt idx="2304">
                  <c:v>50.47668457</c:v>
                </c:pt>
                <c:pt idx="2305">
                  <c:v>50.47631215</c:v>
                </c:pt>
                <c:pt idx="2306">
                  <c:v>50.47563171</c:v>
                </c:pt>
                <c:pt idx="2307">
                  <c:v>50.47499084</c:v>
                </c:pt>
                <c:pt idx="2308">
                  <c:v>50.4743042</c:v>
                </c:pt>
                <c:pt idx="2309">
                  <c:v>50.47370911</c:v>
                </c:pt>
                <c:pt idx="2310">
                  <c:v>50.4731466</c:v>
                </c:pt>
                <c:pt idx="2311">
                  <c:v>50.47244832</c:v>
                </c:pt>
                <c:pt idx="2312">
                  <c:v>50.47170348</c:v>
                </c:pt>
                <c:pt idx="2313">
                  <c:v>50.47105175</c:v>
                </c:pt>
                <c:pt idx="2314">
                  <c:v>50.47068787</c:v>
                </c:pt>
                <c:pt idx="2315">
                  <c:v>50.46981812</c:v>
                </c:pt>
                <c:pt idx="2316">
                  <c:v>50.4694519</c:v>
                </c:pt>
                <c:pt idx="2317">
                  <c:v>50.46881724</c:v>
                </c:pt>
                <c:pt idx="2318">
                  <c:v>50.46807241</c:v>
                </c:pt>
                <c:pt idx="2319">
                  <c:v>50.46756033</c:v>
                </c:pt>
                <c:pt idx="2320">
                  <c:v>50.46686205</c:v>
                </c:pt>
                <c:pt idx="2321">
                  <c:v>50.46625687</c:v>
                </c:pt>
                <c:pt idx="2322">
                  <c:v>50.46565169</c:v>
                </c:pt>
                <c:pt idx="2323">
                  <c:v>50.4650116</c:v>
                </c:pt>
                <c:pt idx="2324">
                  <c:v>50.46437073</c:v>
                </c:pt>
                <c:pt idx="2325">
                  <c:v>50.46377563</c:v>
                </c:pt>
                <c:pt idx="2326">
                  <c:v>50.46313477</c:v>
                </c:pt>
                <c:pt idx="2327">
                  <c:v>50.46253269</c:v>
                </c:pt>
                <c:pt idx="2328">
                  <c:v>50.46194458</c:v>
                </c:pt>
                <c:pt idx="2329">
                  <c:v>50.46125793</c:v>
                </c:pt>
                <c:pt idx="2330">
                  <c:v>50.46066284</c:v>
                </c:pt>
                <c:pt idx="2331">
                  <c:v>50.45983266</c:v>
                </c:pt>
                <c:pt idx="2332">
                  <c:v>50.45918093</c:v>
                </c:pt>
                <c:pt idx="2333">
                  <c:v>50.45860291</c:v>
                </c:pt>
                <c:pt idx="2334">
                  <c:v>50.45823669</c:v>
                </c:pt>
                <c:pt idx="2335">
                  <c:v>50.45736694</c:v>
                </c:pt>
                <c:pt idx="2336">
                  <c:v>50.45699297</c:v>
                </c:pt>
                <c:pt idx="2337">
                  <c:v>50.45631409</c:v>
                </c:pt>
                <c:pt idx="2338">
                  <c:v>50.45559641</c:v>
                </c:pt>
                <c:pt idx="2339">
                  <c:v>50.45484924</c:v>
                </c:pt>
                <c:pt idx="2340">
                  <c:v>50.45425415</c:v>
                </c:pt>
                <c:pt idx="2341">
                  <c:v>50.45368776</c:v>
                </c:pt>
                <c:pt idx="2342">
                  <c:v>50.45308259</c:v>
                </c:pt>
                <c:pt idx="2343">
                  <c:v>50.45246887</c:v>
                </c:pt>
                <c:pt idx="2344">
                  <c:v>50.45177912</c:v>
                </c:pt>
                <c:pt idx="2345">
                  <c:v>50.45112739</c:v>
                </c:pt>
                <c:pt idx="2346">
                  <c:v>50.45070842</c:v>
                </c:pt>
                <c:pt idx="2347">
                  <c:v>50.45013428</c:v>
                </c:pt>
                <c:pt idx="2348">
                  <c:v>50.44953918</c:v>
                </c:pt>
                <c:pt idx="2349">
                  <c:v>50.44884633</c:v>
                </c:pt>
                <c:pt idx="2350">
                  <c:v>50.44814805</c:v>
                </c:pt>
                <c:pt idx="2351">
                  <c:v>50.44749632</c:v>
                </c:pt>
                <c:pt idx="2352">
                  <c:v>50.44689114</c:v>
                </c:pt>
                <c:pt idx="2353">
                  <c:v>50.44619285</c:v>
                </c:pt>
                <c:pt idx="2354">
                  <c:v>50.44551086</c:v>
                </c:pt>
                <c:pt idx="2355">
                  <c:v>50.44487</c:v>
                </c:pt>
                <c:pt idx="2356">
                  <c:v>50.44436646</c:v>
                </c:pt>
                <c:pt idx="2357">
                  <c:v>50.44363248</c:v>
                </c:pt>
                <c:pt idx="2358">
                  <c:v>50.44312041</c:v>
                </c:pt>
                <c:pt idx="2359">
                  <c:v>50.44246868</c:v>
                </c:pt>
                <c:pt idx="2360">
                  <c:v>50.44177039</c:v>
                </c:pt>
                <c:pt idx="2361">
                  <c:v>50.44120789</c:v>
                </c:pt>
                <c:pt idx="2362">
                  <c:v>50.44061279</c:v>
                </c:pt>
                <c:pt idx="2363">
                  <c:v>50.43995485</c:v>
                </c:pt>
                <c:pt idx="2364">
                  <c:v>50.43937683</c:v>
                </c:pt>
                <c:pt idx="2365">
                  <c:v>50.43850708</c:v>
                </c:pt>
                <c:pt idx="2366">
                  <c:v>50.43790656</c:v>
                </c:pt>
                <c:pt idx="2367">
                  <c:v>50.43725482</c:v>
                </c:pt>
                <c:pt idx="2368">
                  <c:v>50.43667603</c:v>
                </c:pt>
                <c:pt idx="2369">
                  <c:v>50.43632378</c:v>
                </c:pt>
                <c:pt idx="2370">
                  <c:v>50.43562317</c:v>
                </c:pt>
                <c:pt idx="2371">
                  <c:v>50.43483411</c:v>
                </c:pt>
                <c:pt idx="2372">
                  <c:v>50.4342041</c:v>
                </c:pt>
                <c:pt idx="2373">
                  <c:v>50.43356323</c:v>
                </c:pt>
                <c:pt idx="2374">
                  <c:v>50.43301857</c:v>
                </c:pt>
                <c:pt idx="2375">
                  <c:v>50.43232727</c:v>
                </c:pt>
                <c:pt idx="2376">
                  <c:v>50.43166856</c:v>
                </c:pt>
                <c:pt idx="2377">
                  <c:v>50.43113708</c:v>
                </c:pt>
                <c:pt idx="2378">
                  <c:v>50.43063354</c:v>
                </c:pt>
                <c:pt idx="2379">
                  <c:v>50.4299469</c:v>
                </c:pt>
                <c:pt idx="2380">
                  <c:v>50.4293875</c:v>
                </c:pt>
                <c:pt idx="2381">
                  <c:v>50.42880249</c:v>
                </c:pt>
                <c:pt idx="2382">
                  <c:v>50.42797852</c:v>
                </c:pt>
                <c:pt idx="2383">
                  <c:v>50.42738342</c:v>
                </c:pt>
                <c:pt idx="2384">
                  <c:v>50.42674255</c:v>
                </c:pt>
                <c:pt idx="2385">
                  <c:v>50.42633057</c:v>
                </c:pt>
                <c:pt idx="2386">
                  <c:v>50.42566332</c:v>
                </c:pt>
                <c:pt idx="2387">
                  <c:v>50.4250946</c:v>
                </c:pt>
                <c:pt idx="2388">
                  <c:v>50.42422485</c:v>
                </c:pt>
                <c:pt idx="2389">
                  <c:v>50.42366157</c:v>
                </c:pt>
                <c:pt idx="2390">
                  <c:v>50.423172</c:v>
                </c:pt>
                <c:pt idx="2391">
                  <c:v>50.42253113</c:v>
                </c:pt>
                <c:pt idx="2392">
                  <c:v>50.42193604</c:v>
                </c:pt>
                <c:pt idx="2393">
                  <c:v>50.42138672</c:v>
                </c:pt>
                <c:pt idx="2394">
                  <c:v>50.42088318</c:v>
                </c:pt>
                <c:pt idx="2395">
                  <c:v>50.42040291</c:v>
                </c:pt>
                <c:pt idx="2396">
                  <c:v>50.41989084</c:v>
                </c:pt>
                <c:pt idx="2397">
                  <c:v>50.41928566</c:v>
                </c:pt>
                <c:pt idx="2398">
                  <c:v>50.41877359</c:v>
                </c:pt>
                <c:pt idx="2399">
                  <c:v>50.41826151</c:v>
                </c:pt>
                <c:pt idx="2400">
                  <c:v>50.41772461</c:v>
                </c:pt>
                <c:pt idx="2401">
                  <c:v>50.41726685</c:v>
                </c:pt>
                <c:pt idx="2402">
                  <c:v>50.4170046</c:v>
                </c:pt>
                <c:pt idx="2403">
                  <c:v>50.41635287</c:v>
                </c:pt>
                <c:pt idx="2404">
                  <c:v>50.41579424</c:v>
                </c:pt>
                <c:pt idx="2405">
                  <c:v>50.41528217</c:v>
                </c:pt>
                <c:pt idx="2406">
                  <c:v>50.41490975</c:v>
                </c:pt>
                <c:pt idx="2407">
                  <c:v>50.41444423</c:v>
                </c:pt>
                <c:pt idx="2408">
                  <c:v>50.4138856</c:v>
                </c:pt>
                <c:pt idx="2409">
                  <c:v>50.41360629</c:v>
                </c:pt>
                <c:pt idx="2410">
                  <c:v>50.41305542</c:v>
                </c:pt>
                <c:pt idx="2411">
                  <c:v>50.41259766</c:v>
                </c:pt>
                <c:pt idx="2412">
                  <c:v>50.41220972</c:v>
                </c:pt>
                <c:pt idx="2413">
                  <c:v>50.41179075</c:v>
                </c:pt>
                <c:pt idx="2414">
                  <c:v>50.4115448</c:v>
                </c:pt>
                <c:pt idx="2415">
                  <c:v>50.41104591</c:v>
                </c:pt>
                <c:pt idx="2416">
                  <c:v>50.41067505</c:v>
                </c:pt>
                <c:pt idx="2417">
                  <c:v>50.41030108</c:v>
                </c:pt>
                <c:pt idx="2418">
                  <c:v>50.40975952</c:v>
                </c:pt>
                <c:pt idx="2419">
                  <c:v>50.40934753</c:v>
                </c:pt>
                <c:pt idx="2420">
                  <c:v>50.40899762</c:v>
                </c:pt>
                <c:pt idx="2421">
                  <c:v>50.40838623</c:v>
                </c:pt>
                <c:pt idx="2422">
                  <c:v>50.40802002</c:v>
                </c:pt>
                <c:pt idx="2423">
                  <c:v>50.4075545</c:v>
                </c:pt>
                <c:pt idx="2424">
                  <c:v>50.40715027</c:v>
                </c:pt>
                <c:pt idx="2425">
                  <c:v>50.40673828</c:v>
                </c:pt>
                <c:pt idx="2426">
                  <c:v>50.40632629</c:v>
                </c:pt>
                <c:pt idx="2427">
                  <c:v>50.40591431</c:v>
                </c:pt>
                <c:pt idx="2428">
                  <c:v>50.40545965</c:v>
                </c:pt>
                <c:pt idx="2429">
                  <c:v>50.40509033</c:v>
                </c:pt>
                <c:pt idx="2430">
                  <c:v>50.40466826</c:v>
                </c:pt>
                <c:pt idx="2431">
                  <c:v>50.40420274</c:v>
                </c:pt>
                <c:pt idx="2432">
                  <c:v>50.40378377</c:v>
                </c:pt>
                <c:pt idx="2433">
                  <c:v>50.40330505</c:v>
                </c:pt>
                <c:pt idx="2434">
                  <c:v>50.40289927</c:v>
                </c:pt>
                <c:pt idx="2435">
                  <c:v>50.40252686</c:v>
                </c:pt>
                <c:pt idx="2436">
                  <c:v>50.40201478</c:v>
                </c:pt>
                <c:pt idx="2437">
                  <c:v>50.40168892</c:v>
                </c:pt>
                <c:pt idx="2438">
                  <c:v>50.40122339</c:v>
                </c:pt>
                <c:pt idx="2439">
                  <c:v>50.40075787</c:v>
                </c:pt>
                <c:pt idx="2440">
                  <c:v>50.4003389</c:v>
                </c:pt>
                <c:pt idx="2441">
                  <c:v>50.39996338</c:v>
                </c:pt>
                <c:pt idx="2442">
                  <c:v>50.39959717</c:v>
                </c:pt>
                <c:pt idx="2443">
                  <c:v>50.39900208</c:v>
                </c:pt>
                <c:pt idx="2444">
                  <c:v>50.39875612</c:v>
                </c:pt>
                <c:pt idx="2445">
                  <c:v>50.39836121</c:v>
                </c:pt>
                <c:pt idx="2446">
                  <c:v>50.39776611</c:v>
                </c:pt>
                <c:pt idx="2447">
                  <c:v>50.39730835</c:v>
                </c:pt>
                <c:pt idx="2448">
                  <c:v>50.39708024</c:v>
                </c:pt>
                <c:pt idx="2449">
                  <c:v>50.39666127</c:v>
                </c:pt>
                <c:pt idx="2450">
                  <c:v>50.39625549</c:v>
                </c:pt>
                <c:pt idx="2451">
                  <c:v>50.39559057</c:v>
                </c:pt>
                <c:pt idx="2452">
                  <c:v>50.39526471</c:v>
                </c:pt>
                <c:pt idx="2453">
                  <c:v>50.3948822</c:v>
                </c:pt>
                <c:pt idx="2454">
                  <c:v>50.39447332</c:v>
                </c:pt>
                <c:pt idx="2455">
                  <c:v>50.39405823</c:v>
                </c:pt>
                <c:pt idx="2456">
                  <c:v>50.39368193</c:v>
                </c:pt>
                <c:pt idx="2457">
                  <c:v>50.39326296</c:v>
                </c:pt>
                <c:pt idx="2458">
                  <c:v>50.39261123</c:v>
                </c:pt>
                <c:pt idx="2459">
                  <c:v>50.39241028</c:v>
                </c:pt>
                <c:pt idx="2460">
                  <c:v>50.39181519</c:v>
                </c:pt>
                <c:pt idx="2461">
                  <c:v>50.39158708</c:v>
                </c:pt>
                <c:pt idx="2462">
                  <c:v>50.39116811</c:v>
                </c:pt>
                <c:pt idx="2463">
                  <c:v>50.39067078</c:v>
                </c:pt>
                <c:pt idx="2464">
                  <c:v>50.39028362</c:v>
                </c:pt>
                <c:pt idx="2465">
                  <c:v>50.38981809</c:v>
                </c:pt>
                <c:pt idx="2466">
                  <c:v>50.38938904</c:v>
                </c:pt>
                <c:pt idx="2467">
                  <c:v>50.3889336</c:v>
                </c:pt>
                <c:pt idx="2468">
                  <c:v>50.38856506</c:v>
                </c:pt>
                <c:pt idx="2469">
                  <c:v>50.38814221</c:v>
                </c:pt>
                <c:pt idx="2470">
                  <c:v>50.38772324</c:v>
                </c:pt>
                <c:pt idx="2471">
                  <c:v>50.38725772</c:v>
                </c:pt>
                <c:pt idx="2472">
                  <c:v>50.38693186</c:v>
                </c:pt>
                <c:pt idx="2473">
                  <c:v>50.3863678</c:v>
                </c:pt>
                <c:pt idx="2474">
                  <c:v>50.38614047</c:v>
                </c:pt>
                <c:pt idx="2475">
                  <c:v>50.38568115</c:v>
                </c:pt>
                <c:pt idx="2476">
                  <c:v>50.38530253</c:v>
                </c:pt>
                <c:pt idx="2477">
                  <c:v>50.3848114</c:v>
                </c:pt>
                <c:pt idx="2478">
                  <c:v>50.38449097</c:v>
                </c:pt>
                <c:pt idx="2479">
                  <c:v>50.38407898</c:v>
                </c:pt>
                <c:pt idx="2480">
                  <c:v>50.38348389</c:v>
                </c:pt>
                <c:pt idx="2481">
                  <c:v>50.38320923</c:v>
                </c:pt>
                <c:pt idx="2482">
                  <c:v>50.38283526</c:v>
                </c:pt>
                <c:pt idx="2483">
                  <c:v>50.38233948</c:v>
                </c:pt>
                <c:pt idx="2484">
                  <c:v>50.38195077</c:v>
                </c:pt>
                <c:pt idx="2485">
                  <c:v>50.38142395</c:v>
                </c:pt>
                <c:pt idx="2486">
                  <c:v>50.38119507</c:v>
                </c:pt>
                <c:pt idx="2487">
                  <c:v>50.38060075</c:v>
                </c:pt>
                <c:pt idx="2488">
                  <c:v>50.38022833</c:v>
                </c:pt>
                <c:pt idx="2489">
                  <c:v>50.37982178</c:v>
                </c:pt>
                <c:pt idx="2490">
                  <c:v>50.37940979</c:v>
                </c:pt>
                <c:pt idx="2491">
                  <c:v>50.3789978</c:v>
                </c:pt>
                <c:pt idx="2492">
                  <c:v>50.37859901</c:v>
                </c:pt>
                <c:pt idx="2493">
                  <c:v>50.3782196</c:v>
                </c:pt>
                <c:pt idx="2494">
                  <c:v>50.37776106</c:v>
                </c:pt>
                <c:pt idx="2495">
                  <c:v>50.3774352</c:v>
                </c:pt>
                <c:pt idx="2496">
                  <c:v>50.37696968</c:v>
                </c:pt>
                <c:pt idx="2497">
                  <c:v>50.37652588</c:v>
                </c:pt>
                <c:pt idx="2498">
                  <c:v>50.37613174</c:v>
                </c:pt>
                <c:pt idx="2499">
                  <c:v>50.37565613</c:v>
                </c:pt>
                <c:pt idx="2500">
                  <c:v>50.37533569</c:v>
                </c:pt>
                <c:pt idx="2501">
                  <c:v>50.37492371</c:v>
                </c:pt>
                <c:pt idx="2502">
                  <c:v>50.37450241</c:v>
                </c:pt>
                <c:pt idx="2503">
                  <c:v>50.37414551</c:v>
                </c:pt>
                <c:pt idx="2504">
                  <c:v>50.37375757</c:v>
                </c:pt>
                <c:pt idx="2505">
                  <c:v>50.37327576</c:v>
                </c:pt>
                <c:pt idx="2506">
                  <c:v>50.37282653</c:v>
                </c:pt>
                <c:pt idx="2507">
                  <c:v>50.37240601</c:v>
                </c:pt>
                <c:pt idx="2508">
                  <c:v>50.37199402</c:v>
                </c:pt>
                <c:pt idx="2509">
                  <c:v>50.37171936</c:v>
                </c:pt>
                <c:pt idx="2510">
                  <c:v>50.37112427</c:v>
                </c:pt>
                <c:pt idx="2511">
                  <c:v>50.37091789</c:v>
                </c:pt>
                <c:pt idx="2512">
                  <c:v>50.37043762</c:v>
                </c:pt>
                <c:pt idx="2513">
                  <c:v>50.37007141</c:v>
                </c:pt>
                <c:pt idx="2514">
                  <c:v>50.36965942</c:v>
                </c:pt>
                <c:pt idx="2515">
                  <c:v>50.36924744</c:v>
                </c:pt>
                <c:pt idx="2516">
                  <c:v>50.36872993</c:v>
                </c:pt>
                <c:pt idx="2517">
                  <c:v>50.36840407</c:v>
                </c:pt>
                <c:pt idx="2518">
                  <c:v>50.36784544</c:v>
                </c:pt>
                <c:pt idx="2519">
                  <c:v>50.36742647</c:v>
                </c:pt>
                <c:pt idx="2520">
                  <c:v>50.36705405</c:v>
                </c:pt>
                <c:pt idx="2521">
                  <c:v>50.36668396</c:v>
                </c:pt>
                <c:pt idx="2522">
                  <c:v>50.36627197</c:v>
                </c:pt>
                <c:pt idx="2523">
                  <c:v>50.36584369</c:v>
                </c:pt>
                <c:pt idx="2524">
                  <c:v>50.36551783</c:v>
                </c:pt>
                <c:pt idx="2525">
                  <c:v>50.36491265</c:v>
                </c:pt>
                <c:pt idx="2526">
                  <c:v>50.36448669</c:v>
                </c:pt>
                <c:pt idx="2527">
                  <c:v>50.36425781</c:v>
                </c:pt>
                <c:pt idx="2528">
                  <c:v>50.36366272</c:v>
                </c:pt>
                <c:pt idx="2529">
                  <c:v>50.36320496</c:v>
                </c:pt>
                <c:pt idx="2530">
                  <c:v>50.3628178</c:v>
                </c:pt>
                <c:pt idx="2531">
                  <c:v>50.36247253</c:v>
                </c:pt>
                <c:pt idx="2532">
                  <c:v>50.36207296</c:v>
                </c:pt>
                <c:pt idx="2533">
                  <c:v>50.36160744</c:v>
                </c:pt>
                <c:pt idx="2534">
                  <c:v>50.36118847</c:v>
                </c:pt>
                <c:pt idx="2535">
                  <c:v>50.36073303</c:v>
                </c:pt>
                <c:pt idx="2536">
                  <c:v>50.36027527</c:v>
                </c:pt>
                <c:pt idx="2537">
                  <c:v>50.35995483</c:v>
                </c:pt>
                <c:pt idx="2538">
                  <c:v>50.35941948</c:v>
                </c:pt>
                <c:pt idx="2539">
                  <c:v>50.35922241</c:v>
                </c:pt>
                <c:pt idx="2540">
                  <c:v>50.35862732</c:v>
                </c:pt>
                <c:pt idx="2541">
                  <c:v>50.35820913</c:v>
                </c:pt>
                <c:pt idx="2542">
                  <c:v>50.35779015</c:v>
                </c:pt>
                <c:pt idx="2543">
                  <c:v>50.35737118</c:v>
                </c:pt>
                <c:pt idx="2544">
                  <c:v>50.35702515</c:v>
                </c:pt>
                <c:pt idx="2545">
                  <c:v>50.35653324</c:v>
                </c:pt>
                <c:pt idx="2546">
                  <c:v>50.35634704</c:v>
                </c:pt>
                <c:pt idx="2547">
                  <c:v>50.35583496</c:v>
                </c:pt>
                <c:pt idx="2548">
                  <c:v>50.35542297</c:v>
                </c:pt>
                <c:pt idx="2549">
                  <c:v>50.35490392</c:v>
                </c:pt>
                <c:pt idx="2550">
                  <c:v>50.35450745</c:v>
                </c:pt>
                <c:pt idx="2551">
                  <c:v>50.35414124</c:v>
                </c:pt>
                <c:pt idx="2552">
                  <c:v>50.35372925</c:v>
                </c:pt>
                <c:pt idx="2553">
                  <c:v>50.35336769</c:v>
                </c:pt>
                <c:pt idx="2554">
                  <c:v>50.35290217</c:v>
                </c:pt>
                <c:pt idx="2555">
                  <c:v>50.3524832</c:v>
                </c:pt>
                <c:pt idx="2556">
                  <c:v>50.35212708</c:v>
                </c:pt>
                <c:pt idx="2557">
                  <c:v>50.35162354</c:v>
                </c:pt>
                <c:pt idx="2558">
                  <c:v>50.35121155</c:v>
                </c:pt>
                <c:pt idx="2559">
                  <c:v>50.35079956</c:v>
                </c:pt>
                <c:pt idx="2560">
                  <c:v>50.35038835</c:v>
                </c:pt>
                <c:pt idx="2561">
                  <c:v>50.35002136</c:v>
                </c:pt>
                <c:pt idx="2562">
                  <c:v>50.34964351</c:v>
                </c:pt>
                <c:pt idx="2563">
                  <c:v>50.34917799</c:v>
                </c:pt>
                <c:pt idx="2564">
                  <c:v>50.34875902</c:v>
                </c:pt>
                <c:pt idx="2565">
                  <c:v>50.34834005</c:v>
                </c:pt>
                <c:pt idx="2566">
                  <c:v>50.34773254</c:v>
                </c:pt>
                <c:pt idx="2567">
                  <c:v>50.34750366</c:v>
                </c:pt>
                <c:pt idx="2568">
                  <c:v>50.34690857</c:v>
                </c:pt>
                <c:pt idx="2569">
                  <c:v>50.34652451</c:v>
                </c:pt>
                <c:pt idx="2570">
                  <c:v>50.3462452</c:v>
                </c:pt>
                <c:pt idx="2571">
                  <c:v>50.34582623</c:v>
                </c:pt>
                <c:pt idx="2572">
                  <c:v>50.34540726</c:v>
                </c:pt>
                <c:pt idx="2573">
                  <c:v>50.34489441</c:v>
                </c:pt>
                <c:pt idx="2574">
                  <c:v>50.34452277</c:v>
                </c:pt>
                <c:pt idx="2575">
                  <c:v>50.3441038</c:v>
                </c:pt>
                <c:pt idx="2576">
                  <c:v>50.34363827</c:v>
                </c:pt>
                <c:pt idx="2577">
                  <c:v>50.34324646</c:v>
                </c:pt>
                <c:pt idx="2578">
                  <c:v>50.34274292</c:v>
                </c:pt>
                <c:pt idx="2579">
                  <c:v>50.34247447</c:v>
                </c:pt>
                <c:pt idx="2580">
                  <c:v>50.34205627</c:v>
                </c:pt>
                <c:pt idx="2581">
                  <c:v>50.34159851</c:v>
                </c:pt>
                <c:pt idx="2582">
                  <c:v>50.34121756</c:v>
                </c:pt>
                <c:pt idx="2583">
                  <c:v>50.34082031</c:v>
                </c:pt>
                <c:pt idx="2584">
                  <c:v>50.34033307</c:v>
                </c:pt>
                <c:pt idx="2585">
                  <c:v>50.33995056</c:v>
                </c:pt>
                <c:pt idx="2586">
                  <c:v>50.3394928</c:v>
                </c:pt>
                <c:pt idx="2587">
                  <c:v>50.33908081</c:v>
                </c:pt>
                <c:pt idx="2588">
                  <c:v>50.33870374</c:v>
                </c:pt>
                <c:pt idx="2589">
                  <c:v>50.33821106</c:v>
                </c:pt>
                <c:pt idx="2590">
                  <c:v>50.33779907</c:v>
                </c:pt>
                <c:pt idx="2591">
                  <c:v>50.33734131</c:v>
                </c:pt>
                <c:pt idx="2592">
                  <c:v>50.33688354</c:v>
                </c:pt>
                <c:pt idx="2593">
                  <c:v>50.33642268</c:v>
                </c:pt>
                <c:pt idx="2594">
                  <c:v>50.33605957</c:v>
                </c:pt>
                <c:pt idx="2595">
                  <c:v>50.33558474</c:v>
                </c:pt>
                <c:pt idx="2596">
                  <c:v>50.33537292</c:v>
                </c:pt>
                <c:pt idx="2597">
                  <c:v>50.33477783</c:v>
                </c:pt>
                <c:pt idx="2598">
                  <c:v>50.33436584</c:v>
                </c:pt>
                <c:pt idx="2599">
                  <c:v>50.33390886</c:v>
                </c:pt>
                <c:pt idx="2600">
                  <c:v>50.33358299</c:v>
                </c:pt>
                <c:pt idx="2601">
                  <c:v>50.33316402</c:v>
                </c:pt>
                <c:pt idx="2602">
                  <c:v>50.33267212</c:v>
                </c:pt>
                <c:pt idx="2603">
                  <c:v>50.33226013</c:v>
                </c:pt>
                <c:pt idx="2604">
                  <c:v>50.33184814</c:v>
                </c:pt>
                <c:pt idx="2605">
                  <c:v>50.33143616</c:v>
                </c:pt>
                <c:pt idx="2606">
                  <c:v>50.33116227</c:v>
                </c:pt>
                <c:pt idx="2607">
                  <c:v>50.3307433</c:v>
                </c:pt>
                <c:pt idx="2608">
                  <c:v>50.33010864</c:v>
                </c:pt>
                <c:pt idx="2609">
                  <c:v>50.32971916</c:v>
                </c:pt>
                <c:pt idx="2610">
                  <c:v>50.32933044</c:v>
                </c:pt>
                <c:pt idx="2611">
                  <c:v>50.32891846</c:v>
                </c:pt>
                <c:pt idx="2612">
                  <c:v>50.32850647</c:v>
                </c:pt>
                <c:pt idx="2613">
                  <c:v>50.32804327</c:v>
                </c:pt>
                <c:pt idx="2614">
                  <c:v>50.32781051</c:v>
                </c:pt>
                <c:pt idx="2615">
                  <c:v>50.32739154</c:v>
                </c:pt>
                <c:pt idx="2616">
                  <c:v>50.32650705</c:v>
                </c:pt>
                <c:pt idx="2617">
                  <c:v>50.32608808</c:v>
                </c:pt>
                <c:pt idx="2618">
                  <c:v>50.32566833</c:v>
                </c:pt>
                <c:pt idx="2619">
                  <c:v>50.32529669</c:v>
                </c:pt>
                <c:pt idx="2620">
                  <c:v>50.32487772</c:v>
                </c:pt>
                <c:pt idx="2621">
                  <c:v>50.32443237</c:v>
                </c:pt>
                <c:pt idx="2622">
                  <c:v>50.32399323</c:v>
                </c:pt>
                <c:pt idx="2623">
                  <c:v>50.3236084</c:v>
                </c:pt>
                <c:pt idx="2624">
                  <c:v>50.32301563</c:v>
                </c:pt>
                <c:pt idx="2625">
                  <c:v>50.32259666</c:v>
                </c:pt>
                <c:pt idx="2626">
                  <c:v>50.3223639</c:v>
                </c:pt>
                <c:pt idx="2627">
                  <c:v>50.32171217</c:v>
                </c:pt>
                <c:pt idx="2628">
                  <c:v>50.32150269</c:v>
                </c:pt>
                <c:pt idx="2629">
                  <c:v>50.32090759</c:v>
                </c:pt>
                <c:pt idx="2630">
                  <c:v>50.32050181</c:v>
                </c:pt>
                <c:pt idx="2631">
                  <c:v>50.32003784</c:v>
                </c:pt>
                <c:pt idx="2632">
                  <c:v>50.31966387</c:v>
                </c:pt>
                <c:pt idx="2633">
                  <c:v>50.31939697</c:v>
                </c:pt>
                <c:pt idx="2634">
                  <c:v>50.31896559</c:v>
                </c:pt>
                <c:pt idx="2635">
                  <c:v>50.318573</c:v>
                </c:pt>
                <c:pt idx="2636">
                  <c:v>50.31812765</c:v>
                </c:pt>
                <c:pt idx="2637">
                  <c:v>50.31770325</c:v>
                </c:pt>
                <c:pt idx="2638">
                  <c:v>50.31715005</c:v>
                </c:pt>
                <c:pt idx="2639">
                  <c:v>50.31673108</c:v>
                </c:pt>
                <c:pt idx="2640">
                  <c:v>50.31646729</c:v>
                </c:pt>
                <c:pt idx="2641">
                  <c:v>50.3160553</c:v>
                </c:pt>
                <c:pt idx="2642">
                  <c:v>50.31559753</c:v>
                </c:pt>
                <c:pt idx="2643">
                  <c:v>50.31518555</c:v>
                </c:pt>
                <c:pt idx="2644">
                  <c:v>50.31463623</c:v>
                </c:pt>
                <c:pt idx="2645">
                  <c:v>50.31421726</c:v>
                </c:pt>
                <c:pt idx="2646">
                  <c:v>50.31376648</c:v>
                </c:pt>
                <c:pt idx="2647">
                  <c:v>50.31335449</c:v>
                </c:pt>
                <c:pt idx="2648">
                  <c:v>50.31289673</c:v>
                </c:pt>
                <c:pt idx="2649">
                  <c:v>50.31268104</c:v>
                </c:pt>
                <c:pt idx="2650">
                  <c:v>50.31216896</c:v>
                </c:pt>
                <c:pt idx="2651">
                  <c:v>50.31170344</c:v>
                </c:pt>
                <c:pt idx="2652">
                  <c:v>50.31128447</c:v>
                </c:pt>
                <c:pt idx="2653">
                  <c:v>50.31092834</c:v>
                </c:pt>
                <c:pt idx="2654">
                  <c:v>50.31049308</c:v>
                </c:pt>
                <c:pt idx="2655">
                  <c:v>50.31007411</c:v>
                </c:pt>
                <c:pt idx="2656">
                  <c:v>50.30965514</c:v>
                </c:pt>
                <c:pt idx="2657">
                  <c:v>50.30923462</c:v>
                </c:pt>
                <c:pt idx="2658">
                  <c:v>50.30882263</c:v>
                </c:pt>
                <c:pt idx="2659">
                  <c:v>50.3085022</c:v>
                </c:pt>
                <c:pt idx="2660">
                  <c:v>50.30797926</c:v>
                </c:pt>
                <c:pt idx="2661">
                  <c:v>50.30756029</c:v>
                </c:pt>
                <c:pt idx="2662">
                  <c:v>50.30714132</c:v>
                </c:pt>
                <c:pt idx="2663">
                  <c:v>50.30667114</c:v>
                </c:pt>
                <c:pt idx="2664">
                  <c:v>50.30630493</c:v>
                </c:pt>
                <c:pt idx="2665">
                  <c:v>50.30589294</c:v>
                </c:pt>
                <c:pt idx="2666">
                  <c:v>50.30546544</c:v>
                </c:pt>
                <c:pt idx="2667">
                  <c:v>50.30499992</c:v>
                </c:pt>
                <c:pt idx="2668">
                  <c:v>50.30458095</c:v>
                </c:pt>
                <c:pt idx="2669">
                  <c:v>50.30419922</c:v>
                </c:pt>
                <c:pt idx="2670">
                  <c:v>50.30374146</c:v>
                </c:pt>
                <c:pt idx="2671">
                  <c:v>50.30332947</c:v>
                </c:pt>
                <c:pt idx="2672">
                  <c:v>50.30295162</c:v>
                </c:pt>
                <c:pt idx="2673">
                  <c:v>50.30255127</c:v>
                </c:pt>
                <c:pt idx="2674">
                  <c:v>50.30213928</c:v>
                </c:pt>
                <c:pt idx="2675">
                  <c:v>50.30174126</c:v>
                </c:pt>
                <c:pt idx="2676">
                  <c:v>50.30127574</c:v>
                </c:pt>
                <c:pt idx="2677">
                  <c:v>50.30081177</c:v>
                </c:pt>
                <c:pt idx="2678">
                  <c:v>50.3004378</c:v>
                </c:pt>
                <c:pt idx="2679">
                  <c:v>50.30015848</c:v>
                </c:pt>
                <c:pt idx="2680">
                  <c:v>50.29971313</c:v>
                </c:pt>
                <c:pt idx="2681">
                  <c:v>50.29927399</c:v>
                </c:pt>
                <c:pt idx="2682">
                  <c:v>50.29884338</c:v>
                </c:pt>
                <c:pt idx="2683">
                  <c:v>50.2984826</c:v>
                </c:pt>
                <c:pt idx="2684">
                  <c:v>50.29792786</c:v>
                </c:pt>
                <c:pt idx="2685">
                  <c:v>50.29751587</c:v>
                </c:pt>
                <c:pt idx="2686">
                  <c:v>50.29666707</c:v>
                </c:pt>
                <c:pt idx="2687">
                  <c:v>50.2963412</c:v>
                </c:pt>
                <c:pt idx="2688">
                  <c:v>50.2959137</c:v>
                </c:pt>
                <c:pt idx="2689">
                  <c:v>50.29550171</c:v>
                </c:pt>
                <c:pt idx="2690">
                  <c:v>50.29513084</c:v>
                </c:pt>
                <c:pt idx="2691">
                  <c:v>50.29466532</c:v>
                </c:pt>
                <c:pt idx="2692">
                  <c:v>50.2942929</c:v>
                </c:pt>
                <c:pt idx="2693">
                  <c:v>50.29387393</c:v>
                </c:pt>
                <c:pt idx="2694">
                  <c:v>50.29348755</c:v>
                </c:pt>
                <c:pt idx="2695">
                  <c:v>50.29302979</c:v>
                </c:pt>
                <c:pt idx="2696">
                  <c:v>50.29280323</c:v>
                </c:pt>
                <c:pt idx="2697">
                  <c:v>50.29220581</c:v>
                </c:pt>
                <c:pt idx="2698">
                  <c:v>50.29173253</c:v>
                </c:pt>
                <c:pt idx="2699">
                  <c:v>50.29131356</c:v>
                </c:pt>
                <c:pt idx="2700">
                  <c:v>50.29098769</c:v>
                </c:pt>
                <c:pt idx="2701">
                  <c:v>50.29051208</c:v>
                </c:pt>
                <c:pt idx="2702">
                  <c:v>50.2901001</c:v>
                </c:pt>
                <c:pt idx="2703">
                  <c:v>50.28973389</c:v>
                </c:pt>
                <c:pt idx="2704">
                  <c:v>50.2893219</c:v>
                </c:pt>
                <c:pt idx="2705">
                  <c:v>50.28890991</c:v>
                </c:pt>
                <c:pt idx="2706">
                  <c:v>50.28849792</c:v>
                </c:pt>
                <c:pt idx="2707">
                  <c:v>50.28808594</c:v>
                </c:pt>
                <c:pt idx="2708">
                  <c:v>50.28771973</c:v>
                </c:pt>
                <c:pt idx="2709">
                  <c:v>50.28726351</c:v>
                </c:pt>
                <c:pt idx="2710">
                  <c:v>50.28684454</c:v>
                </c:pt>
                <c:pt idx="2711">
                  <c:v>50.28648376</c:v>
                </c:pt>
                <c:pt idx="2712">
                  <c:v>50.28620911</c:v>
                </c:pt>
                <c:pt idx="2713">
                  <c:v>50.28538513</c:v>
                </c:pt>
                <c:pt idx="2714">
                  <c:v>50.28474969</c:v>
                </c:pt>
                <c:pt idx="2715">
                  <c:v>50.28456348</c:v>
                </c:pt>
                <c:pt idx="2716">
                  <c:v>50.28396606</c:v>
                </c:pt>
                <c:pt idx="2717">
                  <c:v>50.28358589</c:v>
                </c:pt>
                <c:pt idx="2718">
                  <c:v>50.28274795</c:v>
                </c:pt>
                <c:pt idx="2719">
                  <c:v>50.282547</c:v>
                </c:pt>
                <c:pt idx="2720">
                  <c:v>50.28186346</c:v>
                </c:pt>
                <c:pt idx="2721">
                  <c:v>50.28153992</c:v>
                </c:pt>
                <c:pt idx="2722">
                  <c:v>50.28116517</c:v>
                </c:pt>
                <c:pt idx="2723">
                  <c:v>50.28034973</c:v>
                </c:pt>
                <c:pt idx="2724">
                  <c:v>50.27990826</c:v>
                </c:pt>
                <c:pt idx="2725">
                  <c:v>50.27944274</c:v>
                </c:pt>
                <c:pt idx="2726">
                  <c:v>50.27902377</c:v>
                </c:pt>
                <c:pt idx="2727">
                  <c:v>50.27888411</c:v>
                </c:pt>
                <c:pt idx="2728">
                  <c:v>50.2786048</c:v>
                </c:pt>
                <c:pt idx="2729">
                  <c:v>50.27842712</c:v>
                </c:pt>
                <c:pt idx="2730">
                  <c:v>50.27755737</c:v>
                </c:pt>
                <c:pt idx="2731">
                  <c:v>50.2767334</c:v>
                </c:pt>
                <c:pt idx="2732">
                  <c:v>50.27627719</c:v>
                </c:pt>
                <c:pt idx="2733">
                  <c:v>50.27590942</c:v>
                </c:pt>
                <c:pt idx="2734">
                  <c:v>50.27545166</c:v>
                </c:pt>
                <c:pt idx="2735">
                  <c:v>50.27506683</c:v>
                </c:pt>
                <c:pt idx="2736">
                  <c:v>50.27469441</c:v>
                </c:pt>
                <c:pt idx="2737">
                  <c:v>50.27432199</c:v>
                </c:pt>
                <c:pt idx="2738">
                  <c:v>50.27384949</c:v>
                </c:pt>
                <c:pt idx="2739">
                  <c:v>50.27367026</c:v>
                </c:pt>
                <c:pt idx="2740">
                  <c:v>50.2726593</c:v>
                </c:pt>
                <c:pt idx="2741">
                  <c:v>50.27229309</c:v>
                </c:pt>
                <c:pt idx="2742">
                  <c:v>50.27180817</c:v>
                </c:pt>
                <c:pt idx="2743">
                  <c:v>50.27146912</c:v>
                </c:pt>
                <c:pt idx="2744">
                  <c:v>50.27101135</c:v>
                </c:pt>
                <c:pt idx="2745">
                  <c:v>50.27064437</c:v>
                </c:pt>
                <c:pt idx="2746">
                  <c:v>50.27023315</c:v>
                </c:pt>
                <c:pt idx="2747">
                  <c:v>50.26968384</c:v>
                </c:pt>
                <c:pt idx="2748">
                  <c:v>50.26929435</c:v>
                </c:pt>
                <c:pt idx="2749">
                  <c:v>50.26887538</c:v>
                </c:pt>
                <c:pt idx="2750">
                  <c:v>50.26849365</c:v>
                </c:pt>
                <c:pt idx="2751">
                  <c:v>50.26817322</c:v>
                </c:pt>
                <c:pt idx="2752">
                  <c:v>50.26780468</c:v>
                </c:pt>
                <c:pt idx="2753">
                  <c:v>50.26738571</c:v>
                </c:pt>
                <c:pt idx="2754">
                  <c:v>50.26696674</c:v>
                </c:pt>
                <c:pt idx="2755">
                  <c:v>50.26652527</c:v>
                </c:pt>
                <c:pt idx="2756">
                  <c:v>50.2661288</c:v>
                </c:pt>
                <c:pt idx="2757">
                  <c:v>50.26580293</c:v>
                </c:pt>
                <c:pt idx="2758">
                  <c:v>50.26538396</c:v>
                </c:pt>
                <c:pt idx="2759">
                  <c:v>50.26501465</c:v>
                </c:pt>
                <c:pt idx="2760">
                  <c:v>50.26454602</c:v>
                </c:pt>
                <c:pt idx="2761">
                  <c:v>50.26400757</c:v>
                </c:pt>
                <c:pt idx="2762">
                  <c:v>50.26380119</c:v>
                </c:pt>
                <c:pt idx="2763">
                  <c:v>50.2633667</c:v>
                </c:pt>
                <c:pt idx="2764">
                  <c:v>50.26290894</c:v>
                </c:pt>
                <c:pt idx="2765">
                  <c:v>50.26217186</c:v>
                </c:pt>
                <c:pt idx="2766">
                  <c:v>50.26179944</c:v>
                </c:pt>
                <c:pt idx="2767">
                  <c:v>50.26138047</c:v>
                </c:pt>
                <c:pt idx="2768">
                  <c:v>50.26082184</c:v>
                </c:pt>
                <c:pt idx="2769">
                  <c:v>50.26002502</c:v>
                </c:pt>
                <c:pt idx="2770">
                  <c:v>50.25979614</c:v>
                </c:pt>
                <c:pt idx="2771">
                  <c:v>50.25920105</c:v>
                </c:pt>
                <c:pt idx="2772">
                  <c:v>50.2588201</c:v>
                </c:pt>
                <c:pt idx="2773">
                  <c:v>50.25840113</c:v>
                </c:pt>
                <c:pt idx="2774">
                  <c:v>50.25765629</c:v>
                </c:pt>
                <c:pt idx="2775">
                  <c:v>50.25727844</c:v>
                </c:pt>
                <c:pt idx="2776">
                  <c:v>50.25639938</c:v>
                </c:pt>
                <c:pt idx="2777">
                  <c:v>50.25604248</c:v>
                </c:pt>
                <c:pt idx="2778">
                  <c:v>50.25560799</c:v>
                </c:pt>
                <c:pt idx="2779">
                  <c:v>50.25526428</c:v>
                </c:pt>
                <c:pt idx="2780">
                  <c:v>50.25480652</c:v>
                </c:pt>
                <c:pt idx="2781">
                  <c:v>50.25439453</c:v>
                </c:pt>
                <c:pt idx="2782">
                  <c:v>50.25402522</c:v>
                </c:pt>
                <c:pt idx="2783">
                  <c:v>50.25366211</c:v>
                </c:pt>
                <c:pt idx="2784">
                  <c:v>50.25325012</c:v>
                </c:pt>
                <c:pt idx="2785">
                  <c:v>50.25286141</c:v>
                </c:pt>
                <c:pt idx="2786">
                  <c:v>50.25244244</c:v>
                </c:pt>
                <c:pt idx="2787">
                  <c:v>50.25205994</c:v>
                </c:pt>
                <c:pt idx="2788">
                  <c:v>50.2516976</c:v>
                </c:pt>
                <c:pt idx="2789">
                  <c:v>50.25132751</c:v>
                </c:pt>
                <c:pt idx="2790">
                  <c:v>50.25091553</c:v>
                </c:pt>
                <c:pt idx="2791">
                  <c:v>50.25050354</c:v>
                </c:pt>
                <c:pt idx="2792">
                  <c:v>50.25002172</c:v>
                </c:pt>
                <c:pt idx="2793">
                  <c:v>50.24958801</c:v>
                </c:pt>
                <c:pt idx="2794">
                  <c:v>50.24923034</c:v>
                </c:pt>
                <c:pt idx="2795">
                  <c:v>50.24885559</c:v>
                </c:pt>
                <c:pt idx="2796">
                  <c:v>50.2484436</c:v>
                </c:pt>
                <c:pt idx="2797">
                  <c:v>50.24806653</c:v>
                </c:pt>
                <c:pt idx="2798">
                  <c:v>50.24771118</c:v>
                </c:pt>
                <c:pt idx="2799">
                  <c:v>50.24729919</c:v>
                </c:pt>
                <c:pt idx="2800">
                  <c:v>50.24685617</c:v>
                </c:pt>
                <c:pt idx="2801">
                  <c:v>50.2464372</c:v>
                </c:pt>
                <c:pt idx="2802">
                  <c:v>50.24601823</c:v>
                </c:pt>
                <c:pt idx="2803">
                  <c:v>50.24565125</c:v>
                </c:pt>
                <c:pt idx="2804">
                  <c:v>50.24523926</c:v>
                </c:pt>
                <c:pt idx="2805">
                  <c:v>50.24482727</c:v>
                </c:pt>
                <c:pt idx="2806">
                  <c:v>50.24441528</c:v>
                </c:pt>
                <c:pt idx="2807">
                  <c:v>50.24406304</c:v>
                </c:pt>
                <c:pt idx="2808">
                  <c:v>50.24363708</c:v>
                </c:pt>
                <c:pt idx="2809">
                  <c:v>50.24327087</c:v>
                </c:pt>
                <c:pt idx="2810">
                  <c:v>50.24285889</c:v>
                </c:pt>
                <c:pt idx="2811">
                  <c:v>50.2424469</c:v>
                </c:pt>
                <c:pt idx="2812">
                  <c:v>50.24203491</c:v>
                </c:pt>
                <c:pt idx="2813">
                  <c:v>50.24162292</c:v>
                </c:pt>
                <c:pt idx="2814">
                  <c:v>50.2412699</c:v>
                </c:pt>
                <c:pt idx="2815">
                  <c:v>50.24089749</c:v>
                </c:pt>
                <c:pt idx="2816">
                  <c:v>50.24043196</c:v>
                </c:pt>
                <c:pt idx="2817">
                  <c:v>50.24005955</c:v>
                </c:pt>
                <c:pt idx="2818">
                  <c:v>50.23970032</c:v>
                </c:pt>
                <c:pt idx="2819">
                  <c:v>50.23924255</c:v>
                </c:pt>
                <c:pt idx="2820">
                  <c:v>50.23887634</c:v>
                </c:pt>
                <c:pt idx="2821">
                  <c:v>50.23846436</c:v>
                </c:pt>
                <c:pt idx="2822">
                  <c:v>50.2381897</c:v>
                </c:pt>
                <c:pt idx="2823">
                  <c:v>50.23777771</c:v>
                </c:pt>
                <c:pt idx="2824">
                  <c:v>50.23736572</c:v>
                </c:pt>
                <c:pt idx="2825">
                  <c:v>50.2369871</c:v>
                </c:pt>
                <c:pt idx="2826">
                  <c:v>50.23656813</c:v>
                </c:pt>
                <c:pt idx="2827">
                  <c:v>50.23608398</c:v>
                </c:pt>
                <c:pt idx="2828">
                  <c:v>50.23586984</c:v>
                </c:pt>
                <c:pt idx="2829">
                  <c:v>50.23526466</c:v>
                </c:pt>
                <c:pt idx="2830">
                  <c:v>50.2348938</c:v>
                </c:pt>
                <c:pt idx="2831">
                  <c:v>50.23452759</c:v>
                </c:pt>
                <c:pt idx="2832">
                  <c:v>50.23405431</c:v>
                </c:pt>
                <c:pt idx="2833">
                  <c:v>50.23365784</c:v>
                </c:pt>
                <c:pt idx="2834">
                  <c:v>50.23329163</c:v>
                </c:pt>
                <c:pt idx="2835">
                  <c:v>50.2328905</c:v>
                </c:pt>
                <c:pt idx="2836">
                  <c:v>50.23251343</c:v>
                </c:pt>
                <c:pt idx="2837">
                  <c:v>50.23205256</c:v>
                </c:pt>
                <c:pt idx="2838">
                  <c:v>50.23173523</c:v>
                </c:pt>
                <c:pt idx="2839">
                  <c:v>50.23126117</c:v>
                </c:pt>
                <c:pt idx="2840">
                  <c:v>50.23104858</c:v>
                </c:pt>
                <c:pt idx="2841">
                  <c:v>50.23049927</c:v>
                </c:pt>
                <c:pt idx="2842">
                  <c:v>50.23009737</c:v>
                </c:pt>
                <c:pt idx="2843">
                  <c:v>50.2296784</c:v>
                </c:pt>
                <c:pt idx="2844">
                  <c:v>50.22949219</c:v>
                </c:pt>
                <c:pt idx="2845">
                  <c:v>50.22884046</c:v>
                </c:pt>
                <c:pt idx="2846">
                  <c:v>50.22848511</c:v>
                </c:pt>
                <c:pt idx="2847">
                  <c:v>50.22807312</c:v>
                </c:pt>
                <c:pt idx="2848">
                  <c:v>50.22766113</c:v>
                </c:pt>
                <c:pt idx="2849">
                  <c:v>50.22744389</c:v>
                </c:pt>
                <c:pt idx="2850">
                  <c:v>50.22702026</c:v>
                </c:pt>
                <c:pt idx="2851">
                  <c:v>50.2266525</c:v>
                </c:pt>
                <c:pt idx="2852">
                  <c:v>50.22624207</c:v>
                </c:pt>
                <c:pt idx="2853">
                  <c:v>50.22590767</c:v>
                </c:pt>
                <c:pt idx="2854">
                  <c:v>50.22544214</c:v>
                </c:pt>
                <c:pt idx="2855">
                  <c:v>50.22486877</c:v>
                </c:pt>
                <c:pt idx="2856">
                  <c:v>50.2245111</c:v>
                </c:pt>
                <c:pt idx="2857">
                  <c:v>50.22409213</c:v>
                </c:pt>
                <c:pt idx="2858">
                  <c:v>50.22331238</c:v>
                </c:pt>
                <c:pt idx="2859">
                  <c:v>50.22292832</c:v>
                </c:pt>
                <c:pt idx="2860">
                  <c:v>50.2224884</c:v>
                </c:pt>
                <c:pt idx="2861">
                  <c:v>50.22212219</c:v>
                </c:pt>
                <c:pt idx="2862">
                  <c:v>50.22171796</c:v>
                </c:pt>
                <c:pt idx="2863">
                  <c:v>50.2214852</c:v>
                </c:pt>
                <c:pt idx="2864">
                  <c:v>50.22092658</c:v>
                </c:pt>
                <c:pt idx="2865">
                  <c:v>50.22064726</c:v>
                </c:pt>
                <c:pt idx="2866">
                  <c:v>50.22029114</c:v>
                </c:pt>
                <c:pt idx="2867">
                  <c:v>50.21987915</c:v>
                </c:pt>
                <c:pt idx="2868">
                  <c:v>50.21939035</c:v>
                </c:pt>
                <c:pt idx="2869">
                  <c:v>50.21887207</c:v>
                </c:pt>
                <c:pt idx="2870">
                  <c:v>50.21846008</c:v>
                </c:pt>
                <c:pt idx="2871">
                  <c:v>50.21772766</c:v>
                </c:pt>
                <c:pt idx="2872">
                  <c:v>50.21731567</c:v>
                </c:pt>
                <c:pt idx="2873">
                  <c:v>50.21690369</c:v>
                </c:pt>
                <c:pt idx="2874">
                  <c:v>50.21676636</c:v>
                </c:pt>
                <c:pt idx="2875">
                  <c:v>50.2161317</c:v>
                </c:pt>
                <c:pt idx="2876">
                  <c:v>50.21571273</c:v>
                </c:pt>
                <c:pt idx="2877">
                  <c:v>50.21538686</c:v>
                </c:pt>
                <c:pt idx="2878">
                  <c:v>50.21496789</c:v>
                </c:pt>
                <c:pt idx="2879">
                  <c:v>50.21454892</c:v>
                </c:pt>
                <c:pt idx="2880">
                  <c:v>50.21422305</c:v>
                </c:pt>
                <c:pt idx="2881">
                  <c:v>50.21375753</c:v>
                </c:pt>
                <c:pt idx="2882">
                  <c:v>50.21342468</c:v>
                </c:pt>
                <c:pt idx="2883">
                  <c:v>50.21296614</c:v>
                </c:pt>
                <c:pt idx="2884">
                  <c:v>50.21259373</c:v>
                </c:pt>
                <c:pt idx="2885">
                  <c:v>50.21222131</c:v>
                </c:pt>
                <c:pt idx="2886">
                  <c:v>50.21180234</c:v>
                </c:pt>
                <c:pt idx="2887">
                  <c:v>50.21142992</c:v>
                </c:pt>
                <c:pt idx="2888">
                  <c:v>50.21099854</c:v>
                </c:pt>
                <c:pt idx="2889">
                  <c:v>50.21058655</c:v>
                </c:pt>
                <c:pt idx="2890">
                  <c:v>50.21026611</c:v>
                </c:pt>
                <c:pt idx="2891">
                  <c:v>50.20942817</c:v>
                </c:pt>
                <c:pt idx="2892">
                  <c:v>50.2090092</c:v>
                </c:pt>
                <c:pt idx="2893">
                  <c:v>50.20863678</c:v>
                </c:pt>
                <c:pt idx="2894">
                  <c:v>50.20820618</c:v>
                </c:pt>
                <c:pt idx="2895">
                  <c:v>50.20783997</c:v>
                </c:pt>
                <c:pt idx="2896">
                  <c:v>50.20742798</c:v>
                </c:pt>
                <c:pt idx="2897">
                  <c:v>50.20701599</c:v>
                </c:pt>
                <c:pt idx="2898">
                  <c:v>50.20663504</c:v>
                </c:pt>
                <c:pt idx="2899">
                  <c:v>50.20649538</c:v>
                </c:pt>
                <c:pt idx="2900">
                  <c:v>50.2057971</c:v>
                </c:pt>
                <c:pt idx="2901">
                  <c:v>50.20527649</c:v>
                </c:pt>
                <c:pt idx="2902">
                  <c:v>50.20495916</c:v>
                </c:pt>
                <c:pt idx="2903">
                  <c:v>50.20458984</c:v>
                </c:pt>
                <c:pt idx="2904">
                  <c:v>50.20413208</c:v>
                </c:pt>
                <c:pt idx="2905">
                  <c:v>50.20393501</c:v>
                </c:pt>
                <c:pt idx="2906">
                  <c:v>50.20335388</c:v>
                </c:pt>
                <c:pt idx="2907">
                  <c:v>50.20294189</c:v>
                </c:pt>
                <c:pt idx="2908">
                  <c:v>50.20272465</c:v>
                </c:pt>
                <c:pt idx="2909">
                  <c:v>50.20230103</c:v>
                </c:pt>
                <c:pt idx="2910">
                  <c:v>50.20193326</c:v>
                </c:pt>
                <c:pt idx="2911">
                  <c:v>50.20100222</c:v>
                </c:pt>
                <c:pt idx="2912">
                  <c:v>50.20065308</c:v>
                </c:pt>
                <c:pt idx="2913">
                  <c:v>50.20019531</c:v>
                </c:pt>
                <c:pt idx="2914">
                  <c:v>50.19979186</c:v>
                </c:pt>
                <c:pt idx="2915">
                  <c:v>50.19946599</c:v>
                </c:pt>
                <c:pt idx="2916">
                  <c:v>50.19895392</c:v>
                </c:pt>
                <c:pt idx="2917">
                  <c:v>50.19873047</c:v>
                </c:pt>
                <c:pt idx="2918">
                  <c:v>50.19836426</c:v>
                </c:pt>
                <c:pt idx="2919">
                  <c:v>50.19802287</c:v>
                </c:pt>
                <c:pt idx="2920">
                  <c:v>50.19735718</c:v>
                </c:pt>
                <c:pt idx="2921">
                  <c:v>50.19718493</c:v>
                </c:pt>
                <c:pt idx="2922">
                  <c:v>50.19676208</c:v>
                </c:pt>
                <c:pt idx="2923">
                  <c:v>50.19602113</c:v>
                </c:pt>
                <c:pt idx="2924">
                  <c:v>50.19561768</c:v>
                </c:pt>
                <c:pt idx="2925">
                  <c:v>50.19518319</c:v>
                </c:pt>
                <c:pt idx="2926">
                  <c:v>50.19483948</c:v>
                </c:pt>
                <c:pt idx="2927">
                  <c:v>50.19443835</c:v>
                </c:pt>
                <c:pt idx="2928">
                  <c:v>50.19364696</c:v>
                </c:pt>
                <c:pt idx="2929">
                  <c:v>50.19304179</c:v>
                </c:pt>
                <c:pt idx="2930">
                  <c:v>50.19287109</c:v>
                </c:pt>
                <c:pt idx="2931">
                  <c:v>50.19232178</c:v>
                </c:pt>
                <c:pt idx="2932">
                  <c:v>50.19204712</c:v>
                </c:pt>
                <c:pt idx="2933">
                  <c:v>50.19163513</c:v>
                </c:pt>
                <c:pt idx="2934">
                  <c:v>50.19131935</c:v>
                </c:pt>
                <c:pt idx="2935">
                  <c:v>50.19081116</c:v>
                </c:pt>
                <c:pt idx="2936">
                  <c:v>50.19044495</c:v>
                </c:pt>
                <c:pt idx="2937">
                  <c:v>50.19010899</c:v>
                </c:pt>
                <c:pt idx="2938">
                  <c:v>50.18966675</c:v>
                </c:pt>
                <c:pt idx="2939">
                  <c:v>50.18927105</c:v>
                </c:pt>
                <c:pt idx="2940">
                  <c:v>50.18889864</c:v>
                </c:pt>
                <c:pt idx="2941">
                  <c:v>50.18847967</c:v>
                </c:pt>
                <c:pt idx="2942">
                  <c:v>50.18769836</c:v>
                </c:pt>
                <c:pt idx="2943">
                  <c:v>50.1871762</c:v>
                </c:pt>
                <c:pt idx="2944">
                  <c:v>50.18563998</c:v>
                </c:pt>
                <c:pt idx="2945">
                  <c:v>50.18526756</c:v>
                </c:pt>
                <c:pt idx="2946">
                  <c:v>50.18480204</c:v>
                </c:pt>
                <c:pt idx="2947">
                  <c:v>50.18442962</c:v>
                </c:pt>
                <c:pt idx="2948">
                  <c:v>50.18424341</c:v>
                </c:pt>
                <c:pt idx="2949">
                  <c:v>50.18363823</c:v>
                </c:pt>
                <c:pt idx="2950">
                  <c:v>50.18326582</c:v>
                </c:pt>
                <c:pt idx="2951">
                  <c:v>50.18293995</c:v>
                </c:pt>
                <c:pt idx="2952">
                  <c:v>50.18280029</c:v>
                </c:pt>
                <c:pt idx="2953">
                  <c:v>50.18196235</c:v>
                </c:pt>
                <c:pt idx="2954">
                  <c:v>50.18140373</c:v>
                </c:pt>
                <c:pt idx="2955">
                  <c:v>50.1809382</c:v>
                </c:pt>
                <c:pt idx="2956">
                  <c:v>50.18014682</c:v>
                </c:pt>
                <c:pt idx="2957">
                  <c:v>50.17972785</c:v>
                </c:pt>
                <c:pt idx="2958">
                  <c:v>50.17944853</c:v>
                </c:pt>
                <c:pt idx="2959">
                  <c:v>50.17847093</c:v>
                </c:pt>
                <c:pt idx="2960">
                  <c:v>50.17809852</c:v>
                </c:pt>
                <c:pt idx="2961">
                  <c:v>50.17790222</c:v>
                </c:pt>
                <c:pt idx="2962">
                  <c:v>50.17744679</c:v>
                </c:pt>
                <c:pt idx="2963">
                  <c:v>50.17693471</c:v>
                </c:pt>
                <c:pt idx="2964">
                  <c:v>50.17616272</c:v>
                </c:pt>
                <c:pt idx="2965">
                  <c:v>50.17533875</c:v>
                </c:pt>
                <c:pt idx="2966">
                  <c:v>50.17497952</c:v>
                </c:pt>
                <c:pt idx="2967">
                  <c:v>50.17423468</c:v>
                </c:pt>
                <c:pt idx="2968">
                  <c:v>50.17367605</c:v>
                </c:pt>
                <c:pt idx="2969">
                  <c:v>50.1735364</c:v>
                </c:pt>
                <c:pt idx="2970">
                  <c:v>50.17307088</c:v>
                </c:pt>
                <c:pt idx="2971">
                  <c:v>50.17268372</c:v>
                </c:pt>
                <c:pt idx="2972">
                  <c:v>50.17223293</c:v>
                </c:pt>
                <c:pt idx="2973">
                  <c:v>50.17190552</c:v>
                </c:pt>
                <c:pt idx="2974">
                  <c:v>50.17102258</c:v>
                </c:pt>
                <c:pt idx="2975">
                  <c:v>50.17066956</c:v>
                </c:pt>
                <c:pt idx="2976">
                  <c:v>50.17027774</c:v>
                </c:pt>
                <c:pt idx="2977">
                  <c:v>50.16952515</c:v>
                </c:pt>
                <c:pt idx="2978">
                  <c:v>50.16916049</c:v>
                </c:pt>
                <c:pt idx="2979">
                  <c:v>50.16860962</c:v>
                </c:pt>
                <c:pt idx="2980">
                  <c:v>50.16824341</c:v>
                </c:pt>
                <c:pt idx="2981">
                  <c:v>50.16792297</c:v>
                </c:pt>
                <c:pt idx="2982">
                  <c:v>50.16743805</c:v>
                </c:pt>
                <c:pt idx="2983">
                  <c:v>50.167099</c:v>
                </c:pt>
                <c:pt idx="2984">
                  <c:v>50.16668701</c:v>
                </c:pt>
                <c:pt idx="2985">
                  <c:v>50.16586304</c:v>
                </c:pt>
                <c:pt idx="2986">
                  <c:v>50.16563416</c:v>
                </c:pt>
                <c:pt idx="2987">
                  <c:v>50.16511044</c:v>
                </c:pt>
                <c:pt idx="2988">
                  <c:v>50.16469147</c:v>
                </c:pt>
                <c:pt idx="2989">
                  <c:v>50.16366732</c:v>
                </c:pt>
                <c:pt idx="2990">
                  <c:v>50.16329491</c:v>
                </c:pt>
                <c:pt idx="2991">
                  <c:v>50.16279602</c:v>
                </c:pt>
                <c:pt idx="2992">
                  <c:v>50.16252136</c:v>
                </c:pt>
                <c:pt idx="2993">
                  <c:v>50.16199144</c:v>
                </c:pt>
                <c:pt idx="2994">
                  <c:v>50.1612854</c:v>
                </c:pt>
                <c:pt idx="2995">
                  <c:v>50.16082764</c:v>
                </c:pt>
                <c:pt idx="2996">
                  <c:v>50.16064453</c:v>
                </c:pt>
                <c:pt idx="2997">
                  <c:v>50.16023254</c:v>
                </c:pt>
                <c:pt idx="2998">
                  <c:v>50.15980349</c:v>
                </c:pt>
                <c:pt idx="2999">
                  <c:v>50.15945435</c:v>
                </c:pt>
                <c:pt idx="3000">
                  <c:v>50.1591052</c:v>
                </c:pt>
                <c:pt idx="3001">
                  <c:v>50.15863037</c:v>
                </c:pt>
                <c:pt idx="3002">
                  <c:v>50.15826416</c:v>
                </c:pt>
                <c:pt idx="3003">
                  <c:v>50.15794373</c:v>
                </c:pt>
                <c:pt idx="3004">
                  <c:v>50.15757751</c:v>
                </c:pt>
                <c:pt idx="3005">
                  <c:v>50.15716553</c:v>
                </c:pt>
                <c:pt idx="3006">
                  <c:v>50.15673104</c:v>
                </c:pt>
                <c:pt idx="3007">
                  <c:v>50.15635862</c:v>
                </c:pt>
                <c:pt idx="3008">
                  <c:v>50.15592957</c:v>
                </c:pt>
                <c:pt idx="3009">
                  <c:v>50.15551758</c:v>
                </c:pt>
                <c:pt idx="3010">
                  <c:v>50.15515137</c:v>
                </c:pt>
                <c:pt idx="3011">
                  <c:v>50.15487671</c:v>
                </c:pt>
                <c:pt idx="3012">
                  <c:v>50.15446472</c:v>
                </c:pt>
                <c:pt idx="3013">
                  <c:v>50.15414429</c:v>
                </c:pt>
                <c:pt idx="3014">
                  <c:v>50.15379825</c:v>
                </c:pt>
                <c:pt idx="3015">
                  <c:v>50.15328617</c:v>
                </c:pt>
                <c:pt idx="3016">
                  <c:v>50.15267944</c:v>
                </c:pt>
                <c:pt idx="3017">
                  <c:v>50.15193616</c:v>
                </c:pt>
                <c:pt idx="3018">
                  <c:v>50.15153503</c:v>
                </c:pt>
                <c:pt idx="3019">
                  <c:v>50.15119132</c:v>
                </c:pt>
                <c:pt idx="3020">
                  <c:v>50.15077235</c:v>
                </c:pt>
                <c:pt idx="3021">
                  <c:v>50.15034485</c:v>
                </c:pt>
                <c:pt idx="3022">
                  <c:v>50.14998097</c:v>
                </c:pt>
                <c:pt idx="3023">
                  <c:v>50.14952087</c:v>
                </c:pt>
                <c:pt idx="3024">
                  <c:v>50.14938354</c:v>
                </c:pt>
                <c:pt idx="3025">
                  <c:v>50.14883423</c:v>
                </c:pt>
                <c:pt idx="3026">
                  <c:v>50.14835164</c:v>
                </c:pt>
                <c:pt idx="3027">
                  <c:v>50.1479187</c:v>
                </c:pt>
                <c:pt idx="3028">
                  <c:v>50.14764404</c:v>
                </c:pt>
                <c:pt idx="3029">
                  <c:v>50.14723438</c:v>
                </c:pt>
                <c:pt idx="3030">
                  <c:v>50.14686584</c:v>
                </c:pt>
                <c:pt idx="3031">
                  <c:v>50.14649963</c:v>
                </c:pt>
                <c:pt idx="3032">
                  <c:v>50.14607058</c:v>
                </c:pt>
                <c:pt idx="3033">
                  <c:v>50.1455585</c:v>
                </c:pt>
                <c:pt idx="3034">
                  <c:v>50.14480591</c:v>
                </c:pt>
                <c:pt idx="3035">
                  <c:v>50.14448547</c:v>
                </c:pt>
                <c:pt idx="3036">
                  <c:v>50.14411926</c:v>
                </c:pt>
                <c:pt idx="3037">
                  <c:v>50.14370728</c:v>
                </c:pt>
                <c:pt idx="3038">
                  <c:v>50.143324</c:v>
                </c:pt>
                <c:pt idx="3039">
                  <c:v>50.14290503</c:v>
                </c:pt>
                <c:pt idx="3040">
                  <c:v>50.1427002</c:v>
                </c:pt>
                <c:pt idx="3041">
                  <c:v>50.14211364</c:v>
                </c:pt>
                <c:pt idx="3042">
                  <c:v>50.14169312</c:v>
                </c:pt>
                <c:pt idx="3043">
                  <c:v>50.14118259</c:v>
                </c:pt>
                <c:pt idx="3044">
                  <c:v>50.1403656</c:v>
                </c:pt>
                <c:pt idx="3045">
                  <c:v>50.14001879</c:v>
                </c:pt>
                <c:pt idx="3046">
                  <c:v>50.13954163</c:v>
                </c:pt>
                <c:pt idx="3047">
                  <c:v>50.13941361</c:v>
                </c:pt>
                <c:pt idx="3048">
                  <c:v>50.13839722</c:v>
                </c:pt>
                <c:pt idx="3049">
                  <c:v>50.13807678</c:v>
                </c:pt>
                <c:pt idx="3050">
                  <c:v>50.13787738</c:v>
                </c:pt>
                <c:pt idx="3051">
                  <c:v>50.13750497</c:v>
                </c:pt>
                <c:pt idx="3052">
                  <c:v>50.13665771</c:v>
                </c:pt>
                <c:pt idx="3053">
                  <c:v>50.13601529</c:v>
                </c:pt>
                <c:pt idx="3054">
                  <c:v>50.13464355</c:v>
                </c:pt>
                <c:pt idx="3055">
                  <c:v>50.13285828</c:v>
                </c:pt>
                <c:pt idx="3056">
                  <c:v>50.13230896</c:v>
                </c:pt>
                <c:pt idx="3057">
                  <c:v>50.13205835</c:v>
                </c:pt>
                <c:pt idx="3058">
                  <c:v>50.13143921</c:v>
                </c:pt>
                <c:pt idx="3059">
                  <c:v>50.13056946</c:v>
                </c:pt>
                <c:pt idx="3060">
                  <c:v>50.13038247</c:v>
                </c:pt>
                <c:pt idx="3061">
                  <c:v>50.13020325</c:v>
                </c:pt>
                <c:pt idx="3062">
                  <c:v>50.12942505</c:v>
                </c:pt>
                <c:pt idx="3063">
                  <c:v>50.127729</c:v>
                </c:pt>
                <c:pt idx="3064">
                  <c:v>50.12704468</c:v>
                </c:pt>
                <c:pt idx="3065">
                  <c:v>50.12647209</c:v>
                </c:pt>
                <c:pt idx="3066">
                  <c:v>50.12530518</c:v>
                </c:pt>
                <c:pt idx="3067">
                  <c:v>50.12411499</c:v>
                </c:pt>
                <c:pt idx="3068">
                  <c:v>50.12377206</c:v>
                </c:pt>
                <c:pt idx="3069">
                  <c:v>50.12237549</c:v>
                </c:pt>
                <c:pt idx="3070">
                  <c:v>50.12116513</c:v>
                </c:pt>
                <c:pt idx="3071">
                  <c:v>50.11962891</c:v>
                </c:pt>
                <c:pt idx="3072">
                  <c:v>50.11860476</c:v>
                </c:pt>
                <c:pt idx="3073">
                  <c:v>50.11781337</c:v>
                </c:pt>
                <c:pt idx="3074">
                  <c:v>50.10978699</c:v>
                </c:pt>
                <c:pt idx="3075">
                  <c:v>50.10896844</c:v>
                </c:pt>
                <c:pt idx="3076">
                  <c:v>50.10557013</c:v>
                </c:pt>
                <c:pt idx="3077">
                  <c:v>50.10342873</c:v>
                </c:pt>
                <c:pt idx="3078">
                  <c:v>50.1026001</c:v>
                </c:pt>
                <c:pt idx="3079">
                  <c:v>50.102005</c:v>
                </c:pt>
                <c:pt idx="3080">
                  <c:v>50.09998386</c:v>
                </c:pt>
                <c:pt idx="3081">
                  <c:v>50.09857178</c:v>
                </c:pt>
                <c:pt idx="3082">
                  <c:v>50.09812177</c:v>
                </c:pt>
                <c:pt idx="3083">
                  <c:v>50.0967865</c:v>
                </c:pt>
                <c:pt idx="3084">
                  <c:v>50.09490967</c:v>
                </c:pt>
                <c:pt idx="3085">
                  <c:v>50.09390259</c:v>
                </c:pt>
                <c:pt idx="3086">
                  <c:v>50.09211653</c:v>
                </c:pt>
                <c:pt idx="3087">
                  <c:v>50.09034755</c:v>
                </c:pt>
                <c:pt idx="3088">
                  <c:v>50.08813477</c:v>
                </c:pt>
                <c:pt idx="3089">
                  <c:v>50.08480783</c:v>
                </c:pt>
                <c:pt idx="3090">
                  <c:v>50.08099055</c:v>
                </c:pt>
                <c:pt idx="3091">
                  <c:v>50.08043192</c:v>
                </c:pt>
                <c:pt idx="3092">
                  <c:v>50.07810431</c:v>
                </c:pt>
                <c:pt idx="3093">
                  <c:v>50.07358874</c:v>
                </c:pt>
                <c:pt idx="3094">
                  <c:v>50.07275391</c:v>
                </c:pt>
                <c:pt idx="3095">
                  <c:v>50.07174683</c:v>
                </c:pt>
                <c:pt idx="3096">
                  <c:v>50.07056285</c:v>
                </c:pt>
                <c:pt idx="3097">
                  <c:v>50.0683136</c:v>
                </c:pt>
                <c:pt idx="3098">
                  <c:v>50.06620789</c:v>
                </c:pt>
                <c:pt idx="3099">
                  <c:v>50.06520934</c:v>
                </c:pt>
                <c:pt idx="3100">
                  <c:v>50.06350708</c:v>
                </c:pt>
                <c:pt idx="3101">
                  <c:v>50.06292828</c:v>
                </c:pt>
                <c:pt idx="3102">
                  <c:v>50.06158447</c:v>
                </c:pt>
                <c:pt idx="3103">
                  <c:v>50.05966187</c:v>
                </c:pt>
                <c:pt idx="3104">
                  <c:v>50.05887824</c:v>
                </c:pt>
                <c:pt idx="3105">
                  <c:v>50.05563354</c:v>
                </c:pt>
                <c:pt idx="3106">
                  <c:v>50.05426956</c:v>
                </c:pt>
                <c:pt idx="3107">
                  <c:v>50.05160522</c:v>
                </c:pt>
                <c:pt idx="3108">
                  <c:v>50.05073547</c:v>
                </c:pt>
                <c:pt idx="3109">
                  <c:v>50.04928847</c:v>
                </c:pt>
                <c:pt idx="3110">
                  <c:v>50.04812622</c:v>
                </c:pt>
                <c:pt idx="3111">
                  <c:v>50.04705397</c:v>
                </c:pt>
                <c:pt idx="3112">
                  <c:v>50.04551697</c:v>
                </c:pt>
                <c:pt idx="3113">
                  <c:v>50.04364014</c:v>
                </c:pt>
                <c:pt idx="3114">
                  <c:v>50.04197977</c:v>
                </c:pt>
                <c:pt idx="3115">
                  <c:v>50.04114183</c:v>
                </c:pt>
                <c:pt idx="3116">
                  <c:v>50.03918664</c:v>
                </c:pt>
                <c:pt idx="3117">
                  <c:v>50.03865051</c:v>
                </c:pt>
                <c:pt idx="3118">
                  <c:v>50.03676592</c:v>
                </c:pt>
                <c:pt idx="3119">
                  <c:v>50.0348053</c:v>
                </c:pt>
                <c:pt idx="3120">
                  <c:v>50.03388977</c:v>
                </c:pt>
                <c:pt idx="3121">
                  <c:v>50.03346071</c:v>
                </c:pt>
                <c:pt idx="3122">
                  <c:v>50.02959688</c:v>
                </c:pt>
                <c:pt idx="3123">
                  <c:v>50.02780151</c:v>
                </c:pt>
                <c:pt idx="3124">
                  <c:v>50.02643133</c:v>
                </c:pt>
                <c:pt idx="3125">
                  <c:v>50.02391052</c:v>
                </c:pt>
                <c:pt idx="3126">
                  <c:v>50.02322388</c:v>
                </c:pt>
                <c:pt idx="3127">
                  <c:v>50.02238128</c:v>
                </c:pt>
                <c:pt idx="3128">
                  <c:v>50.02116394</c:v>
                </c:pt>
                <c:pt idx="3129">
                  <c:v>50.02061462</c:v>
                </c:pt>
                <c:pt idx="3130">
                  <c:v>50.01944849</c:v>
                </c:pt>
                <c:pt idx="3131">
                  <c:v>50.01879676</c:v>
                </c:pt>
                <c:pt idx="3132">
                  <c:v>50.01791227</c:v>
                </c:pt>
                <c:pt idx="3133">
                  <c:v>50.01745605</c:v>
                </c:pt>
                <c:pt idx="3134">
                  <c:v>50.01665536</c:v>
                </c:pt>
                <c:pt idx="3135">
                  <c:v>50.01434326</c:v>
                </c:pt>
                <c:pt idx="3136">
                  <c:v>50.01333618</c:v>
                </c:pt>
                <c:pt idx="3137">
                  <c:v>50.01237255</c:v>
                </c:pt>
                <c:pt idx="3138">
                  <c:v>50.01148806</c:v>
                </c:pt>
                <c:pt idx="3139">
                  <c:v>50.01092943</c:v>
                </c:pt>
                <c:pt idx="3140">
                  <c:v>50.00995183</c:v>
                </c:pt>
                <c:pt idx="3141">
                  <c:v>50.00687939</c:v>
                </c:pt>
                <c:pt idx="3142">
                  <c:v>50.00599489</c:v>
                </c:pt>
                <c:pt idx="3143">
                  <c:v>50.0055542</c:v>
                </c:pt>
                <c:pt idx="3144">
                  <c:v>50.00331116</c:v>
                </c:pt>
                <c:pt idx="3145">
                  <c:v>50.00255003</c:v>
                </c:pt>
                <c:pt idx="3146">
                  <c:v>50.0020752</c:v>
                </c:pt>
                <c:pt idx="3147">
                  <c:v>50.00111389</c:v>
                </c:pt>
                <c:pt idx="3148">
                  <c:v>49.99812757</c:v>
                </c:pt>
                <c:pt idx="3149">
                  <c:v>49.99570685</c:v>
                </c:pt>
                <c:pt idx="3150">
                  <c:v>49.99105163</c:v>
                </c:pt>
                <c:pt idx="3151">
                  <c:v>49.98985291</c:v>
                </c:pt>
                <c:pt idx="3152">
                  <c:v>49.98880005</c:v>
                </c:pt>
                <c:pt idx="3153">
                  <c:v>49.98701477</c:v>
                </c:pt>
                <c:pt idx="3154">
                  <c:v>49.98632813</c:v>
                </c:pt>
                <c:pt idx="3155">
                  <c:v>49.98616364</c:v>
                </c:pt>
                <c:pt idx="3156">
                  <c:v>49.98537225</c:v>
                </c:pt>
                <c:pt idx="3157">
                  <c:v>49.98518372</c:v>
                </c:pt>
                <c:pt idx="3158">
                  <c:v>49.98486328</c:v>
                </c:pt>
                <c:pt idx="3159">
                  <c:v>49.98440552</c:v>
                </c:pt>
                <c:pt idx="3160">
                  <c:v>49.984255</c:v>
                </c:pt>
                <c:pt idx="3161">
                  <c:v>49.98266602</c:v>
                </c:pt>
                <c:pt idx="3162">
                  <c:v>49.98225403</c:v>
                </c:pt>
                <c:pt idx="3163">
                  <c:v>49.9811554</c:v>
                </c:pt>
                <c:pt idx="3164">
                  <c:v>49.97973633</c:v>
                </c:pt>
                <c:pt idx="3165">
                  <c:v>49.97950745</c:v>
                </c:pt>
                <c:pt idx="3166">
                  <c:v>49.97817993</c:v>
                </c:pt>
                <c:pt idx="3167">
                  <c:v>49.9780426</c:v>
                </c:pt>
                <c:pt idx="3168">
                  <c:v>49.97753906</c:v>
                </c:pt>
                <c:pt idx="3169">
                  <c:v>49.9769463</c:v>
                </c:pt>
                <c:pt idx="3170">
                  <c:v>49.97676086</c:v>
                </c:pt>
                <c:pt idx="3171">
                  <c:v>49.97480489</c:v>
                </c:pt>
                <c:pt idx="3172">
                  <c:v>49.97401351</c:v>
                </c:pt>
                <c:pt idx="3173">
                  <c:v>49.97354798</c:v>
                </c:pt>
                <c:pt idx="3174">
                  <c:v>49.97224452</c:v>
                </c:pt>
                <c:pt idx="3175">
                  <c:v>49.97066175</c:v>
                </c:pt>
                <c:pt idx="3176">
                  <c:v>49.96931173</c:v>
                </c:pt>
                <c:pt idx="3177">
                  <c:v>49.96907043</c:v>
                </c:pt>
                <c:pt idx="3178">
                  <c:v>49.96893311</c:v>
                </c:pt>
                <c:pt idx="3179">
                  <c:v>49.96833413</c:v>
                </c:pt>
                <c:pt idx="3180">
                  <c:v>49.96792603</c:v>
                </c:pt>
                <c:pt idx="3181">
                  <c:v>49.96721688</c:v>
                </c:pt>
                <c:pt idx="3182">
                  <c:v>49.96595764</c:v>
                </c:pt>
                <c:pt idx="3183">
                  <c:v>49.96504211</c:v>
                </c:pt>
                <c:pt idx="3184">
                  <c:v>49.96460995</c:v>
                </c:pt>
                <c:pt idx="3185">
                  <c:v>49.96412659</c:v>
                </c:pt>
                <c:pt idx="3186">
                  <c:v>49.96358581</c:v>
                </c:pt>
                <c:pt idx="3187">
                  <c:v>49.96149095</c:v>
                </c:pt>
                <c:pt idx="3188">
                  <c:v>49.9602356</c:v>
                </c:pt>
                <c:pt idx="3189">
                  <c:v>49.95837195</c:v>
                </c:pt>
                <c:pt idx="3190">
                  <c:v>49.95795298</c:v>
                </c:pt>
                <c:pt idx="3191">
                  <c:v>49.95711504</c:v>
                </c:pt>
                <c:pt idx="3192">
                  <c:v>49.95669607</c:v>
                </c:pt>
                <c:pt idx="3193">
                  <c:v>49.95590469</c:v>
                </c:pt>
                <c:pt idx="3194">
                  <c:v>49.95469433</c:v>
                </c:pt>
                <c:pt idx="3195">
                  <c:v>49.95455933</c:v>
                </c:pt>
                <c:pt idx="3196">
                  <c:v>49.95441501</c:v>
                </c:pt>
                <c:pt idx="3197">
                  <c:v>49.95408915</c:v>
                </c:pt>
                <c:pt idx="3198">
                  <c:v>49.95367018</c:v>
                </c:pt>
                <c:pt idx="3199">
                  <c:v>49.95368958</c:v>
                </c:pt>
                <c:pt idx="3200">
                  <c:v>49.95371673</c:v>
                </c:pt>
                <c:pt idx="3201">
                  <c:v>49.95396423</c:v>
                </c:pt>
                <c:pt idx="3202">
                  <c:v>49.95396423</c:v>
                </c:pt>
                <c:pt idx="3203">
                  <c:v>49.95423889</c:v>
                </c:pt>
                <c:pt idx="3204">
                  <c:v>49.95478821</c:v>
                </c:pt>
                <c:pt idx="3205">
                  <c:v>49.95506287</c:v>
                </c:pt>
                <c:pt idx="3206">
                  <c:v>49.95506287</c:v>
                </c:pt>
                <c:pt idx="3207">
                  <c:v>49.95548572</c:v>
                </c:pt>
                <c:pt idx="3208">
                  <c:v>49.95576503</c:v>
                </c:pt>
                <c:pt idx="3209">
                  <c:v>49.95678918</c:v>
                </c:pt>
                <c:pt idx="3210">
                  <c:v>49.95827885</c:v>
                </c:pt>
                <c:pt idx="3211">
                  <c:v>49.95877075</c:v>
                </c:pt>
                <c:pt idx="3212">
                  <c:v>49.95918274</c:v>
                </c:pt>
                <c:pt idx="3213">
                  <c:v>49.95962886</c:v>
                </c:pt>
                <c:pt idx="3214">
                  <c:v>49.96014404</c:v>
                </c:pt>
                <c:pt idx="3215">
                  <c:v>49.96110535</c:v>
                </c:pt>
                <c:pt idx="3216">
                  <c:v>49.96174622</c:v>
                </c:pt>
                <c:pt idx="3217">
                  <c:v>49.96211243</c:v>
                </c:pt>
                <c:pt idx="3218">
                  <c:v>49.96279442</c:v>
                </c:pt>
                <c:pt idx="3219">
                  <c:v>49.96330261</c:v>
                </c:pt>
                <c:pt idx="3220">
                  <c:v>49.96619273</c:v>
                </c:pt>
                <c:pt idx="3221">
                  <c:v>49.96655273</c:v>
                </c:pt>
                <c:pt idx="3222">
                  <c:v>49.96696472</c:v>
                </c:pt>
                <c:pt idx="3223">
                  <c:v>49.96735654</c:v>
                </c:pt>
                <c:pt idx="3224">
                  <c:v>49.96772895</c:v>
                </c:pt>
                <c:pt idx="3225">
                  <c:v>49.96805482</c:v>
                </c:pt>
                <c:pt idx="3226">
                  <c:v>49.96847379</c:v>
                </c:pt>
                <c:pt idx="3227">
                  <c:v>49.96879578</c:v>
                </c:pt>
                <c:pt idx="3228">
                  <c:v>49.96917207</c:v>
                </c:pt>
                <c:pt idx="3229">
                  <c:v>49.96959104</c:v>
                </c:pt>
                <c:pt idx="3230">
                  <c:v>49.96959104</c:v>
                </c:pt>
                <c:pt idx="3231">
                  <c:v>49.97019622</c:v>
                </c:pt>
                <c:pt idx="3232">
                  <c:v>49.97053528</c:v>
                </c:pt>
                <c:pt idx="3233">
                  <c:v>49.97094106</c:v>
                </c:pt>
                <c:pt idx="3234">
                  <c:v>49.97108459</c:v>
                </c:pt>
                <c:pt idx="3235">
                  <c:v>49.97159279</c:v>
                </c:pt>
                <c:pt idx="3236">
                  <c:v>49.97191866</c:v>
                </c:pt>
                <c:pt idx="3237">
                  <c:v>49.97252383</c:v>
                </c:pt>
                <c:pt idx="3238">
                  <c:v>49.97268677</c:v>
                </c:pt>
                <c:pt idx="3239">
                  <c:v>49.97351074</c:v>
                </c:pt>
                <c:pt idx="3240">
                  <c:v>49.97368764</c:v>
                </c:pt>
                <c:pt idx="3241">
                  <c:v>49.97447205</c:v>
                </c:pt>
                <c:pt idx="3242">
                  <c:v>49.97485145</c:v>
                </c:pt>
                <c:pt idx="3243">
                  <c:v>49.97511292</c:v>
                </c:pt>
                <c:pt idx="3244">
                  <c:v>49.9755249</c:v>
                </c:pt>
                <c:pt idx="3245">
                  <c:v>49.97589111</c:v>
                </c:pt>
                <c:pt idx="3246">
                  <c:v>49.97615491</c:v>
                </c:pt>
                <c:pt idx="3247">
                  <c:v>49.97634888</c:v>
                </c:pt>
                <c:pt idx="3248">
                  <c:v>49.97680664</c:v>
                </c:pt>
                <c:pt idx="3249">
                  <c:v>49.97713251</c:v>
                </c:pt>
                <c:pt idx="3250">
                  <c:v>49.97740173</c:v>
                </c:pt>
                <c:pt idx="3251">
                  <c:v>49.97778424</c:v>
                </c:pt>
                <c:pt idx="3252">
                  <c:v>49.97813416</c:v>
                </c:pt>
                <c:pt idx="3253">
                  <c:v>49.97829631</c:v>
                </c:pt>
                <c:pt idx="3254">
                  <c:v>49.97932434</c:v>
                </c:pt>
                <c:pt idx="3255">
                  <c:v>49.9797821</c:v>
                </c:pt>
                <c:pt idx="3256">
                  <c:v>49.97997219</c:v>
                </c:pt>
                <c:pt idx="3257">
                  <c:v>49.9801584</c:v>
                </c:pt>
                <c:pt idx="3258">
                  <c:v>49.98081013</c:v>
                </c:pt>
                <c:pt idx="3259">
                  <c:v>49.98124695</c:v>
                </c:pt>
                <c:pt idx="3260">
                  <c:v>49.98156738</c:v>
                </c:pt>
                <c:pt idx="3261">
                  <c:v>49.98188782</c:v>
                </c:pt>
                <c:pt idx="3262">
                  <c:v>49.98220825</c:v>
                </c:pt>
                <c:pt idx="3263">
                  <c:v>49.98252869</c:v>
                </c:pt>
                <c:pt idx="3264">
                  <c:v>49.98284912</c:v>
                </c:pt>
                <c:pt idx="3265">
                  <c:v>49.9831843</c:v>
                </c:pt>
                <c:pt idx="3266">
                  <c:v>49.98351016</c:v>
                </c:pt>
                <c:pt idx="3267">
                  <c:v>49.9838562</c:v>
                </c:pt>
                <c:pt idx="3268">
                  <c:v>49.98411534</c:v>
                </c:pt>
                <c:pt idx="3269">
                  <c:v>49.98426819</c:v>
                </c:pt>
                <c:pt idx="3270">
                  <c:v>49.98476707</c:v>
                </c:pt>
                <c:pt idx="3271">
                  <c:v>49.98509216</c:v>
                </c:pt>
                <c:pt idx="3272">
                  <c:v>49.9854126</c:v>
                </c:pt>
                <c:pt idx="3273">
                  <c:v>49.98579122</c:v>
                </c:pt>
                <c:pt idx="3274">
                  <c:v>49.98591614</c:v>
                </c:pt>
                <c:pt idx="3275">
                  <c:v>49.98634985</c:v>
                </c:pt>
                <c:pt idx="3276">
                  <c:v>49.98667572</c:v>
                </c:pt>
                <c:pt idx="3277">
                  <c:v>49.98696899</c:v>
                </c:pt>
                <c:pt idx="3278">
                  <c:v>49.98728943</c:v>
                </c:pt>
                <c:pt idx="3279">
                  <c:v>49.98756021</c:v>
                </c:pt>
                <c:pt idx="3280">
                  <c:v>49.98793263</c:v>
                </c:pt>
                <c:pt idx="3281">
                  <c:v>49.98834229</c:v>
                </c:pt>
                <c:pt idx="3282">
                  <c:v>49.98866272</c:v>
                </c:pt>
                <c:pt idx="3283">
                  <c:v>49.98893738</c:v>
                </c:pt>
                <c:pt idx="3284">
                  <c:v>49.98925781</c:v>
                </c:pt>
                <c:pt idx="3285">
                  <c:v>49.98956195</c:v>
                </c:pt>
                <c:pt idx="3286">
                  <c:v>49.98985291</c:v>
                </c:pt>
                <c:pt idx="3287">
                  <c:v>49.99012756</c:v>
                </c:pt>
                <c:pt idx="3288">
                  <c:v>49.990448</c:v>
                </c:pt>
                <c:pt idx="3289">
                  <c:v>49.99076843</c:v>
                </c:pt>
                <c:pt idx="3290">
                  <c:v>49.99099731</c:v>
                </c:pt>
                <c:pt idx="3291">
                  <c:v>49.99128439</c:v>
                </c:pt>
                <c:pt idx="3292">
                  <c:v>49.99161025</c:v>
                </c:pt>
                <c:pt idx="3293">
                  <c:v>49.99207577</c:v>
                </c:pt>
                <c:pt idx="3294">
                  <c:v>49.99226198</c:v>
                </c:pt>
                <c:pt idx="3295">
                  <c:v>49.9925413</c:v>
                </c:pt>
                <c:pt idx="3296">
                  <c:v>49.99287415</c:v>
                </c:pt>
                <c:pt idx="3297">
                  <c:v>49.99319303</c:v>
                </c:pt>
                <c:pt idx="3298">
                  <c:v>49.99346924</c:v>
                </c:pt>
                <c:pt idx="3299">
                  <c:v>49.99384476</c:v>
                </c:pt>
                <c:pt idx="3300">
                  <c:v>49.99415588</c:v>
                </c:pt>
                <c:pt idx="3301">
                  <c:v>49.99447632</c:v>
                </c:pt>
                <c:pt idx="3302">
                  <c:v>49.99472925</c:v>
                </c:pt>
                <c:pt idx="3303">
                  <c:v>49.99505512</c:v>
                </c:pt>
                <c:pt idx="3304">
                  <c:v>49.99539185</c:v>
                </c:pt>
                <c:pt idx="3305">
                  <c:v>49.9956603</c:v>
                </c:pt>
                <c:pt idx="3306">
                  <c:v>49.99598616</c:v>
                </c:pt>
                <c:pt idx="3307">
                  <c:v>49.9962616</c:v>
                </c:pt>
                <c:pt idx="3308">
                  <c:v>49.99654479</c:v>
                </c:pt>
                <c:pt idx="3309">
                  <c:v>49.99690247</c:v>
                </c:pt>
                <c:pt idx="3310">
                  <c:v>49.99717712</c:v>
                </c:pt>
                <c:pt idx="3311">
                  <c:v>49.99747583</c:v>
                </c:pt>
                <c:pt idx="3312">
                  <c:v>49.9977086</c:v>
                </c:pt>
                <c:pt idx="3313">
                  <c:v>49.9980011</c:v>
                </c:pt>
                <c:pt idx="3314">
                  <c:v>49.99832153</c:v>
                </c:pt>
                <c:pt idx="3315">
                  <c:v>49.99859309</c:v>
                </c:pt>
                <c:pt idx="3316">
                  <c:v>49.9988724</c:v>
                </c:pt>
                <c:pt idx="3317">
                  <c:v>49.99924482</c:v>
                </c:pt>
                <c:pt idx="3318">
                  <c:v>49.9995575</c:v>
                </c:pt>
                <c:pt idx="3319">
                  <c:v>49.9997406</c:v>
                </c:pt>
                <c:pt idx="3320">
                  <c:v>49.99985</c:v>
                </c:pt>
                <c:pt idx="3321">
                  <c:v>50.00061035</c:v>
                </c:pt>
                <c:pt idx="3322">
                  <c:v>50.00087415</c:v>
                </c:pt>
                <c:pt idx="3323">
                  <c:v>50.00143433</c:v>
                </c:pt>
                <c:pt idx="3324">
                  <c:v>50.00175864</c:v>
                </c:pt>
                <c:pt idx="3325">
                  <c:v>50.00231727</c:v>
                </c:pt>
                <c:pt idx="3326">
                  <c:v>50.00248718</c:v>
                </c:pt>
                <c:pt idx="3327">
                  <c:v>50.00301555</c:v>
                </c:pt>
                <c:pt idx="3328">
                  <c:v>50.00312805</c:v>
                </c:pt>
                <c:pt idx="3329">
                  <c:v>50.00386047</c:v>
                </c:pt>
                <c:pt idx="3330">
                  <c:v>50.00404358</c:v>
                </c:pt>
                <c:pt idx="3331">
                  <c:v>50.00464488</c:v>
                </c:pt>
                <c:pt idx="3332">
                  <c:v>50.00497074</c:v>
                </c:pt>
                <c:pt idx="3333">
                  <c:v>50.00497074</c:v>
                </c:pt>
                <c:pt idx="3334">
                  <c:v>50.00550842</c:v>
                </c:pt>
                <c:pt idx="3335">
                  <c:v>50.00562248</c:v>
                </c:pt>
                <c:pt idx="3336">
                  <c:v>50.00604145</c:v>
                </c:pt>
                <c:pt idx="3337">
                  <c:v>50.00669318</c:v>
                </c:pt>
                <c:pt idx="3338">
                  <c:v>50.00678628</c:v>
                </c:pt>
                <c:pt idx="3339">
                  <c:v>50.00720525</c:v>
                </c:pt>
                <c:pt idx="3340">
                  <c:v>50.00762422</c:v>
                </c:pt>
                <c:pt idx="3341">
                  <c:v>50.00834656</c:v>
                </c:pt>
                <c:pt idx="3342">
                  <c:v>50.00902079</c:v>
                </c:pt>
                <c:pt idx="3343">
                  <c:v>50.00935364</c:v>
                </c:pt>
                <c:pt idx="3344">
                  <c:v>50.0101846</c:v>
                </c:pt>
                <c:pt idx="3345">
                  <c:v>50.01088288</c:v>
                </c:pt>
                <c:pt idx="3346">
                  <c:v>50.01097598</c:v>
                </c:pt>
                <c:pt idx="3347">
                  <c:v>50.01162771</c:v>
                </c:pt>
                <c:pt idx="3348">
                  <c:v>50.01200867</c:v>
                </c:pt>
                <c:pt idx="3349">
                  <c:v>50.01246565</c:v>
                </c:pt>
                <c:pt idx="3350">
                  <c:v>50.01260376</c:v>
                </c:pt>
                <c:pt idx="3351">
                  <c:v>50.01278687</c:v>
                </c:pt>
                <c:pt idx="3352">
                  <c:v>50.01351929</c:v>
                </c:pt>
                <c:pt idx="3353">
                  <c:v>50.01372257</c:v>
                </c:pt>
                <c:pt idx="3354">
                  <c:v>50.01386222</c:v>
                </c:pt>
                <c:pt idx="3355">
                  <c:v>50.0144674</c:v>
                </c:pt>
                <c:pt idx="3356">
                  <c:v>50.01461792</c:v>
                </c:pt>
                <c:pt idx="3357">
                  <c:v>50.01488637</c:v>
                </c:pt>
                <c:pt idx="3358">
                  <c:v>50.01512146</c:v>
                </c:pt>
                <c:pt idx="3359">
                  <c:v>50.01539612</c:v>
                </c:pt>
                <c:pt idx="3360">
                  <c:v>50.01591052</c:v>
                </c:pt>
                <c:pt idx="3361">
                  <c:v>50.01614328</c:v>
                </c:pt>
                <c:pt idx="3362">
                  <c:v>50.01632949</c:v>
                </c:pt>
                <c:pt idx="3363">
                  <c:v>50.01644897</c:v>
                </c:pt>
                <c:pt idx="3364">
                  <c:v>50.01708984</c:v>
                </c:pt>
                <c:pt idx="3365">
                  <c:v>50.01730709</c:v>
                </c:pt>
                <c:pt idx="3366">
                  <c:v>50.01777649</c:v>
                </c:pt>
                <c:pt idx="3367">
                  <c:v>50.01850891</c:v>
                </c:pt>
                <c:pt idx="3368">
                  <c:v>50.01861055</c:v>
                </c:pt>
                <c:pt idx="3369">
                  <c:v>50.01884331</c:v>
                </c:pt>
                <c:pt idx="3370">
                  <c:v>50.019104</c:v>
                </c:pt>
                <c:pt idx="3371">
                  <c:v>50.01933289</c:v>
                </c:pt>
                <c:pt idx="3372">
                  <c:v>50.01958815</c:v>
                </c:pt>
                <c:pt idx="3373">
                  <c:v>50.01979065</c:v>
                </c:pt>
                <c:pt idx="3374">
                  <c:v>50.01991401</c:v>
                </c:pt>
                <c:pt idx="3375">
                  <c:v>50.02061462</c:v>
                </c:pt>
                <c:pt idx="3376">
                  <c:v>50.02107239</c:v>
                </c:pt>
                <c:pt idx="3377">
                  <c:v>50.02117092</c:v>
                </c:pt>
                <c:pt idx="3378">
                  <c:v>50.02189636</c:v>
                </c:pt>
                <c:pt idx="3379">
                  <c:v>50.02233473</c:v>
                </c:pt>
                <c:pt idx="3380">
                  <c:v>50.02354509</c:v>
                </c:pt>
                <c:pt idx="3381">
                  <c:v>50.02377319</c:v>
                </c:pt>
                <c:pt idx="3382">
                  <c:v>50.02427673</c:v>
                </c:pt>
                <c:pt idx="3383">
                  <c:v>50.03155207</c:v>
                </c:pt>
                <c:pt idx="3384">
                  <c:v>50.03201294</c:v>
                </c:pt>
                <c:pt idx="3385">
                  <c:v>50.03252967</c:v>
                </c:pt>
                <c:pt idx="3386">
                  <c:v>50.03265381</c:v>
                </c:pt>
                <c:pt idx="3387">
                  <c:v>50.03341416</c:v>
                </c:pt>
                <c:pt idx="3388">
                  <c:v>50.03347778</c:v>
                </c:pt>
                <c:pt idx="3389">
                  <c:v>50.03369348</c:v>
                </c:pt>
                <c:pt idx="3390">
                  <c:v>50.03388977</c:v>
                </c:pt>
                <c:pt idx="3391">
                  <c:v>50.03411865</c:v>
                </c:pt>
                <c:pt idx="3392">
                  <c:v>50.03430176</c:v>
                </c:pt>
                <c:pt idx="3393">
                  <c:v>50.03457797</c:v>
                </c:pt>
                <c:pt idx="3394">
                  <c:v>50.0348053</c:v>
                </c:pt>
                <c:pt idx="3395">
                  <c:v>50.0349884</c:v>
                </c:pt>
                <c:pt idx="3396">
                  <c:v>50.03513659</c:v>
                </c:pt>
                <c:pt idx="3397">
                  <c:v>50.03521729</c:v>
                </c:pt>
                <c:pt idx="3398">
                  <c:v>50.03546246</c:v>
                </c:pt>
                <c:pt idx="3399">
                  <c:v>50.03581238</c:v>
                </c:pt>
              </c:numCache>
            </c:numRef>
          </c:y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scatterChart>
      <c:valAx>
        <c:axId val="48672768"/>
        <c:scaling>
          <c:orientation val="minMax"/>
          <c:max val="52.4"/>
          <c:min val="49.7"/>
        </c:scaling>
        <c:delete val="0"/>
        <c:axPos val="l"/>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Latitude (degrees north)</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majorUnit val="0.5"/>
      </c:valAx>
      <c:valAx>
        <c:axId val="48650112"/>
        <c:scaling>
          <c:orientation val="minMax"/>
          <c:max val="9.4"/>
          <c:min val="-1"/>
        </c:scaling>
        <c:delete val="0"/>
        <c:axPos val="b"/>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Longitude (degrees east)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F46"/>
              </a:solidFill>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Nearest medoid (cluster 2)</c:v>
          </c:tx>
          <c:spPr>
            <a:ln xmlns:a="http://schemas.openxmlformats.org/drawingml/2006/main" w="23813">
              <a:solidFill>
                <a:srgbClr val="E28726"/>
              </a:solidFill>
            </a:ln>
          </c:spPr>
          <c:marker>
            <c:symbol val="none"/>
          </c:marker>
          <c:xVal>
            <c:numRef>
              <c:f>'Chart Data'!$A$2:$A$3217</c:f>
              <c:numCache>
                <c:formatCode>General</c:formatCode>
                <c:ptCount val="3216"/>
                <c:pt idx="0">
                  <c:v>-0.45890808</c:v>
                </c:pt>
                <c:pt idx="1">
                  <c:v>-0.45838227</c:v>
                </c:pt>
                <c:pt idx="2">
                  <c:v>-0.45639038</c:v>
                </c:pt>
                <c:pt idx="3">
                  <c:v>-0.45532227</c:v>
                </c:pt>
                <c:pt idx="4">
                  <c:v>-0.45429951</c:v>
                </c:pt>
                <c:pt idx="5">
                  <c:v>-0.4533345</c:v>
                </c:pt>
                <c:pt idx="6">
                  <c:v>-0.45188904</c:v>
                </c:pt>
                <c:pt idx="7">
                  <c:v>-0.4510498</c:v>
                </c:pt>
                <c:pt idx="8">
                  <c:v>-0.45006829</c:v>
                </c:pt>
                <c:pt idx="9">
                  <c:v>-0.44898987</c:v>
                </c:pt>
                <c:pt idx="10">
                  <c:v>-0.4477671</c:v>
                </c:pt>
                <c:pt idx="11">
                  <c:v>-0.44576284</c:v>
                </c:pt>
                <c:pt idx="12">
                  <c:v>-0.44464936</c:v>
                </c:pt>
                <c:pt idx="13">
                  <c:v>-0.44346165</c:v>
                </c:pt>
                <c:pt idx="14">
                  <c:v>-0.4426451</c:v>
                </c:pt>
                <c:pt idx="15">
                  <c:v>-0.44145739</c:v>
                </c:pt>
                <c:pt idx="16">
                  <c:v>-0.44021606</c:v>
                </c:pt>
                <c:pt idx="17">
                  <c:v>-0.43967582</c:v>
                </c:pt>
                <c:pt idx="18">
                  <c:v>-0.43823242</c:v>
                </c:pt>
                <c:pt idx="19">
                  <c:v>-0.43700347</c:v>
                </c:pt>
                <c:pt idx="20">
                  <c:v>-0.4360199</c:v>
                </c:pt>
                <c:pt idx="21">
                  <c:v>-0.4347229</c:v>
                </c:pt>
                <c:pt idx="22">
                  <c:v>-0.4335022</c:v>
                </c:pt>
                <c:pt idx="23">
                  <c:v>-0.43281555</c:v>
                </c:pt>
                <c:pt idx="24">
                  <c:v>-0.43174744</c:v>
                </c:pt>
                <c:pt idx="25">
                  <c:v>-0.42999268</c:v>
                </c:pt>
                <c:pt idx="26">
                  <c:v>-0.42943181</c:v>
                </c:pt>
                <c:pt idx="27">
                  <c:v>-0.42793274</c:v>
                </c:pt>
                <c:pt idx="28">
                  <c:v>-0.42671204</c:v>
                </c:pt>
                <c:pt idx="29">
                  <c:v>-0.42564598</c:v>
                </c:pt>
                <c:pt idx="30">
                  <c:v>-0.42457581</c:v>
                </c:pt>
                <c:pt idx="31">
                  <c:v>-0.42319633</c:v>
                </c:pt>
                <c:pt idx="32">
                  <c:v>-0.42223131</c:v>
                </c:pt>
                <c:pt idx="33">
                  <c:v>-0.42089514</c:v>
                </c:pt>
                <c:pt idx="34">
                  <c:v>-0.41970743</c:v>
                </c:pt>
                <c:pt idx="35">
                  <c:v>-0.41862488</c:v>
                </c:pt>
                <c:pt idx="36">
                  <c:v>-0.41732788</c:v>
                </c:pt>
                <c:pt idx="37">
                  <c:v>-0.41621853</c:v>
                </c:pt>
                <c:pt idx="38">
                  <c:v>-0.41503081</c:v>
                </c:pt>
                <c:pt idx="39">
                  <c:v>-0.41376887</c:v>
                </c:pt>
                <c:pt idx="40">
                  <c:v>-0.41258116</c:v>
                </c:pt>
                <c:pt idx="41">
                  <c:v>-0.41152954</c:v>
                </c:pt>
                <c:pt idx="42">
                  <c:v>-0.41030884</c:v>
                </c:pt>
                <c:pt idx="43">
                  <c:v>-0.40931495</c:v>
                </c:pt>
                <c:pt idx="44">
                  <c:v>-0.40820148</c:v>
                </c:pt>
                <c:pt idx="45">
                  <c:v>-0.4069519</c:v>
                </c:pt>
                <c:pt idx="46">
                  <c:v>-0.40582605</c:v>
                </c:pt>
                <c:pt idx="47">
                  <c:v>-0.40463834</c:v>
                </c:pt>
                <c:pt idx="48">
                  <c:v>-0.40344238</c:v>
                </c:pt>
                <c:pt idx="49">
                  <c:v>-0.40226292</c:v>
                </c:pt>
                <c:pt idx="50">
                  <c:v>-0.40100098</c:v>
                </c:pt>
                <c:pt idx="51">
                  <c:v>-0.39996173</c:v>
                </c:pt>
                <c:pt idx="52">
                  <c:v>-0.3993988</c:v>
                </c:pt>
                <c:pt idx="53">
                  <c:v>-0.39795747</c:v>
                </c:pt>
                <c:pt idx="54">
                  <c:v>-0.39642334</c:v>
                </c:pt>
                <c:pt idx="55">
                  <c:v>-0.39535935</c:v>
                </c:pt>
                <c:pt idx="56">
                  <c:v>-0.39409741</c:v>
                </c:pt>
                <c:pt idx="57">
                  <c:v>-0.39290969</c:v>
                </c:pt>
                <c:pt idx="58">
                  <c:v>-0.39164775</c:v>
                </c:pt>
                <c:pt idx="59">
                  <c:v>-0.39068274</c:v>
                </c:pt>
                <c:pt idx="60">
                  <c:v>-0.38948059</c:v>
                </c:pt>
                <c:pt idx="61">
                  <c:v>-0.38825989</c:v>
                </c:pt>
                <c:pt idx="62">
                  <c:v>-0.38696289</c:v>
                </c:pt>
                <c:pt idx="63">
                  <c:v>-0.38556073</c:v>
                </c:pt>
                <c:pt idx="64">
                  <c:v>-0.38459572</c:v>
                </c:pt>
                <c:pt idx="65">
                  <c:v>-0.38355647</c:v>
                </c:pt>
                <c:pt idx="66">
                  <c:v>-0.38170067</c:v>
                </c:pt>
                <c:pt idx="67">
                  <c:v>-0.3805542</c:v>
                </c:pt>
                <c:pt idx="68">
                  <c:v>-0.37939948</c:v>
                </c:pt>
                <c:pt idx="69">
                  <c:v>-0.37811279</c:v>
                </c:pt>
                <c:pt idx="70">
                  <c:v>-0.37704468</c:v>
                </c:pt>
                <c:pt idx="71">
                  <c:v>-0.37574768</c:v>
                </c:pt>
                <c:pt idx="72">
                  <c:v>-0.37442594</c:v>
                </c:pt>
                <c:pt idx="73">
                  <c:v>-0.37257014</c:v>
                </c:pt>
                <c:pt idx="74">
                  <c:v>-0.37132263</c:v>
                </c:pt>
                <c:pt idx="75">
                  <c:v>-0.36997202</c:v>
                </c:pt>
                <c:pt idx="76">
                  <c:v>-0.36636353</c:v>
                </c:pt>
                <c:pt idx="77">
                  <c:v>-0.36418193</c:v>
                </c:pt>
                <c:pt idx="78">
                  <c:v>-0.3629303</c:v>
                </c:pt>
                <c:pt idx="79">
                  <c:v>-0.36186218</c:v>
                </c:pt>
                <c:pt idx="80">
                  <c:v>-0.3603363</c:v>
                </c:pt>
                <c:pt idx="81">
                  <c:v>-0.35839184</c:v>
                </c:pt>
                <c:pt idx="82">
                  <c:v>-0.35727836</c:v>
                </c:pt>
                <c:pt idx="83">
                  <c:v>-0.35571949</c:v>
                </c:pt>
                <c:pt idx="84">
                  <c:v>-0.35416062</c:v>
                </c:pt>
                <c:pt idx="85">
                  <c:v>-0.35245328</c:v>
                </c:pt>
                <c:pt idx="86">
                  <c:v>-0.35082018</c:v>
                </c:pt>
                <c:pt idx="87">
                  <c:v>-0.34942627</c:v>
                </c:pt>
                <c:pt idx="88">
                  <c:v>-0.34740551</c:v>
                </c:pt>
                <c:pt idx="89">
                  <c:v>-0.34577241</c:v>
                </c:pt>
                <c:pt idx="90">
                  <c:v>-0.34413931</c:v>
                </c:pt>
                <c:pt idx="91">
                  <c:v>-0.34248352</c:v>
                </c:pt>
                <c:pt idx="92">
                  <c:v>-0.34072876</c:v>
                </c:pt>
                <c:pt idx="93">
                  <c:v>-0.33886884</c:v>
                </c:pt>
                <c:pt idx="94">
                  <c:v>-0.33729553</c:v>
                </c:pt>
                <c:pt idx="95">
                  <c:v>-0.33560263</c:v>
                </c:pt>
                <c:pt idx="96">
                  <c:v>-0.33401489</c:v>
                </c:pt>
                <c:pt idx="97">
                  <c:v>-0.3320395</c:v>
                </c:pt>
                <c:pt idx="98">
                  <c:v>-0.33010947</c:v>
                </c:pt>
                <c:pt idx="99">
                  <c:v>-0.32852173</c:v>
                </c:pt>
                <c:pt idx="100">
                  <c:v>-0.3266948</c:v>
                </c:pt>
                <c:pt idx="101">
                  <c:v>-0.32528439</c:v>
                </c:pt>
                <c:pt idx="102">
                  <c:v>-0.32342859</c:v>
                </c:pt>
                <c:pt idx="103">
                  <c:v>-0.32165527</c:v>
                </c:pt>
                <c:pt idx="104">
                  <c:v>-0.31964276</c:v>
                </c:pt>
                <c:pt idx="105">
                  <c:v>-0.31823236</c:v>
                </c:pt>
                <c:pt idx="106">
                  <c:v>-0.31548577</c:v>
                </c:pt>
                <c:pt idx="107">
                  <c:v>-0.31407537</c:v>
                </c:pt>
                <c:pt idx="108">
                  <c:v>-0.31204224</c:v>
                </c:pt>
                <c:pt idx="109">
                  <c:v>-0.310438</c:v>
                </c:pt>
                <c:pt idx="110">
                  <c:v>-0.30835951</c:v>
                </c:pt>
                <c:pt idx="111">
                  <c:v>-0.30677795</c:v>
                </c:pt>
                <c:pt idx="112">
                  <c:v>-0.30548096</c:v>
                </c:pt>
                <c:pt idx="113">
                  <c:v>-0.3034602</c:v>
                </c:pt>
                <c:pt idx="114">
                  <c:v>-0.30143738</c:v>
                </c:pt>
                <c:pt idx="115">
                  <c:v>-0.29945374</c:v>
                </c:pt>
                <c:pt idx="116">
                  <c:v>-0.29762268</c:v>
                </c:pt>
                <c:pt idx="117">
                  <c:v>-0.29559161</c:v>
                </c:pt>
                <c:pt idx="118">
                  <c:v>-0.29396057</c:v>
                </c:pt>
                <c:pt idx="119">
                  <c:v>-0.29266357</c:v>
                </c:pt>
                <c:pt idx="120">
                  <c:v>-0.29083252</c:v>
                </c:pt>
                <c:pt idx="121">
                  <c:v>-0.28877258</c:v>
                </c:pt>
                <c:pt idx="122">
                  <c:v>-0.28712917</c:v>
                </c:pt>
                <c:pt idx="123">
                  <c:v>-0.28541565</c:v>
                </c:pt>
                <c:pt idx="124">
                  <c:v>-0.28245256</c:v>
                </c:pt>
                <c:pt idx="125">
                  <c:v>-0.28059676</c:v>
                </c:pt>
                <c:pt idx="126">
                  <c:v>-0.27911212</c:v>
                </c:pt>
                <c:pt idx="127">
                  <c:v>-0.27718209</c:v>
                </c:pt>
                <c:pt idx="128">
                  <c:v>-0.27510359</c:v>
                </c:pt>
                <c:pt idx="129">
                  <c:v>-0.2734375</c:v>
                </c:pt>
                <c:pt idx="130">
                  <c:v>-0.27153015</c:v>
                </c:pt>
                <c:pt idx="131">
                  <c:v>-0.26961043</c:v>
                </c:pt>
                <c:pt idx="132">
                  <c:v>-0.26812579</c:v>
                </c:pt>
                <c:pt idx="133">
                  <c:v>-0.26619576</c:v>
                </c:pt>
                <c:pt idx="134">
                  <c:v>-0.26428223</c:v>
                </c:pt>
                <c:pt idx="135">
                  <c:v>-0.26218724</c:v>
                </c:pt>
                <c:pt idx="136">
                  <c:v>-0.26046753</c:v>
                </c:pt>
                <c:pt idx="137">
                  <c:v>-0.25856018</c:v>
                </c:pt>
                <c:pt idx="138">
                  <c:v>-0.25632291</c:v>
                </c:pt>
                <c:pt idx="139">
                  <c:v>-0.25439288</c:v>
                </c:pt>
                <c:pt idx="140">
                  <c:v>-0.25268555</c:v>
                </c:pt>
                <c:pt idx="141">
                  <c:v>-0.25054932</c:v>
                </c:pt>
                <c:pt idx="142">
                  <c:v>-0.24882549</c:v>
                </c:pt>
                <c:pt idx="143">
                  <c:v>-0.24673462</c:v>
                </c:pt>
                <c:pt idx="144">
                  <c:v>-0.24481696</c:v>
                </c:pt>
                <c:pt idx="145">
                  <c:v>-0.24288693</c:v>
                </c:pt>
                <c:pt idx="146">
                  <c:v>-0.24116516</c:v>
                </c:pt>
                <c:pt idx="147">
                  <c:v>-0.23947226</c:v>
                </c:pt>
                <c:pt idx="148">
                  <c:v>-0.23731953</c:v>
                </c:pt>
                <c:pt idx="149">
                  <c:v>-0.23546374</c:v>
                </c:pt>
                <c:pt idx="150">
                  <c:v>-0.2335337</c:v>
                </c:pt>
                <c:pt idx="151">
                  <c:v>-0.23197483</c:v>
                </c:pt>
                <c:pt idx="152">
                  <c:v>-0.23002625</c:v>
                </c:pt>
                <c:pt idx="153">
                  <c:v>-0.2281189</c:v>
                </c:pt>
                <c:pt idx="154">
                  <c:v>-0.22521973</c:v>
                </c:pt>
                <c:pt idx="155">
                  <c:v>-0.22407532</c:v>
                </c:pt>
                <c:pt idx="156">
                  <c:v>-0.22209167</c:v>
                </c:pt>
                <c:pt idx="157">
                  <c:v>-0.21995544</c:v>
                </c:pt>
                <c:pt idx="158">
                  <c:v>-0.21824192</c:v>
                </c:pt>
                <c:pt idx="159">
                  <c:v>-0.21606445</c:v>
                </c:pt>
                <c:pt idx="160">
                  <c:v>-0.21430969</c:v>
                </c:pt>
                <c:pt idx="161">
                  <c:v>-0.21222914</c:v>
                </c:pt>
                <c:pt idx="162">
                  <c:v>-0.20965576</c:v>
                </c:pt>
                <c:pt idx="163">
                  <c:v>-0.20812988</c:v>
                </c:pt>
                <c:pt idx="164">
                  <c:v>-0.20599365</c:v>
                </c:pt>
                <c:pt idx="165">
                  <c:v>-0.20477295</c:v>
                </c:pt>
                <c:pt idx="166">
                  <c:v>-0.20202637</c:v>
                </c:pt>
                <c:pt idx="167">
                  <c:v>-0.20027161</c:v>
                </c:pt>
                <c:pt idx="168">
                  <c:v>-0.19849623</c:v>
                </c:pt>
                <c:pt idx="169">
                  <c:v>-0.19638062</c:v>
                </c:pt>
                <c:pt idx="170">
                  <c:v>-0.19441347</c:v>
                </c:pt>
                <c:pt idx="171">
                  <c:v>-0.19256592</c:v>
                </c:pt>
                <c:pt idx="172">
                  <c:v>-0.19085034</c:v>
                </c:pt>
                <c:pt idx="173">
                  <c:v>-0.18882751</c:v>
                </c:pt>
                <c:pt idx="174">
                  <c:v>-0.1864624</c:v>
                </c:pt>
                <c:pt idx="175">
                  <c:v>-0.18447876</c:v>
                </c:pt>
                <c:pt idx="176">
                  <c:v>-0.182724</c:v>
                </c:pt>
                <c:pt idx="177">
                  <c:v>-0.18090325</c:v>
                </c:pt>
                <c:pt idx="178">
                  <c:v>-0.17868042</c:v>
                </c:pt>
                <c:pt idx="179">
                  <c:v>-0.1764679</c:v>
                </c:pt>
                <c:pt idx="180">
                  <c:v>-0.17448425</c:v>
                </c:pt>
                <c:pt idx="181">
                  <c:v>-0.17266351</c:v>
                </c:pt>
                <c:pt idx="182">
                  <c:v>-0.17051078</c:v>
                </c:pt>
                <c:pt idx="183">
                  <c:v>-0.16850652</c:v>
                </c:pt>
                <c:pt idx="184">
                  <c:v>-0.16670227</c:v>
                </c:pt>
                <c:pt idx="185">
                  <c:v>-0.16448975</c:v>
                </c:pt>
                <c:pt idx="186">
                  <c:v>-0.1626422</c:v>
                </c:pt>
                <c:pt idx="187">
                  <c:v>-0.16041524</c:v>
                </c:pt>
                <c:pt idx="188">
                  <c:v>-0.15841097</c:v>
                </c:pt>
                <c:pt idx="189">
                  <c:v>-0.15640671</c:v>
                </c:pt>
                <c:pt idx="190">
                  <c:v>-0.15396118</c:v>
                </c:pt>
                <c:pt idx="191">
                  <c:v>-0.15396118</c:v>
                </c:pt>
                <c:pt idx="192">
                  <c:v>-0.15029907</c:v>
                </c:pt>
                <c:pt idx="193">
                  <c:v>-0.14831543</c:v>
                </c:pt>
                <c:pt idx="194">
                  <c:v>-0.14623694</c:v>
                </c:pt>
                <c:pt idx="195">
                  <c:v>-0.14423267</c:v>
                </c:pt>
                <c:pt idx="196">
                  <c:v>-0.14221191</c:v>
                </c:pt>
                <c:pt idx="197">
                  <c:v>-0.14015198</c:v>
                </c:pt>
                <c:pt idx="198">
                  <c:v>-0.1385498</c:v>
                </c:pt>
                <c:pt idx="199">
                  <c:v>-0.13651255</c:v>
                </c:pt>
                <c:pt idx="200">
                  <c:v>-0.13465881</c:v>
                </c:pt>
                <c:pt idx="201">
                  <c:v>-0.13242979</c:v>
                </c:pt>
                <c:pt idx="202">
                  <c:v>-0.13057399</c:v>
                </c:pt>
                <c:pt idx="203">
                  <c:v>-0.1284955</c:v>
                </c:pt>
                <c:pt idx="204">
                  <c:v>-0.12560045</c:v>
                </c:pt>
                <c:pt idx="205">
                  <c:v>-0.12382507</c:v>
                </c:pt>
                <c:pt idx="206">
                  <c:v>-0.12153625</c:v>
                </c:pt>
                <c:pt idx="207">
                  <c:v>-0.1196619</c:v>
                </c:pt>
                <c:pt idx="208">
                  <c:v>-0.11779785</c:v>
                </c:pt>
                <c:pt idx="209">
                  <c:v>-0.11572761</c:v>
                </c:pt>
                <c:pt idx="210">
                  <c:v>-0.11390686</c:v>
                </c:pt>
                <c:pt idx="211">
                  <c:v>-0.11097676</c:v>
                </c:pt>
                <c:pt idx="212">
                  <c:v>-0.10889827</c:v>
                </c:pt>
                <c:pt idx="213">
                  <c:v>-0.10719093</c:v>
                </c:pt>
                <c:pt idx="214">
                  <c:v>-0.10496397</c:v>
                </c:pt>
                <c:pt idx="215">
                  <c:v>-0.10281125</c:v>
                </c:pt>
                <c:pt idx="216">
                  <c:v>-0.1015493</c:v>
                </c:pt>
                <c:pt idx="217">
                  <c:v>-0.09925842</c:v>
                </c:pt>
                <c:pt idx="218">
                  <c:v>-0.0969696</c:v>
                </c:pt>
                <c:pt idx="219">
                  <c:v>-0.09509112</c:v>
                </c:pt>
                <c:pt idx="220">
                  <c:v>-0.09239197</c:v>
                </c:pt>
                <c:pt idx="221">
                  <c:v>-0.09002686</c:v>
                </c:pt>
                <c:pt idx="222">
                  <c:v>-0.08811332</c:v>
                </c:pt>
                <c:pt idx="223">
                  <c:v>-0.08648022</c:v>
                </c:pt>
                <c:pt idx="224">
                  <c:v>-0.0841048</c:v>
                </c:pt>
                <c:pt idx="225">
                  <c:v>-0.08195207</c:v>
                </c:pt>
                <c:pt idx="226">
                  <c:v>-0.08024473</c:v>
                </c:pt>
                <c:pt idx="227">
                  <c:v>-0.07786931</c:v>
                </c:pt>
                <c:pt idx="228">
                  <c:v>-0.07616198</c:v>
                </c:pt>
                <c:pt idx="229">
                  <c:v>-0.07311847</c:v>
                </c:pt>
                <c:pt idx="230">
                  <c:v>-0.07095337</c:v>
                </c:pt>
                <c:pt idx="231">
                  <c:v>-0.06912231</c:v>
                </c:pt>
                <c:pt idx="232">
                  <c:v>-0.06690979</c:v>
                </c:pt>
                <c:pt idx="233">
                  <c:v>-0.06446838</c:v>
                </c:pt>
                <c:pt idx="234">
                  <c:v>-0.06225586</c:v>
                </c:pt>
                <c:pt idx="235">
                  <c:v>-0.06027634</c:v>
                </c:pt>
                <c:pt idx="236">
                  <c:v>-0.0579834</c:v>
                </c:pt>
                <c:pt idx="237">
                  <c:v>-0.05597089</c:v>
                </c:pt>
                <c:pt idx="238">
                  <c:v>-0.0536697</c:v>
                </c:pt>
                <c:pt idx="239">
                  <c:v>-0.05114581</c:v>
                </c:pt>
                <c:pt idx="240">
                  <c:v>-0.04884462</c:v>
                </c:pt>
                <c:pt idx="241">
                  <c:v>-0.04654343</c:v>
                </c:pt>
                <c:pt idx="242">
                  <c:v>-0.04424224</c:v>
                </c:pt>
                <c:pt idx="243">
                  <c:v>-0.04164412</c:v>
                </c:pt>
                <c:pt idx="244">
                  <c:v>-0.03934293</c:v>
                </c:pt>
                <c:pt idx="245">
                  <c:v>-0.03696751</c:v>
                </c:pt>
                <c:pt idx="246">
                  <c:v>-0.03481478</c:v>
                </c:pt>
                <c:pt idx="247">
                  <c:v>-0.03199397</c:v>
                </c:pt>
                <c:pt idx="248">
                  <c:v>-0.02960205</c:v>
                </c:pt>
                <c:pt idx="249">
                  <c:v>-0.02716064</c:v>
                </c:pt>
                <c:pt idx="250">
                  <c:v>-0.02501617</c:v>
                </c:pt>
                <c:pt idx="251">
                  <c:v>-0.02204895</c:v>
                </c:pt>
                <c:pt idx="252">
                  <c:v>-0.02085918</c:v>
                </c:pt>
                <c:pt idx="253">
                  <c:v>-0.01815796</c:v>
                </c:pt>
                <c:pt idx="254">
                  <c:v>-0.01521755</c:v>
                </c:pt>
                <c:pt idx="255">
                  <c:v>-0.01296997</c:v>
                </c:pt>
                <c:pt idx="256">
                  <c:v>-0.01076363</c:v>
                </c:pt>
                <c:pt idx="257">
                  <c:v>-0.00801705</c:v>
                </c:pt>
                <c:pt idx="258">
                  <c:v>-0.00601279</c:v>
                </c:pt>
                <c:pt idx="259">
                  <c:v>-0.00252389</c:v>
                </c:pt>
                <c:pt idx="260">
                  <c:v>0.0002227</c:v>
                </c:pt>
                <c:pt idx="261">
                  <c:v>0.00282081</c:v>
                </c:pt>
                <c:pt idx="262">
                  <c:v>0.00404358</c:v>
                </c:pt>
                <c:pt idx="263">
                  <c:v>0.00712627</c:v>
                </c:pt>
                <c:pt idx="264">
                  <c:v>0.00965015</c:v>
                </c:pt>
                <c:pt idx="265">
                  <c:v>0.01224827</c:v>
                </c:pt>
                <c:pt idx="266">
                  <c:v>0.01484639</c:v>
                </c:pt>
                <c:pt idx="267">
                  <c:v>0.01739502</c:v>
                </c:pt>
                <c:pt idx="268">
                  <c:v>0.02006531</c:v>
                </c:pt>
                <c:pt idx="269">
                  <c:v>0.02212524</c:v>
                </c:pt>
                <c:pt idx="270">
                  <c:v>0.02601624</c:v>
                </c:pt>
                <c:pt idx="271">
                  <c:v>0.02731736</c:v>
                </c:pt>
                <c:pt idx="272">
                  <c:v>0.03051758</c:v>
                </c:pt>
                <c:pt idx="273">
                  <c:v>0.03257751</c:v>
                </c:pt>
                <c:pt idx="274">
                  <c:v>0.03631592</c:v>
                </c:pt>
                <c:pt idx="275">
                  <c:v>0.03867484</c:v>
                </c:pt>
                <c:pt idx="276">
                  <c:v>0.04180908</c:v>
                </c:pt>
                <c:pt idx="277">
                  <c:v>0.04424224</c:v>
                </c:pt>
                <c:pt idx="278">
                  <c:v>0.04713729</c:v>
                </c:pt>
                <c:pt idx="279">
                  <c:v>0.04980964</c:v>
                </c:pt>
                <c:pt idx="280">
                  <c:v>0.05218506</c:v>
                </c:pt>
                <c:pt idx="281">
                  <c:v>0.05508423</c:v>
                </c:pt>
                <c:pt idx="282">
                  <c:v>0.05745553</c:v>
                </c:pt>
                <c:pt idx="283">
                  <c:v>0.05989075</c:v>
                </c:pt>
                <c:pt idx="284">
                  <c:v>0.0625033</c:v>
                </c:pt>
                <c:pt idx="285">
                  <c:v>0.06492615</c:v>
                </c:pt>
                <c:pt idx="286">
                  <c:v>0.06732838</c:v>
                </c:pt>
                <c:pt idx="287">
                  <c:v>0.07049561</c:v>
                </c:pt>
                <c:pt idx="288">
                  <c:v>0.07316589</c:v>
                </c:pt>
                <c:pt idx="289">
                  <c:v>0.07591248</c:v>
                </c:pt>
                <c:pt idx="290">
                  <c:v>0.07881165</c:v>
                </c:pt>
                <c:pt idx="291">
                  <c:v>0.08128398</c:v>
                </c:pt>
                <c:pt idx="292">
                  <c:v>0.08395633</c:v>
                </c:pt>
                <c:pt idx="293">
                  <c:v>0.08692561</c:v>
                </c:pt>
                <c:pt idx="294">
                  <c:v>0.08959796</c:v>
                </c:pt>
                <c:pt idx="295">
                  <c:v>0.09101868</c:v>
                </c:pt>
                <c:pt idx="296">
                  <c:v>0.09399414</c:v>
                </c:pt>
                <c:pt idx="297">
                  <c:v>0.09719849</c:v>
                </c:pt>
                <c:pt idx="298">
                  <c:v>0.10017395</c:v>
                </c:pt>
                <c:pt idx="299">
                  <c:v>0.10292053</c:v>
                </c:pt>
                <c:pt idx="300">
                  <c:v>0.10513306</c:v>
                </c:pt>
                <c:pt idx="301">
                  <c:v>0.10787964</c:v>
                </c:pt>
                <c:pt idx="302">
                  <c:v>0.11164485</c:v>
                </c:pt>
                <c:pt idx="303">
                  <c:v>0.11306763</c:v>
                </c:pt>
                <c:pt idx="304">
                  <c:v>0.11580184</c:v>
                </c:pt>
                <c:pt idx="305">
                  <c:v>0.11878967</c:v>
                </c:pt>
                <c:pt idx="306">
                  <c:v>0.12181462</c:v>
                </c:pt>
                <c:pt idx="307">
                  <c:v>0.12485813</c:v>
                </c:pt>
                <c:pt idx="308">
                  <c:v>0.12760472</c:v>
                </c:pt>
                <c:pt idx="309">
                  <c:v>0.1303513</c:v>
                </c:pt>
                <c:pt idx="310">
                  <c:v>0.13366699</c:v>
                </c:pt>
                <c:pt idx="311">
                  <c:v>0.13614139</c:v>
                </c:pt>
                <c:pt idx="312">
                  <c:v>0.1386261</c:v>
                </c:pt>
                <c:pt idx="313">
                  <c:v>0.14111493</c:v>
                </c:pt>
                <c:pt idx="314">
                  <c:v>0.14389038</c:v>
                </c:pt>
                <c:pt idx="315">
                  <c:v>0.14671326</c:v>
                </c:pt>
                <c:pt idx="316">
                  <c:v>0.14942891</c:v>
                </c:pt>
                <c:pt idx="317">
                  <c:v>0.15197754</c:v>
                </c:pt>
                <c:pt idx="318">
                  <c:v>0.15586853</c:v>
                </c:pt>
                <c:pt idx="319">
                  <c:v>0.15722326</c:v>
                </c:pt>
                <c:pt idx="320">
                  <c:v>0.16059875</c:v>
                </c:pt>
                <c:pt idx="321">
                  <c:v>0.16342163</c:v>
                </c:pt>
                <c:pt idx="322">
                  <c:v>0.16642802</c:v>
                </c:pt>
                <c:pt idx="323">
                  <c:v>0.16983032</c:v>
                </c:pt>
                <c:pt idx="324">
                  <c:v>0.17204285</c:v>
                </c:pt>
                <c:pt idx="325">
                  <c:v>0.17425537</c:v>
                </c:pt>
                <c:pt idx="326">
                  <c:v>0.17730713</c:v>
                </c:pt>
                <c:pt idx="327">
                  <c:v>0.17986401</c:v>
                </c:pt>
                <c:pt idx="328">
                  <c:v>0.18295288</c:v>
                </c:pt>
                <c:pt idx="329">
                  <c:v>0.18569946</c:v>
                </c:pt>
                <c:pt idx="330">
                  <c:v>0.18854914</c:v>
                </c:pt>
                <c:pt idx="331">
                  <c:v>0.19188958</c:v>
                </c:pt>
                <c:pt idx="332">
                  <c:v>0.19411654</c:v>
                </c:pt>
                <c:pt idx="333">
                  <c:v>0.19693735</c:v>
                </c:pt>
                <c:pt idx="334">
                  <c:v>0.19946124</c:v>
                </c:pt>
                <c:pt idx="335">
                  <c:v>0.20195007</c:v>
                </c:pt>
                <c:pt idx="336">
                  <c:v>0.20477295</c:v>
                </c:pt>
                <c:pt idx="337">
                  <c:v>0.20814638</c:v>
                </c:pt>
                <c:pt idx="338">
                  <c:v>0.21156105</c:v>
                </c:pt>
                <c:pt idx="339">
                  <c:v>0.21408081</c:v>
                </c:pt>
                <c:pt idx="340">
                  <c:v>0.21690575</c:v>
                </c:pt>
                <c:pt idx="341">
                  <c:v>0.21972656</c:v>
                </c:pt>
                <c:pt idx="342">
                  <c:v>0.22254738</c:v>
                </c:pt>
                <c:pt idx="343">
                  <c:v>0.22566512</c:v>
                </c:pt>
                <c:pt idx="344">
                  <c:v>0.22848593</c:v>
                </c:pt>
                <c:pt idx="345">
                  <c:v>0.23132324</c:v>
                </c:pt>
                <c:pt idx="346">
                  <c:v>0.23390486</c:v>
                </c:pt>
                <c:pt idx="347">
                  <c:v>0.23696899</c:v>
                </c:pt>
                <c:pt idx="348">
                  <c:v>0.23986816</c:v>
                </c:pt>
                <c:pt idx="349">
                  <c:v>0.24185181</c:v>
                </c:pt>
                <c:pt idx="350">
                  <c:v>0.24467468</c:v>
                </c:pt>
                <c:pt idx="351">
                  <c:v>0.24719238</c:v>
                </c:pt>
                <c:pt idx="352">
                  <c:v>0.25008743</c:v>
                </c:pt>
                <c:pt idx="353">
                  <c:v>0.25320517</c:v>
                </c:pt>
                <c:pt idx="354">
                  <c:v>0.25602598</c:v>
                </c:pt>
                <c:pt idx="355">
                  <c:v>0.2588468</c:v>
                </c:pt>
                <c:pt idx="356">
                  <c:v>0.26203877</c:v>
                </c:pt>
                <c:pt idx="357">
                  <c:v>0.2645874</c:v>
                </c:pt>
                <c:pt idx="358">
                  <c:v>0.26827426</c:v>
                </c:pt>
                <c:pt idx="359">
                  <c:v>0.271392</c:v>
                </c:pt>
                <c:pt idx="360">
                  <c:v>0.27309933</c:v>
                </c:pt>
                <c:pt idx="361">
                  <c:v>0.27687073</c:v>
                </c:pt>
                <c:pt idx="362">
                  <c:v>0.27999878</c:v>
                </c:pt>
                <c:pt idx="363">
                  <c:v>0.28282166</c:v>
                </c:pt>
                <c:pt idx="364">
                  <c:v>0.28430836</c:v>
                </c:pt>
                <c:pt idx="365">
                  <c:v>0.2874261</c:v>
                </c:pt>
                <c:pt idx="366">
                  <c:v>0.28999329</c:v>
                </c:pt>
                <c:pt idx="367">
                  <c:v>0.29314196</c:v>
                </c:pt>
                <c:pt idx="368">
                  <c:v>0.29663086</c:v>
                </c:pt>
                <c:pt idx="369">
                  <c:v>0.29953003</c:v>
                </c:pt>
                <c:pt idx="370">
                  <c:v>0.30235291</c:v>
                </c:pt>
                <c:pt idx="371">
                  <c:v>0.30583562</c:v>
                </c:pt>
                <c:pt idx="372">
                  <c:v>0.30845642</c:v>
                </c:pt>
                <c:pt idx="373">
                  <c:v>0.31074524</c:v>
                </c:pt>
                <c:pt idx="374">
                  <c:v>0.31362998</c:v>
                </c:pt>
                <c:pt idx="375">
                  <c:v>0.31593117</c:v>
                </c:pt>
                <c:pt idx="376">
                  <c:v>0.32001392</c:v>
                </c:pt>
                <c:pt idx="377">
                  <c:v>0.3232059</c:v>
                </c:pt>
                <c:pt idx="378">
                  <c:v>0.32577515</c:v>
                </c:pt>
                <c:pt idx="379">
                  <c:v>0.32752991</c:v>
                </c:pt>
                <c:pt idx="380">
                  <c:v>0.33187866</c:v>
                </c:pt>
                <c:pt idx="381">
                  <c:v>0.33456338</c:v>
                </c:pt>
                <c:pt idx="382">
                  <c:v>0.33714294</c:v>
                </c:pt>
                <c:pt idx="383">
                  <c:v>0.34004211</c:v>
                </c:pt>
                <c:pt idx="384">
                  <c:v>0.34295159</c:v>
                </c:pt>
                <c:pt idx="385">
                  <c:v>0.34561157</c:v>
                </c:pt>
                <c:pt idx="386">
                  <c:v>0.34822206</c:v>
                </c:pt>
                <c:pt idx="387">
                  <c:v>0.35148827</c:v>
                </c:pt>
                <c:pt idx="388">
                  <c:v>0.3540802</c:v>
                </c:pt>
                <c:pt idx="389">
                  <c:v>0.35757529</c:v>
                </c:pt>
                <c:pt idx="390">
                  <c:v>0.36054457</c:v>
                </c:pt>
                <c:pt idx="391">
                  <c:v>0.36343961</c:v>
                </c:pt>
                <c:pt idx="392">
                  <c:v>0.36663159</c:v>
                </c:pt>
                <c:pt idx="393">
                  <c:v>0.36960086</c:v>
                </c:pt>
                <c:pt idx="394">
                  <c:v>0.37101746</c:v>
                </c:pt>
                <c:pt idx="395">
                  <c:v>0.37483215</c:v>
                </c:pt>
                <c:pt idx="396">
                  <c:v>0.37746945</c:v>
                </c:pt>
                <c:pt idx="397">
                  <c:v>0.38009644</c:v>
                </c:pt>
                <c:pt idx="398">
                  <c:v>0.38299561</c:v>
                </c:pt>
                <c:pt idx="399">
                  <c:v>0.38627625</c:v>
                </c:pt>
                <c:pt idx="400">
                  <c:v>0.38949502</c:v>
                </c:pt>
                <c:pt idx="401">
                  <c:v>0.39239007</c:v>
                </c:pt>
                <c:pt idx="402">
                  <c:v>0.39558204</c:v>
                </c:pt>
                <c:pt idx="403">
                  <c:v>0.39855132</c:v>
                </c:pt>
                <c:pt idx="404">
                  <c:v>0.40144637</c:v>
                </c:pt>
                <c:pt idx="405">
                  <c:v>0.4044342</c:v>
                </c:pt>
                <c:pt idx="406">
                  <c:v>0.40733337</c:v>
                </c:pt>
                <c:pt idx="407">
                  <c:v>0.41030884</c:v>
                </c:pt>
                <c:pt idx="408">
                  <c:v>0.41376887</c:v>
                </c:pt>
                <c:pt idx="409">
                  <c:v>0.41526794</c:v>
                </c:pt>
                <c:pt idx="410">
                  <c:v>0.41970743</c:v>
                </c:pt>
                <c:pt idx="411">
                  <c:v>0.42236328</c:v>
                </c:pt>
                <c:pt idx="412">
                  <c:v>0.42527482</c:v>
                </c:pt>
                <c:pt idx="413">
                  <c:v>0.42705639</c:v>
                </c:pt>
                <c:pt idx="414">
                  <c:v>0.43002567</c:v>
                </c:pt>
                <c:pt idx="415">
                  <c:v>0.43418266</c:v>
                </c:pt>
                <c:pt idx="416">
                  <c:v>0.43708801</c:v>
                </c:pt>
                <c:pt idx="417">
                  <c:v>0.43975005</c:v>
                </c:pt>
                <c:pt idx="418">
                  <c:v>0.44271933</c:v>
                </c:pt>
                <c:pt idx="419">
                  <c:v>0.44539168</c:v>
                </c:pt>
                <c:pt idx="420">
                  <c:v>0.4477671</c:v>
                </c:pt>
                <c:pt idx="421">
                  <c:v>0.4510498</c:v>
                </c:pt>
                <c:pt idx="422">
                  <c:v>0.45459644</c:v>
                </c:pt>
                <c:pt idx="423">
                  <c:v>0.45730591</c:v>
                </c:pt>
                <c:pt idx="424">
                  <c:v>0.46028137</c:v>
                </c:pt>
                <c:pt idx="425">
                  <c:v>0.46328158</c:v>
                </c:pt>
                <c:pt idx="426">
                  <c:v>0.46592712</c:v>
                </c:pt>
                <c:pt idx="427">
                  <c:v>0.46890259</c:v>
                </c:pt>
                <c:pt idx="428">
                  <c:v>0.47157288</c:v>
                </c:pt>
                <c:pt idx="429">
                  <c:v>0.47486176</c:v>
                </c:pt>
                <c:pt idx="430">
                  <c:v>0.4775238</c:v>
                </c:pt>
                <c:pt idx="431">
                  <c:v>0.48202515</c:v>
                </c:pt>
                <c:pt idx="432">
                  <c:v>0.48473461</c:v>
                </c:pt>
                <c:pt idx="433">
                  <c:v>0.48800082</c:v>
                </c:pt>
                <c:pt idx="434">
                  <c:v>0.48950195</c:v>
                </c:pt>
                <c:pt idx="435">
                  <c:v>0.49369812</c:v>
                </c:pt>
                <c:pt idx="436">
                  <c:v>0.49606323</c:v>
                </c:pt>
                <c:pt idx="437">
                  <c:v>0.49934387</c:v>
                </c:pt>
                <c:pt idx="438">
                  <c:v>0.50231934</c:v>
                </c:pt>
                <c:pt idx="439">
                  <c:v>0.5052948</c:v>
                </c:pt>
                <c:pt idx="440">
                  <c:v>0.50857544</c:v>
                </c:pt>
                <c:pt idx="441">
                  <c:v>0.51101685</c:v>
                </c:pt>
                <c:pt idx="442">
                  <c:v>0.51399231</c:v>
                </c:pt>
                <c:pt idx="443">
                  <c:v>0.51761936</c:v>
                </c:pt>
                <c:pt idx="444">
                  <c:v>0.52024841</c:v>
                </c:pt>
                <c:pt idx="445">
                  <c:v>0.52355792</c:v>
                </c:pt>
                <c:pt idx="446">
                  <c:v>0.52658081</c:v>
                </c:pt>
                <c:pt idx="447">
                  <c:v>0.52927378</c:v>
                </c:pt>
                <c:pt idx="448">
                  <c:v>0.53260803</c:v>
                </c:pt>
                <c:pt idx="449">
                  <c:v>0.5355835</c:v>
                </c:pt>
                <c:pt idx="450">
                  <c:v>0.53862701</c:v>
                </c:pt>
                <c:pt idx="451">
                  <c:v>0.5407055</c:v>
                </c:pt>
                <c:pt idx="452">
                  <c:v>0.54336548</c:v>
                </c:pt>
                <c:pt idx="453">
                  <c:v>0.54671829</c:v>
                </c:pt>
                <c:pt idx="454">
                  <c:v>0.55005873</c:v>
                </c:pt>
                <c:pt idx="455">
                  <c:v>0.553028</c:v>
                </c:pt>
                <c:pt idx="456">
                  <c:v>0.5557251</c:v>
                </c:pt>
                <c:pt idx="457">
                  <c:v>0.55908203</c:v>
                </c:pt>
                <c:pt idx="458">
                  <c:v>0.56266785</c:v>
                </c:pt>
                <c:pt idx="459">
                  <c:v>0.56423703</c:v>
                </c:pt>
                <c:pt idx="460">
                  <c:v>0.56876518</c:v>
                </c:pt>
                <c:pt idx="461">
                  <c:v>0.57173445</c:v>
                </c:pt>
                <c:pt idx="462">
                  <c:v>0.57477796</c:v>
                </c:pt>
                <c:pt idx="463">
                  <c:v>0.5781184</c:v>
                </c:pt>
                <c:pt idx="464">
                  <c:v>0.58082581</c:v>
                </c:pt>
                <c:pt idx="465">
                  <c:v>0.58387756</c:v>
                </c:pt>
                <c:pt idx="466">
                  <c:v>0.58631897</c:v>
                </c:pt>
                <c:pt idx="467">
                  <c:v>0.58959961</c:v>
                </c:pt>
                <c:pt idx="468">
                  <c:v>0.59265137</c:v>
                </c:pt>
                <c:pt idx="469">
                  <c:v>0.59570313</c:v>
                </c:pt>
                <c:pt idx="470">
                  <c:v>0.59906006</c:v>
                </c:pt>
                <c:pt idx="471">
                  <c:v>0.60179839</c:v>
                </c:pt>
                <c:pt idx="472">
                  <c:v>0.6048419</c:v>
                </c:pt>
                <c:pt idx="473">
                  <c:v>0.60788541</c:v>
                </c:pt>
                <c:pt idx="474">
                  <c:v>0.61122585</c:v>
                </c:pt>
                <c:pt idx="475">
                  <c:v>0.61426936</c:v>
                </c:pt>
                <c:pt idx="476">
                  <c:v>0.61698914</c:v>
                </c:pt>
                <c:pt idx="477">
                  <c:v>0.62065331</c:v>
                </c:pt>
                <c:pt idx="478">
                  <c:v>0.62339783</c:v>
                </c:pt>
                <c:pt idx="479">
                  <c:v>0.62607224</c:v>
                </c:pt>
                <c:pt idx="480">
                  <c:v>0.62911987</c:v>
                </c:pt>
                <c:pt idx="481">
                  <c:v>0.63217163</c:v>
                </c:pt>
                <c:pt idx="482">
                  <c:v>0.63522339</c:v>
                </c:pt>
                <c:pt idx="483">
                  <c:v>0.63796997</c:v>
                </c:pt>
                <c:pt idx="484">
                  <c:v>0.64102173</c:v>
                </c:pt>
                <c:pt idx="485">
                  <c:v>0.64407349</c:v>
                </c:pt>
                <c:pt idx="486">
                  <c:v>0.64774797</c:v>
                </c:pt>
                <c:pt idx="487">
                  <c:v>0.64933777</c:v>
                </c:pt>
                <c:pt idx="488">
                  <c:v>0.65299988</c:v>
                </c:pt>
                <c:pt idx="489">
                  <c:v>0.65606195</c:v>
                </c:pt>
                <c:pt idx="490">
                  <c:v>0.65910546</c:v>
                </c:pt>
                <c:pt idx="491">
                  <c:v>0.66184998</c:v>
                </c:pt>
                <c:pt idx="492">
                  <c:v>0.66520691</c:v>
                </c:pt>
                <c:pt idx="493">
                  <c:v>0.66801329</c:v>
                </c:pt>
                <c:pt idx="494">
                  <c:v>0.6710568</c:v>
                </c:pt>
                <c:pt idx="495">
                  <c:v>0.67474365</c:v>
                </c:pt>
                <c:pt idx="496">
                  <c:v>0.67751498</c:v>
                </c:pt>
                <c:pt idx="497">
                  <c:v>0.68063272</c:v>
                </c:pt>
                <c:pt idx="498">
                  <c:v>0.6842804</c:v>
                </c:pt>
                <c:pt idx="499">
                  <c:v>0.68740845</c:v>
                </c:pt>
                <c:pt idx="500">
                  <c:v>0.69013441</c:v>
                </c:pt>
                <c:pt idx="501">
                  <c:v>0.69325215</c:v>
                </c:pt>
                <c:pt idx="502">
                  <c:v>0.69633484</c:v>
                </c:pt>
                <c:pt idx="503">
                  <c:v>0.69911647</c:v>
                </c:pt>
                <c:pt idx="504">
                  <c:v>0.70215998</c:v>
                </c:pt>
                <c:pt idx="505">
                  <c:v>0.70587158</c:v>
                </c:pt>
                <c:pt idx="506">
                  <c:v>0.70899963</c:v>
                </c:pt>
                <c:pt idx="507">
                  <c:v>0.71210707</c:v>
                </c:pt>
                <c:pt idx="508">
                  <c:v>0.71487427</c:v>
                </c:pt>
                <c:pt idx="509">
                  <c:v>0.71800232</c:v>
                </c:pt>
                <c:pt idx="510">
                  <c:v>0.72108913</c:v>
                </c:pt>
                <c:pt idx="511">
                  <c:v>0.72420687</c:v>
                </c:pt>
                <c:pt idx="512">
                  <c:v>0.72761536</c:v>
                </c:pt>
                <c:pt idx="513">
                  <c:v>0.73074341</c:v>
                </c:pt>
                <c:pt idx="514">
                  <c:v>0.73259508</c:v>
                </c:pt>
                <c:pt idx="515">
                  <c:v>0.73722839</c:v>
                </c:pt>
                <c:pt idx="516">
                  <c:v>0.73883057</c:v>
                </c:pt>
                <c:pt idx="517">
                  <c:v>0.74378967</c:v>
                </c:pt>
                <c:pt idx="518">
                  <c:v>0.74662492</c:v>
                </c:pt>
                <c:pt idx="519">
                  <c:v>0.7497406</c:v>
                </c:pt>
                <c:pt idx="520">
                  <c:v>0.75248924</c:v>
                </c:pt>
                <c:pt idx="521">
                  <c:v>0.75531006</c:v>
                </c:pt>
                <c:pt idx="522">
                  <c:v>0.7584278</c:v>
                </c:pt>
                <c:pt idx="523">
                  <c:v>0.76126099</c:v>
                </c:pt>
                <c:pt idx="524">
                  <c:v>0.76438904</c:v>
                </c:pt>
                <c:pt idx="525">
                  <c:v>0.7674408</c:v>
                </c:pt>
                <c:pt idx="526">
                  <c:v>0.77087402</c:v>
                </c:pt>
                <c:pt idx="527">
                  <c:v>0.77371958</c:v>
                </c:pt>
                <c:pt idx="528">
                  <c:v>0.77683732</c:v>
                </c:pt>
                <c:pt idx="529">
                  <c:v>0.779953</c:v>
                </c:pt>
                <c:pt idx="530">
                  <c:v>0.78336973</c:v>
                </c:pt>
                <c:pt idx="531">
                  <c:v>0.78651428</c:v>
                </c:pt>
                <c:pt idx="532">
                  <c:v>0.78903198</c:v>
                </c:pt>
                <c:pt idx="533">
                  <c:v>0.79338074</c:v>
                </c:pt>
                <c:pt idx="534">
                  <c:v>0.79681396</c:v>
                </c:pt>
                <c:pt idx="535">
                  <c:v>0.79836459</c:v>
                </c:pt>
                <c:pt idx="536">
                  <c:v>0.80177307</c:v>
                </c:pt>
                <c:pt idx="537">
                  <c:v>0.80460007</c:v>
                </c:pt>
                <c:pt idx="538">
                  <c:v>0.80833435</c:v>
                </c:pt>
                <c:pt idx="539">
                  <c:v>0.81180057</c:v>
                </c:pt>
                <c:pt idx="540">
                  <c:v>0.81459045</c:v>
                </c:pt>
                <c:pt idx="541">
                  <c:v>0.81802368</c:v>
                </c:pt>
                <c:pt idx="542">
                  <c:v>0.82115173</c:v>
                </c:pt>
                <c:pt idx="543">
                  <c:v>0.82427979</c:v>
                </c:pt>
                <c:pt idx="544">
                  <c:v>0.82771301</c:v>
                </c:pt>
                <c:pt idx="545">
                  <c:v>0.83084106</c:v>
                </c:pt>
                <c:pt idx="546">
                  <c:v>0.83273398</c:v>
                </c:pt>
                <c:pt idx="547">
                  <c:v>0.83618164</c:v>
                </c:pt>
                <c:pt idx="548">
                  <c:v>0.83963755</c:v>
                </c:pt>
                <c:pt idx="549">
                  <c:v>0.84274292</c:v>
                </c:pt>
                <c:pt idx="550">
                  <c:v>0.84557611</c:v>
                </c:pt>
                <c:pt idx="551">
                  <c:v>0.84869385</c:v>
                </c:pt>
                <c:pt idx="552">
                  <c:v>0.85210852</c:v>
                </c:pt>
                <c:pt idx="553">
                  <c:v>0.85624695</c:v>
                </c:pt>
                <c:pt idx="554">
                  <c:v>0.85782438</c:v>
                </c:pt>
                <c:pt idx="555">
                  <c:v>0.86123905</c:v>
                </c:pt>
                <c:pt idx="556">
                  <c:v>0.86435679</c:v>
                </c:pt>
                <c:pt idx="557">
                  <c:v>0.86723328</c:v>
                </c:pt>
                <c:pt idx="558">
                  <c:v>0.87036958</c:v>
                </c:pt>
                <c:pt idx="559">
                  <c:v>0.87348732</c:v>
                </c:pt>
                <c:pt idx="560">
                  <c:v>0.87697622</c:v>
                </c:pt>
                <c:pt idx="561">
                  <c:v>0.88016819</c:v>
                </c:pt>
                <c:pt idx="562">
                  <c:v>0.88328593</c:v>
                </c:pt>
                <c:pt idx="563">
                  <c:v>0.88647791</c:v>
                </c:pt>
                <c:pt idx="564">
                  <c:v>0.89019775</c:v>
                </c:pt>
                <c:pt idx="565">
                  <c:v>0.8934021</c:v>
                </c:pt>
                <c:pt idx="566">
                  <c:v>0.89716731</c:v>
                </c:pt>
                <c:pt idx="567">
                  <c:v>0.90003967</c:v>
                </c:pt>
                <c:pt idx="568">
                  <c:v>0.90162123</c:v>
                </c:pt>
                <c:pt idx="569">
                  <c:v>0.90637207</c:v>
                </c:pt>
                <c:pt idx="570">
                  <c:v>0.90919495</c:v>
                </c:pt>
                <c:pt idx="571">
                  <c:v>0.91268179</c:v>
                </c:pt>
                <c:pt idx="572">
                  <c:v>0.91557683</c:v>
                </c:pt>
                <c:pt idx="573">
                  <c:v>0.91876881</c:v>
                </c:pt>
                <c:pt idx="574">
                  <c:v>0.92188655</c:v>
                </c:pt>
                <c:pt idx="575">
                  <c:v>0.92475891</c:v>
                </c:pt>
                <c:pt idx="576">
                  <c:v>0.92826843</c:v>
                </c:pt>
                <c:pt idx="577">
                  <c:v>0.93109131</c:v>
                </c:pt>
                <c:pt idx="578">
                  <c:v>0.93428328</c:v>
                </c:pt>
                <c:pt idx="579">
                  <c:v>0.93777218</c:v>
                </c:pt>
                <c:pt idx="580">
                  <c:v>0.94096416</c:v>
                </c:pt>
                <c:pt idx="581">
                  <c:v>0.94348804</c:v>
                </c:pt>
                <c:pt idx="582">
                  <c:v>0.94697695</c:v>
                </c:pt>
                <c:pt idx="583">
                  <c:v>0.95046997</c:v>
                </c:pt>
                <c:pt idx="584">
                  <c:v>0.95336089</c:v>
                </c:pt>
                <c:pt idx="585">
                  <c:v>0.95647863</c:v>
                </c:pt>
                <c:pt idx="586">
                  <c:v>0.95970154</c:v>
                </c:pt>
                <c:pt idx="587">
                  <c:v>0.96323374</c:v>
                </c:pt>
                <c:pt idx="588">
                  <c:v>0.96635148</c:v>
                </c:pt>
                <c:pt idx="589">
                  <c:v>0.96635148</c:v>
                </c:pt>
                <c:pt idx="590">
                  <c:v>0.97213745</c:v>
                </c:pt>
                <c:pt idx="591">
                  <c:v>0.9753418</c:v>
                </c:pt>
                <c:pt idx="592">
                  <c:v>0.97946167</c:v>
                </c:pt>
                <c:pt idx="593">
                  <c:v>0.98297944</c:v>
                </c:pt>
                <c:pt idx="594">
                  <c:v>0.98457336</c:v>
                </c:pt>
                <c:pt idx="595">
                  <c:v>0.98808289</c:v>
                </c:pt>
                <c:pt idx="596">
                  <c:v>0.99099649</c:v>
                </c:pt>
                <c:pt idx="597">
                  <c:v>0.99449158</c:v>
                </c:pt>
                <c:pt idx="598">
                  <c:v>0.9980011</c:v>
                </c:pt>
                <c:pt idx="599">
                  <c:v>1.00153743</c:v>
                </c:pt>
                <c:pt idx="600">
                  <c:v>1.00510056</c:v>
                </c:pt>
                <c:pt idx="601">
                  <c:v>1.00829253</c:v>
                </c:pt>
                <c:pt idx="602">
                  <c:v>1.00990295</c:v>
                </c:pt>
                <c:pt idx="603">
                  <c:v>1.01371147</c:v>
                </c:pt>
                <c:pt idx="604">
                  <c:v>1.01697767</c:v>
                </c:pt>
                <c:pt idx="605">
                  <c:v>1.02016964</c:v>
                </c:pt>
                <c:pt idx="606">
                  <c:v>1.02343585</c:v>
                </c:pt>
                <c:pt idx="607">
                  <c:v>1.02759284</c:v>
                </c:pt>
                <c:pt idx="608">
                  <c:v>1.03050232</c:v>
                </c:pt>
                <c:pt idx="609">
                  <c:v>1.03370667</c:v>
                </c:pt>
                <c:pt idx="610">
                  <c:v>1.03599548</c:v>
                </c:pt>
                <c:pt idx="611">
                  <c:v>1.03954418</c:v>
                </c:pt>
                <c:pt idx="612">
                  <c:v>1.04248047</c:v>
                </c:pt>
                <c:pt idx="613">
                  <c:v>1.04598999</c:v>
                </c:pt>
                <c:pt idx="614">
                  <c:v>1.04927063</c:v>
                </c:pt>
                <c:pt idx="615">
                  <c:v>1.05349979</c:v>
                </c:pt>
                <c:pt idx="616">
                  <c:v>1.05639483</c:v>
                </c:pt>
                <c:pt idx="617">
                  <c:v>1.05995178</c:v>
                </c:pt>
                <c:pt idx="618">
                  <c:v>1.06254578</c:v>
                </c:pt>
                <c:pt idx="619">
                  <c:v>1.06613159</c:v>
                </c:pt>
                <c:pt idx="620">
                  <c:v>1.06933594</c:v>
                </c:pt>
                <c:pt idx="621">
                  <c:v>1.07228047</c:v>
                </c:pt>
                <c:pt idx="622">
                  <c:v>1.07551575</c:v>
                </c:pt>
                <c:pt idx="623">
                  <c:v>1.07879639</c:v>
                </c:pt>
                <c:pt idx="624">
                  <c:v>1.08170793</c:v>
                </c:pt>
                <c:pt idx="625">
                  <c:v>1.0849762</c:v>
                </c:pt>
                <c:pt idx="626">
                  <c:v>1.08920536</c:v>
                </c:pt>
                <c:pt idx="627">
                  <c:v>1.09214783</c:v>
                </c:pt>
                <c:pt idx="628">
                  <c:v>1.095047</c:v>
                </c:pt>
                <c:pt idx="629">
                  <c:v>1.09796472</c:v>
                </c:pt>
                <c:pt idx="630">
                  <c:v>1.10182479</c:v>
                </c:pt>
                <c:pt idx="631">
                  <c:v>1.10538792</c:v>
                </c:pt>
                <c:pt idx="632">
                  <c:v>1.10865413</c:v>
                </c:pt>
                <c:pt idx="633">
                  <c:v>1.11192033</c:v>
                </c:pt>
                <c:pt idx="634">
                  <c:v>1.1151123</c:v>
                </c:pt>
                <c:pt idx="635">
                  <c:v>1.11808158</c:v>
                </c:pt>
                <c:pt idx="636">
                  <c:v>1.12127356</c:v>
                </c:pt>
                <c:pt idx="637">
                  <c:v>1.1241686</c:v>
                </c:pt>
                <c:pt idx="638">
                  <c:v>1.12743481</c:v>
                </c:pt>
                <c:pt idx="639">
                  <c:v>1.13037109</c:v>
                </c:pt>
                <c:pt idx="640">
                  <c:v>1.13388062</c:v>
                </c:pt>
                <c:pt idx="641">
                  <c:v>1.13678803</c:v>
                </c:pt>
                <c:pt idx="642">
                  <c:v>1.13967896</c:v>
                </c:pt>
                <c:pt idx="643">
                  <c:v>1.14294928</c:v>
                </c:pt>
                <c:pt idx="644">
                  <c:v>1.14776611</c:v>
                </c:pt>
                <c:pt idx="645">
                  <c:v>1.15097046</c:v>
                </c:pt>
                <c:pt idx="646">
                  <c:v>1.15259944</c:v>
                </c:pt>
                <c:pt idx="647">
                  <c:v>1.15616257</c:v>
                </c:pt>
                <c:pt idx="648">
                  <c:v>1.16061649</c:v>
                </c:pt>
                <c:pt idx="649">
                  <c:v>1.16355896</c:v>
                </c:pt>
                <c:pt idx="650">
                  <c:v>1.16577148</c:v>
                </c:pt>
                <c:pt idx="651">
                  <c:v>1.16870777</c:v>
                </c:pt>
                <c:pt idx="652">
                  <c:v>1.17355347</c:v>
                </c:pt>
                <c:pt idx="653">
                  <c:v>1.17546288</c:v>
                </c:pt>
                <c:pt idx="654">
                  <c:v>1.17965698</c:v>
                </c:pt>
                <c:pt idx="655">
                  <c:v>1.18843079</c:v>
                </c:pt>
                <c:pt idx="656">
                  <c:v>1.19194031</c:v>
                </c:pt>
                <c:pt idx="657">
                  <c:v>1.19522095</c:v>
                </c:pt>
                <c:pt idx="658">
                  <c:v>1.19877171</c:v>
                </c:pt>
                <c:pt idx="659">
                  <c:v>1.20233484</c:v>
                </c:pt>
                <c:pt idx="660">
                  <c:v>1.20560105</c:v>
                </c:pt>
                <c:pt idx="661">
                  <c:v>1.20879302</c:v>
                </c:pt>
                <c:pt idx="662">
                  <c:v>1.21205923</c:v>
                </c:pt>
                <c:pt idx="663">
                  <c:v>1.21436042</c:v>
                </c:pt>
                <c:pt idx="664">
                  <c:v>1.2172699</c:v>
                </c:pt>
                <c:pt idx="665">
                  <c:v>1.22177124</c:v>
                </c:pt>
                <c:pt idx="666">
                  <c:v>1.22535706</c:v>
                </c:pt>
                <c:pt idx="667">
                  <c:v>1.22831602</c:v>
                </c:pt>
                <c:pt idx="668">
                  <c:v>1.23123169</c:v>
                </c:pt>
                <c:pt idx="669">
                  <c:v>1.2348175</c:v>
                </c:pt>
                <c:pt idx="670">
                  <c:v>1.23809814</c:v>
                </c:pt>
                <c:pt idx="671">
                  <c:v>1.24130249</c:v>
                </c:pt>
                <c:pt idx="672">
                  <c:v>1.24328613</c:v>
                </c:pt>
                <c:pt idx="673">
                  <c:v>1.24783903</c:v>
                </c:pt>
                <c:pt idx="674">
                  <c:v>1.25110523</c:v>
                </c:pt>
                <c:pt idx="675">
                  <c:v>1.2547426</c:v>
                </c:pt>
                <c:pt idx="676">
                  <c:v>1.25734071</c:v>
                </c:pt>
                <c:pt idx="677">
                  <c:v>1.26060692</c:v>
                </c:pt>
                <c:pt idx="678">
                  <c:v>1.2638855</c:v>
                </c:pt>
                <c:pt idx="679">
                  <c:v>1.26676817</c:v>
                </c:pt>
                <c:pt idx="680">
                  <c:v>1.27010861</c:v>
                </c:pt>
                <c:pt idx="681">
                  <c:v>1.27367174</c:v>
                </c:pt>
                <c:pt idx="682">
                  <c:v>1.27693795</c:v>
                </c:pt>
                <c:pt idx="683">
                  <c:v>1.27953607</c:v>
                </c:pt>
                <c:pt idx="684">
                  <c:v>1.28317343</c:v>
                </c:pt>
                <c:pt idx="685">
                  <c:v>1.28643964</c:v>
                </c:pt>
                <c:pt idx="686">
                  <c:v>1.28970584</c:v>
                </c:pt>
                <c:pt idx="687">
                  <c:v>1.29297205</c:v>
                </c:pt>
                <c:pt idx="688">
                  <c:v>1.29660941</c:v>
                </c:pt>
                <c:pt idx="689">
                  <c:v>1.29920753</c:v>
                </c:pt>
                <c:pt idx="690">
                  <c:v>1.30317688</c:v>
                </c:pt>
                <c:pt idx="691">
                  <c:v>1.30645752</c:v>
                </c:pt>
                <c:pt idx="692">
                  <c:v>1.30945154</c:v>
                </c:pt>
                <c:pt idx="693">
                  <c:v>1.31301467</c:v>
                </c:pt>
                <c:pt idx="694">
                  <c:v>1.31635511</c:v>
                </c:pt>
                <c:pt idx="695">
                  <c:v>1.3192749</c:v>
                </c:pt>
                <c:pt idx="696">
                  <c:v>1.32125442</c:v>
                </c:pt>
                <c:pt idx="697">
                  <c:v>1.32652489</c:v>
                </c:pt>
                <c:pt idx="698">
                  <c:v>1.32949829</c:v>
                </c:pt>
                <c:pt idx="699">
                  <c:v>1.33178711</c:v>
                </c:pt>
                <c:pt idx="700">
                  <c:v>1.33543272</c:v>
                </c:pt>
                <c:pt idx="701">
                  <c:v>1.33903503</c:v>
                </c:pt>
                <c:pt idx="702">
                  <c:v>1.34233629</c:v>
                </c:pt>
                <c:pt idx="703">
                  <c:v>1.34666443</c:v>
                </c:pt>
                <c:pt idx="704">
                  <c:v>1.34864807</c:v>
                </c:pt>
                <c:pt idx="705">
                  <c:v>1.35228337</c:v>
                </c:pt>
                <c:pt idx="706">
                  <c:v>1.35559082</c:v>
                </c:pt>
                <c:pt idx="707">
                  <c:v>1.35894775</c:v>
                </c:pt>
                <c:pt idx="708">
                  <c:v>1.36192322</c:v>
                </c:pt>
                <c:pt idx="709">
                  <c:v>1.36520386</c:v>
                </c:pt>
                <c:pt idx="710">
                  <c:v>1.36854017</c:v>
                </c:pt>
                <c:pt idx="711">
                  <c:v>1.3722229</c:v>
                </c:pt>
                <c:pt idx="712">
                  <c:v>1.37514681</c:v>
                </c:pt>
                <c:pt idx="713">
                  <c:v>1.37885841</c:v>
                </c:pt>
                <c:pt idx="714">
                  <c:v>1.38219885</c:v>
                </c:pt>
                <c:pt idx="715">
                  <c:v>1.38546505</c:v>
                </c:pt>
                <c:pt idx="716">
                  <c:v>1.38916016</c:v>
                </c:pt>
                <c:pt idx="717">
                  <c:v>1.39282227</c:v>
                </c:pt>
                <c:pt idx="718">
                  <c:v>1.3961792</c:v>
                </c:pt>
                <c:pt idx="719">
                  <c:v>1.39815872</c:v>
                </c:pt>
                <c:pt idx="720">
                  <c:v>1.40149916</c:v>
                </c:pt>
                <c:pt idx="721">
                  <c:v>1.40518188</c:v>
                </c:pt>
                <c:pt idx="722">
                  <c:v>1.40884812</c:v>
                </c:pt>
                <c:pt idx="723">
                  <c:v>1.41220093</c:v>
                </c:pt>
                <c:pt idx="724">
                  <c:v>1.41523207</c:v>
                </c:pt>
                <c:pt idx="725">
                  <c:v>1.41921997</c:v>
                </c:pt>
                <c:pt idx="726">
                  <c:v>1.42220987</c:v>
                </c:pt>
                <c:pt idx="727">
                  <c:v>1.42524719</c:v>
                </c:pt>
                <c:pt idx="728">
                  <c:v>1.4289093</c:v>
                </c:pt>
                <c:pt idx="729">
                  <c:v>1.43193425</c:v>
                </c:pt>
                <c:pt idx="730">
                  <c:v>1.43562317</c:v>
                </c:pt>
                <c:pt idx="731">
                  <c:v>1.43928528</c:v>
                </c:pt>
                <c:pt idx="732">
                  <c:v>1.44264221</c:v>
                </c:pt>
                <c:pt idx="733">
                  <c:v>1.44566716</c:v>
                </c:pt>
                <c:pt idx="734">
                  <c:v>1.44930453</c:v>
                </c:pt>
                <c:pt idx="735">
                  <c:v>1.45264497</c:v>
                </c:pt>
                <c:pt idx="736">
                  <c:v>1.45568848</c:v>
                </c:pt>
                <c:pt idx="737">
                  <c:v>1.45935059</c:v>
                </c:pt>
                <c:pt idx="738">
                  <c:v>1.46236935</c:v>
                </c:pt>
                <c:pt idx="739">
                  <c:v>1.46606445</c:v>
                </c:pt>
                <c:pt idx="740">
                  <c:v>1.46972656</c:v>
                </c:pt>
                <c:pt idx="741">
                  <c:v>1.4730072</c:v>
                </c:pt>
                <c:pt idx="742">
                  <c:v>1.47469185</c:v>
                </c:pt>
                <c:pt idx="743">
                  <c:v>1.48002625</c:v>
                </c:pt>
                <c:pt idx="744">
                  <c:v>1.48300583</c:v>
                </c:pt>
                <c:pt idx="745">
                  <c:v>1.48634627</c:v>
                </c:pt>
                <c:pt idx="746">
                  <c:v>1.48998364</c:v>
                </c:pt>
                <c:pt idx="747">
                  <c:v>1.49291992</c:v>
                </c:pt>
                <c:pt idx="748">
                  <c:v>1.49627686</c:v>
                </c:pt>
                <c:pt idx="749">
                  <c:v>1.49856567</c:v>
                </c:pt>
                <c:pt idx="750">
                  <c:v>1.50156382</c:v>
                </c:pt>
                <c:pt idx="751">
                  <c:v>1.50483003</c:v>
                </c:pt>
                <c:pt idx="752">
                  <c:v>1.50980357</c:v>
                </c:pt>
                <c:pt idx="753">
                  <c:v>1.51275635</c:v>
                </c:pt>
                <c:pt idx="754">
                  <c:v>1.51574212</c:v>
                </c:pt>
                <c:pt idx="755">
                  <c:v>1.5196991</c:v>
                </c:pt>
                <c:pt idx="756">
                  <c:v>1.52229309</c:v>
                </c:pt>
                <c:pt idx="757">
                  <c:v>1.52531804</c:v>
                </c:pt>
                <c:pt idx="758">
                  <c:v>1.52923584</c:v>
                </c:pt>
                <c:pt idx="759">
                  <c:v>1.53222161</c:v>
                </c:pt>
                <c:pt idx="760">
                  <c:v>1.53579712</c:v>
                </c:pt>
                <c:pt idx="761">
                  <c:v>1.53945923</c:v>
                </c:pt>
                <c:pt idx="762">
                  <c:v>1.54144287</c:v>
                </c:pt>
                <c:pt idx="763">
                  <c:v>1.54439565</c:v>
                </c:pt>
                <c:pt idx="764">
                  <c:v>1.54830933</c:v>
                </c:pt>
                <c:pt idx="765">
                  <c:v>1.55129922</c:v>
                </c:pt>
                <c:pt idx="766">
                  <c:v>1.55456543</c:v>
                </c:pt>
                <c:pt idx="767">
                  <c:v>1.55784607</c:v>
                </c:pt>
                <c:pt idx="768">
                  <c:v>1.56213709</c:v>
                </c:pt>
                <c:pt idx="769">
                  <c:v>1.56540329</c:v>
                </c:pt>
                <c:pt idx="770">
                  <c:v>1.56837463</c:v>
                </c:pt>
                <c:pt idx="771">
                  <c:v>1.57196045</c:v>
                </c:pt>
                <c:pt idx="772">
                  <c:v>1.57490498</c:v>
                </c:pt>
                <c:pt idx="773">
                  <c:v>1.5788269</c:v>
                </c:pt>
                <c:pt idx="774">
                  <c:v>1.58081055</c:v>
                </c:pt>
                <c:pt idx="775">
                  <c:v>1.58373858</c:v>
                </c:pt>
                <c:pt idx="776">
                  <c:v>1.58707902</c:v>
                </c:pt>
                <c:pt idx="777">
                  <c:v>1.59095764</c:v>
                </c:pt>
                <c:pt idx="778">
                  <c:v>1.59390836</c:v>
                </c:pt>
                <c:pt idx="779">
                  <c:v>1.59754573</c:v>
                </c:pt>
                <c:pt idx="780">
                  <c:v>1.60118103</c:v>
                </c:pt>
                <c:pt idx="781">
                  <c:v>1.60377502</c:v>
                </c:pt>
                <c:pt idx="782">
                  <c:v>1.60838359</c:v>
                </c:pt>
                <c:pt idx="783">
                  <c:v>1.60964553</c:v>
                </c:pt>
                <c:pt idx="784">
                  <c:v>1.61291174</c:v>
                </c:pt>
                <c:pt idx="785">
                  <c:v>1.61689758</c:v>
                </c:pt>
                <c:pt idx="786">
                  <c:v>1.6204834</c:v>
                </c:pt>
                <c:pt idx="787">
                  <c:v>1.62345886</c:v>
                </c:pt>
                <c:pt idx="788">
                  <c:v>1.62704468</c:v>
                </c:pt>
                <c:pt idx="789">
                  <c:v>1.63032532</c:v>
                </c:pt>
                <c:pt idx="790">
                  <c:v>1.63354822</c:v>
                </c:pt>
                <c:pt idx="791">
                  <c:v>1.63688866</c:v>
                </c:pt>
                <c:pt idx="792">
                  <c:v>1.63978577</c:v>
                </c:pt>
                <c:pt idx="793">
                  <c:v>1.64337158</c:v>
                </c:pt>
                <c:pt idx="794">
                  <c:v>1.64639035</c:v>
                </c:pt>
                <c:pt idx="795">
                  <c:v>1.64965655</c:v>
                </c:pt>
                <c:pt idx="796">
                  <c:v>1.65292276</c:v>
                </c:pt>
                <c:pt idx="797">
                  <c:v>1.65648589</c:v>
                </c:pt>
                <c:pt idx="798">
                  <c:v>1.65915824</c:v>
                </c:pt>
                <c:pt idx="799">
                  <c:v>1.66242445</c:v>
                </c:pt>
                <c:pt idx="800">
                  <c:v>1.66633606</c:v>
                </c:pt>
                <c:pt idx="801">
                  <c:v>1.66999611</c:v>
                </c:pt>
                <c:pt idx="802">
                  <c:v>1.6722973</c:v>
                </c:pt>
                <c:pt idx="803">
                  <c:v>1.6758728</c:v>
                </c:pt>
                <c:pt idx="804">
                  <c:v>1.67915344</c:v>
                </c:pt>
                <c:pt idx="805">
                  <c:v>1.68273926</c:v>
                </c:pt>
                <c:pt idx="806">
                  <c:v>1.68609619</c:v>
                </c:pt>
                <c:pt idx="807">
                  <c:v>1.68937065</c:v>
                </c:pt>
                <c:pt idx="808">
                  <c:v>1.69263685</c:v>
                </c:pt>
                <c:pt idx="809">
                  <c:v>1.69555664</c:v>
                </c:pt>
                <c:pt idx="810">
                  <c:v>1.69954042</c:v>
                </c:pt>
                <c:pt idx="811">
                  <c:v>1.70318604</c:v>
                </c:pt>
                <c:pt idx="812">
                  <c:v>1.70607283</c:v>
                </c:pt>
                <c:pt idx="813">
                  <c:v>1.7097102</c:v>
                </c:pt>
                <c:pt idx="814">
                  <c:v>1.71333313</c:v>
                </c:pt>
                <c:pt idx="815">
                  <c:v>1.71861803</c:v>
                </c:pt>
                <c:pt idx="816">
                  <c:v>1.72188424</c:v>
                </c:pt>
                <c:pt idx="817">
                  <c:v>1.72515044</c:v>
                </c:pt>
                <c:pt idx="818">
                  <c:v>1.72843933</c:v>
                </c:pt>
                <c:pt idx="819">
                  <c:v>1.73138593</c:v>
                </c:pt>
                <c:pt idx="820">
                  <c:v>1.73465213</c:v>
                </c:pt>
                <c:pt idx="821">
                  <c:v>1.7382895</c:v>
                </c:pt>
                <c:pt idx="822">
                  <c:v>1.7415557</c:v>
                </c:pt>
                <c:pt idx="823">
                  <c:v>1.74549</c:v>
                </c:pt>
                <c:pt idx="824">
                  <c:v>1.74911499</c:v>
                </c:pt>
                <c:pt idx="825">
                  <c:v>1.75079346</c:v>
                </c:pt>
                <c:pt idx="826">
                  <c:v>1.75468445</c:v>
                </c:pt>
                <c:pt idx="827">
                  <c:v>1.75827026</c:v>
                </c:pt>
                <c:pt idx="828">
                  <c:v>1.76189526</c:v>
                </c:pt>
                <c:pt idx="829">
                  <c:v>1.76486453</c:v>
                </c:pt>
                <c:pt idx="830">
                  <c:v>1.76780701</c:v>
                </c:pt>
                <c:pt idx="831">
                  <c:v>1.77139695</c:v>
                </c:pt>
                <c:pt idx="832">
                  <c:v>1.77503431</c:v>
                </c:pt>
                <c:pt idx="833">
                  <c:v>1.77830052</c:v>
                </c:pt>
                <c:pt idx="834">
                  <c:v>1.78153992</c:v>
                </c:pt>
                <c:pt idx="835">
                  <c:v>1.784536</c:v>
                </c:pt>
                <c:pt idx="836">
                  <c:v>1.78780221</c:v>
                </c:pt>
                <c:pt idx="837">
                  <c:v>1.79069519</c:v>
                </c:pt>
                <c:pt idx="838">
                  <c:v>1.79396346</c:v>
                </c:pt>
                <c:pt idx="839">
                  <c:v>1.79722966</c:v>
                </c:pt>
                <c:pt idx="840">
                  <c:v>1.80049587</c:v>
                </c:pt>
                <c:pt idx="841">
                  <c:v>1.80381775</c:v>
                </c:pt>
                <c:pt idx="842">
                  <c:v>1.80673135</c:v>
                </c:pt>
                <c:pt idx="843">
                  <c:v>1.80999756</c:v>
                </c:pt>
                <c:pt idx="844">
                  <c:v>1.81363492</c:v>
                </c:pt>
                <c:pt idx="845">
                  <c:v>1.81655884</c:v>
                </c:pt>
                <c:pt idx="846">
                  <c:v>1.82016734</c:v>
                </c:pt>
                <c:pt idx="847">
                  <c:v>1.82342529</c:v>
                </c:pt>
                <c:pt idx="848">
                  <c:v>1.82800293</c:v>
                </c:pt>
                <c:pt idx="849">
                  <c:v>1.82959479</c:v>
                </c:pt>
                <c:pt idx="850">
                  <c:v>1.8344941</c:v>
                </c:pt>
                <c:pt idx="851">
                  <c:v>1.83776031</c:v>
                </c:pt>
                <c:pt idx="852">
                  <c:v>1.84035842</c:v>
                </c:pt>
                <c:pt idx="853">
                  <c:v>1.84364319</c:v>
                </c:pt>
                <c:pt idx="854">
                  <c:v>1.84659391</c:v>
                </c:pt>
                <c:pt idx="855">
                  <c:v>1.849823</c:v>
                </c:pt>
                <c:pt idx="856">
                  <c:v>1.85275516</c:v>
                </c:pt>
                <c:pt idx="857">
                  <c:v>1.85699463</c:v>
                </c:pt>
                <c:pt idx="858">
                  <c:v>1.86058044</c:v>
                </c:pt>
                <c:pt idx="859">
                  <c:v>1.86225685</c:v>
                </c:pt>
                <c:pt idx="860">
                  <c:v>1.866785</c:v>
                </c:pt>
                <c:pt idx="861">
                  <c:v>1.87034813</c:v>
                </c:pt>
                <c:pt idx="862">
                  <c:v>1.87202454</c:v>
                </c:pt>
                <c:pt idx="863">
                  <c:v>1.87554437</c:v>
                </c:pt>
                <c:pt idx="864">
                  <c:v>1.87918173</c:v>
                </c:pt>
                <c:pt idx="865">
                  <c:v>1.88177985</c:v>
                </c:pt>
                <c:pt idx="866">
                  <c:v>1.886308</c:v>
                </c:pt>
                <c:pt idx="867">
                  <c:v>1.88957214</c:v>
                </c:pt>
                <c:pt idx="868">
                  <c:v>1.89147949</c:v>
                </c:pt>
                <c:pt idx="869">
                  <c:v>1.89573546</c:v>
                </c:pt>
                <c:pt idx="870">
                  <c:v>1.89803665</c:v>
                </c:pt>
                <c:pt idx="871">
                  <c:v>1.9025648</c:v>
                </c:pt>
                <c:pt idx="872">
                  <c:v>1.905831</c:v>
                </c:pt>
                <c:pt idx="873">
                  <c:v>1.9077301</c:v>
                </c:pt>
                <c:pt idx="874">
                  <c:v>1.91132417</c:v>
                </c:pt>
                <c:pt idx="875">
                  <c:v>1.91459037</c:v>
                </c:pt>
                <c:pt idx="876">
                  <c:v>1.91749573</c:v>
                </c:pt>
                <c:pt idx="877">
                  <c:v>1.92108154</c:v>
                </c:pt>
                <c:pt idx="878">
                  <c:v>1.92461168</c:v>
                </c:pt>
                <c:pt idx="879">
                  <c:v>1.92756653</c:v>
                </c:pt>
                <c:pt idx="880">
                  <c:v>1.93077294</c:v>
                </c:pt>
                <c:pt idx="881">
                  <c:v>1.93403914</c:v>
                </c:pt>
                <c:pt idx="882">
                  <c:v>1.93760228</c:v>
                </c:pt>
                <c:pt idx="883">
                  <c:v>1.94086848</c:v>
                </c:pt>
                <c:pt idx="884">
                  <c:v>1.94381714</c:v>
                </c:pt>
                <c:pt idx="885">
                  <c:v>1.94732666</c:v>
                </c:pt>
                <c:pt idx="886">
                  <c:v>1.95029594</c:v>
                </c:pt>
                <c:pt idx="887">
                  <c:v>1.95449829</c:v>
                </c:pt>
                <c:pt idx="888">
                  <c:v>1.95771913</c:v>
                </c:pt>
                <c:pt idx="889">
                  <c:v>1.96098534</c:v>
                </c:pt>
                <c:pt idx="890">
                  <c:v>1.96388245</c:v>
                </c:pt>
                <c:pt idx="891">
                  <c:v>1.96739197</c:v>
                </c:pt>
                <c:pt idx="892">
                  <c:v>1.97067261</c:v>
                </c:pt>
                <c:pt idx="893">
                  <c:v>1.97360477</c:v>
                </c:pt>
                <c:pt idx="894">
                  <c:v>1.97677612</c:v>
                </c:pt>
                <c:pt idx="895">
                  <c:v>1.97969179</c:v>
                </c:pt>
                <c:pt idx="896">
                  <c:v>1.98326111</c:v>
                </c:pt>
                <c:pt idx="897">
                  <c:v>1.98646545</c:v>
                </c:pt>
                <c:pt idx="898">
                  <c:v>1.99195862</c:v>
                </c:pt>
                <c:pt idx="899">
                  <c:v>1.99516296</c:v>
                </c:pt>
                <c:pt idx="900">
                  <c:v>2.00004578</c:v>
                </c:pt>
                <c:pt idx="901">
                  <c:v>2.00159021</c:v>
                </c:pt>
                <c:pt idx="902">
                  <c:v>2.00611836</c:v>
                </c:pt>
                <c:pt idx="903">
                  <c:v>2.00841955</c:v>
                </c:pt>
                <c:pt idx="904">
                  <c:v>2.01126099</c:v>
                </c:pt>
                <c:pt idx="905">
                  <c:v>2.0148468</c:v>
                </c:pt>
                <c:pt idx="906">
                  <c:v>2.01805115</c:v>
                </c:pt>
                <c:pt idx="907">
                  <c:v>2.02089052</c:v>
                </c:pt>
                <c:pt idx="908">
                  <c:v>2.02545166</c:v>
                </c:pt>
                <c:pt idx="909">
                  <c:v>2.02865601</c:v>
                </c:pt>
                <c:pt idx="910">
                  <c:v>2.03186035</c:v>
                </c:pt>
                <c:pt idx="911">
                  <c:v>2.03407288</c:v>
                </c:pt>
                <c:pt idx="912">
                  <c:v>2.03727722</c:v>
                </c:pt>
                <c:pt idx="913">
                  <c:v>2.04085891</c:v>
                </c:pt>
                <c:pt idx="914">
                  <c:v>2.04406738</c:v>
                </c:pt>
                <c:pt idx="915">
                  <c:v>2.04788208</c:v>
                </c:pt>
                <c:pt idx="916">
                  <c:v>2.05080599</c:v>
                </c:pt>
                <c:pt idx="917">
                  <c:v>2.0542949</c:v>
                </c:pt>
                <c:pt idx="918">
                  <c:v>2.05689301</c:v>
                </c:pt>
                <c:pt idx="919">
                  <c:v>2.05970764</c:v>
                </c:pt>
                <c:pt idx="920">
                  <c:v>2.06424198</c:v>
                </c:pt>
                <c:pt idx="921">
                  <c:v>2.06617201</c:v>
                </c:pt>
                <c:pt idx="922">
                  <c:v>2.06936398</c:v>
                </c:pt>
                <c:pt idx="923">
                  <c:v>2.07255595</c:v>
                </c:pt>
                <c:pt idx="924">
                  <c:v>2.07633972</c:v>
                </c:pt>
                <c:pt idx="925">
                  <c:v>2.07923683</c:v>
                </c:pt>
                <c:pt idx="926">
                  <c:v>2.08213806</c:v>
                </c:pt>
                <c:pt idx="927">
                  <c:v>2.08564758</c:v>
                </c:pt>
                <c:pt idx="928">
                  <c:v>2.08885193</c:v>
                </c:pt>
                <c:pt idx="929">
                  <c:v>2.09205627</c:v>
                </c:pt>
                <c:pt idx="930">
                  <c:v>2.0955658</c:v>
                </c:pt>
                <c:pt idx="931">
                  <c:v>2.09838867</c:v>
                </c:pt>
                <c:pt idx="932">
                  <c:v>2.10128784</c:v>
                </c:pt>
                <c:pt idx="933">
                  <c:v>2.10449219</c:v>
                </c:pt>
                <c:pt idx="934">
                  <c:v>2.10766767</c:v>
                </c:pt>
                <c:pt idx="935">
                  <c:v>2.11085964</c:v>
                </c:pt>
                <c:pt idx="936">
                  <c:v>2.11372375</c:v>
                </c:pt>
                <c:pt idx="937">
                  <c:v>2.11853027</c:v>
                </c:pt>
                <c:pt idx="938">
                  <c:v>2.12140058</c:v>
                </c:pt>
                <c:pt idx="939">
                  <c:v>2.12425232</c:v>
                </c:pt>
                <c:pt idx="940">
                  <c:v>2.12776184</c:v>
                </c:pt>
                <c:pt idx="941">
                  <c:v>2.13096619</c:v>
                </c:pt>
                <c:pt idx="942">
                  <c:v>2.13253537</c:v>
                </c:pt>
                <c:pt idx="943">
                  <c:v>2.13602427</c:v>
                </c:pt>
                <c:pt idx="944">
                  <c:v>2.13951111</c:v>
                </c:pt>
                <c:pt idx="945">
                  <c:v>2.14240822</c:v>
                </c:pt>
                <c:pt idx="946">
                  <c:v>2.14622498</c:v>
                </c:pt>
                <c:pt idx="947">
                  <c:v>2.14908909</c:v>
                </c:pt>
                <c:pt idx="948">
                  <c:v>2.15228107</c:v>
                </c:pt>
                <c:pt idx="949">
                  <c:v>2.15576997</c:v>
                </c:pt>
                <c:pt idx="950">
                  <c:v>2.15896194</c:v>
                </c:pt>
                <c:pt idx="951">
                  <c:v>2.16178894</c:v>
                </c:pt>
                <c:pt idx="952">
                  <c:v>2.16529846</c:v>
                </c:pt>
                <c:pt idx="953">
                  <c:v>2.16876056</c:v>
                </c:pt>
                <c:pt idx="954">
                  <c:v>2.17195253</c:v>
                </c:pt>
                <c:pt idx="955">
                  <c:v>2.17544143</c:v>
                </c:pt>
                <c:pt idx="956">
                  <c:v>2.17863341</c:v>
                </c:pt>
                <c:pt idx="957">
                  <c:v>2.18175115</c:v>
                </c:pt>
                <c:pt idx="958">
                  <c:v>2.18397811</c:v>
                </c:pt>
                <c:pt idx="959">
                  <c:v>2.18681335</c:v>
                </c:pt>
                <c:pt idx="960">
                  <c:v>2.1900177</c:v>
                </c:pt>
                <c:pt idx="961">
                  <c:v>2.19318287</c:v>
                </c:pt>
                <c:pt idx="962">
                  <c:v>2.19763678</c:v>
                </c:pt>
                <c:pt idx="963">
                  <c:v>2.20016067</c:v>
                </c:pt>
                <c:pt idx="964">
                  <c:v>2.20364957</c:v>
                </c:pt>
                <c:pt idx="965">
                  <c:v>2.20676731</c:v>
                </c:pt>
                <c:pt idx="966">
                  <c:v>2.20995929</c:v>
                </c:pt>
                <c:pt idx="967">
                  <c:v>2.21313477</c:v>
                </c:pt>
                <c:pt idx="968">
                  <c:v>2.21597208</c:v>
                </c:pt>
                <c:pt idx="969">
                  <c:v>2.21946098</c:v>
                </c:pt>
                <c:pt idx="970">
                  <c:v>2.22229004</c:v>
                </c:pt>
                <c:pt idx="971">
                  <c:v>2.22549438</c:v>
                </c:pt>
                <c:pt idx="972">
                  <c:v>2.22866574</c:v>
                </c:pt>
                <c:pt idx="973">
                  <c:v>2.23178348</c:v>
                </c:pt>
                <c:pt idx="974">
                  <c:v>2.23526001</c:v>
                </c:pt>
                <c:pt idx="975">
                  <c:v>2.23846436</c:v>
                </c:pt>
                <c:pt idx="976">
                  <c:v>2.24165633</c:v>
                </c:pt>
                <c:pt idx="977">
                  <c:v>2.24510193</c:v>
                </c:pt>
                <c:pt idx="978">
                  <c:v>2.24761963</c:v>
                </c:pt>
                <c:pt idx="979">
                  <c:v>2.25078686</c:v>
                </c:pt>
                <c:pt idx="980">
                  <c:v>2.2543335</c:v>
                </c:pt>
                <c:pt idx="981">
                  <c:v>2.2568512</c:v>
                </c:pt>
                <c:pt idx="982">
                  <c:v>2.26065971</c:v>
                </c:pt>
                <c:pt idx="983">
                  <c:v>2.26417542</c:v>
                </c:pt>
                <c:pt idx="984">
                  <c:v>2.26608276</c:v>
                </c:pt>
                <c:pt idx="985">
                  <c:v>2.26927061</c:v>
                </c:pt>
                <c:pt idx="986">
                  <c:v>2.27272034</c:v>
                </c:pt>
                <c:pt idx="987">
                  <c:v>2.27592468</c:v>
                </c:pt>
                <c:pt idx="988">
                  <c:v>2.2794342</c:v>
                </c:pt>
                <c:pt idx="989">
                  <c:v>2.28263855</c:v>
                </c:pt>
                <c:pt idx="990">
                  <c:v>2.2858429</c:v>
                </c:pt>
                <c:pt idx="991">
                  <c:v>2.28961017</c:v>
                </c:pt>
                <c:pt idx="992">
                  <c:v>2.29287637</c:v>
                </c:pt>
                <c:pt idx="993">
                  <c:v>2.29568481</c:v>
                </c:pt>
                <c:pt idx="994">
                  <c:v>2.29859223</c:v>
                </c:pt>
                <c:pt idx="995">
                  <c:v>2.30239868</c:v>
                </c:pt>
                <c:pt idx="996">
                  <c:v>2.30560303</c:v>
                </c:pt>
                <c:pt idx="997">
                  <c:v>2.30751038</c:v>
                </c:pt>
                <c:pt idx="998">
                  <c:v>2.31076627</c:v>
                </c:pt>
                <c:pt idx="999">
                  <c:v>2.31552124</c:v>
                </c:pt>
                <c:pt idx="1000">
                  <c:v>2.31681824</c:v>
                </c:pt>
                <c:pt idx="1001">
                  <c:v>2.32063912</c:v>
                </c:pt>
                <c:pt idx="1002">
                  <c:v>2.32383109</c:v>
                </c:pt>
                <c:pt idx="1003">
                  <c:v>2.32673645</c:v>
                </c:pt>
                <c:pt idx="1004">
                  <c:v>2.33024597</c:v>
                </c:pt>
                <c:pt idx="1005">
                  <c:v>2.33406067</c:v>
                </c:pt>
                <c:pt idx="1006">
                  <c:v>2.33726501</c:v>
                </c:pt>
                <c:pt idx="1007">
                  <c:v>2.34016418</c:v>
                </c:pt>
                <c:pt idx="1008">
                  <c:v>2.34336853</c:v>
                </c:pt>
                <c:pt idx="1009">
                  <c:v>2.34624914</c:v>
                </c:pt>
                <c:pt idx="1010">
                  <c:v>2.35040613</c:v>
                </c:pt>
                <c:pt idx="1011">
                  <c:v>2.35321045</c:v>
                </c:pt>
                <c:pt idx="1012">
                  <c:v>2.35612199</c:v>
                </c:pt>
                <c:pt idx="1013">
                  <c:v>2.35931396</c:v>
                </c:pt>
                <c:pt idx="1014">
                  <c:v>2.36280287</c:v>
                </c:pt>
                <c:pt idx="1015">
                  <c:v>2.36572266</c:v>
                </c:pt>
                <c:pt idx="1016">
                  <c:v>2.36923218</c:v>
                </c:pt>
                <c:pt idx="1017">
                  <c:v>2.37243652</c:v>
                </c:pt>
                <c:pt idx="1018">
                  <c:v>2.37495422</c:v>
                </c:pt>
                <c:pt idx="1019">
                  <c:v>2.37846375</c:v>
                </c:pt>
                <c:pt idx="1020">
                  <c:v>2.38136085</c:v>
                </c:pt>
                <c:pt idx="1021">
                  <c:v>2.38487244</c:v>
                </c:pt>
                <c:pt idx="1022">
                  <c:v>2.38777161</c:v>
                </c:pt>
                <c:pt idx="1023">
                  <c:v>2.3912337</c:v>
                </c:pt>
                <c:pt idx="1024">
                  <c:v>2.39442568</c:v>
                </c:pt>
                <c:pt idx="1025">
                  <c:v>2.39732072</c:v>
                </c:pt>
                <c:pt idx="1026">
                  <c:v>2.4005127</c:v>
                </c:pt>
                <c:pt idx="1027">
                  <c:v>2.40341187</c:v>
                </c:pt>
                <c:pt idx="1028">
                  <c:v>2.40659971</c:v>
                </c:pt>
                <c:pt idx="1029">
                  <c:v>2.41105363</c:v>
                </c:pt>
                <c:pt idx="1030">
                  <c:v>2.41424561</c:v>
                </c:pt>
                <c:pt idx="1031">
                  <c:v>2.41744995</c:v>
                </c:pt>
                <c:pt idx="1032">
                  <c:v>2.41899645</c:v>
                </c:pt>
                <c:pt idx="1033">
                  <c:v>2.42378235</c:v>
                </c:pt>
                <c:pt idx="1034">
                  <c:v>2.42729187</c:v>
                </c:pt>
                <c:pt idx="1035">
                  <c:v>2.4288693</c:v>
                </c:pt>
                <c:pt idx="1036">
                  <c:v>2.43240356</c:v>
                </c:pt>
                <c:pt idx="1037">
                  <c:v>2.43562441</c:v>
                </c:pt>
                <c:pt idx="1038">
                  <c:v>2.43881638</c:v>
                </c:pt>
                <c:pt idx="1039">
                  <c:v>2.44200835</c:v>
                </c:pt>
                <c:pt idx="1040">
                  <c:v>2.4458313</c:v>
                </c:pt>
                <c:pt idx="1041">
                  <c:v>2.44895935</c:v>
                </c:pt>
                <c:pt idx="1042">
                  <c:v>2.45217813</c:v>
                </c:pt>
                <c:pt idx="1043">
                  <c:v>2.45603819</c:v>
                </c:pt>
                <c:pt idx="1044">
                  <c:v>2.45887756</c:v>
                </c:pt>
                <c:pt idx="1045">
                  <c:v>2.46238708</c:v>
                </c:pt>
                <c:pt idx="1046">
                  <c:v>2.46490479</c:v>
                </c:pt>
                <c:pt idx="1047">
                  <c:v>2.46810913</c:v>
                </c:pt>
                <c:pt idx="1048">
                  <c:v>2.47131348</c:v>
                </c:pt>
                <c:pt idx="1049">
                  <c:v>2.474823</c:v>
                </c:pt>
                <c:pt idx="1050">
                  <c:v>2.4773407</c:v>
                </c:pt>
                <c:pt idx="1051">
                  <c:v>2.48054504</c:v>
                </c:pt>
                <c:pt idx="1052">
                  <c:v>2.48405457</c:v>
                </c:pt>
                <c:pt idx="1053">
                  <c:v>2.48758677</c:v>
                </c:pt>
                <c:pt idx="1054">
                  <c:v>2.49038696</c:v>
                </c:pt>
                <c:pt idx="1055">
                  <c:v>2.49426764</c:v>
                </c:pt>
                <c:pt idx="1056">
                  <c:v>2.49612344</c:v>
                </c:pt>
                <c:pt idx="1057">
                  <c:v>2.49968658</c:v>
                </c:pt>
                <c:pt idx="1058">
                  <c:v>2.50287855</c:v>
                </c:pt>
                <c:pt idx="1059">
                  <c:v>2.50599629</c:v>
                </c:pt>
                <c:pt idx="1060">
                  <c:v>2.50984192</c:v>
                </c:pt>
                <c:pt idx="1061">
                  <c:v>2.5127514</c:v>
                </c:pt>
                <c:pt idx="1062">
                  <c:v>2.51586914</c:v>
                </c:pt>
                <c:pt idx="1063">
                  <c:v>2.51906111</c:v>
                </c:pt>
                <c:pt idx="1064">
                  <c:v>2.52098083</c:v>
                </c:pt>
                <c:pt idx="1065">
                  <c:v>2.52418518</c:v>
                </c:pt>
                <c:pt idx="1066">
                  <c:v>2.52893396</c:v>
                </c:pt>
                <c:pt idx="1067">
                  <c:v>2.53211975</c:v>
                </c:pt>
                <c:pt idx="1068">
                  <c:v>2.5353241</c:v>
                </c:pt>
                <c:pt idx="1069">
                  <c:v>2.53724794</c:v>
                </c:pt>
                <c:pt idx="1070">
                  <c:v>2.54074097</c:v>
                </c:pt>
                <c:pt idx="1071">
                  <c:v>2.54363189</c:v>
                </c:pt>
                <c:pt idx="1072">
                  <c:v>2.54745483</c:v>
                </c:pt>
                <c:pt idx="1073">
                  <c:v>2.55031276</c:v>
                </c:pt>
                <c:pt idx="1074">
                  <c:v>2.55350474</c:v>
                </c:pt>
                <c:pt idx="1075">
                  <c:v>2.55669671</c:v>
                </c:pt>
                <c:pt idx="1076">
                  <c:v>2.55989075</c:v>
                </c:pt>
                <c:pt idx="1077">
                  <c:v>2.56404567</c:v>
                </c:pt>
                <c:pt idx="1078">
                  <c:v>2.56723765</c:v>
                </c:pt>
                <c:pt idx="1079">
                  <c:v>2.57072655</c:v>
                </c:pt>
                <c:pt idx="1080">
                  <c:v>2.57362366</c:v>
                </c:pt>
                <c:pt idx="1081">
                  <c:v>2.57518047</c:v>
                </c:pt>
                <c:pt idx="1082">
                  <c:v>2.57965088</c:v>
                </c:pt>
                <c:pt idx="1083">
                  <c:v>2.58285522</c:v>
                </c:pt>
                <c:pt idx="1084">
                  <c:v>2.58638949</c:v>
                </c:pt>
                <c:pt idx="1085">
                  <c:v>2.58891338</c:v>
                </c:pt>
                <c:pt idx="1086">
                  <c:v>2.59247651</c:v>
                </c:pt>
                <c:pt idx="1087">
                  <c:v>2.59529114</c:v>
                </c:pt>
                <c:pt idx="1088">
                  <c:v>2.59819237</c:v>
                </c:pt>
                <c:pt idx="1089">
                  <c:v>2.60138434</c:v>
                </c:pt>
                <c:pt idx="1090">
                  <c:v>2.60520935</c:v>
                </c:pt>
                <c:pt idx="1091">
                  <c:v>2.60806522</c:v>
                </c:pt>
                <c:pt idx="1092">
                  <c:v>2.61131287</c:v>
                </c:pt>
                <c:pt idx="1093">
                  <c:v>2.61383057</c:v>
                </c:pt>
                <c:pt idx="1094">
                  <c:v>2.61703491</c:v>
                </c:pt>
                <c:pt idx="1095">
                  <c:v>2.6215012</c:v>
                </c:pt>
                <c:pt idx="1096">
                  <c:v>2.62469317</c:v>
                </c:pt>
                <c:pt idx="1097">
                  <c:v>2.62818208</c:v>
                </c:pt>
                <c:pt idx="1098">
                  <c:v>2.63078019</c:v>
                </c:pt>
                <c:pt idx="1099">
                  <c:v>2.63389794</c:v>
                </c:pt>
                <c:pt idx="1100">
                  <c:v>2.63746107</c:v>
                </c:pt>
                <c:pt idx="1101">
                  <c:v>2.64030457</c:v>
                </c:pt>
                <c:pt idx="1102">
                  <c:v>2.64350891</c:v>
                </c:pt>
                <c:pt idx="1103">
                  <c:v>2.64663696</c:v>
                </c:pt>
                <c:pt idx="1104">
                  <c:v>2.6498578</c:v>
                </c:pt>
                <c:pt idx="1105">
                  <c:v>2.65335083</c:v>
                </c:pt>
                <c:pt idx="1106">
                  <c:v>2.65490558</c:v>
                </c:pt>
                <c:pt idx="1107">
                  <c:v>2.65846871</c:v>
                </c:pt>
                <c:pt idx="1108">
                  <c:v>2.66158645</c:v>
                </c:pt>
                <c:pt idx="1109">
                  <c:v>2.66604037</c:v>
                </c:pt>
                <c:pt idx="1110">
                  <c:v>2.6679704</c:v>
                </c:pt>
                <c:pt idx="1111">
                  <c:v>2.67112732</c:v>
                </c:pt>
                <c:pt idx="1112">
                  <c:v>2.67433167</c:v>
                </c:pt>
                <c:pt idx="1113">
                  <c:v>2.67784119</c:v>
                </c:pt>
                <c:pt idx="1114">
                  <c:v>2.68133215</c:v>
                </c:pt>
                <c:pt idx="1115">
                  <c:v>2.68452412</c:v>
                </c:pt>
                <c:pt idx="1116">
                  <c:v>2.68737793</c:v>
                </c:pt>
                <c:pt idx="1117">
                  <c:v>2.69081116</c:v>
                </c:pt>
                <c:pt idx="1118">
                  <c:v>2.69372889</c:v>
                </c:pt>
                <c:pt idx="1119">
                  <c:v>2.69691467</c:v>
                </c:pt>
                <c:pt idx="1120">
                  <c:v>2.70004272</c:v>
                </c:pt>
                <c:pt idx="1121">
                  <c:v>2.70324707</c:v>
                </c:pt>
                <c:pt idx="1122">
                  <c:v>2.70675659</c:v>
                </c:pt>
                <c:pt idx="1123">
                  <c:v>2.70988464</c:v>
                </c:pt>
                <c:pt idx="1124">
                  <c:v>2.71308899</c:v>
                </c:pt>
                <c:pt idx="1125">
                  <c:v>2.71560669</c:v>
                </c:pt>
                <c:pt idx="1126">
                  <c:v>2.71941314</c:v>
                </c:pt>
                <c:pt idx="1127">
                  <c:v>2.72293091</c:v>
                </c:pt>
                <c:pt idx="1128">
                  <c:v>2.72544861</c:v>
                </c:pt>
                <c:pt idx="1129">
                  <c:v>2.72895813</c:v>
                </c:pt>
                <c:pt idx="1130">
                  <c:v>2.73208618</c:v>
                </c:pt>
                <c:pt idx="1131">
                  <c:v>2.73529053</c:v>
                </c:pt>
                <c:pt idx="1132">
                  <c:v>2.73849075</c:v>
                </c:pt>
                <c:pt idx="1133">
                  <c:v>2.74131775</c:v>
                </c:pt>
                <c:pt idx="1134">
                  <c:v>2.74546855</c:v>
                </c:pt>
                <c:pt idx="1135">
                  <c:v>2.74895745</c:v>
                </c:pt>
                <c:pt idx="1136">
                  <c:v>2.75177002</c:v>
                </c:pt>
                <c:pt idx="1137">
                  <c:v>2.75497437</c:v>
                </c:pt>
                <c:pt idx="1138">
                  <c:v>2.75786529</c:v>
                </c:pt>
                <c:pt idx="1139">
                  <c:v>2.76135419</c:v>
                </c:pt>
                <c:pt idx="1140">
                  <c:v>2.76447193</c:v>
                </c:pt>
                <c:pt idx="1141">
                  <c:v>2.7676639</c:v>
                </c:pt>
                <c:pt idx="1142">
                  <c:v>2.77115281</c:v>
                </c:pt>
                <c:pt idx="1143">
                  <c:v>2.77367669</c:v>
                </c:pt>
                <c:pt idx="1144">
                  <c:v>2.77656555</c:v>
                </c:pt>
                <c:pt idx="1145">
                  <c:v>2.78007507</c:v>
                </c:pt>
                <c:pt idx="1146">
                  <c:v>2.78259277</c:v>
                </c:pt>
                <c:pt idx="1147">
                  <c:v>2.78607343</c:v>
                </c:pt>
                <c:pt idx="1148">
                  <c:v>2.78923035</c:v>
                </c:pt>
                <c:pt idx="1149">
                  <c:v>2.79243469</c:v>
                </c:pt>
                <c:pt idx="1150">
                  <c:v>2.79586792</c:v>
                </c:pt>
                <c:pt idx="1151">
                  <c:v>2.79907227</c:v>
                </c:pt>
                <c:pt idx="1152">
                  <c:v>2.80158997</c:v>
                </c:pt>
                <c:pt idx="1153">
                  <c:v>2.80509949</c:v>
                </c:pt>
                <c:pt idx="1154">
                  <c:v>2.80822754</c:v>
                </c:pt>
                <c:pt idx="1155">
                  <c:v>2.81108959</c:v>
                </c:pt>
                <c:pt idx="1156">
                  <c:v>2.81425476</c:v>
                </c:pt>
                <c:pt idx="1157">
                  <c:v>2.81777047</c:v>
                </c:pt>
                <c:pt idx="1158">
                  <c:v>2.82059128</c:v>
                </c:pt>
                <c:pt idx="1159">
                  <c:v>2.82378326</c:v>
                </c:pt>
                <c:pt idx="1160">
                  <c:v>2.82730103</c:v>
                </c:pt>
                <c:pt idx="1161">
                  <c:v>2.83009297</c:v>
                </c:pt>
                <c:pt idx="1162">
                  <c:v>2.83325195</c:v>
                </c:pt>
                <c:pt idx="1163">
                  <c:v>2.83610576</c:v>
                </c:pt>
                <c:pt idx="1164">
                  <c:v>2.84026275</c:v>
                </c:pt>
                <c:pt idx="1165">
                  <c:v>2.84378052</c:v>
                </c:pt>
                <c:pt idx="1166">
                  <c:v>2.84629822</c:v>
                </c:pt>
                <c:pt idx="1167">
                  <c:v>2.84980774</c:v>
                </c:pt>
                <c:pt idx="1168">
                  <c:v>2.85258525</c:v>
                </c:pt>
                <c:pt idx="1169">
                  <c:v>2.85577722</c:v>
                </c:pt>
                <c:pt idx="1170">
                  <c:v>2.85926613</c:v>
                </c:pt>
                <c:pt idx="1171">
                  <c:v>2.8624581</c:v>
                </c:pt>
                <c:pt idx="1172">
                  <c:v>2.86498199</c:v>
                </c:pt>
                <c:pt idx="1173">
                  <c:v>2.86847089</c:v>
                </c:pt>
                <c:pt idx="1174">
                  <c:v>2.87132263</c:v>
                </c:pt>
                <c:pt idx="1175">
                  <c:v>2.8747806</c:v>
                </c:pt>
                <c:pt idx="1176">
                  <c:v>2.87767565</c:v>
                </c:pt>
                <c:pt idx="1177">
                  <c:v>2.88047791</c:v>
                </c:pt>
                <c:pt idx="1178">
                  <c:v>2.88528442</c:v>
                </c:pt>
                <c:pt idx="1179">
                  <c:v>2.88780212</c:v>
                </c:pt>
                <c:pt idx="1180">
                  <c:v>2.89093018</c:v>
                </c:pt>
                <c:pt idx="1181">
                  <c:v>2.89413452</c:v>
                </c:pt>
                <c:pt idx="1182">
                  <c:v>2.8969574</c:v>
                </c:pt>
                <c:pt idx="1183">
                  <c:v>2.90016174</c:v>
                </c:pt>
                <c:pt idx="1184">
                  <c:v>2.90298874</c:v>
                </c:pt>
                <c:pt idx="1185">
                  <c:v>2.90679932</c:v>
                </c:pt>
                <c:pt idx="1186">
                  <c:v>2.90966962</c:v>
                </c:pt>
                <c:pt idx="1187">
                  <c:v>2.91286159</c:v>
                </c:pt>
                <c:pt idx="1188">
                  <c:v>2.91635049</c:v>
                </c:pt>
                <c:pt idx="1189">
                  <c:v>2.91915894</c:v>
                </c:pt>
                <c:pt idx="1190">
                  <c:v>2.92236328</c:v>
                </c:pt>
                <c:pt idx="1191">
                  <c:v>2.92518616</c:v>
                </c:pt>
                <c:pt idx="1192">
                  <c:v>2.9283905</c:v>
                </c:pt>
                <c:pt idx="1193">
                  <c:v>2.93149381</c:v>
                </c:pt>
                <c:pt idx="1194">
                  <c:v>2.93468578</c:v>
                </c:pt>
                <c:pt idx="1195">
                  <c:v>2.93754578</c:v>
                </c:pt>
                <c:pt idx="1196">
                  <c:v>2.94075012</c:v>
                </c:pt>
                <c:pt idx="1197">
                  <c:v>2.94548035</c:v>
                </c:pt>
                <c:pt idx="1198">
                  <c:v>2.94708252</c:v>
                </c:pt>
                <c:pt idx="1199">
                  <c:v>2.95051575</c:v>
                </c:pt>
                <c:pt idx="1200">
                  <c:v>2.95435725</c:v>
                </c:pt>
                <c:pt idx="1201">
                  <c:v>2.95754922</c:v>
                </c:pt>
                <c:pt idx="1202">
                  <c:v>2.96035767</c:v>
                </c:pt>
                <c:pt idx="1203">
                  <c:v>2.96386719</c:v>
                </c:pt>
                <c:pt idx="1204">
                  <c:v>2.96734784</c:v>
                </c:pt>
                <c:pt idx="1205">
                  <c:v>2.96920364</c:v>
                </c:pt>
                <c:pt idx="1206">
                  <c:v>2.97271729</c:v>
                </c:pt>
                <c:pt idx="1207">
                  <c:v>2.97622681</c:v>
                </c:pt>
                <c:pt idx="1208">
                  <c:v>2.97967034</c:v>
                </c:pt>
                <c:pt idx="1209">
                  <c:v>2.98286438</c:v>
                </c:pt>
                <c:pt idx="1210">
                  <c:v>2.98575736</c:v>
                </c:pt>
                <c:pt idx="1211">
                  <c:v>2.98887511</c:v>
                </c:pt>
                <c:pt idx="1212">
                  <c:v>2.99209595</c:v>
                </c:pt>
                <c:pt idx="1213">
                  <c:v>2.995224</c:v>
                </c:pt>
                <c:pt idx="1214">
                  <c:v>2.99842834</c:v>
                </c:pt>
                <c:pt idx="1215">
                  <c:v>3.00127184</c:v>
                </c:pt>
                <c:pt idx="1216">
                  <c:v>3.00476074</c:v>
                </c:pt>
                <c:pt idx="1217">
                  <c:v>3.00795272</c:v>
                </c:pt>
                <c:pt idx="1218">
                  <c:v>3.01078796</c:v>
                </c:pt>
                <c:pt idx="1219">
                  <c:v>3.0139655</c:v>
                </c:pt>
                <c:pt idx="1220">
                  <c:v>3.01742554</c:v>
                </c:pt>
                <c:pt idx="1221">
                  <c:v>3.02027522</c:v>
                </c:pt>
                <c:pt idx="1222">
                  <c:v>3.02376412</c:v>
                </c:pt>
                <c:pt idx="1223">
                  <c:v>3.02695609</c:v>
                </c:pt>
                <c:pt idx="1224">
                  <c:v>3.03014807</c:v>
                </c:pt>
                <c:pt idx="1225">
                  <c:v>3.0329895</c:v>
                </c:pt>
                <c:pt idx="1226">
                  <c:v>3.03616086</c:v>
                </c:pt>
                <c:pt idx="1227">
                  <c:v>3.03935283</c:v>
                </c:pt>
                <c:pt idx="1228">
                  <c:v>3.04222107</c:v>
                </c:pt>
                <c:pt idx="1229">
                  <c:v>3.0460337</c:v>
                </c:pt>
                <c:pt idx="1230">
                  <c:v>3.04885864</c:v>
                </c:pt>
                <c:pt idx="1231">
                  <c:v>3.05206299</c:v>
                </c:pt>
                <c:pt idx="1232">
                  <c:v>3.05650041</c:v>
                </c:pt>
                <c:pt idx="1233">
                  <c:v>3.0590243</c:v>
                </c:pt>
                <c:pt idx="1234">
                  <c:v>3.06221627</c:v>
                </c:pt>
                <c:pt idx="1235">
                  <c:v>3.06533813</c:v>
                </c:pt>
                <c:pt idx="1236">
                  <c:v>3.06889714</c:v>
                </c:pt>
                <c:pt idx="1237">
                  <c:v>3.07142103</c:v>
                </c:pt>
                <c:pt idx="1238">
                  <c:v>3.07490993</c:v>
                </c:pt>
                <c:pt idx="1239">
                  <c:v>3.07810191</c:v>
                </c:pt>
                <c:pt idx="1240">
                  <c:v>3.08121965</c:v>
                </c:pt>
                <c:pt idx="1241">
                  <c:v>3.08441162</c:v>
                </c:pt>
                <c:pt idx="1242">
                  <c:v>3.08790052</c:v>
                </c:pt>
                <c:pt idx="1243">
                  <c:v>3.09082031</c:v>
                </c:pt>
                <c:pt idx="1244">
                  <c:v>3.0945814</c:v>
                </c:pt>
                <c:pt idx="1245">
                  <c:v>3.09710528</c:v>
                </c:pt>
                <c:pt idx="1246">
                  <c:v>3.09997559</c:v>
                </c:pt>
                <c:pt idx="1247">
                  <c:v>3.1031923</c:v>
                </c:pt>
                <c:pt idx="1248">
                  <c:v>3.10600281</c:v>
                </c:pt>
                <c:pt idx="1249">
                  <c:v>3.10920715</c:v>
                </c:pt>
                <c:pt idx="1250">
                  <c:v>3.11210632</c:v>
                </c:pt>
                <c:pt idx="1251">
                  <c:v>3.11653137</c:v>
                </c:pt>
                <c:pt idx="1252">
                  <c:v>3.11904907</c:v>
                </c:pt>
                <c:pt idx="1253">
                  <c:v>3.12255859</c:v>
                </c:pt>
                <c:pt idx="1254">
                  <c:v>3.12605574</c:v>
                </c:pt>
                <c:pt idx="1255">
                  <c:v>3.12924772</c:v>
                </c:pt>
                <c:pt idx="1256">
                  <c:v>3.13214276</c:v>
                </c:pt>
                <c:pt idx="1257">
                  <c:v>3.13499451</c:v>
                </c:pt>
                <c:pt idx="1258">
                  <c:v>3.13819885</c:v>
                </c:pt>
                <c:pt idx="1259">
                  <c:v>3.14102173</c:v>
                </c:pt>
                <c:pt idx="1260">
                  <c:v>3.14422607</c:v>
                </c:pt>
                <c:pt idx="1261">
                  <c:v>3.1477356</c:v>
                </c:pt>
                <c:pt idx="1262">
                  <c:v>3.15086365</c:v>
                </c:pt>
                <c:pt idx="1263">
                  <c:v>3.15406799</c:v>
                </c:pt>
                <c:pt idx="1264">
                  <c:v>3.15757751</c:v>
                </c:pt>
                <c:pt idx="1265">
                  <c:v>3.16078186</c:v>
                </c:pt>
                <c:pt idx="1266">
                  <c:v>3.16390991</c:v>
                </c:pt>
                <c:pt idx="1267">
                  <c:v>3.16741943</c:v>
                </c:pt>
                <c:pt idx="1268">
                  <c:v>3.17029798</c:v>
                </c:pt>
                <c:pt idx="1269">
                  <c:v>3.17348996</c:v>
                </c:pt>
                <c:pt idx="1270">
                  <c:v>3.17697886</c:v>
                </c:pt>
                <c:pt idx="1271">
                  <c:v>3.18017083</c:v>
                </c:pt>
                <c:pt idx="1272">
                  <c:v>3.18269472</c:v>
                </c:pt>
                <c:pt idx="1273">
                  <c:v>3.18618362</c:v>
                </c:pt>
                <c:pt idx="1274">
                  <c:v>3.18878174</c:v>
                </c:pt>
                <c:pt idx="1275">
                  <c:v>3.19189948</c:v>
                </c:pt>
                <c:pt idx="1276">
                  <c:v>3.19546261</c:v>
                </c:pt>
                <c:pt idx="1277">
                  <c:v>3.19858036</c:v>
                </c:pt>
                <c:pt idx="1278">
                  <c:v>3.20213318</c:v>
                </c:pt>
                <c:pt idx="1279">
                  <c:v>3.20556641</c:v>
                </c:pt>
                <c:pt idx="1280">
                  <c:v>3.2081604</c:v>
                </c:pt>
                <c:pt idx="1281">
                  <c:v>3.21128845</c:v>
                </c:pt>
                <c:pt idx="1282">
                  <c:v>3.21446599</c:v>
                </c:pt>
                <c:pt idx="1283">
                  <c:v>3.21765797</c:v>
                </c:pt>
                <c:pt idx="1284">
                  <c:v>3.22151803</c:v>
                </c:pt>
                <c:pt idx="1285">
                  <c:v>3.22463989</c:v>
                </c:pt>
                <c:pt idx="1286">
                  <c:v>3.22784424</c:v>
                </c:pt>
                <c:pt idx="1287">
                  <c:v>3.23072279</c:v>
                </c:pt>
                <c:pt idx="1288">
                  <c:v>3.23387146</c:v>
                </c:pt>
                <c:pt idx="1289">
                  <c:v>3.23673558</c:v>
                </c:pt>
                <c:pt idx="1290">
                  <c:v>3.23992755</c:v>
                </c:pt>
                <c:pt idx="1291">
                  <c:v>3.24279785</c:v>
                </c:pt>
                <c:pt idx="1292">
                  <c:v>3.24630737</c:v>
                </c:pt>
                <c:pt idx="1293">
                  <c:v>3.24913231</c:v>
                </c:pt>
                <c:pt idx="1294">
                  <c:v>3.25263977</c:v>
                </c:pt>
                <c:pt idx="1295">
                  <c:v>3.25614929</c:v>
                </c:pt>
                <c:pt idx="1296">
                  <c:v>3.25900516</c:v>
                </c:pt>
                <c:pt idx="1297">
                  <c:v>3.26219713</c:v>
                </c:pt>
                <c:pt idx="1298">
                  <c:v>3.26501795</c:v>
                </c:pt>
                <c:pt idx="1299">
                  <c:v>3.26789856</c:v>
                </c:pt>
                <c:pt idx="1300">
                  <c:v>3.27110291</c:v>
                </c:pt>
                <c:pt idx="1301">
                  <c:v>3.27583313</c:v>
                </c:pt>
                <c:pt idx="1302">
                  <c:v>3.27875086</c:v>
                </c:pt>
                <c:pt idx="1303">
                  <c:v>3.28194283</c:v>
                </c:pt>
                <c:pt idx="1304">
                  <c:v>3.28475952</c:v>
                </c:pt>
                <c:pt idx="1305">
                  <c:v>3.28765869</c:v>
                </c:pt>
                <c:pt idx="1306">
                  <c:v>3.29017639</c:v>
                </c:pt>
                <c:pt idx="1307">
                  <c:v>3.29367148</c:v>
                </c:pt>
                <c:pt idx="1308">
                  <c:v>3.29689026</c:v>
                </c:pt>
                <c:pt idx="1309">
                  <c:v>3.29968427</c:v>
                </c:pt>
                <c:pt idx="1310">
                  <c:v>3.30352783</c:v>
                </c:pt>
                <c:pt idx="1311">
                  <c:v>3.30734253</c:v>
                </c:pt>
                <c:pt idx="1312">
                  <c:v>3.3102252</c:v>
                </c:pt>
                <c:pt idx="1313">
                  <c:v>3.3140564</c:v>
                </c:pt>
                <c:pt idx="1314">
                  <c:v>3.31690608</c:v>
                </c:pt>
                <c:pt idx="1315">
                  <c:v>3.31883611</c:v>
                </c:pt>
                <c:pt idx="1316">
                  <c:v>3.32232501</c:v>
                </c:pt>
                <c:pt idx="1317">
                  <c:v>3.32551698</c:v>
                </c:pt>
                <c:pt idx="1318">
                  <c:v>3.32832336</c:v>
                </c:pt>
                <c:pt idx="1319">
                  <c:v>3.33152977</c:v>
                </c:pt>
                <c:pt idx="1320">
                  <c:v>3.33598369</c:v>
                </c:pt>
                <c:pt idx="1321">
                  <c:v>3.33947259</c:v>
                </c:pt>
                <c:pt idx="1322">
                  <c:v>3.34236145</c:v>
                </c:pt>
                <c:pt idx="1323">
                  <c:v>3.34518845</c:v>
                </c:pt>
                <c:pt idx="1324">
                  <c:v>3.34741541</c:v>
                </c:pt>
                <c:pt idx="1325">
                  <c:v>3.35350037</c:v>
                </c:pt>
                <c:pt idx="1326">
                  <c:v>3.35862443</c:v>
                </c:pt>
                <c:pt idx="1327">
                  <c:v>3.36013794</c:v>
                </c:pt>
                <c:pt idx="1328">
                  <c:v>3.36334229</c:v>
                </c:pt>
                <c:pt idx="1329">
                  <c:v>3.36685181</c:v>
                </c:pt>
                <c:pt idx="1330">
                  <c:v>3.37005615</c:v>
                </c:pt>
                <c:pt idx="1331">
                  <c:v>3.37421314</c:v>
                </c:pt>
                <c:pt idx="1332">
                  <c:v>3.37738037</c:v>
                </c:pt>
                <c:pt idx="1333">
                  <c:v>3.38022593</c:v>
                </c:pt>
                <c:pt idx="1334">
                  <c:v>3.3834179</c:v>
                </c:pt>
                <c:pt idx="1335">
                  <c:v>3.38531494</c:v>
                </c:pt>
                <c:pt idx="1336">
                  <c:v>3.39009878</c:v>
                </c:pt>
                <c:pt idx="1337">
                  <c:v>3.39232574</c:v>
                </c:pt>
                <c:pt idx="1338">
                  <c:v>3.39515686</c:v>
                </c:pt>
                <c:pt idx="1339">
                  <c:v>3.39836121</c:v>
                </c:pt>
                <c:pt idx="1340">
                  <c:v>3.4015305</c:v>
                </c:pt>
                <c:pt idx="1341">
                  <c:v>3.40507507</c:v>
                </c:pt>
                <c:pt idx="1342">
                  <c:v>3.40791445</c:v>
                </c:pt>
                <c:pt idx="1343">
                  <c:v>3.41177451</c:v>
                </c:pt>
                <c:pt idx="1344">
                  <c:v>3.41526341</c:v>
                </c:pt>
                <c:pt idx="1345">
                  <c:v>3.41845538</c:v>
                </c:pt>
                <c:pt idx="1346">
                  <c:v>3.42097927</c:v>
                </c:pt>
                <c:pt idx="1347">
                  <c:v>3.42414856</c:v>
                </c:pt>
                <c:pt idx="1348">
                  <c:v>3.4286499</c:v>
                </c:pt>
                <c:pt idx="1349">
                  <c:v>3.43025826</c:v>
                </c:pt>
                <c:pt idx="1350">
                  <c:v>3.43374716</c:v>
                </c:pt>
                <c:pt idx="1351">
                  <c:v>3.43693914</c:v>
                </c:pt>
                <c:pt idx="1352">
                  <c:v>3.44108582</c:v>
                </c:pt>
                <c:pt idx="1353">
                  <c:v>3.44295192</c:v>
                </c:pt>
                <c:pt idx="1354">
                  <c:v>3.44650269</c:v>
                </c:pt>
                <c:pt idx="1355">
                  <c:v>3.44933587</c:v>
                </c:pt>
                <c:pt idx="1356">
                  <c:v>3.45416095</c:v>
                </c:pt>
                <c:pt idx="1357">
                  <c:v>3.45695496</c:v>
                </c:pt>
                <c:pt idx="1358">
                  <c:v>3.45987681</c:v>
                </c:pt>
                <c:pt idx="1359">
                  <c:v>3.46336571</c:v>
                </c:pt>
                <c:pt idx="1360">
                  <c:v>3.46655768</c:v>
                </c:pt>
                <c:pt idx="1361">
                  <c:v>3.46974966</c:v>
                </c:pt>
                <c:pt idx="1362">
                  <c:v>3.47290039</c:v>
                </c:pt>
                <c:pt idx="1363">
                  <c:v>3.47610474</c:v>
                </c:pt>
                <c:pt idx="1364">
                  <c:v>3.47862244</c:v>
                </c:pt>
                <c:pt idx="1365">
                  <c:v>3.48184946</c:v>
                </c:pt>
                <c:pt idx="1366">
                  <c:v>3.48437335</c:v>
                </c:pt>
                <c:pt idx="1367">
                  <c:v>3.48882727</c:v>
                </c:pt>
                <c:pt idx="1368">
                  <c:v>3.49172231</c:v>
                </c:pt>
                <c:pt idx="1369">
                  <c:v>3.49456787</c:v>
                </c:pt>
                <c:pt idx="1370">
                  <c:v>3.49777222</c:v>
                </c:pt>
                <c:pt idx="1371">
                  <c:v>3.50059509</c:v>
                </c:pt>
                <c:pt idx="1372">
                  <c:v>3.50411905</c:v>
                </c:pt>
                <c:pt idx="1373">
                  <c:v>3.50731102</c:v>
                </c:pt>
                <c:pt idx="1374">
                  <c:v>3.51112366</c:v>
                </c:pt>
                <c:pt idx="1375">
                  <c:v>3.5139919</c:v>
                </c:pt>
                <c:pt idx="1376">
                  <c:v>3.51718387</c:v>
                </c:pt>
                <c:pt idx="1377">
                  <c:v>3.52067277</c:v>
                </c:pt>
                <c:pt idx="1378">
                  <c:v>3.52386475</c:v>
                </c:pt>
                <c:pt idx="1379">
                  <c:v>3.52705672</c:v>
                </c:pt>
                <c:pt idx="1380">
                  <c:v>3.52987753</c:v>
                </c:pt>
                <c:pt idx="1381">
                  <c:v>3.53306951</c:v>
                </c:pt>
                <c:pt idx="1382">
                  <c:v>3.53660583</c:v>
                </c:pt>
                <c:pt idx="1383">
                  <c:v>3.53981018</c:v>
                </c:pt>
                <c:pt idx="1384">
                  <c:v>3.54294236</c:v>
                </c:pt>
                <c:pt idx="1385">
                  <c:v>3.54554047</c:v>
                </c:pt>
                <c:pt idx="1386">
                  <c:v>3.54934692</c:v>
                </c:pt>
                <c:pt idx="1387">
                  <c:v>3.55186462</c:v>
                </c:pt>
                <c:pt idx="1388">
                  <c:v>3.55533909</c:v>
                </c:pt>
                <c:pt idx="1389">
                  <c:v>3.55823414</c:v>
                </c:pt>
                <c:pt idx="1390">
                  <c:v>3.56142611</c:v>
                </c:pt>
                <c:pt idx="1391">
                  <c:v>3.56491089</c:v>
                </c:pt>
                <c:pt idx="1392">
                  <c:v>3.56842041</c:v>
                </c:pt>
                <c:pt idx="1393">
                  <c:v>3.57162476</c:v>
                </c:pt>
                <c:pt idx="1394">
                  <c:v>3.57449093</c:v>
                </c:pt>
                <c:pt idx="1395">
                  <c:v>3.57768291</c:v>
                </c:pt>
                <c:pt idx="1396">
                  <c:v>3.58085632</c:v>
                </c:pt>
                <c:pt idx="1397">
                  <c:v>3.5836957</c:v>
                </c:pt>
                <c:pt idx="1398">
                  <c:v>3.58659074</c:v>
                </c:pt>
                <c:pt idx="1399">
                  <c:v>3.59008789</c:v>
                </c:pt>
                <c:pt idx="1400">
                  <c:v>3.59290046</c:v>
                </c:pt>
                <c:pt idx="1401">
                  <c:v>3.59609243</c:v>
                </c:pt>
                <c:pt idx="1402">
                  <c:v>3.59931946</c:v>
                </c:pt>
                <c:pt idx="1403">
                  <c:v>3.60344139</c:v>
                </c:pt>
                <c:pt idx="1404">
                  <c:v>3.60626221</c:v>
                </c:pt>
                <c:pt idx="1405">
                  <c:v>3.60945418</c:v>
                </c:pt>
                <c:pt idx="1406">
                  <c:v>3.61297607</c:v>
                </c:pt>
                <c:pt idx="1407">
                  <c:v>3.61549377</c:v>
                </c:pt>
                <c:pt idx="1408">
                  <c:v>3.6190033</c:v>
                </c:pt>
                <c:pt idx="1409">
                  <c:v>3.62159729</c:v>
                </c:pt>
                <c:pt idx="1410">
                  <c:v>3.62472534</c:v>
                </c:pt>
                <c:pt idx="1411">
                  <c:v>3.62823486</c:v>
                </c:pt>
                <c:pt idx="1412">
                  <c:v>3.63143921</c:v>
                </c:pt>
                <c:pt idx="1413">
                  <c:v>3.63432188</c:v>
                </c:pt>
                <c:pt idx="1414">
                  <c:v>3.63781078</c:v>
                </c:pt>
                <c:pt idx="1415">
                  <c:v>3.64100276</c:v>
                </c:pt>
                <c:pt idx="1416">
                  <c:v>3.6441205</c:v>
                </c:pt>
                <c:pt idx="1417">
                  <c:v>3.64700317</c:v>
                </c:pt>
                <c:pt idx="1418">
                  <c:v>3.6505127</c:v>
                </c:pt>
                <c:pt idx="1419">
                  <c:v>3.65432739</c:v>
                </c:pt>
                <c:pt idx="1420">
                  <c:v>3.65783691</c:v>
                </c:pt>
                <c:pt idx="1421">
                  <c:v>3.65974426</c:v>
                </c:pt>
                <c:pt idx="1422">
                  <c:v>3.6638662</c:v>
                </c:pt>
                <c:pt idx="1423">
                  <c:v>3.66676124</c:v>
                </c:pt>
                <c:pt idx="1424">
                  <c:v>3.66995322</c:v>
                </c:pt>
                <c:pt idx="1425">
                  <c:v>3.67279053</c:v>
                </c:pt>
                <c:pt idx="1426">
                  <c:v>3.67630005</c:v>
                </c:pt>
                <c:pt idx="1427">
                  <c:v>3.6794281</c:v>
                </c:pt>
                <c:pt idx="1428">
                  <c:v>3.68234995</c:v>
                </c:pt>
                <c:pt idx="1429">
                  <c:v>3.68546769</c:v>
                </c:pt>
                <c:pt idx="1430">
                  <c:v>3.68865967</c:v>
                </c:pt>
                <c:pt idx="1431">
                  <c:v>3.69186401</c:v>
                </c:pt>
                <c:pt idx="1432">
                  <c:v>3.69506836</c:v>
                </c:pt>
                <c:pt idx="1433">
                  <c:v>3.69850159</c:v>
                </c:pt>
                <c:pt idx="1434">
                  <c:v>3.70170593</c:v>
                </c:pt>
                <c:pt idx="1435">
                  <c:v>3.70521339</c:v>
                </c:pt>
                <c:pt idx="1436">
                  <c:v>3.70803421</c:v>
                </c:pt>
                <c:pt idx="1437">
                  <c:v>3.7109375</c:v>
                </c:pt>
                <c:pt idx="1438">
                  <c:v>3.71375007</c:v>
                </c:pt>
                <c:pt idx="1439">
                  <c:v>3.71665955</c:v>
                </c:pt>
                <c:pt idx="1440">
                  <c:v>3.72138977</c:v>
                </c:pt>
                <c:pt idx="1441">
                  <c:v>3.72390747</c:v>
                </c:pt>
                <c:pt idx="1442">
                  <c:v>3.72711182</c:v>
                </c:pt>
                <c:pt idx="1443">
                  <c:v>3.73031616</c:v>
                </c:pt>
                <c:pt idx="1444">
                  <c:v>3.73374939</c:v>
                </c:pt>
                <c:pt idx="1445">
                  <c:v>3.73634338</c:v>
                </c:pt>
                <c:pt idx="1446">
                  <c:v>3.74015808</c:v>
                </c:pt>
                <c:pt idx="1447">
                  <c:v>3.74329438</c:v>
                </c:pt>
                <c:pt idx="1448">
                  <c:v>3.74581827</c:v>
                </c:pt>
                <c:pt idx="1449">
                  <c:v>3.748703</c:v>
                </c:pt>
                <c:pt idx="1450">
                  <c:v>3.75249914</c:v>
                </c:pt>
                <c:pt idx="1451">
                  <c:v>3.75502303</c:v>
                </c:pt>
                <c:pt idx="1452">
                  <c:v>3.75854492</c:v>
                </c:pt>
                <c:pt idx="1453">
                  <c:v>3.76205444</c:v>
                </c:pt>
                <c:pt idx="1454">
                  <c:v>3.7651825</c:v>
                </c:pt>
                <c:pt idx="1455">
                  <c:v>3.76868171</c:v>
                </c:pt>
                <c:pt idx="1456">
                  <c:v>3.77151489</c:v>
                </c:pt>
                <c:pt idx="1457">
                  <c:v>3.77469449</c:v>
                </c:pt>
                <c:pt idx="1458">
                  <c:v>3.77788647</c:v>
                </c:pt>
                <c:pt idx="1459">
                  <c:v>3.78041035</c:v>
                </c:pt>
                <c:pt idx="1460">
                  <c:v>3.78389926</c:v>
                </c:pt>
                <c:pt idx="1461">
                  <c:v>3.78709123</c:v>
                </c:pt>
                <c:pt idx="1462">
                  <c:v>3.7902832</c:v>
                </c:pt>
                <c:pt idx="1463">
                  <c:v>3.79340094</c:v>
                </c:pt>
                <c:pt idx="1464">
                  <c:v>3.79688985</c:v>
                </c:pt>
                <c:pt idx="1465">
                  <c:v>3.80008182</c:v>
                </c:pt>
                <c:pt idx="1466">
                  <c:v>3.802948</c:v>
                </c:pt>
                <c:pt idx="1467">
                  <c:v>3.80609461</c:v>
                </c:pt>
                <c:pt idx="1468">
                  <c:v>3.81019592</c:v>
                </c:pt>
                <c:pt idx="1469">
                  <c:v>3.81278992</c:v>
                </c:pt>
                <c:pt idx="1470">
                  <c:v>3.81589322</c:v>
                </c:pt>
                <c:pt idx="1471">
                  <c:v>3.81874084</c:v>
                </c:pt>
                <c:pt idx="1472">
                  <c:v>3.82190601</c:v>
                </c:pt>
                <c:pt idx="1473">
                  <c:v>3.82509799</c:v>
                </c:pt>
                <c:pt idx="1474">
                  <c:v>3.82828996</c:v>
                </c:pt>
                <c:pt idx="1475">
                  <c:v>3.83209229</c:v>
                </c:pt>
                <c:pt idx="1476">
                  <c:v>3.83556469</c:v>
                </c:pt>
                <c:pt idx="1477">
                  <c:v>3.83712769</c:v>
                </c:pt>
                <c:pt idx="1478">
                  <c:v>3.84063721</c:v>
                </c:pt>
                <c:pt idx="1479">
                  <c:v>3.84376526</c:v>
                </c:pt>
                <c:pt idx="1480">
                  <c:v>3.84689331</c:v>
                </c:pt>
                <c:pt idx="1481">
                  <c:v>3.85040283</c:v>
                </c:pt>
                <c:pt idx="1482">
                  <c:v>3.85323189</c:v>
                </c:pt>
                <c:pt idx="1483">
                  <c:v>3.85642387</c:v>
                </c:pt>
                <c:pt idx="1484">
                  <c:v>3.85955811</c:v>
                </c:pt>
                <c:pt idx="1485">
                  <c:v>3.86276245</c:v>
                </c:pt>
                <c:pt idx="1486">
                  <c:v>3.86689057</c:v>
                </c:pt>
                <c:pt idx="1487">
                  <c:v>3.87000831</c:v>
                </c:pt>
                <c:pt idx="1488">
                  <c:v>3.87321472</c:v>
                </c:pt>
                <c:pt idx="1489">
                  <c:v>3.87634277</c:v>
                </c:pt>
                <c:pt idx="1490">
                  <c:v>3.87980693</c:v>
                </c:pt>
                <c:pt idx="1491">
                  <c:v>3.88137817</c:v>
                </c:pt>
                <c:pt idx="1492">
                  <c:v>3.88455778</c:v>
                </c:pt>
                <c:pt idx="1493">
                  <c:v>3.88801575</c:v>
                </c:pt>
                <c:pt idx="1494">
                  <c:v>3.89086749</c:v>
                </c:pt>
                <c:pt idx="1495">
                  <c:v>3.89465332</c:v>
                </c:pt>
                <c:pt idx="1496">
                  <c:v>3.89785767</c:v>
                </c:pt>
                <c:pt idx="1497">
                  <c:v>3.9013342</c:v>
                </c:pt>
                <c:pt idx="1498">
                  <c:v>3.90449524</c:v>
                </c:pt>
                <c:pt idx="1499">
                  <c:v>3.90734698</c:v>
                </c:pt>
                <c:pt idx="1500">
                  <c:v>3.91014099</c:v>
                </c:pt>
                <c:pt idx="1501">
                  <c:v>3.91365051</c:v>
                </c:pt>
                <c:pt idx="1502">
                  <c:v>3.91647751</c:v>
                </c:pt>
                <c:pt idx="1503">
                  <c:v>3.91998291</c:v>
                </c:pt>
                <c:pt idx="1504">
                  <c:v>3.92280579</c:v>
                </c:pt>
                <c:pt idx="1505">
                  <c:v>3.92593384</c:v>
                </c:pt>
                <c:pt idx="1506">
                  <c:v>3.92913818</c:v>
                </c:pt>
                <c:pt idx="1507">
                  <c:v>3.93199199</c:v>
                </c:pt>
                <c:pt idx="1508">
                  <c:v>3.93540666</c:v>
                </c:pt>
                <c:pt idx="1509">
                  <c:v>3.93859863</c:v>
                </c:pt>
                <c:pt idx="1510">
                  <c:v>3.94271851</c:v>
                </c:pt>
                <c:pt idx="1511">
                  <c:v>3.94615173</c:v>
                </c:pt>
                <c:pt idx="1512">
                  <c:v>3.94772916</c:v>
                </c:pt>
                <c:pt idx="1513">
                  <c:v>3.95218308</c:v>
                </c:pt>
                <c:pt idx="1514">
                  <c:v>3.95567198</c:v>
                </c:pt>
                <c:pt idx="1515">
                  <c:v>3.95851135</c:v>
                </c:pt>
                <c:pt idx="1516">
                  <c:v>3.9616394</c:v>
                </c:pt>
                <c:pt idx="1517">
                  <c:v>3.96480251</c:v>
                </c:pt>
                <c:pt idx="1518">
                  <c:v>3.96766663</c:v>
                </c:pt>
                <c:pt idx="1519">
                  <c:v>3.97079468</c:v>
                </c:pt>
                <c:pt idx="1520">
                  <c:v>3.9743042</c:v>
                </c:pt>
                <c:pt idx="1521">
                  <c:v>3.97712501</c:v>
                </c:pt>
                <c:pt idx="1522">
                  <c:v>3.98025513</c:v>
                </c:pt>
                <c:pt idx="1523">
                  <c:v>3.98373166</c:v>
                </c:pt>
                <c:pt idx="1524">
                  <c:v>3.98692363</c:v>
                </c:pt>
                <c:pt idx="1525">
                  <c:v>3.98971558</c:v>
                </c:pt>
                <c:pt idx="1526">
                  <c:v>3.99353027</c:v>
                </c:pt>
                <c:pt idx="1527">
                  <c:v>3.99635315</c:v>
                </c:pt>
                <c:pt idx="1528">
                  <c:v>3.99983999</c:v>
                </c:pt>
                <c:pt idx="1529">
                  <c:v>4.00138855</c:v>
                </c:pt>
                <c:pt idx="1530">
                  <c:v>4.00489807</c:v>
                </c:pt>
                <c:pt idx="1531">
                  <c:v>4.00863647</c:v>
                </c:pt>
                <c:pt idx="1532">
                  <c:v>4.01184082</c:v>
                </c:pt>
                <c:pt idx="1533">
                  <c:v>4.0146637</c:v>
                </c:pt>
                <c:pt idx="1534">
                  <c:v>4.01779175</c:v>
                </c:pt>
                <c:pt idx="1535">
                  <c:v>4.02062493</c:v>
                </c:pt>
                <c:pt idx="1536">
                  <c:v>4.02503967</c:v>
                </c:pt>
                <c:pt idx="1537">
                  <c:v>4.02789966</c:v>
                </c:pt>
                <c:pt idx="1538">
                  <c:v>4.03101741</c:v>
                </c:pt>
                <c:pt idx="1539">
                  <c:v>4.03388977</c:v>
                </c:pt>
                <c:pt idx="1540">
                  <c:v>4.037323</c:v>
                </c:pt>
                <c:pt idx="1541">
                  <c:v>4.0398407</c:v>
                </c:pt>
                <c:pt idx="1542">
                  <c:v>4.04267182</c:v>
                </c:pt>
                <c:pt idx="1543">
                  <c:v>4.04647827</c:v>
                </c:pt>
                <c:pt idx="1544">
                  <c:v>4.04960632</c:v>
                </c:pt>
                <c:pt idx="1545">
                  <c:v>4.05247044</c:v>
                </c:pt>
                <c:pt idx="1546">
                  <c:v>4.05595934</c:v>
                </c:pt>
                <c:pt idx="1547">
                  <c:v>4.05907708</c:v>
                </c:pt>
                <c:pt idx="1548">
                  <c:v>4.06257629</c:v>
                </c:pt>
                <c:pt idx="1549">
                  <c:v>4.06471252</c:v>
                </c:pt>
                <c:pt idx="1550">
                  <c:v>4.06791687</c:v>
                </c:pt>
                <c:pt idx="1551">
                  <c:v>4.07104492</c:v>
                </c:pt>
                <c:pt idx="1552">
                  <c:v>4.07417297</c:v>
                </c:pt>
                <c:pt idx="1553">
                  <c:v>4.07733814</c:v>
                </c:pt>
                <c:pt idx="1554">
                  <c:v>4.08171783</c:v>
                </c:pt>
                <c:pt idx="1555">
                  <c:v>4.08424171</c:v>
                </c:pt>
                <c:pt idx="1556">
                  <c:v>4.08773061</c:v>
                </c:pt>
                <c:pt idx="1557">
                  <c:v>4.09057617</c:v>
                </c:pt>
                <c:pt idx="1558">
                  <c:v>4.09337224</c:v>
                </c:pt>
                <c:pt idx="1559">
                  <c:v>4.09686114</c:v>
                </c:pt>
                <c:pt idx="1560">
                  <c:v>4.09965515</c:v>
                </c:pt>
                <c:pt idx="1561">
                  <c:v>4.10250277</c:v>
                </c:pt>
                <c:pt idx="1562">
                  <c:v>4.10598755</c:v>
                </c:pt>
                <c:pt idx="1563">
                  <c:v>4.10942078</c:v>
                </c:pt>
                <c:pt idx="1564">
                  <c:v>4.11230139</c:v>
                </c:pt>
                <c:pt idx="1565">
                  <c:v>4.11514282</c:v>
                </c:pt>
                <c:pt idx="1566">
                  <c:v>4.11857605</c:v>
                </c:pt>
                <c:pt idx="1567">
                  <c:v>4.12202577</c:v>
                </c:pt>
                <c:pt idx="1568">
                  <c:v>4.12483215</c:v>
                </c:pt>
                <c:pt idx="1569">
                  <c:v>4.12834167</c:v>
                </c:pt>
                <c:pt idx="1570">
                  <c:v>4.13175016</c:v>
                </c:pt>
                <c:pt idx="1571">
                  <c:v>4.13427404</c:v>
                </c:pt>
                <c:pt idx="1572">
                  <c:v>4.13746602</c:v>
                </c:pt>
                <c:pt idx="1573">
                  <c:v>4.140625</c:v>
                </c:pt>
                <c:pt idx="1574">
                  <c:v>4.14340457</c:v>
                </c:pt>
                <c:pt idx="1575">
                  <c:v>4.14627075</c:v>
                </c:pt>
                <c:pt idx="1576">
                  <c:v>4.14941736</c:v>
                </c:pt>
                <c:pt idx="1577">
                  <c:v>4.15283203</c:v>
                </c:pt>
                <c:pt idx="1578">
                  <c:v>4.15691479</c:v>
                </c:pt>
                <c:pt idx="1579">
                  <c:v>4.15885925</c:v>
                </c:pt>
                <c:pt idx="1580">
                  <c:v>4.16225949</c:v>
                </c:pt>
                <c:pt idx="1581">
                  <c:v>4.16478337</c:v>
                </c:pt>
                <c:pt idx="1582">
                  <c:v>4.1685692</c:v>
                </c:pt>
                <c:pt idx="1583">
                  <c:v>4.17236328</c:v>
                </c:pt>
                <c:pt idx="1584">
                  <c:v>4.17517585</c:v>
                </c:pt>
                <c:pt idx="1585">
                  <c:v>4.17896168</c:v>
                </c:pt>
                <c:pt idx="1586">
                  <c:v>4.18237635</c:v>
                </c:pt>
                <c:pt idx="1587">
                  <c:v>4.18556832</c:v>
                </c:pt>
                <c:pt idx="1588">
                  <c:v>4.18708801</c:v>
                </c:pt>
                <c:pt idx="1589">
                  <c:v>4.19021606</c:v>
                </c:pt>
                <c:pt idx="1590">
                  <c:v>4.19494629</c:v>
                </c:pt>
                <c:pt idx="1591">
                  <c:v>4.19807434</c:v>
                </c:pt>
                <c:pt idx="1592">
                  <c:v>4.20127869</c:v>
                </c:pt>
                <c:pt idx="1593">
                  <c:v>4.20372009</c:v>
                </c:pt>
                <c:pt idx="1594">
                  <c:v>4.20722961</c:v>
                </c:pt>
                <c:pt idx="1595">
                  <c:v>4.20880292</c:v>
                </c:pt>
                <c:pt idx="1596">
                  <c:v>4.2131826</c:v>
                </c:pt>
                <c:pt idx="1597">
                  <c:v>4.21630859</c:v>
                </c:pt>
                <c:pt idx="1598">
                  <c:v>4.21912116</c:v>
                </c:pt>
                <c:pt idx="1599">
                  <c:v>4.2225647</c:v>
                </c:pt>
                <c:pt idx="1600">
                  <c:v>4.22543088</c:v>
                </c:pt>
                <c:pt idx="1601">
                  <c:v>4.22859192</c:v>
                </c:pt>
                <c:pt idx="1602">
                  <c:v>4.23136943</c:v>
                </c:pt>
                <c:pt idx="1603">
                  <c:v>4.23484802</c:v>
                </c:pt>
                <c:pt idx="1604">
                  <c:v>4.23767915</c:v>
                </c:pt>
                <c:pt idx="1605">
                  <c:v>4.2414093</c:v>
                </c:pt>
                <c:pt idx="1606">
                  <c:v>4.24453735</c:v>
                </c:pt>
                <c:pt idx="1607">
                  <c:v>4.2477417</c:v>
                </c:pt>
                <c:pt idx="1608">
                  <c:v>4.25056458</c:v>
                </c:pt>
                <c:pt idx="1609">
                  <c:v>4.25401017</c:v>
                </c:pt>
                <c:pt idx="1610">
                  <c:v>4.25743103</c:v>
                </c:pt>
                <c:pt idx="1611">
                  <c:v>4.26061682</c:v>
                </c:pt>
                <c:pt idx="1612">
                  <c:v>4.26373456</c:v>
                </c:pt>
                <c:pt idx="1613">
                  <c:v>4.26651001</c:v>
                </c:pt>
                <c:pt idx="1614">
                  <c:v>4.26937619</c:v>
                </c:pt>
                <c:pt idx="1615">
                  <c:v>4.27314758</c:v>
                </c:pt>
                <c:pt idx="1616">
                  <c:v>4.27627563</c:v>
                </c:pt>
                <c:pt idx="1617">
                  <c:v>4.27940369</c:v>
                </c:pt>
                <c:pt idx="1618">
                  <c:v>4.28161621</c:v>
                </c:pt>
                <c:pt idx="1619">
                  <c:v>4.28503913</c:v>
                </c:pt>
                <c:pt idx="1620">
                  <c:v>4.2882311</c:v>
                </c:pt>
                <c:pt idx="1621">
                  <c:v>4.29199219</c:v>
                </c:pt>
                <c:pt idx="1622">
                  <c:v>4.29512024</c:v>
                </c:pt>
                <c:pt idx="1623">
                  <c:v>4.29763794</c:v>
                </c:pt>
                <c:pt idx="1624">
                  <c:v>4.30107117</c:v>
                </c:pt>
                <c:pt idx="1625">
                  <c:v>4.3044879</c:v>
                </c:pt>
                <c:pt idx="1626">
                  <c:v>4.30732727</c:v>
                </c:pt>
                <c:pt idx="1627">
                  <c:v>4.31109454</c:v>
                </c:pt>
                <c:pt idx="1628">
                  <c:v>4.31361843</c:v>
                </c:pt>
                <c:pt idx="1629">
                  <c:v>4.31673617</c:v>
                </c:pt>
                <c:pt idx="1630">
                  <c:v>4.3196106</c:v>
                </c:pt>
                <c:pt idx="1631">
                  <c:v>4.32304382</c:v>
                </c:pt>
                <c:pt idx="1632">
                  <c:v>4.32646055</c:v>
                </c:pt>
                <c:pt idx="1633">
                  <c:v>4.32898444</c:v>
                </c:pt>
                <c:pt idx="1634">
                  <c:v>4.33239911</c:v>
                </c:pt>
                <c:pt idx="1635">
                  <c:v>4.33559108</c:v>
                </c:pt>
                <c:pt idx="1636">
                  <c:v>4.33837891</c:v>
                </c:pt>
                <c:pt idx="1637">
                  <c:v>4.34182657</c:v>
                </c:pt>
                <c:pt idx="1638">
                  <c:v>4.34531547</c:v>
                </c:pt>
                <c:pt idx="1639">
                  <c:v>4.34776512</c:v>
                </c:pt>
                <c:pt idx="1640">
                  <c:v>4.35127258</c:v>
                </c:pt>
                <c:pt idx="1641">
                  <c:v>4.35437177</c:v>
                </c:pt>
                <c:pt idx="1642">
                  <c:v>4.35722351</c:v>
                </c:pt>
                <c:pt idx="1643">
                  <c:v>4.36035156</c:v>
                </c:pt>
                <c:pt idx="1644">
                  <c:v>4.36409615</c:v>
                </c:pt>
                <c:pt idx="1645">
                  <c:v>4.36662004</c:v>
                </c:pt>
                <c:pt idx="1646">
                  <c:v>4.37004089</c:v>
                </c:pt>
                <c:pt idx="1647">
                  <c:v>4.37316895</c:v>
                </c:pt>
                <c:pt idx="1648">
                  <c:v>4.37660217</c:v>
                </c:pt>
                <c:pt idx="1649">
                  <c:v>4.37946216</c:v>
                </c:pt>
                <c:pt idx="1650">
                  <c:v>4.38257991</c:v>
                </c:pt>
                <c:pt idx="1651">
                  <c:v>4.38599458</c:v>
                </c:pt>
                <c:pt idx="1652">
                  <c:v>4.3888092</c:v>
                </c:pt>
                <c:pt idx="1653">
                  <c:v>4.39193726</c:v>
                </c:pt>
                <c:pt idx="1654">
                  <c:v>4.39571896</c:v>
                </c:pt>
                <c:pt idx="1655">
                  <c:v>4.39857483</c:v>
                </c:pt>
                <c:pt idx="1656">
                  <c:v>4.40170288</c:v>
                </c:pt>
                <c:pt idx="1657">
                  <c:v>4.40351332</c:v>
                </c:pt>
                <c:pt idx="1658">
                  <c:v>4.40670529</c:v>
                </c:pt>
                <c:pt idx="1659">
                  <c:v>4.41011996</c:v>
                </c:pt>
                <c:pt idx="1660">
                  <c:v>4.4132377</c:v>
                </c:pt>
                <c:pt idx="1661">
                  <c:v>4.41761739</c:v>
                </c:pt>
                <c:pt idx="1662">
                  <c:v>4.4204382</c:v>
                </c:pt>
                <c:pt idx="1663">
                  <c:v>4.42329407</c:v>
                </c:pt>
                <c:pt idx="1664">
                  <c:v>4.42607983</c:v>
                </c:pt>
                <c:pt idx="1665">
                  <c:v>4.42955017</c:v>
                </c:pt>
                <c:pt idx="1666">
                  <c:v>4.4329834</c:v>
                </c:pt>
                <c:pt idx="1667">
                  <c:v>4.43454227</c:v>
                </c:pt>
                <c:pt idx="1668">
                  <c:v>4.43824768</c:v>
                </c:pt>
                <c:pt idx="1669">
                  <c:v>4.44267273</c:v>
                </c:pt>
                <c:pt idx="1670">
                  <c:v>4.44519043</c:v>
                </c:pt>
                <c:pt idx="1671">
                  <c:v>4.44797825</c:v>
                </c:pt>
                <c:pt idx="1672">
                  <c:v>4.45139292</c:v>
                </c:pt>
                <c:pt idx="1673">
                  <c:v>4.45451066</c:v>
                </c:pt>
                <c:pt idx="1674">
                  <c:v>4.45770264</c:v>
                </c:pt>
                <c:pt idx="1675">
                  <c:v>4.46111731</c:v>
                </c:pt>
                <c:pt idx="1676">
                  <c:v>4.46388245</c:v>
                </c:pt>
                <c:pt idx="1677">
                  <c:v>4.46735279</c:v>
                </c:pt>
                <c:pt idx="1678">
                  <c:v>4.4701736</c:v>
                </c:pt>
                <c:pt idx="1679">
                  <c:v>4.47296143</c:v>
                </c:pt>
                <c:pt idx="1680">
                  <c:v>4.47608948</c:v>
                </c:pt>
                <c:pt idx="1681">
                  <c:v>4.4792299</c:v>
                </c:pt>
                <c:pt idx="1682">
                  <c:v>4.48204041</c:v>
                </c:pt>
                <c:pt idx="1683">
                  <c:v>4.48516846</c:v>
                </c:pt>
                <c:pt idx="1684">
                  <c:v>4.48858313</c:v>
                </c:pt>
                <c:pt idx="1685">
                  <c:v>4.49172974</c:v>
                </c:pt>
                <c:pt idx="1686">
                  <c:v>4.49485779</c:v>
                </c:pt>
                <c:pt idx="1687">
                  <c:v>4.49798584</c:v>
                </c:pt>
                <c:pt idx="1688">
                  <c:v>4.5008314</c:v>
                </c:pt>
                <c:pt idx="1689">
                  <c:v>4.50424607</c:v>
                </c:pt>
                <c:pt idx="1690">
                  <c:v>4.50736381</c:v>
                </c:pt>
                <c:pt idx="1691">
                  <c:v>4.51048155</c:v>
                </c:pt>
                <c:pt idx="1692">
                  <c:v>4.5136261</c:v>
                </c:pt>
                <c:pt idx="1693">
                  <c:v>4.51675415</c:v>
                </c:pt>
                <c:pt idx="1694">
                  <c:v>4.51953785</c:v>
                </c:pt>
                <c:pt idx="1695">
                  <c:v>4.52270508</c:v>
                </c:pt>
                <c:pt idx="1696">
                  <c:v>4.52583313</c:v>
                </c:pt>
                <c:pt idx="1697">
                  <c:v>4.52985609</c:v>
                </c:pt>
                <c:pt idx="1698">
                  <c:v>4.53297383</c:v>
                </c:pt>
                <c:pt idx="1699">
                  <c:v>4.53613281</c:v>
                </c:pt>
                <c:pt idx="1700">
                  <c:v>4.53891239</c:v>
                </c:pt>
                <c:pt idx="1701">
                  <c:v>4.54177856</c:v>
                </c:pt>
                <c:pt idx="1702">
                  <c:v>4.54455401</c:v>
                </c:pt>
                <c:pt idx="1703">
                  <c:v>4.54863677</c:v>
                </c:pt>
                <c:pt idx="1704">
                  <c:v>4.5514679</c:v>
                </c:pt>
                <c:pt idx="1705">
                  <c:v>4.55490112</c:v>
                </c:pt>
                <c:pt idx="1706">
                  <c:v>4.55769307</c:v>
                </c:pt>
                <c:pt idx="1707">
                  <c:v>4.56021696</c:v>
                </c:pt>
                <c:pt idx="1708">
                  <c:v>4.5633347</c:v>
                </c:pt>
                <c:pt idx="1709">
                  <c:v>4.56674937</c:v>
                </c:pt>
                <c:pt idx="1710">
                  <c:v>4.56962585</c:v>
                </c:pt>
                <c:pt idx="1711">
                  <c:v>4.57305908</c:v>
                </c:pt>
                <c:pt idx="1712">
                  <c:v>4.57618713</c:v>
                </c:pt>
                <c:pt idx="1713">
                  <c:v>4.57899764</c:v>
                </c:pt>
                <c:pt idx="1714">
                  <c:v>4.58244324</c:v>
                </c:pt>
                <c:pt idx="1715">
                  <c:v>4.58587646</c:v>
                </c:pt>
                <c:pt idx="1716">
                  <c:v>4.58900452</c:v>
                </c:pt>
                <c:pt idx="1717">
                  <c:v>4.59213257</c:v>
                </c:pt>
                <c:pt idx="1718">
                  <c:v>4.59495544</c:v>
                </c:pt>
                <c:pt idx="1719">
                  <c:v>4.5980835</c:v>
                </c:pt>
                <c:pt idx="1720">
                  <c:v>4.60148992</c:v>
                </c:pt>
                <c:pt idx="1721">
                  <c:v>4.60464478</c:v>
                </c:pt>
                <c:pt idx="1722">
                  <c:v>4.60777283</c:v>
                </c:pt>
                <c:pt idx="1723">
                  <c:v>4.61029053</c:v>
                </c:pt>
                <c:pt idx="1724">
                  <c:v>4.6130701</c:v>
                </c:pt>
                <c:pt idx="1725">
                  <c:v>4.61774671</c:v>
                </c:pt>
                <c:pt idx="1726">
                  <c:v>4.61936951</c:v>
                </c:pt>
                <c:pt idx="1727">
                  <c:v>4.62279449</c:v>
                </c:pt>
                <c:pt idx="1728">
                  <c:v>4.62405643</c:v>
                </c:pt>
                <c:pt idx="1729">
                  <c:v>4.6293269</c:v>
                </c:pt>
                <c:pt idx="1730">
                  <c:v>4.63279724</c:v>
                </c:pt>
                <c:pt idx="1731">
                  <c:v>4.63592529</c:v>
                </c:pt>
                <c:pt idx="1732">
                  <c:v>4.63935852</c:v>
                </c:pt>
                <c:pt idx="1733">
                  <c:v>4.64216902</c:v>
                </c:pt>
                <c:pt idx="1734">
                  <c:v>4.64500427</c:v>
                </c:pt>
                <c:pt idx="1735">
                  <c:v>4.6484375</c:v>
                </c:pt>
                <c:pt idx="1736">
                  <c:v>4.65189341</c:v>
                </c:pt>
                <c:pt idx="1737">
                  <c:v>4.6546936</c:v>
                </c:pt>
                <c:pt idx="1738">
                  <c:v>4.65783197</c:v>
                </c:pt>
                <c:pt idx="1739">
                  <c:v>4.66094971</c:v>
                </c:pt>
                <c:pt idx="1740">
                  <c:v>4.66377258</c:v>
                </c:pt>
                <c:pt idx="1741">
                  <c:v>4.66688826</c:v>
                </c:pt>
                <c:pt idx="1742">
                  <c:v>4.670006</c:v>
                </c:pt>
                <c:pt idx="1743">
                  <c:v>4.67252989</c:v>
                </c:pt>
                <c:pt idx="1744">
                  <c:v>4.67628479</c:v>
                </c:pt>
                <c:pt idx="1745">
                  <c:v>4.67880249</c:v>
                </c:pt>
                <c:pt idx="1746">
                  <c:v>4.68225428</c:v>
                </c:pt>
                <c:pt idx="1747">
                  <c:v>4.68507509</c:v>
                </c:pt>
                <c:pt idx="1748">
                  <c:v>4.68849182</c:v>
                </c:pt>
                <c:pt idx="1749">
                  <c:v>4.69223022</c:v>
                </c:pt>
                <c:pt idx="1750">
                  <c:v>4.69474792</c:v>
                </c:pt>
                <c:pt idx="1751">
                  <c:v>4.69851107</c:v>
                </c:pt>
                <c:pt idx="1752">
                  <c:v>4.70199585</c:v>
                </c:pt>
                <c:pt idx="1753">
                  <c:v>4.70482079</c:v>
                </c:pt>
                <c:pt idx="1754">
                  <c:v>4.70794678</c:v>
                </c:pt>
                <c:pt idx="1755">
                  <c:v>4.7113532</c:v>
                </c:pt>
                <c:pt idx="1756">
                  <c:v>4.71447094</c:v>
                </c:pt>
                <c:pt idx="1757">
                  <c:v>4.71763611</c:v>
                </c:pt>
                <c:pt idx="1758">
                  <c:v>4.72076416</c:v>
                </c:pt>
                <c:pt idx="1759">
                  <c:v>4.72360147</c:v>
                </c:pt>
                <c:pt idx="1760">
                  <c:v>4.72671509</c:v>
                </c:pt>
                <c:pt idx="1761">
                  <c:v>4.72984314</c:v>
                </c:pt>
                <c:pt idx="1762">
                  <c:v>4.73265777</c:v>
                </c:pt>
                <c:pt idx="1763">
                  <c:v>4.73579407</c:v>
                </c:pt>
                <c:pt idx="1764">
                  <c:v>4.73892212</c:v>
                </c:pt>
                <c:pt idx="1765">
                  <c:v>4.74171407</c:v>
                </c:pt>
                <c:pt idx="1766">
                  <c:v>4.74609375</c:v>
                </c:pt>
                <c:pt idx="1767">
                  <c:v>4.74739075</c:v>
                </c:pt>
                <c:pt idx="1768">
                  <c:v>4.75203231</c:v>
                </c:pt>
                <c:pt idx="1769">
                  <c:v>4.75517273</c:v>
                </c:pt>
                <c:pt idx="1770">
                  <c:v>4.75830078</c:v>
                </c:pt>
                <c:pt idx="1771">
                  <c:v>4.76116284</c:v>
                </c:pt>
                <c:pt idx="1772">
                  <c:v>4.76394653</c:v>
                </c:pt>
                <c:pt idx="1773">
                  <c:v>4.76680446</c:v>
                </c:pt>
                <c:pt idx="1774">
                  <c:v>4.76989746</c:v>
                </c:pt>
                <c:pt idx="1775">
                  <c:v>4.77302551</c:v>
                </c:pt>
                <c:pt idx="1776">
                  <c:v>4.77586076</c:v>
                </c:pt>
                <c:pt idx="1777">
                  <c:v>4.77958679</c:v>
                </c:pt>
                <c:pt idx="1778">
                  <c:v>4.78279114</c:v>
                </c:pt>
                <c:pt idx="1779">
                  <c:v>4.78591919</c:v>
                </c:pt>
                <c:pt idx="1780">
                  <c:v>4.7896679</c:v>
                </c:pt>
                <c:pt idx="1781">
                  <c:v>4.79248047</c:v>
                </c:pt>
                <c:pt idx="1782">
                  <c:v>4.79560852</c:v>
                </c:pt>
                <c:pt idx="1783">
                  <c:v>4.79904175</c:v>
                </c:pt>
                <c:pt idx="1784">
                  <c:v>4.80184194</c:v>
                </c:pt>
                <c:pt idx="1785">
                  <c:v>4.80495968</c:v>
                </c:pt>
                <c:pt idx="1786">
                  <c:v>4.80844859</c:v>
                </c:pt>
                <c:pt idx="1787">
                  <c:v>4.81156633</c:v>
                </c:pt>
                <c:pt idx="1788">
                  <c:v>4.81437683</c:v>
                </c:pt>
                <c:pt idx="1789">
                  <c:v>4.81780181</c:v>
                </c:pt>
                <c:pt idx="1790">
                  <c:v>4.82129071</c:v>
                </c:pt>
                <c:pt idx="1791">
                  <c:v>4.82406616</c:v>
                </c:pt>
                <c:pt idx="1792">
                  <c:v>4.82597351</c:v>
                </c:pt>
                <c:pt idx="1793">
                  <c:v>4.82910156</c:v>
                </c:pt>
                <c:pt idx="1794">
                  <c:v>4.83346475</c:v>
                </c:pt>
                <c:pt idx="1795">
                  <c:v>4.83658249</c:v>
                </c:pt>
                <c:pt idx="1796">
                  <c:v>4.83999716</c:v>
                </c:pt>
                <c:pt idx="1797">
                  <c:v>4.84283447</c:v>
                </c:pt>
                <c:pt idx="1798">
                  <c:v>4.84596252</c:v>
                </c:pt>
                <c:pt idx="1799">
                  <c:v>4.84909058</c:v>
                </c:pt>
                <c:pt idx="1800">
                  <c:v>4.85061233</c:v>
                </c:pt>
                <c:pt idx="1801">
                  <c:v>4.85410123</c:v>
                </c:pt>
                <c:pt idx="1802">
                  <c:v>4.85721897</c:v>
                </c:pt>
                <c:pt idx="1803">
                  <c:v>4.86099243</c:v>
                </c:pt>
                <c:pt idx="1804">
                  <c:v>4.86441947</c:v>
                </c:pt>
                <c:pt idx="1805">
                  <c:v>4.86724854</c:v>
                </c:pt>
                <c:pt idx="1806">
                  <c:v>4.87037659</c:v>
                </c:pt>
                <c:pt idx="1807">
                  <c:v>4.87380981</c:v>
                </c:pt>
                <c:pt idx="1808">
                  <c:v>4.87693787</c:v>
                </c:pt>
                <c:pt idx="1809">
                  <c:v>4.88037934</c:v>
                </c:pt>
                <c:pt idx="1810">
                  <c:v>4.88349708</c:v>
                </c:pt>
                <c:pt idx="1811">
                  <c:v>4.8853302</c:v>
                </c:pt>
                <c:pt idx="1812">
                  <c:v>4.89002949</c:v>
                </c:pt>
                <c:pt idx="1813">
                  <c:v>4.8928833</c:v>
                </c:pt>
                <c:pt idx="1814">
                  <c:v>4.89596805</c:v>
                </c:pt>
                <c:pt idx="1815">
                  <c:v>4.89849194</c:v>
                </c:pt>
                <c:pt idx="1816">
                  <c:v>4.90160968</c:v>
                </c:pt>
                <c:pt idx="1817">
                  <c:v>4.90470886</c:v>
                </c:pt>
                <c:pt idx="1818">
                  <c:v>4.90783691</c:v>
                </c:pt>
                <c:pt idx="1819">
                  <c:v>4.91096497</c:v>
                </c:pt>
                <c:pt idx="1820">
                  <c:v>4.91406892</c:v>
                </c:pt>
                <c:pt idx="1821">
                  <c:v>4.91724918</c:v>
                </c:pt>
                <c:pt idx="1822">
                  <c:v>4.92068729</c:v>
                </c:pt>
                <c:pt idx="1823">
                  <c:v>4.9235081</c:v>
                </c:pt>
                <c:pt idx="1824">
                  <c:v>4.92662584</c:v>
                </c:pt>
                <c:pt idx="1825">
                  <c:v>4.93004247</c:v>
                </c:pt>
                <c:pt idx="1826">
                  <c:v>4.93351183</c:v>
                </c:pt>
                <c:pt idx="1827">
                  <c:v>4.93694409</c:v>
                </c:pt>
                <c:pt idx="1828">
                  <c:v>4.9381318</c:v>
                </c:pt>
                <c:pt idx="1829">
                  <c:v>4.94319715</c:v>
                </c:pt>
                <c:pt idx="1830">
                  <c:v>4.94442588</c:v>
                </c:pt>
                <c:pt idx="1831">
                  <c:v>4.94876259</c:v>
                </c:pt>
                <c:pt idx="1832">
                  <c:v>4.95253279</c:v>
                </c:pt>
                <c:pt idx="1833">
                  <c:v>4.95438859</c:v>
                </c:pt>
                <c:pt idx="1834">
                  <c:v>4.95750633</c:v>
                </c:pt>
                <c:pt idx="1835">
                  <c:v>4.96062408</c:v>
                </c:pt>
                <c:pt idx="1836">
                  <c:v>4.96502525</c:v>
                </c:pt>
                <c:pt idx="1837">
                  <c:v>4.96625398</c:v>
                </c:pt>
                <c:pt idx="1838">
                  <c:v>4.96972335</c:v>
                </c:pt>
                <c:pt idx="1839">
                  <c:v>4.97316928</c:v>
                </c:pt>
                <c:pt idx="1840">
                  <c:v>4.97628702</c:v>
                </c:pt>
                <c:pt idx="1841">
                  <c:v>4.98005917</c:v>
                </c:pt>
                <c:pt idx="1842">
                  <c:v>4.98316715</c:v>
                </c:pt>
                <c:pt idx="1843">
                  <c:v>4.9860114</c:v>
                </c:pt>
                <c:pt idx="1844">
                  <c:v>4.98942607</c:v>
                </c:pt>
                <c:pt idx="1845">
                  <c:v>4.99187573</c:v>
                </c:pt>
                <c:pt idx="1846">
                  <c:v>4.99596044</c:v>
                </c:pt>
                <c:pt idx="1847">
                  <c:v>4.99781428</c:v>
                </c:pt>
                <c:pt idx="1848">
                  <c:v>5.00130904</c:v>
                </c:pt>
                <c:pt idx="1849">
                  <c:v>5.00376651</c:v>
                </c:pt>
                <c:pt idx="1850">
                  <c:v>5.00724174</c:v>
                </c:pt>
                <c:pt idx="1851">
                  <c:v>5.01065641</c:v>
                </c:pt>
                <c:pt idx="1852">
                  <c:v>5.01377415</c:v>
                </c:pt>
                <c:pt idx="1853">
                  <c:v>5.01689189</c:v>
                </c:pt>
                <c:pt idx="1854">
                  <c:v>5.02038079</c:v>
                </c:pt>
                <c:pt idx="1855">
                  <c:v>5.02349854</c:v>
                </c:pt>
                <c:pt idx="1856">
                  <c:v>5.02661628</c:v>
                </c:pt>
                <c:pt idx="1857">
                  <c:v>5.02971448</c:v>
                </c:pt>
                <c:pt idx="1858">
                  <c:v>5.03255483</c:v>
                </c:pt>
                <c:pt idx="1859">
                  <c:v>5.03567257</c:v>
                </c:pt>
                <c:pt idx="1860">
                  <c:v>5.03882157</c:v>
                </c:pt>
                <c:pt idx="1861">
                  <c:v>5.04192955</c:v>
                </c:pt>
                <c:pt idx="1862">
                  <c:v>5.04472887</c:v>
                </c:pt>
                <c:pt idx="1863">
                  <c:v>5.04814354</c:v>
                </c:pt>
                <c:pt idx="1864">
                  <c:v>5.05252323</c:v>
                </c:pt>
                <c:pt idx="1865">
                  <c:v>5.05378517</c:v>
                </c:pt>
                <c:pt idx="1866">
                  <c:v>5.0575417</c:v>
                </c:pt>
                <c:pt idx="1867">
                  <c:v>5.06007144</c:v>
                </c:pt>
                <c:pt idx="1868">
                  <c:v>5.06411904</c:v>
                </c:pt>
                <c:pt idx="1869">
                  <c:v>5.06818617</c:v>
                </c:pt>
                <c:pt idx="1870">
                  <c:v>5.06975676</c:v>
                </c:pt>
                <c:pt idx="1871">
                  <c:v>5.07351524</c:v>
                </c:pt>
                <c:pt idx="1872">
                  <c:v>5.07724246</c:v>
                </c:pt>
                <c:pt idx="1873">
                  <c:v>5.0800203</c:v>
                </c:pt>
                <c:pt idx="1874">
                  <c:v>5.08320056</c:v>
                </c:pt>
                <c:pt idx="1875">
                  <c:v>5.08659764</c:v>
                </c:pt>
                <c:pt idx="1876">
                  <c:v>5.0894165</c:v>
                </c:pt>
                <c:pt idx="1877">
                  <c:v>5.09288587</c:v>
                </c:pt>
                <c:pt idx="1878">
                  <c:v>5.09439004</c:v>
                </c:pt>
                <c:pt idx="1879">
                  <c:v>5.09787895</c:v>
                </c:pt>
                <c:pt idx="1880">
                  <c:v>5.10127017</c:v>
                </c:pt>
                <c:pt idx="1881">
                  <c:v>5.10411443</c:v>
                </c:pt>
                <c:pt idx="1882">
                  <c:v>5.10784751</c:v>
                </c:pt>
                <c:pt idx="1883">
                  <c:v>5.11095549</c:v>
                </c:pt>
                <c:pt idx="1884">
                  <c:v>5.11442486</c:v>
                </c:pt>
                <c:pt idx="1885">
                  <c:v>5.11784734</c:v>
                </c:pt>
                <c:pt idx="1886">
                  <c:v>5.12037123</c:v>
                </c:pt>
                <c:pt idx="1887">
                  <c:v>5.12374878</c:v>
                </c:pt>
                <c:pt idx="1888">
                  <c:v>5.12721815</c:v>
                </c:pt>
                <c:pt idx="1889">
                  <c:v>5.13032612</c:v>
                </c:pt>
                <c:pt idx="1890">
                  <c:v>5.13313912</c:v>
                </c:pt>
                <c:pt idx="1891">
                  <c:v>5.13655379</c:v>
                </c:pt>
                <c:pt idx="1892">
                  <c:v>5.13936093</c:v>
                </c:pt>
                <c:pt idx="1893">
                  <c:v>5.14254118</c:v>
                </c:pt>
                <c:pt idx="1894">
                  <c:v>5.14531316</c:v>
                </c:pt>
                <c:pt idx="1895">
                  <c:v>5.14846802</c:v>
                </c:pt>
                <c:pt idx="1896">
                  <c:v>5.15125172</c:v>
                </c:pt>
                <c:pt idx="1897">
                  <c:v>5.15466639</c:v>
                </c:pt>
                <c:pt idx="1898">
                  <c:v>5.15750283</c:v>
                </c:pt>
                <c:pt idx="1899">
                  <c:v>5.16030801</c:v>
                </c:pt>
                <c:pt idx="1900">
                  <c:v>5.16372268</c:v>
                </c:pt>
                <c:pt idx="1901">
                  <c:v>5.16653764</c:v>
                </c:pt>
                <c:pt idx="1902">
                  <c:v>5.16936431</c:v>
                </c:pt>
                <c:pt idx="1903">
                  <c:v>5.17311498</c:v>
                </c:pt>
                <c:pt idx="1904">
                  <c:v>5.17622295</c:v>
                </c:pt>
                <c:pt idx="1905">
                  <c:v>5.18027641</c:v>
                </c:pt>
                <c:pt idx="1906">
                  <c:v>5.18183528</c:v>
                </c:pt>
                <c:pt idx="1907">
                  <c:v>5.18655877</c:v>
                </c:pt>
                <c:pt idx="1908">
                  <c:v>5.18966675</c:v>
                </c:pt>
                <c:pt idx="1909">
                  <c:v>5.19306384</c:v>
                </c:pt>
                <c:pt idx="1910">
                  <c:v>5.19586512</c:v>
                </c:pt>
                <c:pt idx="1911">
                  <c:v>5.19870156</c:v>
                </c:pt>
                <c:pt idx="1912">
                  <c:v>5.20180367</c:v>
                </c:pt>
                <c:pt idx="1913">
                  <c:v>5.20462839</c:v>
                </c:pt>
                <c:pt idx="1914">
                  <c:v>5.2074453</c:v>
                </c:pt>
                <c:pt idx="1915">
                  <c:v>5.21085997</c:v>
                </c:pt>
                <c:pt idx="1916">
                  <c:v>5.21431371</c:v>
                </c:pt>
                <c:pt idx="1917">
                  <c:v>5.21619295</c:v>
                </c:pt>
                <c:pt idx="1918">
                  <c:v>5.22303401</c:v>
                </c:pt>
                <c:pt idx="1919">
                  <c:v>5.22580599</c:v>
                </c:pt>
                <c:pt idx="1920">
                  <c:v>5.22898624</c:v>
                </c:pt>
                <c:pt idx="1921">
                  <c:v>5.23361206</c:v>
                </c:pt>
                <c:pt idx="1922">
                  <c:v>5.23646999</c:v>
                </c:pt>
                <c:pt idx="1923">
                  <c:v>5.23924978</c:v>
                </c:pt>
                <c:pt idx="1924">
                  <c:v>5.2430024</c:v>
                </c:pt>
                <c:pt idx="1925">
                  <c:v>5.24452611</c:v>
                </c:pt>
                <c:pt idx="1926">
                  <c:v>5.2489351</c:v>
                </c:pt>
                <c:pt idx="1927">
                  <c:v>5.25175396</c:v>
                </c:pt>
                <c:pt idx="1928">
                  <c:v>5.25450835</c:v>
                </c:pt>
                <c:pt idx="1929">
                  <c:v>5.25829418</c:v>
                </c:pt>
                <c:pt idx="1930">
                  <c:v>5.26107788</c:v>
                </c:pt>
                <c:pt idx="1931">
                  <c:v>5.26447497</c:v>
                </c:pt>
                <c:pt idx="1932">
                  <c:v>5.26727625</c:v>
                </c:pt>
                <c:pt idx="1933">
                  <c:v>5.27039399</c:v>
                </c:pt>
                <c:pt idx="1934">
                  <c:v>5.27388289</c:v>
                </c:pt>
                <c:pt idx="1935">
                  <c:v>5.27661775</c:v>
                </c:pt>
                <c:pt idx="1936">
                  <c:v>5.27945029</c:v>
                </c:pt>
                <c:pt idx="1937">
                  <c:v>5.28290598</c:v>
                </c:pt>
                <c:pt idx="1938">
                  <c:v>5.28630307</c:v>
                </c:pt>
                <c:pt idx="1939">
                  <c:v>5.28876054</c:v>
                </c:pt>
                <c:pt idx="1940">
                  <c:v>5.29162433</c:v>
                </c:pt>
                <c:pt idx="1941">
                  <c:v>5.29439826</c:v>
                </c:pt>
                <c:pt idx="1942">
                  <c:v>5.29779535</c:v>
                </c:pt>
                <c:pt idx="1943">
                  <c:v>5.30186834</c:v>
                </c:pt>
                <c:pt idx="1944">
                  <c:v>5.30498608</c:v>
                </c:pt>
                <c:pt idx="1945">
                  <c:v>5.30840075</c:v>
                </c:pt>
                <c:pt idx="1946">
                  <c:v>5.30993813</c:v>
                </c:pt>
                <c:pt idx="1947">
                  <c:v>5.3130461</c:v>
                </c:pt>
                <c:pt idx="1948">
                  <c:v>5.31649203</c:v>
                </c:pt>
                <c:pt idx="1949">
                  <c:v>5.31962345</c:v>
                </c:pt>
                <c:pt idx="1950">
                  <c:v>5.32273142</c:v>
                </c:pt>
                <c:pt idx="1951">
                  <c:v>5.32583939</c:v>
                </c:pt>
                <c:pt idx="1952">
                  <c:v>5.328963</c:v>
                </c:pt>
                <c:pt idx="1953">
                  <c:v>5.33176623</c:v>
                </c:pt>
                <c:pt idx="1954">
                  <c:v>5.33638619</c:v>
                </c:pt>
                <c:pt idx="1955">
                  <c:v>5.339207</c:v>
                </c:pt>
                <c:pt idx="1956">
                  <c:v>5.34232475</c:v>
                </c:pt>
                <c:pt idx="1957">
                  <c:v>5.34513775</c:v>
                </c:pt>
                <c:pt idx="1958">
                  <c:v>5.34853484</c:v>
                </c:pt>
                <c:pt idx="1959">
                  <c:v>5.3509923</c:v>
                </c:pt>
                <c:pt idx="1960">
                  <c:v>5.35442455</c:v>
                </c:pt>
                <c:pt idx="1961">
                  <c:v>5.35724537</c:v>
                </c:pt>
                <c:pt idx="1962">
                  <c:v>5.36067762</c:v>
                </c:pt>
                <c:pt idx="1963">
                  <c:v>5.36348085</c:v>
                </c:pt>
                <c:pt idx="1964">
                  <c:v>5.36653218</c:v>
                </c:pt>
                <c:pt idx="1965">
                  <c:v>5.37001326</c:v>
                </c:pt>
                <c:pt idx="1966">
                  <c:v>5.37339863</c:v>
                </c:pt>
                <c:pt idx="1967">
                  <c:v>5.37621749</c:v>
                </c:pt>
                <c:pt idx="1968">
                  <c:v>5.37932547</c:v>
                </c:pt>
                <c:pt idx="1969">
                  <c:v>5.38243344</c:v>
                </c:pt>
                <c:pt idx="1970">
                  <c:v>5.38523081</c:v>
                </c:pt>
                <c:pt idx="1971">
                  <c:v>5.38834855</c:v>
                </c:pt>
                <c:pt idx="1972">
                  <c:v>5.39176322</c:v>
                </c:pt>
                <c:pt idx="1973">
                  <c:v>5.39457622</c:v>
                </c:pt>
                <c:pt idx="1974">
                  <c:v>5.39797331</c:v>
                </c:pt>
                <c:pt idx="1975">
                  <c:v>5.40043078</c:v>
                </c:pt>
                <c:pt idx="1976">
                  <c:v>5.40326917</c:v>
                </c:pt>
                <c:pt idx="1977">
                  <c:v>5.40638692</c:v>
                </c:pt>
                <c:pt idx="1978">
                  <c:v>5.40946559</c:v>
                </c:pt>
                <c:pt idx="1979">
                  <c:v>5.4138023</c:v>
                </c:pt>
                <c:pt idx="1980">
                  <c:v>5.41691027</c:v>
                </c:pt>
                <c:pt idx="1981">
                  <c:v>5.41907863</c:v>
                </c:pt>
                <c:pt idx="1982">
                  <c:v>5.42341533</c:v>
                </c:pt>
                <c:pt idx="1983">
                  <c:v>5.42501914</c:v>
                </c:pt>
                <c:pt idx="1984">
                  <c:v>5.42969575</c:v>
                </c:pt>
                <c:pt idx="1985">
                  <c:v>5.4321454</c:v>
                </c:pt>
                <c:pt idx="1986">
                  <c:v>5.43497989</c:v>
                </c:pt>
                <c:pt idx="1987">
                  <c:v>5.43808396</c:v>
                </c:pt>
                <c:pt idx="1988">
                  <c:v>5.44083445</c:v>
                </c:pt>
                <c:pt idx="1989">
                  <c:v>5.44365135</c:v>
                </c:pt>
                <c:pt idx="1990">
                  <c:v>5.44733951</c:v>
                </c:pt>
                <c:pt idx="1991">
                  <c:v>5.44986926</c:v>
                </c:pt>
                <c:pt idx="1992">
                  <c:v>5.45297723</c:v>
                </c:pt>
                <c:pt idx="1993">
                  <c:v>5.45760696</c:v>
                </c:pt>
                <c:pt idx="1994">
                  <c:v>5.46071103</c:v>
                </c:pt>
                <c:pt idx="1995">
                  <c:v>5.46259027</c:v>
                </c:pt>
                <c:pt idx="1996">
                  <c:v>5.46569824</c:v>
                </c:pt>
                <c:pt idx="1997">
                  <c:v>5.46909533</c:v>
                </c:pt>
                <c:pt idx="1998">
                  <c:v>5.4722033</c:v>
                </c:pt>
                <c:pt idx="1999">
                  <c:v>5.47654001</c:v>
                </c:pt>
                <c:pt idx="2000">
                  <c:v>5.48462739</c:v>
                </c:pt>
                <c:pt idx="2001">
                  <c:v>5.48804206</c:v>
                </c:pt>
                <c:pt idx="2002">
                  <c:v>5.4911598</c:v>
                </c:pt>
                <c:pt idx="2003">
                  <c:v>5.49360945</c:v>
                </c:pt>
                <c:pt idx="2004">
                  <c:v>5.49518786</c:v>
                </c:pt>
                <c:pt idx="2005">
                  <c:v>5.50292166</c:v>
                </c:pt>
                <c:pt idx="2006">
                  <c:v>5.50570926</c:v>
                </c:pt>
                <c:pt idx="2007">
                  <c:v>5.50912393</c:v>
                </c:pt>
                <c:pt idx="2008">
                  <c:v>5.51224167</c:v>
                </c:pt>
                <c:pt idx="2009">
                  <c:v>5.51499216</c:v>
                </c:pt>
                <c:pt idx="2010">
                  <c:v>5.51838925</c:v>
                </c:pt>
                <c:pt idx="2011">
                  <c:v>5.52149722</c:v>
                </c:pt>
                <c:pt idx="2012">
                  <c:v>5.52307954</c:v>
                </c:pt>
                <c:pt idx="2013">
                  <c:v>5.52800229</c:v>
                </c:pt>
                <c:pt idx="2014">
                  <c:v>5.53079966</c:v>
                </c:pt>
                <c:pt idx="2015">
                  <c:v>5.53356773</c:v>
                </c:pt>
                <c:pt idx="2016">
                  <c:v>5.5366757</c:v>
                </c:pt>
                <c:pt idx="2017">
                  <c:v>5.54416141</c:v>
                </c:pt>
                <c:pt idx="2018">
                  <c:v>5.54693925</c:v>
                </c:pt>
                <c:pt idx="2019">
                  <c:v>5.55061959</c:v>
                </c:pt>
                <c:pt idx="2020">
                  <c:v>5.55648001</c:v>
                </c:pt>
                <c:pt idx="2021">
                  <c:v>5.55960165</c:v>
                </c:pt>
                <c:pt idx="2022">
                  <c:v>5.56732178</c:v>
                </c:pt>
                <c:pt idx="2023">
                  <c:v>5.5964207</c:v>
                </c:pt>
                <c:pt idx="2024">
                  <c:v>5.6001362</c:v>
                </c:pt>
                <c:pt idx="2025">
                  <c:v>5.60324418</c:v>
                </c:pt>
                <c:pt idx="2026">
                  <c:v>5.60447291</c:v>
                </c:pt>
                <c:pt idx="2027">
                  <c:v>5.60941129</c:v>
                </c:pt>
                <c:pt idx="2028">
                  <c:v>5.61097798</c:v>
                </c:pt>
                <c:pt idx="2029">
                  <c:v>5.61408595</c:v>
                </c:pt>
                <c:pt idx="2030">
                  <c:v>5.61748304</c:v>
                </c:pt>
                <c:pt idx="2031">
                  <c:v>5.62051873</c:v>
                </c:pt>
                <c:pt idx="2032">
                  <c:v>5.62362671</c:v>
                </c:pt>
                <c:pt idx="2033">
                  <c:v>5.62670733</c:v>
                </c:pt>
                <c:pt idx="2034">
                  <c:v>5.62982508</c:v>
                </c:pt>
                <c:pt idx="2035">
                  <c:v>5.63413053</c:v>
                </c:pt>
                <c:pt idx="2036">
                  <c:v>5.63539247</c:v>
                </c:pt>
                <c:pt idx="2037">
                  <c:v>5.64032304</c:v>
                </c:pt>
                <c:pt idx="2038">
                  <c:v>5.6427805</c:v>
                </c:pt>
                <c:pt idx="2039">
                  <c:v>5.64588848</c:v>
                </c:pt>
                <c:pt idx="2040">
                  <c:v>5.64897692</c:v>
                </c:pt>
                <c:pt idx="2041">
                  <c:v>5.65142657</c:v>
                </c:pt>
                <c:pt idx="2042">
                  <c:v>5.65454431</c:v>
                </c:pt>
                <c:pt idx="2043">
                  <c:v>5.65860949</c:v>
                </c:pt>
                <c:pt idx="2044">
                  <c:v>5.66200658</c:v>
                </c:pt>
                <c:pt idx="2045">
                  <c:v>5.66381354</c:v>
                </c:pt>
                <c:pt idx="2046">
                  <c:v>5.66627101</c:v>
                </c:pt>
                <c:pt idx="2047">
                  <c:v>5.6712465</c:v>
                </c:pt>
                <c:pt idx="2048">
                  <c:v>5.67400481</c:v>
                </c:pt>
                <c:pt idx="2049">
                  <c:v>5.67653455</c:v>
                </c:pt>
                <c:pt idx="2050">
                  <c:v>5.68022857</c:v>
                </c:pt>
                <c:pt idx="2051">
                  <c:v>5.68303962</c:v>
                </c:pt>
                <c:pt idx="2052">
                  <c:v>5.68638982</c:v>
                </c:pt>
                <c:pt idx="2053">
                  <c:v>5.68824367</c:v>
                </c:pt>
                <c:pt idx="2054">
                  <c:v>5.69258037</c:v>
                </c:pt>
                <c:pt idx="2055">
                  <c:v>5.69596574</c:v>
                </c:pt>
                <c:pt idx="2056">
                  <c:v>5.69752461</c:v>
                </c:pt>
                <c:pt idx="2057">
                  <c:v>5.7019043</c:v>
                </c:pt>
                <c:pt idx="2058">
                  <c:v>5.70530139</c:v>
                </c:pt>
                <c:pt idx="2059">
                  <c:v>5.70806555</c:v>
                </c:pt>
                <c:pt idx="2060">
                  <c:v>5.71115594</c:v>
                </c:pt>
                <c:pt idx="2061">
                  <c:v>5.71426392</c:v>
                </c:pt>
                <c:pt idx="2062">
                  <c:v>5.71764147</c:v>
                </c:pt>
                <c:pt idx="2063">
                  <c:v>5.72040759</c:v>
                </c:pt>
                <c:pt idx="2064">
                  <c:v>5.72257594</c:v>
                </c:pt>
                <c:pt idx="2065">
                  <c:v>5.72568391</c:v>
                </c:pt>
                <c:pt idx="2066">
                  <c:v>5.72877626</c:v>
                </c:pt>
                <c:pt idx="2067">
                  <c:v>5.73122592</c:v>
                </c:pt>
                <c:pt idx="2068">
                  <c:v>5.7356056</c:v>
                </c:pt>
                <c:pt idx="2069">
                  <c:v>5.73869404</c:v>
                </c:pt>
                <c:pt idx="2070">
                  <c:v>5.74180201</c:v>
                </c:pt>
                <c:pt idx="2071">
                  <c:v>5.74451343</c:v>
                </c:pt>
                <c:pt idx="2072">
                  <c:v>5.74765657</c:v>
                </c:pt>
                <c:pt idx="2073">
                  <c:v>5.75104585</c:v>
                </c:pt>
                <c:pt idx="2074">
                  <c:v>5.75380024</c:v>
                </c:pt>
                <c:pt idx="2075">
                  <c:v>5.75690822</c:v>
                </c:pt>
                <c:pt idx="2076">
                  <c:v>5.7603053</c:v>
                </c:pt>
                <c:pt idx="2077">
                  <c:v>5.763341</c:v>
                </c:pt>
                <c:pt idx="2078">
                  <c:v>5.76579847</c:v>
                </c:pt>
                <c:pt idx="2079">
                  <c:v>5.76886151</c:v>
                </c:pt>
                <c:pt idx="2080">
                  <c:v>5.77197925</c:v>
                </c:pt>
                <c:pt idx="2081">
                  <c:v>5.774761</c:v>
                </c:pt>
                <c:pt idx="2082">
                  <c:v>5.77843743</c:v>
                </c:pt>
                <c:pt idx="2083">
                  <c:v>5.78242252</c:v>
                </c:pt>
                <c:pt idx="2084">
                  <c:v>5.7839306</c:v>
                </c:pt>
                <c:pt idx="2085">
                  <c:v>5.78734527</c:v>
                </c:pt>
                <c:pt idx="2086">
                  <c:v>5.79165072</c:v>
                </c:pt>
                <c:pt idx="2087">
                  <c:v>5.79311973</c:v>
                </c:pt>
                <c:pt idx="2088">
                  <c:v>5.79684696</c:v>
                </c:pt>
                <c:pt idx="2089">
                  <c:v>5.80020302</c:v>
                </c:pt>
                <c:pt idx="2090">
                  <c:v>5.80293398</c:v>
                </c:pt>
                <c:pt idx="2091">
                  <c:v>5.80605172</c:v>
                </c:pt>
                <c:pt idx="2092">
                  <c:v>5.8096715</c:v>
                </c:pt>
                <c:pt idx="2093">
                  <c:v>5.81243567</c:v>
                </c:pt>
                <c:pt idx="2094">
                  <c:v>5.81555341</c:v>
                </c:pt>
                <c:pt idx="2095">
                  <c:v>5.81889385</c:v>
                </c:pt>
                <c:pt idx="2096">
                  <c:v>5.82074964</c:v>
                </c:pt>
                <c:pt idx="2097">
                  <c:v>5.8241272</c:v>
                </c:pt>
                <c:pt idx="2098">
                  <c:v>5.82713359</c:v>
                </c:pt>
                <c:pt idx="2099">
                  <c:v>5.83025133</c:v>
                </c:pt>
                <c:pt idx="2100">
                  <c:v>5.83329484</c:v>
                </c:pt>
                <c:pt idx="2101">
                  <c:v>5.83605315</c:v>
                </c:pt>
                <c:pt idx="2102">
                  <c:v>5.83945023</c:v>
                </c:pt>
                <c:pt idx="2103">
                  <c:v>5.84248593</c:v>
                </c:pt>
                <c:pt idx="2104">
                  <c:v>5.84554311</c:v>
                </c:pt>
                <c:pt idx="2105">
                  <c:v>5.84834049</c:v>
                </c:pt>
                <c:pt idx="2106">
                  <c:v>5.85195441</c:v>
                </c:pt>
                <c:pt idx="2107">
                  <c:v>5.8553515</c:v>
                </c:pt>
                <c:pt idx="2108">
                  <c:v>5.85845947</c:v>
                </c:pt>
                <c:pt idx="2109">
                  <c:v>5.86120605</c:v>
                </c:pt>
                <c:pt idx="2110">
                  <c:v>5.86489226</c:v>
                </c:pt>
                <c:pt idx="2111">
                  <c:v>5.86825809</c:v>
                </c:pt>
                <c:pt idx="2112">
                  <c:v>5.87103593</c:v>
                </c:pt>
                <c:pt idx="2113">
                  <c:v>5.87284289</c:v>
                </c:pt>
                <c:pt idx="2114">
                  <c:v>5.87623998</c:v>
                </c:pt>
                <c:pt idx="2115">
                  <c:v>5.87902172</c:v>
                </c:pt>
                <c:pt idx="2116">
                  <c:v>5.8836241</c:v>
                </c:pt>
                <c:pt idx="2117">
                  <c:v>5.88607376</c:v>
                </c:pt>
                <c:pt idx="2118">
                  <c:v>5.88888871</c:v>
                </c:pt>
                <c:pt idx="2119">
                  <c:v>5.89221352</c:v>
                </c:pt>
                <c:pt idx="2120">
                  <c:v>5.89564968</c:v>
                </c:pt>
                <c:pt idx="2121">
                  <c:v>5.89720073</c:v>
                </c:pt>
                <c:pt idx="2122">
                  <c:v>5.90052554</c:v>
                </c:pt>
                <c:pt idx="2123">
                  <c:v>5.90363352</c:v>
                </c:pt>
                <c:pt idx="2124">
                  <c:v>5.90700717</c:v>
                </c:pt>
                <c:pt idx="2125">
                  <c:v>5.91013858</c:v>
                </c:pt>
                <c:pt idx="2126">
                  <c:v>5.91287149</c:v>
                </c:pt>
                <c:pt idx="2127">
                  <c:v>5.91751099</c:v>
                </c:pt>
                <c:pt idx="2128">
                  <c:v>5.92032985</c:v>
                </c:pt>
                <c:pt idx="2129">
                  <c:v>5.92647352</c:v>
                </c:pt>
                <c:pt idx="2130">
                  <c:v>5.92838597</c:v>
                </c:pt>
                <c:pt idx="2131">
                  <c:v>5.93174985</c:v>
                </c:pt>
                <c:pt idx="2132">
                  <c:v>5.93454722</c:v>
                </c:pt>
                <c:pt idx="2133">
                  <c:v>5.93796189</c:v>
                </c:pt>
                <c:pt idx="2134">
                  <c:v>5.94136288</c:v>
                </c:pt>
                <c:pt idx="2135">
                  <c:v>5.94382035</c:v>
                </c:pt>
                <c:pt idx="2136">
                  <c:v>5.94721744</c:v>
                </c:pt>
                <c:pt idx="2137">
                  <c:v>5.95032541</c:v>
                </c:pt>
                <c:pt idx="2138">
                  <c:v>5.95343339</c:v>
                </c:pt>
                <c:pt idx="2139">
                  <c:v>5.95659411</c:v>
                </c:pt>
                <c:pt idx="2140">
                  <c:v>5.96001073</c:v>
                </c:pt>
                <c:pt idx="2141">
                  <c:v>5.9640173</c:v>
                </c:pt>
                <c:pt idx="2142">
                  <c:v>5.9671663</c:v>
                </c:pt>
                <c:pt idx="2143">
                  <c:v>5.96869391</c:v>
                </c:pt>
                <c:pt idx="2144">
                  <c:v>5.97215351</c:v>
                </c:pt>
                <c:pt idx="2145">
                  <c:v>5.97461098</c:v>
                </c:pt>
                <c:pt idx="2146">
                  <c:v>5.97834407</c:v>
                </c:pt>
                <c:pt idx="2147">
                  <c:v>5.98118832</c:v>
                </c:pt>
                <c:pt idx="2148">
                  <c:v>5.98552503</c:v>
                </c:pt>
                <c:pt idx="2149">
                  <c:v>5.9889944</c:v>
                </c:pt>
                <c:pt idx="2150">
                  <c:v>5.99051811</c:v>
                </c:pt>
                <c:pt idx="2151">
                  <c:v>6.00024249</c:v>
                </c:pt>
                <c:pt idx="2152">
                  <c:v>6.00336023</c:v>
                </c:pt>
                <c:pt idx="2153">
                  <c:v>6.00647797</c:v>
                </c:pt>
                <c:pt idx="2154">
                  <c:v>6.00773992</c:v>
                </c:pt>
                <c:pt idx="2155">
                  <c:v>6.01277402</c:v>
                </c:pt>
                <c:pt idx="2156">
                  <c:v>6.01588199</c:v>
                </c:pt>
                <c:pt idx="2157">
                  <c:v>6.01898996</c:v>
                </c:pt>
                <c:pt idx="2158">
                  <c:v>6.02245933</c:v>
                </c:pt>
                <c:pt idx="2159">
                  <c:v>6.02556731</c:v>
                </c:pt>
                <c:pt idx="2160">
                  <c:v>6.02963834</c:v>
                </c:pt>
                <c:pt idx="2161">
                  <c:v>6.03216223</c:v>
                </c:pt>
                <c:pt idx="2162">
                  <c:v>6.03402389</c:v>
                </c:pt>
                <c:pt idx="2163">
                  <c:v>6.04062467</c:v>
                </c:pt>
                <c:pt idx="2164">
                  <c:v>6.05064794</c:v>
                </c:pt>
                <c:pt idx="2165">
                  <c:v>6.0569557</c:v>
                </c:pt>
                <c:pt idx="2166">
                  <c:v>6.06007344</c:v>
                </c:pt>
                <c:pt idx="2167">
                  <c:v>6.06293528</c:v>
                </c:pt>
                <c:pt idx="2168">
                  <c:v>6.06668008</c:v>
                </c:pt>
                <c:pt idx="2169">
                  <c:v>6.06951262</c:v>
                </c:pt>
                <c:pt idx="2170">
                  <c:v>6.07269287</c:v>
                </c:pt>
                <c:pt idx="2171">
                  <c:v>6.07551173</c:v>
                </c:pt>
                <c:pt idx="2172">
                  <c:v>6.07927021</c:v>
                </c:pt>
                <c:pt idx="2173">
                  <c:v>6.08245047</c:v>
                </c:pt>
                <c:pt idx="2174">
                  <c:v>6.08523807</c:v>
                </c:pt>
                <c:pt idx="2175">
                  <c:v>6.08872697</c:v>
                </c:pt>
                <c:pt idx="2176">
                  <c:v>6.09155755</c:v>
                </c:pt>
                <c:pt idx="2177">
                  <c:v>6.09503669</c:v>
                </c:pt>
                <c:pt idx="2178">
                  <c:v>6.09690616</c:v>
                </c:pt>
                <c:pt idx="2179">
                  <c:v>6.10164333</c:v>
                </c:pt>
                <c:pt idx="2180">
                  <c:v>6.1044954</c:v>
                </c:pt>
                <c:pt idx="2181">
                  <c:v>6.10824997</c:v>
                </c:pt>
                <c:pt idx="2182">
                  <c:v>6.11114502</c:v>
                </c:pt>
                <c:pt idx="2183">
                  <c:v>6.11270389</c:v>
                </c:pt>
                <c:pt idx="2184">
                  <c:v>6.11745474</c:v>
                </c:pt>
                <c:pt idx="2185">
                  <c:v>6.12025211</c:v>
                </c:pt>
                <c:pt idx="2186">
                  <c:v>6.15530717</c:v>
                </c:pt>
                <c:pt idx="2187">
                  <c:v>6.18002641</c:v>
                </c:pt>
                <c:pt idx="2188">
                  <c:v>6.18315001</c:v>
                </c:pt>
                <c:pt idx="2189">
                  <c:v>6.18634198</c:v>
                </c:pt>
                <c:pt idx="2190">
                  <c:v>6.18920577</c:v>
                </c:pt>
                <c:pt idx="2191">
                  <c:v>6.19302286</c:v>
                </c:pt>
                <c:pt idx="2192">
                  <c:v>6.19585539</c:v>
                </c:pt>
                <c:pt idx="2193">
                  <c:v>6.1994068</c:v>
                </c:pt>
                <c:pt idx="2194">
                  <c:v>6.20289571</c:v>
                </c:pt>
                <c:pt idx="2195">
                  <c:v>6.20608768</c:v>
                </c:pt>
                <c:pt idx="2196">
                  <c:v>6.2089378</c:v>
                </c:pt>
                <c:pt idx="2197">
                  <c:v>6.21276855</c:v>
                </c:pt>
                <c:pt idx="2198">
                  <c:v>6.21565969</c:v>
                </c:pt>
                <c:pt idx="2199">
                  <c:v>6.21855865</c:v>
                </c:pt>
                <c:pt idx="2200">
                  <c:v>6.22144197</c:v>
                </c:pt>
                <c:pt idx="2201">
                  <c:v>6.22531375</c:v>
                </c:pt>
                <c:pt idx="2202">
                  <c:v>6.22816387</c:v>
                </c:pt>
                <c:pt idx="2203">
                  <c:v>6.23102961</c:v>
                </c:pt>
                <c:pt idx="2204">
                  <c:v>6.23459275</c:v>
                </c:pt>
                <c:pt idx="2205">
                  <c:v>6.23748779</c:v>
                </c:pt>
                <c:pt idx="2206">
                  <c:v>6.24105093</c:v>
                </c:pt>
                <c:pt idx="2207">
                  <c:v>6.24453983</c:v>
                </c:pt>
                <c:pt idx="2208">
                  <c:v>6.24780603</c:v>
                </c:pt>
                <c:pt idx="2209">
                  <c:v>6.24941374</c:v>
                </c:pt>
                <c:pt idx="2210">
                  <c:v>6.25322497</c:v>
                </c:pt>
                <c:pt idx="2211">
                  <c:v>6.25743665</c:v>
                </c:pt>
                <c:pt idx="2212">
                  <c:v>6.26068918</c:v>
                </c:pt>
                <c:pt idx="2213">
                  <c:v>6.26423083</c:v>
                </c:pt>
                <c:pt idx="2214">
                  <c:v>6.26741108</c:v>
                </c:pt>
                <c:pt idx="2215">
                  <c:v>6.26903637</c:v>
                </c:pt>
                <c:pt idx="2216">
                  <c:v>6.27349029</c:v>
                </c:pt>
                <c:pt idx="2217">
                  <c:v>6.27579148</c:v>
                </c:pt>
                <c:pt idx="2218">
                  <c:v>6.27861424</c:v>
                </c:pt>
                <c:pt idx="2219">
                  <c:v>6.28316779</c:v>
                </c:pt>
                <c:pt idx="2220">
                  <c:v>6.28633241</c:v>
                </c:pt>
                <c:pt idx="2221">
                  <c:v>6.28923918</c:v>
                </c:pt>
                <c:pt idx="2222">
                  <c:v>6.29271636</c:v>
                </c:pt>
                <c:pt idx="2223">
                  <c:v>6.29598257</c:v>
                </c:pt>
                <c:pt idx="2224">
                  <c:v>6.29914133</c:v>
                </c:pt>
                <c:pt idx="2225">
                  <c:v>6.30232158</c:v>
                </c:pt>
                <c:pt idx="2226">
                  <c:v>6.3042731</c:v>
                </c:pt>
                <c:pt idx="2227">
                  <c:v>6.30774247</c:v>
                </c:pt>
                <c:pt idx="2228">
                  <c:v>6.31092272</c:v>
                </c:pt>
                <c:pt idx="2229">
                  <c:v>6.31446632</c:v>
                </c:pt>
                <c:pt idx="2230">
                  <c:v>6.31795522</c:v>
                </c:pt>
                <c:pt idx="2231">
                  <c:v>6.32082487</c:v>
                </c:pt>
                <c:pt idx="2232">
                  <c:v>6.32393285</c:v>
                </c:pt>
                <c:pt idx="2233">
                  <c:v>6.32747449</c:v>
                </c:pt>
                <c:pt idx="2234">
                  <c:v>6.33058247</c:v>
                </c:pt>
                <c:pt idx="2235">
                  <c:v>6.33376272</c:v>
                </c:pt>
                <c:pt idx="2236">
                  <c:v>6.3369586</c:v>
                </c:pt>
                <c:pt idx="2237">
                  <c:v>6.33976183</c:v>
                </c:pt>
                <c:pt idx="2238">
                  <c:v>6.34294209</c:v>
                </c:pt>
                <c:pt idx="2239">
                  <c:v>6.34605006</c:v>
                </c:pt>
                <c:pt idx="2240">
                  <c:v>6.34886892</c:v>
                </c:pt>
                <c:pt idx="2241">
                  <c:v>6.35204918</c:v>
                </c:pt>
                <c:pt idx="2242">
                  <c:v>6.35515715</c:v>
                </c:pt>
                <c:pt idx="2243">
                  <c:v>6.35862652</c:v>
                </c:pt>
                <c:pt idx="2244">
                  <c:v>6.36173449</c:v>
                </c:pt>
                <c:pt idx="2245">
                  <c:v>6.36484247</c:v>
                </c:pt>
                <c:pt idx="2246">
                  <c:v>6.36798756</c:v>
                </c:pt>
                <c:pt idx="2247">
                  <c:v>6.3707693</c:v>
                </c:pt>
                <c:pt idx="2248">
                  <c:v>6.37355495</c:v>
                </c:pt>
                <c:pt idx="2249">
                  <c:v>6.37696962</c:v>
                </c:pt>
                <c:pt idx="2250">
                  <c:v>6.38103284</c:v>
                </c:pt>
                <c:pt idx="2251">
                  <c:v>6.38379896</c:v>
                </c:pt>
                <c:pt idx="2252">
                  <c:v>6.3868874</c:v>
                </c:pt>
                <c:pt idx="2253">
                  <c:v>6.38941715</c:v>
                </c:pt>
                <c:pt idx="2254">
                  <c:v>6.39278103</c:v>
                </c:pt>
                <c:pt idx="2255">
                  <c:v>6.3961957</c:v>
                </c:pt>
                <c:pt idx="2256">
                  <c:v>6.39923921</c:v>
                </c:pt>
                <c:pt idx="2257">
                  <c:v>6.4019936</c:v>
                </c:pt>
                <c:pt idx="2258">
                  <c:v>6.4048066</c:v>
                </c:pt>
                <c:pt idx="2259">
                  <c:v>6.40784816</c:v>
                </c:pt>
                <c:pt idx="2260">
                  <c:v>6.41088385</c:v>
                </c:pt>
                <c:pt idx="2261">
                  <c:v>6.41399183</c:v>
                </c:pt>
                <c:pt idx="2262">
                  <c:v>6.41705487</c:v>
                </c:pt>
                <c:pt idx="2263">
                  <c:v>6.42042461</c:v>
                </c:pt>
                <c:pt idx="2264">
                  <c:v>6.42346031</c:v>
                </c:pt>
                <c:pt idx="2265">
                  <c:v>6.426496</c:v>
                </c:pt>
                <c:pt idx="2266">
                  <c:v>6.42952584</c:v>
                </c:pt>
                <c:pt idx="2267">
                  <c:v>6.43227828</c:v>
                </c:pt>
                <c:pt idx="2268">
                  <c:v>6.43531398</c:v>
                </c:pt>
                <c:pt idx="2269">
                  <c:v>6.43835944</c:v>
                </c:pt>
                <c:pt idx="2270">
                  <c:v>6.44259066</c:v>
                </c:pt>
                <c:pt idx="2271">
                  <c:v>6.44563417</c:v>
                </c:pt>
                <c:pt idx="2272">
                  <c:v>6.44682188</c:v>
                </c:pt>
                <c:pt idx="2273">
                  <c:v>6.45049246</c:v>
                </c:pt>
                <c:pt idx="2274">
                  <c:v>6.45468461</c:v>
                </c:pt>
                <c:pt idx="2275">
                  <c:v>6.45743705</c:v>
                </c:pt>
                <c:pt idx="2276">
                  <c:v>6.46046689</c:v>
                </c:pt>
                <c:pt idx="2277">
                  <c:v>6.46315291</c:v>
                </c:pt>
                <c:pt idx="2278">
                  <c:v>6.46612219</c:v>
                </c:pt>
                <c:pt idx="2279">
                  <c:v>6.4691657</c:v>
                </c:pt>
                <c:pt idx="2280">
                  <c:v>6.472176</c:v>
                </c:pt>
                <c:pt idx="2281">
                  <c:v>6.4752117</c:v>
                </c:pt>
                <c:pt idx="2282">
                  <c:v>6.47851892</c:v>
                </c:pt>
                <c:pt idx="2283">
                  <c:v>6.48149992</c:v>
                </c:pt>
                <c:pt idx="2284">
                  <c:v>6.48423478</c:v>
                </c:pt>
                <c:pt idx="2285">
                  <c:v>6.48749904</c:v>
                </c:pt>
                <c:pt idx="2286">
                  <c:v>6.49082385</c:v>
                </c:pt>
                <c:pt idx="2287">
                  <c:v>6.49351378</c:v>
                </c:pt>
                <c:pt idx="2288">
                  <c:v>6.49624473</c:v>
                </c:pt>
                <c:pt idx="2289">
                  <c:v>6.49922964</c:v>
                </c:pt>
                <c:pt idx="2290">
                  <c:v>6.50253296</c:v>
                </c:pt>
                <c:pt idx="2291">
                  <c:v>6.50524243</c:v>
                </c:pt>
                <c:pt idx="2292">
                  <c:v>6.50769208</c:v>
                </c:pt>
                <c:pt idx="2293">
                  <c:v>6.51070043</c:v>
                </c:pt>
                <c:pt idx="2294">
                  <c:v>6.51366384</c:v>
                </c:pt>
                <c:pt idx="2295">
                  <c:v>6.51669954</c:v>
                </c:pt>
                <c:pt idx="2296">
                  <c:v>6.51815878</c:v>
                </c:pt>
                <c:pt idx="2297">
                  <c:v>6.523566</c:v>
                </c:pt>
                <c:pt idx="2298">
                  <c:v>6.52506235</c:v>
                </c:pt>
                <c:pt idx="2299">
                  <c:v>6.53196593</c:v>
                </c:pt>
                <c:pt idx="2300">
                  <c:v>6.53527511</c:v>
                </c:pt>
                <c:pt idx="2301">
                  <c:v>6.53797871</c:v>
                </c:pt>
                <c:pt idx="2302">
                  <c:v>6.54098511</c:v>
                </c:pt>
                <c:pt idx="2303">
                  <c:v>6.54394852</c:v>
                </c:pt>
                <c:pt idx="2304">
                  <c:v>6.54756245</c:v>
                </c:pt>
                <c:pt idx="2305">
                  <c:v>6.55052587</c:v>
                </c:pt>
                <c:pt idx="2306">
                  <c:v>6.55349319</c:v>
                </c:pt>
                <c:pt idx="2307">
                  <c:v>6.5565367</c:v>
                </c:pt>
                <c:pt idx="2308">
                  <c:v>6.55919928</c:v>
                </c:pt>
                <c:pt idx="2309">
                  <c:v>6.56277218</c:v>
                </c:pt>
                <c:pt idx="2310">
                  <c:v>6.56548751</c:v>
                </c:pt>
                <c:pt idx="2311">
                  <c:v>6.56845093</c:v>
                </c:pt>
                <c:pt idx="2312">
                  <c:v>6.57177574</c:v>
                </c:pt>
                <c:pt idx="2313">
                  <c:v>6.5744266</c:v>
                </c:pt>
                <c:pt idx="2314">
                  <c:v>6.57712434</c:v>
                </c:pt>
                <c:pt idx="2315">
                  <c:v>6.58014246</c:v>
                </c:pt>
                <c:pt idx="2316">
                  <c:v>6.58341257</c:v>
                </c:pt>
                <c:pt idx="2317">
                  <c:v>6.58637599</c:v>
                </c:pt>
                <c:pt idx="2318">
                  <c:v>6.58905029</c:v>
                </c:pt>
                <c:pt idx="2319">
                  <c:v>6.5923165</c:v>
                </c:pt>
                <c:pt idx="2320">
                  <c:v>6.59528578</c:v>
                </c:pt>
                <c:pt idx="2321">
                  <c:v>6.59862621</c:v>
                </c:pt>
                <c:pt idx="2322">
                  <c:v>6.60126536</c:v>
                </c:pt>
                <c:pt idx="2323">
                  <c:v>6.60397091</c:v>
                </c:pt>
                <c:pt idx="2324">
                  <c:v>6.60604941</c:v>
                </c:pt>
                <c:pt idx="2325">
                  <c:v>6.60901869</c:v>
                </c:pt>
                <c:pt idx="2326">
                  <c:v>6.61198796</c:v>
                </c:pt>
                <c:pt idx="2327">
                  <c:v>6.61557649</c:v>
                </c:pt>
                <c:pt idx="2328">
                  <c:v>6.61829768</c:v>
                </c:pt>
                <c:pt idx="2329">
                  <c:v>6.62126696</c:v>
                </c:pt>
                <c:pt idx="2330">
                  <c:v>6.62511725</c:v>
                </c:pt>
                <c:pt idx="2331">
                  <c:v>6.62690859</c:v>
                </c:pt>
                <c:pt idx="2332">
                  <c:v>6.63140548</c:v>
                </c:pt>
                <c:pt idx="2333">
                  <c:v>6.63410908</c:v>
                </c:pt>
                <c:pt idx="2334">
                  <c:v>6.63737529</c:v>
                </c:pt>
                <c:pt idx="2335">
                  <c:v>6.6400789</c:v>
                </c:pt>
                <c:pt idx="2336">
                  <c:v>6.64304231</c:v>
                </c:pt>
                <c:pt idx="2337">
                  <c:v>6.64636712</c:v>
                </c:pt>
                <c:pt idx="2338">
                  <c:v>6.64902971</c:v>
                </c:pt>
                <c:pt idx="2339">
                  <c:v>6.65207322</c:v>
                </c:pt>
                <c:pt idx="2340">
                  <c:v>6.65504054</c:v>
                </c:pt>
                <c:pt idx="2341">
                  <c:v>6.65800396</c:v>
                </c:pt>
                <c:pt idx="2342">
                  <c:v>6.66103965</c:v>
                </c:pt>
                <c:pt idx="2343">
                  <c:v>6.66313573</c:v>
                </c:pt>
                <c:pt idx="2344">
                  <c:v>6.66609915</c:v>
                </c:pt>
                <c:pt idx="2345">
                  <c:v>6.6702913</c:v>
                </c:pt>
                <c:pt idx="2346">
                  <c:v>6.67330355</c:v>
                </c:pt>
                <c:pt idx="2347">
                  <c:v>6.67477256</c:v>
                </c:pt>
                <c:pt idx="2348">
                  <c:v>6.67773598</c:v>
                </c:pt>
                <c:pt idx="2349">
                  <c:v>6.68072675</c:v>
                </c:pt>
                <c:pt idx="2350">
                  <c:v>6.68377026</c:v>
                </c:pt>
                <c:pt idx="2351">
                  <c:v>6.68792725</c:v>
                </c:pt>
                <c:pt idx="2352">
                  <c:v>6.69119345</c:v>
                </c:pt>
                <c:pt idx="2353">
                  <c:v>6.69304925</c:v>
                </c:pt>
                <c:pt idx="2354">
                  <c:v>6.69631155</c:v>
                </c:pt>
                <c:pt idx="2355">
                  <c:v>6.69898585</c:v>
                </c:pt>
                <c:pt idx="2356">
                  <c:v>6.703178</c:v>
                </c:pt>
                <c:pt idx="2357">
                  <c:v>6.70462943</c:v>
                </c:pt>
                <c:pt idx="2358">
                  <c:v>6.70759871</c:v>
                </c:pt>
                <c:pt idx="2359">
                  <c:v>6.71212686</c:v>
                </c:pt>
                <c:pt idx="2360">
                  <c:v>6.71474256</c:v>
                </c:pt>
                <c:pt idx="2361">
                  <c:v>6.71747156</c:v>
                </c:pt>
                <c:pt idx="2362">
                  <c:v>6.72073777</c:v>
                </c:pt>
                <c:pt idx="2363">
                  <c:v>6.72341598</c:v>
                </c:pt>
                <c:pt idx="2364">
                  <c:v>6.72637939</c:v>
                </c:pt>
                <c:pt idx="2365">
                  <c:v>6.72811408</c:v>
                </c:pt>
                <c:pt idx="2366">
                  <c:v>6.73252306</c:v>
                </c:pt>
                <c:pt idx="2367">
                  <c:v>6.73433003</c:v>
                </c:pt>
                <c:pt idx="2368">
                  <c:v>6.73758842</c:v>
                </c:pt>
                <c:pt idx="2369">
                  <c:v>6.74054598</c:v>
                </c:pt>
                <c:pt idx="2370">
                  <c:v>6.74343711</c:v>
                </c:pt>
                <c:pt idx="2371">
                  <c:v>6.74612509</c:v>
                </c:pt>
                <c:pt idx="2372">
                  <c:v>6.74936395</c:v>
                </c:pt>
                <c:pt idx="2373">
                  <c:v>6.7525442</c:v>
                </c:pt>
                <c:pt idx="2374">
                  <c:v>6.75492939</c:v>
                </c:pt>
                <c:pt idx="2375">
                  <c:v>6.75810964</c:v>
                </c:pt>
                <c:pt idx="2376">
                  <c:v>6.76107306</c:v>
                </c:pt>
                <c:pt idx="2377">
                  <c:v>6.76490577</c:v>
                </c:pt>
                <c:pt idx="2378">
                  <c:v>6.76809775</c:v>
                </c:pt>
                <c:pt idx="2379">
                  <c:v>6.7706861</c:v>
                </c:pt>
                <c:pt idx="2380">
                  <c:v>6.77364952</c:v>
                </c:pt>
                <c:pt idx="2381">
                  <c:v>6.77625154</c:v>
                </c:pt>
                <c:pt idx="2382">
                  <c:v>6.77914268</c:v>
                </c:pt>
                <c:pt idx="2383">
                  <c:v>6.78175643</c:v>
                </c:pt>
                <c:pt idx="2384">
                  <c:v>6.7849484</c:v>
                </c:pt>
                <c:pt idx="2385">
                  <c:v>6.78784345</c:v>
                </c:pt>
                <c:pt idx="2386">
                  <c:v>6.7904904</c:v>
                </c:pt>
                <c:pt idx="2387">
                  <c:v>6.79341084</c:v>
                </c:pt>
                <c:pt idx="2388">
                  <c:v>6.79630589</c:v>
                </c:pt>
                <c:pt idx="2389">
                  <c:v>6.7988747</c:v>
                </c:pt>
                <c:pt idx="2390">
                  <c:v>6.80179905</c:v>
                </c:pt>
                <c:pt idx="2391">
                  <c:v>6.8046941</c:v>
                </c:pt>
                <c:pt idx="2392">
                  <c:v>6.80788607</c:v>
                </c:pt>
                <c:pt idx="2393">
                  <c:v>6.81078112</c:v>
                </c:pt>
                <c:pt idx="2394">
                  <c:v>6.81340268</c:v>
                </c:pt>
                <c:pt idx="2395">
                  <c:v>6.81658293</c:v>
                </c:pt>
                <c:pt idx="2396">
                  <c:v>6.81916933</c:v>
                </c:pt>
                <c:pt idx="2397">
                  <c:v>6.82206437</c:v>
                </c:pt>
                <c:pt idx="2398">
                  <c:v>6.82496723</c:v>
                </c:pt>
                <c:pt idx="2399">
                  <c:v>6.82785837</c:v>
                </c:pt>
                <c:pt idx="2400">
                  <c:v>6.83104644</c:v>
                </c:pt>
                <c:pt idx="2401">
                  <c:v>6.83334763</c:v>
                </c:pt>
                <c:pt idx="2402">
                  <c:v>6.8368209</c:v>
                </c:pt>
                <c:pt idx="2403">
                  <c:v>6.83971204</c:v>
                </c:pt>
                <c:pt idx="2404">
                  <c:v>6.8423297</c:v>
                </c:pt>
                <c:pt idx="2405">
                  <c:v>6.84520521</c:v>
                </c:pt>
                <c:pt idx="2406">
                  <c:v>6.84782286</c:v>
                </c:pt>
                <c:pt idx="2407">
                  <c:v>6.85071791</c:v>
                </c:pt>
                <c:pt idx="2408">
                  <c:v>6.85358951</c:v>
                </c:pt>
                <c:pt idx="2409">
                  <c:v>6.8576371</c:v>
                </c:pt>
                <c:pt idx="2410">
                  <c:v>6.86029383</c:v>
                </c:pt>
                <c:pt idx="2411">
                  <c:v>6.8637085</c:v>
                </c:pt>
                <c:pt idx="2412">
                  <c:v>6.86544318</c:v>
                </c:pt>
                <c:pt idx="2413">
                  <c:v>6.86949077</c:v>
                </c:pt>
                <c:pt idx="2414">
                  <c:v>6.87239363</c:v>
                </c:pt>
                <c:pt idx="2415">
                  <c:v>6.87410097</c:v>
                </c:pt>
                <c:pt idx="2416">
                  <c:v>6.87699601</c:v>
                </c:pt>
                <c:pt idx="2417">
                  <c:v>6.88018799</c:v>
                </c:pt>
                <c:pt idx="2418">
                  <c:v>6.88336824</c:v>
                </c:pt>
                <c:pt idx="2419">
                  <c:v>6.8864977</c:v>
                </c:pt>
                <c:pt idx="2420">
                  <c:v>6.88936735</c:v>
                </c:pt>
                <c:pt idx="2421">
                  <c:v>6.89225849</c:v>
                </c:pt>
                <c:pt idx="2422">
                  <c:v>6.89514963</c:v>
                </c:pt>
                <c:pt idx="2423">
                  <c:v>6.89800366</c:v>
                </c:pt>
                <c:pt idx="2424">
                  <c:v>6.89978522</c:v>
                </c:pt>
                <c:pt idx="2425">
                  <c:v>6.90295571</c:v>
                </c:pt>
                <c:pt idx="2426">
                  <c:v>6.90698572</c:v>
                </c:pt>
                <c:pt idx="2427">
                  <c:v>6.90953305</c:v>
                </c:pt>
                <c:pt idx="2428">
                  <c:v>6.91126773</c:v>
                </c:pt>
                <c:pt idx="2429">
                  <c:v>6.91444799</c:v>
                </c:pt>
                <c:pt idx="2430">
                  <c:v>6.91849558</c:v>
                </c:pt>
                <c:pt idx="2431">
                  <c:v>6.92108979</c:v>
                </c:pt>
                <c:pt idx="2432">
                  <c:v>6.92316829</c:v>
                </c:pt>
                <c:pt idx="2433">
                  <c:v>6.9259891</c:v>
                </c:pt>
                <c:pt idx="2434">
                  <c:v>6.92861457</c:v>
                </c:pt>
                <c:pt idx="2435">
                  <c:v>6.93185342</c:v>
                </c:pt>
                <c:pt idx="2436">
                  <c:v>6.93475824</c:v>
                </c:pt>
                <c:pt idx="2437">
                  <c:v>6.93794044</c:v>
                </c:pt>
                <c:pt idx="2438">
                  <c:v>6.94024163</c:v>
                </c:pt>
                <c:pt idx="2439">
                  <c:v>6.94343361</c:v>
                </c:pt>
                <c:pt idx="2440">
                  <c:v>6.94632865</c:v>
                </c:pt>
                <c:pt idx="2441">
                  <c:v>6.94892482</c:v>
                </c:pt>
                <c:pt idx="2442">
                  <c:v>6.95211874</c:v>
                </c:pt>
                <c:pt idx="2443">
                  <c:v>6.95506849</c:v>
                </c:pt>
                <c:pt idx="2444">
                  <c:v>6.95820576</c:v>
                </c:pt>
                <c:pt idx="2445">
                  <c:v>6.96085077</c:v>
                </c:pt>
                <c:pt idx="2446">
                  <c:v>6.96403102</c:v>
                </c:pt>
                <c:pt idx="2447">
                  <c:v>6.96692216</c:v>
                </c:pt>
                <c:pt idx="2448">
                  <c:v>6.97015711</c:v>
                </c:pt>
                <c:pt idx="2449">
                  <c:v>6.97270444</c:v>
                </c:pt>
                <c:pt idx="2450">
                  <c:v>6.97565027</c:v>
                </c:pt>
                <c:pt idx="2451">
                  <c:v>6.97854532</c:v>
                </c:pt>
                <c:pt idx="2452">
                  <c:v>6.98144036</c:v>
                </c:pt>
                <c:pt idx="2453">
                  <c:v>6.98397988</c:v>
                </c:pt>
                <c:pt idx="2454">
                  <c:v>6.98804701</c:v>
                </c:pt>
                <c:pt idx="2455">
                  <c:v>6.9906295</c:v>
                </c:pt>
                <c:pt idx="2456">
                  <c:v>6.99352064</c:v>
                </c:pt>
                <c:pt idx="2457">
                  <c:v>6.99524751</c:v>
                </c:pt>
                <c:pt idx="2458">
                  <c:v>6.99959203</c:v>
                </c:pt>
                <c:pt idx="2459">
                  <c:v>7.00215108</c:v>
                </c:pt>
                <c:pt idx="2460">
                  <c:v>7.00415534</c:v>
                </c:pt>
                <c:pt idx="2461">
                  <c:v>7.00816386</c:v>
                </c:pt>
                <c:pt idx="2462">
                  <c:v>7.00963874</c:v>
                </c:pt>
                <c:pt idx="2463">
                  <c:v>7.0135828</c:v>
                </c:pt>
                <c:pt idx="2464">
                  <c:v>7.01621608</c:v>
                </c:pt>
                <c:pt idx="2465">
                  <c:v>7.01737253</c:v>
                </c:pt>
                <c:pt idx="2466">
                  <c:v>7.02019139</c:v>
                </c:pt>
                <c:pt idx="2467">
                  <c:v>7.02479182</c:v>
                </c:pt>
                <c:pt idx="2468">
                  <c:v>7.02734696</c:v>
                </c:pt>
                <c:pt idx="2469">
                  <c:v>7.0332738</c:v>
                </c:pt>
                <c:pt idx="2470">
                  <c:v>7.03585238</c:v>
                </c:pt>
                <c:pt idx="2471">
                  <c:v>7.0389838</c:v>
                </c:pt>
                <c:pt idx="2472">
                  <c:v>7.04180266</c:v>
                </c:pt>
                <c:pt idx="2473">
                  <c:v>7.04382645</c:v>
                </c:pt>
                <c:pt idx="2474">
                  <c:v>7.04780177</c:v>
                </c:pt>
                <c:pt idx="2475">
                  <c:v>7.05062063</c:v>
                </c:pt>
                <c:pt idx="2476">
                  <c:v>7.05372861</c:v>
                </c:pt>
                <c:pt idx="2477">
                  <c:v>7.05539101</c:v>
                </c:pt>
                <c:pt idx="2478">
                  <c:v>7.05849312</c:v>
                </c:pt>
                <c:pt idx="2479">
                  <c:v>7.06161087</c:v>
                </c:pt>
                <c:pt idx="2480">
                  <c:v>7.06443168</c:v>
                </c:pt>
                <c:pt idx="2481">
                  <c:v>7.06725249</c:v>
                </c:pt>
                <c:pt idx="2482">
                  <c:v>7.07007331</c:v>
                </c:pt>
                <c:pt idx="2483">
                  <c:v>7.0728824</c:v>
                </c:pt>
                <c:pt idx="2484">
                  <c:v>7.07541801</c:v>
                </c:pt>
                <c:pt idx="2485">
                  <c:v>7.07823101</c:v>
                </c:pt>
                <c:pt idx="2486">
                  <c:v>7.08076271</c:v>
                </c:pt>
                <c:pt idx="2487">
                  <c:v>7.084697</c:v>
                </c:pt>
                <c:pt idx="2488">
                  <c:v>7.08639848</c:v>
                </c:pt>
                <c:pt idx="2489">
                  <c:v>7.08952208</c:v>
                </c:pt>
                <c:pt idx="2490">
                  <c:v>7.09226866</c:v>
                </c:pt>
                <c:pt idx="2491">
                  <c:v>7.09507189</c:v>
                </c:pt>
                <c:pt idx="2492">
                  <c:v>7.09761336</c:v>
                </c:pt>
                <c:pt idx="2493">
                  <c:v>7.10128784</c:v>
                </c:pt>
                <c:pt idx="2494">
                  <c:v>7.10377461</c:v>
                </c:pt>
                <c:pt idx="2495">
                  <c:v>7.1062985</c:v>
                </c:pt>
                <c:pt idx="2496">
                  <c:v>7.10911931</c:v>
                </c:pt>
                <c:pt idx="2497">
                  <c:v>7.11186589</c:v>
                </c:pt>
                <c:pt idx="2498">
                  <c:v>7.11297937</c:v>
                </c:pt>
                <c:pt idx="2499">
                  <c:v>7.11713636</c:v>
                </c:pt>
                <c:pt idx="2500">
                  <c:v>7.12107066</c:v>
                </c:pt>
                <c:pt idx="2501">
                  <c:v>7.12359454</c:v>
                </c:pt>
                <c:pt idx="2502">
                  <c:v>7.12607936</c:v>
                </c:pt>
                <c:pt idx="2503">
                  <c:v>7.12882594</c:v>
                </c:pt>
                <c:pt idx="2504">
                  <c:v>7.13193391</c:v>
                </c:pt>
                <c:pt idx="2505">
                  <c:v>7.1346805</c:v>
                </c:pt>
                <c:pt idx="2506">
                  <c:v>7.13742708</c:v>
                </c:pt>
                <c:pt idx="2507">
                  <c:v>7.14328164</c:v>
                </c:pt>
                <c:pt idx="2508">
                  <c:v>7.14436581</c:v>
                </c:pt>
                <c:pt idx="2509">
                  <c:v>7.15046651</c:v>
                </c:pt>
                <c:pt idx="2510">
                  <c:v>7.15321309</c:v>
                </c:pt>
                <c:pt idx="2511">
                  <c:v>7.1562566</c:v>
                </c:pt>
                <c:pt idx="2512">
                  <c:v>7.16115591</c:v>
                </c:pt>
                <c:pt idx="2513">
                  <c:v>7.16419942</c:v>
                </c:pt>
                <c:pt idx="2514">
                  <c:v>7.16805948</c:v>
                </c:pt>
                <c:pt idx="2515">
                  <c:v>7.16917296</c:v>
                </c:pt>
                <c:pt idx="2516">
                  <c:v>7.1779753</c:v>
                </c:pt>
                <c:pt idx="2517">
                  <c:v>7.18072189</c:v>
                </c:pt>
                <c:pt idx="2518">
                  <c:v>7.18401935</c:v>
                </c:pt>
                <c:pt idx="2519">
                  <c:v>7.18650416</c:v>
                </c:pt>
                <c:pt idx="2520">
                  <c:v>7.18867252</c:v>
                </c:pt>
                <c:pt idx="2521">
                  <c:v>7.19196216</c:v>
                </c:pt>
                <c:pt idx="2522">
                  <c:v>7.1944548</c:v>
                </c:pt>
                <c:pt idx="2523">
                  <c:v>7.19720138</c:v>
                </c:pt>
                <c:pt idx="2524">
                  <c:v>7.20016479</c:v>
                </c:pt>
                <c:pt idx="2525">
                  <c:v>7.20565796</c:v>
                </c:pt>
                <c:pt idx="2526">
                  <c:v>7.20866435</c:v>
                </c:pt>
                <c:pt idx="2527">
                  <c:v>7.21170786</c:v>
                </c:pt>
                <c:pt idx="2528">
                  <c:v>7.21438021</c:v>
                </c:pt>
                <c:pt idx="2529">
                  <c:v>7.21712679</c:v>
                </c:pt>
                <c:pt idx="2530">
                  <c:v>7.21957645</c:v>
                </c:pt>
                <c:pt idx="2531">
                  <c:v>7.22206517</c:v>
                </c:pt>
                <c:pt idx="2532">
                  <c:v>7.22447576</c:v>
                </c:pt>
                <c:pt idx="2533">
                  <c:v>7.22698011</c:v>
                </c:pt>
                <c:pt idx="2534">
                  <c:v>7.22967199</c:v>
                </c:pt>
                <c:pt idx="2535">
                  <c:v>7.23241858</c:v>
                </c:pt>
                <c:pt idx="2536">
                  <c:v>7.23485846</c:v>
                </c:pt>
                <c:pt idx="2537">
                  <c:v>7.23917368</c:v>
                </c:pt>
                <c:pt idx="2538">
                  <c:v>7.24080679</c:v>
                </c:pt>
                <c:pt idx="2539">
                  <c:v>7.24355337</c:v>
                </c:pt>
                <c:pt idx="2540">
                  <c:v>7.24652265</c:v>
                </c:pt>
                <c:pt idx="2541">
                  <c:v>7.25194158</c:v>
                </c:pt>
                <c:pt idx="2542">
                  <c:v>7.25461393</c:v>
                </c:pt>
                <c:pt idx="2543">
                  <c:v>7.25758321</c:v>
                </c:pt>
                <c:pt idx="2544">
                  <c:v>7.26008365</c:v>
                </c:pt>
                <c:pt idx="2545">
                  <c:v>7.26275795</c:v>
                </c:pt>
                <c:pt idx="2546">
                  <c:v>7.26597142</c:v>
                </c:pt>
                <c:pt idx="2547">
                  <c:v>7.26839567</c:v>
                </c:pt>
                <c:pt idx="2548">
                  <c:v>7.27114226</c:v>
                </c:pt>
                <c:pt idx="2549">
                  <c:v>7.27352745</c:v>
                </c:pt>
                <c:pt idx="2550">
                  <c:v>7.27599273</c:v>
                </c:pt>
                <c:pt idx="2551">
                  <c:v>7.27866508</c:v>
                </c:pt>
                <c:pt idx="2552">
                  <c:v>7.28133743</c:v>
                </c:pt>
                <c:pt idx="2553">
                  <c:v>7.285092</c:v>
                </c:pt>
                <c:pt idx="2554">
                  <c:v>7.28668213</c:v>
                </c:pt>
                <c:pt idx="2555">
                  <c:v>7.29210106</c:v>
                </c:pt>
                <c:pt idx="2556">
                  <c:v>7.29744576</c:v>
                </c:pt>
                <c:pt idx="2557">
                  <c:v>7.30301316</c:v>
                </c:pt>
                <c:pt idx="2558">
                  <c:v>7.30568551</c:v>
                </c:pt>
                <c:pt idx="2559">
                  <c:v>7.30836567</c:v>
                </c:pt>
                <c:pt idx="2560">
                  <c:v>7.31184676</c:v>
                </c:pt>
                <c:pt idx="2561">
                  <c:v>7.31320833</c:v>
                </c:pt>
                <c:pt idx="2562">
                  <c:v>7.31696876</c:v>
                </c:pt>
                <c:pt idx="2563">
                  <c:v>7.31964111</c:v>
                </c:pt>
                <c:pt idx="2564">
                  <c:v>7.32068036</c:v>
                </c:pt>
                <c:pt idx="2565">
                  <c:v>7.32498972</c:v>
                </c:pt>
                <c:pt idx="2566">
                  <c:v>7.33003359</c:v>
                </c:pt>
                <c:pt idx="2567">
                  <c:v>7.33322947</c:v>
                </c:pt>
                <c:pt idx="2568">
                  <c:v>7.3401682</c:v>
                </c:pt>
                <c:pt idx="2569">
                  <c:v>7.34197516</c:v>
                </c:pt>
                <c:pt idx="2570">
                  <c:v>7.34573364</c:v>
                </c:pt>
                <c:pt idx="2571">
                  <c:v>7.34807195</c:v>
                </c:pt>
                <c:pt idx="2572">
                  <c:v>7.35072086</c:v>
                </c:pt>
                <c:pt idx="2573">
                  <c:v>7.35599719</c:v>
                </c:pt>
                <c:pt idx="2574">
                  <c:v>7.35868712</c:v>
                </c:pt>
                <c:pt idx="2575">
                  <c:v>7.36156263</c:v>
                </c:pt>
                <c:pt idx="2576">
                  <c:v>7.36499683</c:v>
                </c:pt>
                <c:pt idx="2577">
                  <c:v>7.36763402</c:v>
                </c:pt>
                <c:pt idx="2578">
                  <c:v>7.3697301</c:v>
                </c:pt>
                <c:pt idx="2579">
                  <c:v>7.37233212</c:v>
                </c:pt>
                <c:pt idx="2580">
                  <c:v>7.37390467</c:v>
                </c:pt>
                <c:pt idx="2581">
                  <c:v>7.37969476</c:v>
                </c:pt>
                <c:pt idx="2582">
                  <c:v>7.38339073</c:v>
                </c:pt>
                <c:pt idx="2583">
                  <c:v>7.38498085</c:v>
                </c:pt>
                <c:pt idx="2584">
                  <c:v>7.38866706</c:v>
                </c:pt>
                <c:pt idx="2585">
                  <c:v>7.39105225</c:v>
                </c:pt>
                <c:pt idx="2586">
                  <c:v>7.39372655</c:v>
                </c:pt>
                <c:pt idx="2587">
                  <c:v>7.39632857</c:v>
                </c:pt>
                <c:pt idx="2588">
                  <c:v>7.39900288</c:v>
                </c:pt>
                <c:pt idx="2589">
                  <c:v>7.40189402</c:v>
                </c:pt>
                <c:pt idx="2590">
                  <c:v>7.40456832</c:v>
                </c:pt>
                <c:pt idx="2591">
                  <c:v>7.40693788</c:v>
                </c:pt>
                <c:pt idx="2592">
                  <c:v>7.40931331</c:v>
                </c:pt>
                <c:pt idx="2593">
                  <c:v>7.41222984</c:v>
                </c:pt>
                <c:pt idx="2594">
                  <c:v>7.41490414</c:v>
                </c:pt>
                <c:pt idx="2595">
                  <c:v>7.41779528</c:v>
                </c:pt>
                <c:pt idx="2596">
                  <c:v>7.41911192</c:v>
                </c:pt>
                <c:pt idx="2597">
                  <c:v>7.42178427</c:v>
                </c:pt>
                <c:pt idx="2598">
                  <c:v>7.42438239</c:v>
                </c:pt>
                <c:pt idx="2599">
                  <c:v>7.42735167</c:v>
                </c:pt>
                <c:pt idx="2600">
                  <c:v>7.43080541</c:v>
                </c:pt>
                <c:pt idx="2601">
                  <c:v>7.43611104</c:v>
                </c:pt>
                <c:pt idx="2602">
                  <c:v>7.43818953</c:v>
                </c:pt>
                <c:pt idx="2603">
                  <c:v>7.44086188</c:v>
                </c:pt>
                <c:pt idx="2604">
                  <c:v>7.44403237</c:v>
                </c:pt>
                <c:pt idx="2605">
                  <c:v>7.4469489</c:v>
                </c:pt>
                <c:pt idx="2606">
                  <c:v>7.4490274</c:v>
                </c:pt>
                <c:pt idx="2607">
                  <c:v>7.45169389</c:v>
                </c:pt>
                <c:pt idx="2608">
                  <c:v>7.45277806</c:v>
                </c:pt>
                <c:pt idx="2609">
                  <c:v>7.4593554</c:v>
                </c:pt>
                <c:pt idx="2610">
                  <c:v>7.46195743</c:v>
                </c:pt>
                <c:pt idx="2611">
                  <c:v>7.46463173</c:v>
                </c:pt>
                <c:pt idx="2612">
                  <c:v>7.46752287</c:v>
                </c:pt>
                <c:pt idx="2613">
                  <c:v>7.47196507</c:v>
                </c:pt>
                <c:pt idx="2614">
                  <c:v>7.47561806</c:v>
                </c:pt>
                <c:pt idx="2615">
                  <c:v>7.47805209</c:v>
                </c:pt>
                <c:pt idx="2616">
                  <c:v>7.48089439</c:v>
                </c:pt>
                <c:pt idx="2617">
                  <c:v>7.482506</c:v>
                </c:pt>
                <c:pt idx="2618">
                  <c:v>7.48537566</c:v>
                </c:pt>
                <c:pt idx="2619">
                  <c:v>7.48797768</c:v>
                </c:pt>
                <c:pt idx="2620">
                  <c:v>7.49111691</c:v>
                </c:pt>
                <c:pt idx="2621">
                  <c:v>7.49378926</c:v>
                </c:pt>
                <c:pt idx="2622">
                  <c:v>7.49638738</c:v>
                </c:pt>
                <c:pt idx="2623">
                  <c:v>7.49928242</c:v>
                </c:pt>
                <c:pt idx="2624">
                  <c:v>7.50163831</c:v>
                </c:pt>
                <c:pt idx="2625">
                  <c:v>7.50395904</c:v>
                </c:pt>
                <c:pt idx="2626">
                  <c:v>7.50684236</c:v>
                </c:pt>
                <c:pt idx="2627">
                  <c:v>7.50922755</c:v>
                </c:pt>
                <c:pt idx="2628">
                  <c:v>7.51205032</c:v>
                </c:pt>
                <c:pt idx="2629">
                  <c:v>7.51472267</c:v>
                </c:pt>
                <c:pt idx="2630">
                  <c:v>7.51732274</c:v>
                </c:pt>
                <c:pt idx="2631">
                  <c:v>7.51969621</c:v>
                </c:pt>
                <c:pt idx="2632">
                  <c:v>7.52202084</c:v>
                </c:pt>
                <c:pt idx="2633">
                  <c:v>7.525709</c:v>
                </c:pt>
                <c:pt idx="2634">
                  <c:v>7.52801996</c:v>
                </c:pt>
                <c:pt idx="2635">
                  <c:v>7.52961008</c:v>
                </c:pt>
                <c:pt idx="2636">
                  <c:v>7.53250122</c:v>
                </c:pt>
                <c:pt idx="2637">
                  <c:v>7.53483953</c:v>
                </c:pt>
                <c:pt idx="2638">
                  <c:v>7.53770527</c:v>
                </c:pt>
                <c:pt idx="2639">
                  <c:v>7.54262021</c:v>
                </c:pt>
                <c:pt idx="2640">
                  <c:v>7.54864667</c:v>
                </c:pt>
                <c:pt idx="2641">
                  <c:v>7.55154172</c:v>
                </c:pt>
                <c:pt idx="2642">
                  <c:v>7.55413983</c:v>
                </c:pt>
                <c:pt idx="2643">
                  <c:v>7.55517908</c:v>
                </c:pt>
                <c:pt idx="2644">
                  <c:v>7.56163726</c:v>
                </c:pt>
                <c:pt idx="2645">
                  <c:v>7.56293046</c:v>
                </c:pt>
                <c:pt idx="2646">
                  <c:v>7.5715316</c:v>
                </c:pt>
                <c:pt idx="2647">
                  <c:v>7.57413362</c:v>
                </c:pt>
                <c:pt idx="2648">
                  <c:v>7.57514552</c:v>
                </c:pt>
                <c:pt idx="2649">
                  <c:v>7.57930446</c:v>
                </c:pt>
                <c:pt idx="2650">
                  <c:v>7.58034371</c:v>
                </c:pt>
                <c:pt idx="2651">
                  <c:v>7.58396349</c:v>
                </c:pt>
                <c:pt idx="2652">
                  <c:v>7.58732151</c:v>
                </c:pt>
                <c:pt idx="2653">
                  <c:v>7.59249235</c:v>
                </c:pt>
                <c:pt idx="2654">
                  <c:v>7.59509438</c:v>
                </c:pt>
                <c:pt idx="2655">
                  <c:v>7.5976964</c:v>
                </c:pt>
                <c:pt idx="2656">
                  <c:v>7.60051527</c:v>
                </c:pt>
                <c:pt idx="2657">
                  <c:v>7.60335561</c:v>
                </c:pt>
                <c:pt idx="2658">
                  <c:v>7.60595373</c:v>
                </c:pt>
                <c:pt idx="2659">
                  <c:v>7.60832134</c:v>
                </c:pt>
                <c:pt idx="2660">
                  <c:v>7.6111402</c:v>
                </c:pt>
                <c:pt idx="2661">
                  <c:v>7.61374223</c:v>
                </c:pt>
                <c:pt idx="2662">
                  <c:v>7.61656109</c:v>
                </c:pt>
                <c:pt idx="2663">
                  <c:v>7.61916311</c:v>
                </c:pt>
                <c:pt idx="2664">
                  <c:v>7.62176514</c:v>
                </c:pt>
                <c:pt idx="2665">
                  <c:v>7.62407805</c:v>
                </c:pt>
                <c:pt idx="2666">
                  <c:v>7.62668007</c:v>
                </c:pt>
                <c:pt idx="2667">
                  <c:v>7.6292821</c:v>
                </c:pt>
                <c:pt idx="2668">
                  <c:v>7.63163799</c:v>
                </c:pt>
                <c:pt idx="2669">
                  <c:v>7.63470298</c:v>
                </c:pt>
                <c:pt idx="2670">
                  <c:v>7.63730501</c:v>
                </c:pt>
                <c:pt idx="2671">
                  <c:v>7.63965504</c:v>
                </c:pt>
                <c:pt idx="2672">
                  <c:v>7.64247585</c:v>
                </c:pt>
                <c:pt idx="2673">
                  <c:v>7.64381007</c:v>
                </c:pt>
                <c:pt idx="2674">
                  <c:v>7.64715246</c:v>
                </c:pt>
                <c:pt idx="2675">
                  <c:v>7.64973691</c:v>
                </c:pt>
                <c:pt idx="2676">
                  <c:v>7.65486868</c:v>
                </c:pt>
                <c:pt idx="2677">
                  <c:v>7.65739647</c:v>
                </c:pt>
                <c:pt idx="2678">
                  <c:v>7.65963906</c:v>
                </c:pt>
                <c:pt idx="2679">
                  <c:v>7.66534906</c:v>
                </c:pt>
                <c:pt idx="2680">
                  <c:v>7.66756625</c:v>
                </c:pt>
                <c:pt idx="2681">
                  <c:v>7.6700159</c:v>
                </c:pt>
                <c:pt idx="2682">
                  <c:v>7.68115069</c:v>
                </c:pt>
                <c:pt idx="2683">
                  <c:v>7.68320184</c:v>
                </c:pt>
                <c:pt idx="2684">
                  <c:v>7.68760887</c:v>
                </c:pt>
                <c:pt idx="2685">
                  <c:v>7.68894505</c:v>
                </c:pt>
                <c:pt idx="2686">
                  <c:v>7.69377013</c:v>
                </c:pt>
                <c:pt idx="2687">
                  <c:v>7.69584862</c:v>
                </c:pt>
                <c:pt idx="2688">
                  <c:v>7.69997045</c:v>
                </c:pt>
                <c:pt idx="2689">
                  <c:v>7.70445953</c:v>
                </c:pt>
                <c:pt idx="2690">
                  <c:v>7.70809689</c:v>
                </c:pt>
                <c:pt idx="2691">
                  <c:v>7.71008943</c:v>
                </c:pt>
                <c:pt idx="2692">
                  <c:v>7.71106617</c:v>
                </c:pt>
                <c:pt idx="2693">
                  <c:v>7.71507665</c:v>
                </c:pt>
                <c:pt idx="2694">
                  <c:v>7.71897968</c:v>
                </c:pt>
                <c:pt idx="2695">
                  <c:v>7.72071632</c:v>
                </c:pt>
                <c:pt idx="2696">
                  <c:v>7.72187082</c:v>
                </c:pt>
                <c:pt idx="2697">
                  <c:v>7.72382234</c:v>
                </c:pt>
                <c:pt idx="2698">
                  <c:v>7.7249788</c:v>
                </c:pt>
                <c:pt idx="2699">
                  <c:v>7.72999532</c:v>
                </c:pt>
                <c:pt idx="2700">
                  <c:v>7.73206209</c:v>
                </c:pt>
                <c:pt idx="2701">
                  <c:v>7.73415816</c:v>
                </c:pt>
                <c:pt idx="2702">
                  <c:v>7.73610968</c:v>
                </c:pt>
                <c:pt idx="2703">
                  <c:v>7.73986816</c:v>
                </c:pt>
                <c:pt idx="2704">
                  <c:v>7.74153057</c:v>
                </c:pt>
                <c:pt idx="2705">
                  <c:v>7.74268702</c:v>
                </c:pt>
                <c:pt idx="2706">
                  <c:v>7.74565826</c:v>
                </c:pt>
                <c:pt idx="2707">
                  <c:v>7.74731285</c:v>
                </c:pt>
                <c:pt idx="2708">
                  <c:v>7.74899869</c:v>
                </c:pt>
                <c:pt idx="2709">
                  <c:v>7.75100296</c:v>
                </c:pt>
                <c:pt idx="2710">
                  <c:v>7.75278452</c:v>
                </c:pt>
                <c:pt idx="2711">
                  <c:v>7.75352684</c:v>
                </c:pt>
                <c:pt idx="2712">
                  <c:v>7.75641993</c:v>
                </c:pt>
                <c:pt idx="2713">
                  <c:v>7.75805499</c:v>
                </c:pt>
                <c:pt idx="2714">
                  <c:v>7.75967247</c:v>
                </c:pt>
                <c:pt idx="2715">
                  <c:v>7.76147943</c:v>
                </c:pt>
                <c:pt idx="2716">
                  <c:v>7.76270816</c:v>
                </c:pt>
                <c:pt idx="2717">
                  <c:v>7.76697259</c:v>
                </c:pt>
                <c:pt idx="2718">
                  <c:v>7.76892411</c:v>
                </c:pt>
                <c:pt idx="2719">
                  <c:v>7.77065879</c:v>
                </c:pt>
                <c:pt idx="2720">
                  <c:v>7.77156521</c:v>
                </c:pt>
                <c:pt idx="2721">
                  <c:v>7.77557373</c:v>
                </c:pt>
                <c:pt idx="2722">
                  <c:v>7.77687474</c:v>
                </c:pt>
                <c:pt idx="2723">
                  <c:v>7.77846878</c:v>
                </c:pt>
                <c:pt idx="2724">
                  <c:v>7.77983816</c:v>
                </c:pt>
                <c:pt idx="2725">
                  <c:v>7.78151229</c:v>
                </c:pt>
                <c:pt idx="2726">
                  <c:v>7.78287386</c:v>
                </c:pt>
                <c:pt idx="2727">
                  <c:v>7.78511449</c:v>
                </c:pt>
                <c:pt idx="2728">
                  <c:v>7.78633736</c:v>
                </c:pt>
                <c:pt idx="2729">
                  <c:v>7.78771651</c:v>
                </c:pt>
                <c:pt idx="2730">
                  <c:v>7.79019742</c:v>
                </c:pt>
                <c:pt idx="2731">
                  <c:v>7.79133044</c:v>
                </c:pt>
                <c:pt idx="2732">
                  <c:v>7.79257285</c:v>
                </c:pt>
                <c:pt idx="2733">
                  <c:v>7.79376056</c:v>
                </c:pt>
                <c:pt idx="2734">
                  <c:v>7.797101</c:v>
                </c:pt>
                <c:pt idx="2735">
                  <c:v>7.79828871</c:v>
                </c:pt>
                <c:pt idx="2736">
                  <c:v>7.79947642</c:v>
                </c:pt>
                <c:pt idx="2737">
                  <c:v>7.80007613</c:v>
                </c:pt>
                <c:pt idx="2738">
                  <c:v>7.80170338</c:v>
                </c:pt>
                <c:pt idx="2739">
                  <c:v>7.80289109</c:v>
                </c:pt>
                <c:pt idx="2740">
                  <c:v>7.80491879</c:v>
                </c:pt>
                <c:pt idx="2741">
                  <c:v>7.80600883</c:v>
                </c:pt>
                <c:pt idx="2742">
                  <c:v>7.80816156</c:v>
                </c:pt>
                <c:pt idx="2743">
                  <c:v>7.80911094</c:v>
                </c:pt>
                <c:pt idx="2744">
                  <c:v>7.8102674</c:v>
                </c:pt>
                <c:pt idx="2745">
                  <c:v>7.8112793</c:v>
                </c:pt>
                <c:pt idx="2746">
                  <c:v>7.81246701</c:v>
                </c:pt>
                <c:pt idx="2747">
                  <c:v>7.81351993</c:v>
                </c:pt>
                <c:pt idx="2748">
                  <c:v>7.81453183</c:v>
                </c:pt>
                <c:pt idx="2749">
                  <c:v>7.81561601</c:v>
                </c:pt>
                <c:pt idx="2750">
                  <c:v>7.81654977</c:v>
                </c:pt>
                <c:pt idx="2751">
                  <c:v>7.81766324</c:v>
                </c:pt>
                <c:pt idx="2752">
                  <c:v>7.81857942</c:v>
                </c:pt>
                <c:pt idx="2753">
                  <c:v>7.81988044</c:v>
                </c:pt>
                <c:pt idx="2754">
                  <c:v>7.82060322</c:v>
                </c:pt>
                <c:pt idx="2755">
                  <c:v>7.821746</c:v>
                </c:pt>
                <c:pt idx="2756">
                  <c:v>7.8226993</c:v>
                </c:pt>
                <c:pt idx="2757">
                  <c:v>7.82378347</c:v>
                </c:pt>
                <c:pt idx="2758">
                  <c:v>7.82587955</c:v>
                </c:pt>
                <c:pt idx="2759">
                  <c:v>7.82631322</c:v>
                </c:pt>
                <c:pt idx="2760">
                  <c:v>7.82891524</c:v>
                </c:pt>
                <c:pt idx="2761">
                  <c:v>7.82927664</c:v>
                </c:pt>
                <c:pt idx="2762">
                  <c:v>7.83139615</c:v>
                </c:pt>
                <c:pt idx="2763">
                  <c:v>7.83231233</c:v>
                </c:pt>
                <c:pt idx="2764">
                  <c:v>7.83295503</c:v>
                </c:pt>
                <c:pt idx="2765">
                  <c:v>7.83404702</c:v>
                </c:pt>
                <c:pt idx="2766">
                  <c:v>7.83491436</c:v>
                </c:pt>
                <c:pt idx="2767">
                  <c:v>7.83718625</c:v>
                </c:pt>
                <c:pt idx="2768">
                  <c:v>7.84026297</c:v>
                </c:pt>
                <c:pt idx="2769">
                  <c:v>7.84119477</c:v>
                </c:pt>
                <c:pt idx="2770">
                  <c:v>7.84223402</c:v>
                </c:pt>
                <c:pt idx="2771">
                  <c:v>7.84579715</c:v>
                </c:pt>
                <c:pt idx="2772">
                  <c:v>7.84631678</c:v>
                </c:pt>
                <c:pt idx="2773">
                  <c:v>7.85146613</c:v>
                </c:pt>
                <c:pt idx="2774">
                  <c:v>7.85204436</c:v>
                </c:pt>
                <c:pt idx="2775">
                  <c:v>7.85448229</c:v>
                </c:pt>
                <c:pt idx="2776">
                  <c:v>7.85663502</c:v>
                </c:pt>
                <c:pt idx="2777">
                  <c:v>7.85893621</c:v>
                </c:pt>
                <c:pt idx="2778">
                  <c:v>7.85997545</c:v>
                </c:pt>
                <c:pt idx="2779">
                  <c:v>7.86050094</c:v>
                </c:pt>
                <c:pt idx="2780">
                  <c:v>7.86187423</c:v>
                </c:pt>
                <c:pt idx="2781">
                  <c:v>7.86249934</c:v>
                </c:pt>
                <c:pt idx="2782">
                  <c:v>7.86613866</c:v>
                </c:pt>
                <c:pt idx="2783">
                  <c:v>7.867006</c:v>
                </c:pt>
                <c:pt idx="2784">
                  <c:v>7.86780106</c:v>
                </c:pt>
                <c:pt idx="2785">
                  <c:v>7.86859613</c:v>
                </c:pt>
                <c:pt idx="2786">
                  <c:v>7.87021946</c:v>
                </c:pt>
                <c:pt idx="2787">
                  <c:v>7.87140717</c:v>
                </c:pt>
                <c:pt idx="2788">
                  <c:v>7.8737826</c:v>
                </c:pt>
                <c:pt idx="2789">
                  <c:v>7.87511877</c:v>
                </c:pt>
                <c:pt idx="2790">
                  <c:v>7.8757517</c:v>
                </c:pt>
                <c:pt idx="2791">
                  <c:v>7.8791273</c:v>
                </c:pt>
                <c:pt idx="2792">
                  <c:v>7.87987157</c:v>
                </c:pt>
                <c:pt idx="2793">
                  <c:v>7.89107864</c:v>
                </c:pt>
                <c:pt idx="2794">
                  <c:v>7.89538409</c:v>
                </c:pt>
                <c:pt idx="2795">
                  <c:v>7.90162739</c:v>
                </c:pt>
                <c:pt idx="2796">
                  <c:v>7.90242245</c:v>
                </c:pt>
                <c:pt idx="2797">
                  <c:v>7.90740967</c:v>
                </c:pt>
                <c:pt idx="2798">
                  <c:v>7.90842157</c:v>
                </c:pt>
                <c:pt idx="2799">
                  <c:v>7.90941393</c:v>
                </c:pt>
                <c:pt idx="2800">
                  <c:v>7.91340878</c:v>
                </c:pt>
                <c:pt idx="2801">
                  <c:v>7.92757536</c:v>
                </c:pt>
                <c:pt idx="2802">
                  <c:v>7.93111701</c:v>
                </c:pt>
                <c:pt idx="2803">
                  <c:v>7.93569204</c:v>
                </c:pt>
                <c:pt idx="2804">
                  <c:v>7.93777053</c:v>
                </c:pt>
                <c:pt idx="2805">
                  <c:v>7.95254269</c:v>
                </c:pt>
                <c:pt idx="2806">
                  <c:v>7.95254269</c:v>
                </c:pt>
                <c:pt idx="2807">
                  <c:v>7.9674008</c:v>
                </c:pt>
                <c:pt idx="2808">
                  <c:v>7.9674008</c:v>
                </c:pt>
                <c:pt idx="2809">
                  <c:v>7.9804539</c:v>
                </c:pt>
                <c:pt idx="2810">
                  <c:v>7.98245817</c:v>
                </c:pt>
                <c:pt idx="2811">
                  <c:v>7.98973485</c:v>
                </c:pt>
                <c:pt idx="2812">
                  <c:v>7.98973485</c:v>
                </c:pt>
                <c:pt idx="2813">
                  <c:v>7.993927</c:v>
                </c:pt>
                <c:pt idx="2814">
                  <c:v>8.0055443</c:v>
                </c:pt>
                <c:pt idx="2815">
                  <c:v>8.00845498</c:v>
                </c:pt>
                <c:pt idx="2816">
                  <c:v>8.01214118</c:v>
                </c:pt>
                <c:pt idx="2817">
                  <c:v>8.0178668</c:v>
                </c:pt>
                <c:pt idx="2818">
                  <c:v>8.02224649</c:v>
                </c:pt>
                <c:pt idx="2819">
                  <c:v>8.02803658</c:v>
                </c:pt>
                <c:pt idx="2820">
                  <c:v>8.03679595</c:v>
                </c:pt>
                <c:pt idx="2821">
                  <c:v>8.04047434</c:v>
                </c:pt>
                <c:pt idx="2822">
                  <c:v>8.04600071</c:v>
                </c:pt>
                <c:pt idx="2823">
                  <c:v>8.04965371</c:v>
                </c:pt>
                <c:pt idx="2824">
                  <c:v>8.05164234</c:v>
                </c:pt>
                <c:pt idx="2825">
                  <c:v>8.0573875</c:v>
                </c:pt>
                <c:pt idx="2826">
                  <c:v>8.0589913</c:v>
                </c:pt>
                <c:pt idx="2827">
                  <c:v>8.0608471</c:v>
                </c:pt>
                <c:pt idx="2828">
                  <c:v>8.06708259</c:v>
                </c:pt>
                <c:pt idx="2829">
                  <c:v>8.07695543</c:v>
                </c:pt>
                <c:pt idx="2830">
                  <c:v>8.0802275</c:v>
                </c:pt>
                <c:pt idx="2831">
                  <c:v>8.09009449</c:v>
                </c:pt>
                <c:pt idx="2832">
                  <c:v>8.09916446</c:v>
                </c:pt>
                <c:pt idx="2833">
                  <c:v>8.10017636</c:v>
                </c:pt>
                <c:pt idx="2834">
                  <c:v>8.11087357</c:v>
                </c:pt>
                <c:pt idx="2835">
                  <c:v>8.11441522</c:v>
                </c:pt>
                <c:pt idx="2836">
                  <c:v>8.12243813</c:v>
                </c:pt>
                <c:pt idx="2837">
                  <c:v>8.13826712</c:v>
                </c:pt>
                <c:pt idx="2838">
                  <c:v>8.13920674</c:v>
                </c:pt>
                <c:pt idx="2839">
                  <c:v>8.14339889</c:v>
                </c:pt>
                <c:pt idx="2840">
                  <c:v>8.14448306</c:v>
                </c:pt>
                <c:pt idx="2841">
                  <c:v>8.14968711</c:v>
                </c:pt>
                <c:pt idx="2842">
                  <c:v>8.14968711</c:v>
                </c:pt>
                <c:pt idx="2843">
                  <c:v>8.1524337</c:v>
                </c:pt>
                <c:pt idx="2844">
                  <c:v>8.15930015</c:v>
                </c:pt>
                <c:pt idx="2845">
                  <c:v>8.15930015</c:v>
                </c:pt>
                <c:pt idx="2846">
                  <c:v>8.16313872</c:v>
                </c:pt>
                <c:pt idx="2847">
                  <c:v>8.16392597</c:v>
                </c:pt>
                <c:pt idx="2848">
                  <c:v>8.16640493</c:v>
                </c:pt>
                <c:pt idx="2849">
                  <c:v>8.17204656</c:v>
                </c:pt>
                <c:pt idx="2850">
                  <c:v>8.17751433</c:v>
                </c:pt>
                <c:pt idx="2851">
                  <c:v>8.17910445</c:v>
                </c:pt>
                <c:pt idx="2852">
                  <c:v>8.18033319</c:v>
                </c:pt>
                <c:pt idx="2853">
                  <c:v>8.18185104</c:v>
                </c:pt>
                <c:pt idx="2854">
                  <c:v>8.18570524</c:v>
                </c:pt>
                <c:pt idx="2855">
                  <c:v>8.18777787</c:v>
                </c:pt>
                <c:pt idx="2856">
                  <c:v>8.18842838</c:v>
                </c:pt>
                <c:pt idx="2857">
                  <c:v>8.1911984</c:v>
                </c:pt>
                <c:pt idx="2858">
                  <c:v>8.19269281</c:v>
                </c:pt>
                <c:pt idx="2859">
                  <c:v>8.19536711</c:v>
                </c:pt>
                <c:pt idx="2860">
                  <c:v>8.19684003</c:v>
                </c:pt>
                <c:pt idx="2861">
                  <c:v>8.20107125</c:v>
                </c:pt>
                <c:pt idx="2862">
                  <c:v>8.20237812</c:v>
                </c:pt>
                <c:pt idx="2863">
                  <c:v>8.20366937</c:v>
                </c:pt>
                <c:pt idx="2864">
                  <c:v>8.2051247</c:v>
                </c:pt>
                <c:pt idx="2865">
                  <c:v>8.20671288</c:v>
                </c:pt>
                <c:pt idx="2866">
                  <c:v>8.20812328</c:v>
                </c:pt>
                <c:pt idx="2867">
                  <c:v>8.20960597</c:v>
                </c:pt>
                <c:pt idx="2868">
                  <c:v>8.21086987</c:v>
                </c:pt>
                <c:pt idx="2869">
                  <c:v>8.21228027</c:v>
                </c:pt>
                <c:pt idx="2870">
                  <c:v>8.21287413</c:v>
                </c:pt>
                <c:pt idx="2871">
                  <c:v>8.21574964</c:v>
                </c:pt>
                <c:pt idx="2872">
                  <c:v>8.21703112</c:v>
                </c:pt>
                <c:pt idx="2873">
                  <c:v>8.21703112</c:v>
                </c:pt>
                <c:pt idx="2874">
                  <c:v>8.22449534</c:v>
                </c:pt>
                <c:pt idx="2875">
                  <c:v>8.22608742</c:v>
                </c:pt>
                <c:pt idx="2876">
                  <c:v>8.22875977</c:v>
                </c:pt>
                <c:pt idx="2877">
                  <c:v>8.23374698</c:v>
                </c:pt>
                <c:pt idx="2878">
                  <c:v>8.23512027</c:v>
                </c:pt>
                <c:pt idx="2879">
                  <c:v>8.23584306</c:v>
                </c:pt>
                <c:pt idx="2880">
                  <c:v>8.24382885</c:v>
                </c:pt>
                <c:pt idx="2881">
                  <c:v>8.24625116</c:v>
                </c:pt>
                <c:pt idx="2882">
                  <c:v>8.24709506</c:v>
                </c:pt>
                <c:pt idx="2883">
                  <c:v>8.24972052</c:v>
                </c:pt>
                <c:pt idx="2884">
                  <c:v>8.25377593</c:v>
                </c:pt>
                <c:pt idx="2885">
                  <c:v>8.25689367</c:v>
                </c:pt>
                <c:pt idx="2886">
                  <c:v>8.25832166</c:v>
                </c:pt>
                <c:pt idx="2887">
                  <c:v>8.25940584</c:v>
                </c:pt>
                <c:pt idx="2888">
                  <c:v>8.26092369</c:v>
                </c:pt>
                <c:pt idx="2889">
                  <c:v>8.26142964</c:v>
                </c:pt>
                <c:pt idx="2890">
                  <c:v>8.26654383</c:v>
                </c:pt>
                <c:pt idx="2891">
                  <c:v>8.26728615</c:v>
                </c:pt>
                <c:pt idx="2892">
                  <c:v>8.26916343</c:v>
                </c:pt>
                <c:pt idx="2893">
                  <c:v>8.27053672</c:v>
                </c:pt>
                <c:pt idx="2894">
                  <c:v>8.27133179</c:v>
                </c:pt>
                <c:pt idx="2895">
                  <c:v>8.27277736</c:v>
                </c:pt>
                <c:pt idx="2896">
                  <c:v>8.27407837</c:v>
                </c:pt>
                <c:pt idx="2897">
                  <c:v>8.27552589</c:v>
                </c:pt>
                <c:pt idx="2898">
                  <c:v>8.27819824</c:v>
                </c:pt>
                <c:pt idx="2899">
                  <c:v>8.27968288</c:v>
                </c:pt>
                <c:pt idx="2900">
                  <c:v>8.28101906</c:v>
                </c:pt>
                <c:pt idx="2901">
                  <c:v>8.28217356</c:v>
                </c:pt>
                <c:pt idx="2902">
                  <c:v>8.28354294</c:v>
                </c:pt>
                <c:pt idx="2903">
                  <c:v>8.28621529</c:v>
                </c:pt>
                <c:pt idx="2904">
                  <c:v>8.28769993</c:v>
                </c:pt>
                <c:pt idx="2905">
                  <c:v>8.28889546</c:v>
                </c:pt>
                <c:pt idx="2906">
                  <c:v>8.29019647</c:v>
                </c:pt>
                <c:pt idx="2907">
                  <c:v>8.29155999</c:v>
                </c:pt>
                <c:pt idx="2908">
                  <c:v>8.29272622</c:v>
                </c:pt>
                <c:pt idx="2909">
                  <c:v>8.29393541</c:v>
                </c:pt>
                <c:pt idx="2910">
                  <c:v>8.29525596</c:v>
                </c:pt>
                <c:pt idx="2911">
                  <c:v>8.29684609</c:v>
                </c:pt>
                <c:pt idx="2912">
                  <c:v>8.29801817</c:v>
                </c:pt>
                <c:pt idx="2913">
                  <c:v>8.29979974</c:v>
                </c:pt>
                <c:pt idx="2914">
                  <c:v>8.30096596</c:v>
                </c:pt>
                <c:pt idx="2915">
                  <c:v>8.30233925</c:v>
                </c:pt>
                <c:pt idx="2916">
                  <c:v>8.30364027</c:v>
                </c:pt>
                <c:pt idx="2917">
                  <c:v>8.30521867</c:v>
                </c:pt>
                <c:pt idx="2918">
                  <c:v>8.30645913</c:v>
                </c:pt>
                <c:pt idx="2919">
                  <c:v>8.30766833</c:v>
                </c:pt>
                <c:pt idx="2920">
                  <c:v>8.30898887</c:v>
                </c:pt>
                <c:pt idx="2921">
                  <c:v>8.31041491</c:v>
                </c:pt>
                <c:pt idx="2922">
                  <c:v>8.3115909</c:v>
                </c:pt>
                <c:pt idx="2923">
                  <c:v>8.31256763</c:v>
                </c:pt>
                <c:pt idx="2924">
                  <c:v>8.31412064</c:v>
                </c:pt>
                <c:pt idx="2925">
                  <c:v>8.31549394</c:v>
                </c:pt>
                <c:pt idx="2926">
                  <c:v>8.31665039</c:v>
                </c:pt>
                <c:pt idx="2927">
                  <c:v>8.31824052</c:v>
                </c:pt>
                <c:pt idx="2928">
                  <c:v>8.31939697</c:v>
                </c:pt>
                <c:pt idx="2929">
                  <c:v>8.32073315</c:v>
                </c:pt>
                <c:pt idx="2930">
                  <c:v>8.32221779</c:v>
                </c:pt>
                <c:pt idx="2931">
                  <c:v>8.32511283</c:v>
                </c:pt>
                <c:pt idx="2932">
                  <c:v>8.32590204</c:v>
                </c:pt>
                <c:pt idx="2933">
                  <c:v>8.32720305</c:v>
                </c:pt>
                <c:pt idx="2934">
                  <c:v>8.32799811</c:v>
                </c:pt>
                <c:pt idx="2935">
                  <c:v>8.33134832</c:v>
                </c:pt>
                <c:pt idx="2936">
                  <c:v>8.33197343</c:v>
                </c:pt>
                <c:pt idx="2937">
                  <c:v>8.33587646</c:v>
                </c:pt>
                <c:pt idx="2938">
                  <c:v>8.33898444</c:v>
                </c:pt>
                <c:pt idx="2939">
                  <c:v>8.33949039</c:v>
                </c:pt>
                <c:pt idx="2940">
                  <c:v>8.34187558</c:v>
                </c:pt>
                <c:pt idx="2941">
                  <c:v>8.34238153</c:v>
                </c:pt>
                <c:pt idx="2942">
                  <c:v>8.34440532</c:v>
                </c:pt>
                <c:pt idx="2943">
                  <c:v>8.34686279</c:v>
                </c:pt>
                <c:pt idx="2944">
                  <c:v>8.3475133</c:v>
                </c:pt>
                <c:pt idx="2945">
                  <c:v>8.34823608</c:v>
                </c:pt>
                <c:pt idx="2946">
                  <c:v>8.35332097</c:v>
                </c:pt>
                <c:pt idx="2947">
                  <c:v>8.35532523</c:v>
                </c:pt>
                <c:pt idx="2948">
                  <c:v>8.35727089</c:v>
                </c:pt>
                <c:pt idx="2949">
                  <c:v>8.35888837</c:v>
                </c:pt>
                <c:pt idx="2950">
                  <c:v>8.36015031</c:v>
                </c:pt>
                <c:pt idx="2951">
                  <c:v>8.3616076</c:v>
                </c:pt>
                <c:pt idx="2952">
                  <c:v>8.3626195</c:v>
                </c:pt>
                <c:pt idx="2953">
                  <c:v>8.3656552</c:v>
                </c:pt>
                <c:pt idx="2954">
                  <c:v>8.36846429</c:v>
                </c:pt>
                <c:pt idx="2955">
                  <c:v>8.36898391</c:v>
                </c:pt>
                <c:pt idx="2956">
                  <c:v>8.37143747</c:v>
                </c:pt>
                <c:pt idx="2957">
                  <c:v>8.37259393</c:v>
                </c:pt>
                <c:pt idx="2958">
                  <c:v>8.37259393</c:v>
                </c:pt>
                <c:pt idx="2959">
                  <c:v>8.37541279</c:v>
                </c:pt>
                <c:pt idx="2960">
                  <c:v>8.37787026</c:v>
                </c:pt>
                <c:pt idx="2961">
                  <c:v>8.37953266</c:v>
                </c:pt>
                <c:pt idx="2962">
                  <c:v>8.38032773</c:v>
                </c:pt>
                <c:pt idx="2963">
                  <c:v>8.38427569</c:v>
                </c:pt>
                <c:pt idx="2964">
                  <c:v>8.38494378</c:v>
                </c:pt>
                <c:pt idx="2965">
                  <c:v>8.38746767</c:v>
                </c:pt>
                <c:pt idx="2966">
                  <c:v>8.39006579</c:v>
                </c:pt>
                <c:pt idx="2967">
                  <c:v>8.39051118</c:v>
                </c:pt>
                <c:pt idx="2968">
                  <c:v>8.3928866</c:v>
                </c:pt>
                <c:pt idx="2969">
                  <c:v>8.39565076</c:v>
                </c:pt>
                <c:pt idx="2970">
                  <c:v>8.39565076</c:v>
                </c:pt>
                <c:pt idx="2971">
                  <c:v>8.40092709</c:v>
                </c:pt>
                <c:pt idx="2972">
                  <c:v>8.4022281</c:v>
                </c:pt>
                <c:pt idx="2973">
                  <c:v>8.40266178</c:v>
                </c:pt>
                <c:pt idx="2974">
                  <c:v>8.40468557</c:v>
                </c:pt>
                <c:pt idx="2975">
                  <c:v>8.40620342</c:v>
                </c:pt>
                <c:pt idx="2976">
                  <c:v>8.40676797</c:v>
                </c:pt>
                <c:pt idx="2977">
                  <c:v>8.40951456</c:v>
                </c:pt>
                <c:pt idx="2978">
                  <c:v>8.40988572</c:v>
                </c:pt>
                <c:pt idx="2979">
                  <c:v>8.41227481</c:v>
                </c:pt>
                <c:pt idx="2980">
                  <c:v>8.41328671</c:v>
                </c:pt>
                <c:pt idx="2981">
                  <c:v>8.41429861</c:v>
                </c:pt>
                <c:pt idx="2982">
                  <c:v>8.41478502</c:v>
                </c:pt>
                <c:pt idx="2983">
                  <c:v>8.41626966</c:v>
                </c:pt>
                <c:pt idx="2984">
                  <c:v>8.41812546</c:v>
                </c:pt>
                <c:pt idx="2985">
                  <c:v>8.41921355</c:v>
                </c:pt>
                <c:pt idx="2986">
                  <c:v>8.42015317</c:v>
                </c:pt>
                <c:pt idx="2987">
                  <c:v>8.42196013</c:v>
                </c:pt>
                <c:pt idx="2988">
                  <c:v>8.42243091</c:v>
                </c:pt>
                <c:pt idx="2989">
                  <c:v>8.42384132</c:v>
                </c:pt>
                <c:pt idx="2990">
                  <c:v>8.42480634</c:v>
                </c:pt>
                <c:pt idx="2991">
                  <c:v>8.42673637</c:v>
                </c:pt>
                <c:pt idx="2992">
                  <c:v>8.42774241</c:v>
                </c:pt>
                <c:pt idx="2993">
                  <c:v>8.4301276</c:v>
                </c:pt>
                <c:pt idx="2994">
                  <c:v>8.43460495</c:v>
                </c:pt>
                <c:pt idx="2995">
                  <c:v>8.43556997</c:v>
                </c:pt>
                <c:pt idx="2996">
                  <c:v>8.43905887</c:v>
                </c:pt>
                <c:pt idx="2997">
                  <c:v>8.44964278</c:v>
                </c:pt>
                <c:pt idx="2998">
                  <c:v>8.45130714</c:v>
                </c:pt>
                <c:pt idx="2999">
                  <c:v>8.45227216</c:v>
                </c:pt>
                <c:pt idx="3000">
                  <c:v>8.45227216</c:v>
                </c:pt>
                <c:pt idx="3001">
                  <c:v>8.45325671</c:v>
                </c:pt>
                <c:pt idx="3002">
                  <c:v>8.45513595</c:v>
                </c:pt>
                <c:pt idx="3003">
                  <c:v>8.45607557</c:v>
                </c:pt>
                <c:pt idx="3004">
                  <c:v>8.46511038</c:v>
                </c:pt>
                <c:pt idx="3005">
                  <c:v>8.46563391</c:v>
                </c:pt>
                <c:pt idx="3006">
                  <c:v>8.46615353</c:v>
                </c:pt>
                <c:pt idx="3007">
                  <c:v>8.47363924</c:v>
                </c:pt>
                <c:pt idx="3008">
                  <c:v>8.47446751</c:v>
                </c:pt>
                <c:pt idx="3009">
                  <c:v>8.47713986</c:v>
                </c:pt>
                <c:pt idx="3010">
                  <c:v>8.47768683</c:v>
                </c:pt>
                <c:pt idx="3011">
                  <c:v>8.47978291</c:v>
                </c:pt>
                <c:pt idx="3012">
                  <c:v>8.48077722</c:v>
                </c:pt>
                <c:pt idx="3013">
                  <c:v>8.48166215</c:v>
                </c:pt>
                <c:pt idx="3014">
                  <c:v>8.48300418</c:v>
                </c:pt>
                <c:pt idx="3015">
                  <c:v>8.48545384</c:v>
                </c:pt>
                <c:pt idx="3016">
                  <c:v>8.4858543</c:v>
                </c:pt>
                <c:pt idx="3017">
                  <c:v>8.4868662</c:v>
                </c:pt>
                <c:pt idx="3018">
                  <c:v>8.48894274</c:v>
                </c:pt>
                <c:pt idx="3019">
                  <c:v>8.48946822</c:v>
                </c:pt>
                <c:pt idx="3020">
                  <c:v>8.49050161</c:v>
                </c:pt>
                <c:pt idx="3021">
                  <c:v>8.49127519</c:v>
                </c:pt>
                <c:pt idx="3022">
                  <c:v>8.49176355</c:v>
                </c:pt>
                <c:pt idx="3023">
                  <c:v>8.49324819</c:v>
                </c:pt>
                <c:pt idx="3024">
                  <c:v>8.49373265</c:v>
                </c:pt>
                <c:pt idx="3025">
                  <c:v>8.49495553</c:v>
                </c:pt>
                <c:pt idx="3026">
                  <c:v>8.49546734</c:v>
                </c:pt>
                <c:pt idx="3027">
                  <c:v>8.49695979</c:v>
                </c:pt>
                <c:pt idx="3028">
                  <c:v>8.49851866</c:v>
                </c:pt>
                <c:pt idx="3029">
                  <c:v>8.49903828</c:v>
                </c:pt>
                <c:pt idx="3030">
                  <c:v>8.50002088</c:v>
                </c:pt>
                <c:pt idx="3031">
                  <c:v>8.5009605</c:v>
                </c:pt>
                <c:pt idx="3032">
                  <c:v>8.50178487</c:v>
                </c:pt>
                <c:pt idx="3033">
                  <c:v>8.50312885</c:v>
                </c:pt>
                <c:pt idx="3034">
                  <c:v>8.50364066</c:v>
                </c:pt>
                <c:pt idx="3035">
                  <c:v>8.51195464</c:v>
                </c:pt>
                <c:pt idx="3036">
                  <c:v>8.51268768</c:v>
                </c:pt>
                <c:pt idx="3037">
                  <c:v>8.51353696</c:v>
                </c:pt>
                <c:pt idx="3038">
                  <c:v>8.51592605</c:v>
                </c:pt>
                <c:pt idx="3039">
                  <c:v>8.51742192</c:v>
                </c:pt>
                <c:pt idx="3040">
                  <c:v>8.5188211</c:v>
                </c:pt>
                <c:pt idx="3041">
                  <c:v>8.52006448</c:v>
                </c:pt>
                <c:pt idx="3042">
                  <c:v>8.52027692</c:v>
                </c:pt>
                <c:pt idx="3043">
                  <c:v>8.52073257</c:v>
                </c:pt>
                <c:pt idx="3044">
                  <c:v>8.52130689</c:v>
                </c:pt>
                <c:pt idx="3045">
                  <c:v>8.52146952</c:v>
                </c:pt>
                <c:pt idx="3046">
                  <c:v>8.52197596</c:v>
                </c:pt>
                <c:pt idx="3047">
                  <c:v>8.52277053</c:v>
                </c:pt>
                <c:pt idx="3048">
                  <c:v>8.52372041</c:v>
                </c:pt>
                <c:pt idx="3049">
                  <c:v>8.52418436</c:v>
                </c:pt>
                <c:pt idx="3050">
                  <c:v>8.52464831</c:v>
                </c:pt>
                <c:pt idx="3051">
                  <c:v>8.52500091</c:v>
                </c:pt>
                <c:pt idx="3052">
                  <c:v>8.52542774</c:v>
                </c:pt>
                <c:pt idx="3053">
                  <c:v>8.52589657</c:v>
                </c:pt>
                <c:pt idx="3054">
                  <c:v>8.52620718</c:v>
                </c:pt>
                <c:pt idx="3055">
                  <c:v>8.52652266</c:v>
                </c:pt>
                <c:pt idx="3056">
                  <c:v>8.52680006</c:v>
                </c:pt>
                <c:pt idx="3057">
                  <c:v>8.52706084</c:v>
                </c:pt>
                <c:pt idx="3058">
                  <c:v>8.52737633</c:v>
                </c:pt>
                <c:pt idx="3059">
                  <c:v>8.52857088</c:v>
                </c:pt>
                <c:pt idx="3060">
                  <c:v>8.52906511</c:v>
                </c:pt>
                <c:pt idx="3061">
                  <c:v>8.52931173</c:v>
                </c:pt>
                <c:pt idx="3062">
                  <c:v>8.5298631</c:v>
                </c:pt>
                <c:pt idx="3063">
                  <c:v>8.5301068</c:v>
                </c:pt>
                <c:pt idx="3064">
                  <c:v>8.53041984</c:v>
                </c:pt>
                <c:pt idx="3065">
                  <c:v>8.53067965</c:v>
                </c:pt>
                <c:pt idx="3066">
                  <c:v>8.53092091</c:v>
                </c:pt>
                <c:pt idx="3067">
                  <c:v>8.5311729</c:v>
                </c:pt>
                <c:pt idx="3068">
                  <c:v>8.53129206</c:v>
                </c:pt>
                <c:pt idx="3069">
                  <c:v>8.53162611</c:v>
                </c:pt>
                <c:pt idx="3070">
                  <c:v>8.53213059</c:v>
                </c:pt>
                <c:pt idx="3071">
                  <c:v>8.53267268</c:v>
                </c:pt>
                <c:pt idx="3072">
                  <c:v>8.53323284</c:v>
                </c:pt>
                <c:pt idx="3073">
                  <c:v>8.5335747</c:v>
                </c:pt>
                <c:pt idx="3074">
                  <c:v>8.53374172</c:v>
                </c:pt>
                <c:pt idx="3075">
                  <c:v>8.5339273</c:v>
                </c:pt>
                <c:pt idx="3076">
                  <c:v>8.53411288</c:v>
                </c:pt>
                <c:pt idx="3077">
                  <c:v>8.53426134</c:v>
                </c:pt>
                <c:pt idx="3078">
                  <c:v>8.53442543</c:v>
                </c:pt>
                <c:pt idx="3079">
                  <c:v>8.53472529</c:v>
                </c:pt>
                <c:pt idx="3080">
                  <c:v>8.53487717</c:v>
                </c:pt>
                <c:pt idx="3081">
                  <c:v>8.53504078</c:v>
                </c:pt>
                <c:pt idx="3082">
                  <c:v>8.53520243</c:v>
                </c:pt>
                <c:pt idx="3083">
                  <c:v>8.53540119</c:v>
                </c:pt>
                <c:pt idx="3084">
                  <c:v>8.53557896</c:v>
                </c:pt>
                <c:pt idx="3085">
                  <c:v>8.53574598</c:v>
                </c:pt>
                <c:pt idx="3086">
                  <c:v>8.53595012</c:v>
                </c:pt>
                <c:pt idx="3087">
                  <c:v>8.53608003</c:v>
                </c:pt>
                <c:pt idx="3088">
                  <c:v>8.53628416</c:v>
                </c:pt>
                <c:pt idx="3089">
                  <c:v>8.53645119</c:v>
                </c:pt>
                <c:pt idx="3090">
                  <c:v>8.53653958</c:v>
                </c:pt>
                <c:pt idx="3091">
                  <c:v>8.53678523</c:v>
                </c:pt>
                <c:pt idx="3092">
                  <c:v>8.53695518</c:v>
                </c:pt>
                <c:pt idx="3093">
                  <c:v>8.53719009</c:v>
                </c:pt>
                <c:pt idx="3094">
                  <c:v>8.53728043</c:v>
                </c:pt>
                <c:pt idx="3095">
                  <c:v>8.53746113</c:v>
                </c:pt>
                <c:pt idx="3096">
                  <c:v>8.53773169</c:v>
                </c:pt>
                <c:pt idx="3097">
                  <c:v>8.53784303</c:v>
                </c:pt>
                <c:pt idx="3098">
                  <c:v>8.53821419</c:v>
                </c:pt>
                <c:pt idx="3099">
                  <c:v>8.5384911</c:v>
                </c:pt>
                <c:pt idx="3100">
                  <c:v>8.53867179</c:v>
                </c:pt>
                <c:pt idx="3101">
                  <c:v>8.53923195</c:v>
                </c:pt>
                <c:pt idx="3102">
                  <c:v>8.53941265</c:v>
                </c:pt>
                <c:pt idx="3103">
                  <c:v>8.54031613</c:v>
                </c:pt>
                <c:pt idx="3104">
                  <c:v>8.54100278</c:v>
                </c:pt>
                <c:pt idx="3105">
                  <c:v>8.54123768</c:v>
                </c:pt>
                <c:pt idx="3106">
                  <c:v>8.54152679</c:v>
                </c:pt>
                <c:pt idx="3107">
                  <c:v>8.54181591</c:v>
                </c:pt>
                <c:pt idx="3108">
                  <c:v>8.54201858</c:v>
                </c:pt>
                <c:pt idx="3109">
                  <c:v>8.54224958</c:v>
                </c:pt>
                <c:pt idx="3110">
                  <c:v>8.54235262</c:v>
                </c:pt>
                <c:pt idx="3111">
                  <c:v>8.54272378</c:v>
                </c:pt>
                <c:pt idx="3112">
                  <c:v>8.54286395</c:v>
                </c:pt>
                <c:pt idx="3113">
                  <c:v>8.54306271</c:v>
                </c:pt>
                <c:pt idx="3114">
                  <c:v>8.54359601</c:v>
                </c:pt>
                <c:pt idx="3115">
                  <c:v>8.54380015</c:v>
                </c:pt>
                <c:pt idx="3116">
                  <c:v>8.54421917</c:v>
                </c:pt>
                <c:pt idx="3117">
                  <c:v>8.54569306</c:v>
                </c:pt>
                <c:pt idx="3118">
                  <c:v>8.54610134</c:v>
                </c:pt>
                <c:pt idx="3119">
                  <c:v>8.54649594</c:v>
                </c:pt>
                <c:pt idx="3120">
                  <c:v>8.54663952</c:v>
                </c:pt>
                <c:pt idx="3121">
                  <c:v>8.54680654</c:v>
                </c:pt>
                <c:pt idx="3122">
                  <c:v>8.5476524</c:v>
                </c:pt>
                <c:pt idx="3123">
                  <c:v>8.54784579</c:v>
                </c:pt>
                <c:pt idx="3124">
                  <c:v>8.54797569</c:v>
                </c:pt>
                <c:pt idx="3125">
                  <c:v>8.54862815</c:v>
                </c:pt>
                <c:pt idx="3126">
                  <c:v>8.54900762</c:v>
                </c:pt>
                <c:pt idx="3127">
                  <c:v>8.54929673</c:v>
                </c:pt>
                <c:pt idx="3128">
                  <c:v>8.55001707</c:v>
                </c:pt>
                <c:pt idx="3129">
                  <c:v>8.55090493</c:v>
                </c:pt>
                <c:pt idx="3130">
                  <c:v>8.55112176</c:v>
                </c:pt>
                <c:pt idx="3131">
                  <c:v>8.55224208</c:v>
                </c:pt>
                <c:pt idx="3132">
                  <c:v>8.55289356</c:v>
                </c:pt>
                <c:pt idx="3133">
                  <c:v>8.55330184</c:v>
                </c:pt>
                <c:pt idx="3134">
                  <c:v>8.55366958</c:v>
                </c:pt>
                <c:pt idx="3135">
                  <c:v>8.5538029</c:v>
                </c:pt>
                <c:pt idx="3136">
                  <c:v>8.55394062</c:v>
                </c:pt>
                <c:pt idx="3137">
                  <c:v>8.55408127</c:v>
                </c:pt>
                <c:pt idx="3138">
                  <c:v>8.55421118</c:v>
                </c:pt>
                <c:pt idx="3139">
                  <c:v>8.55434108</c:v>
                </c:pt>
                <c:pt idx="3140">
                  <c:v>8.5546009</c:v>
                </c:pt>
                <c:pt idx="3141">
                  <c:v>8.5552055</c:v>
                </c:pt>
                <c:pt idx="3142">
                  <c:v>8.55531391</c:v>
                </c:pt>
                <c:pt idx="3143">
                  <c:v>8.55551024</c:v>
                </c:pt>
                <c:pt idx="3144">
                  <c:v>8.55556591</c:v>
                </c:pt>
                <c:pt idx="3145">
                  <c:v>8.55558447</c:v>
                </c:pt>
                <c:pt idx="3146">
                  <c:v>8.55569338</c:v>
                </c:pt>
                <c:pt idx="3147">
                  <c:v>8.55573293</c:v>
                </c:pt>
                <c:pt idx="3148">
                  <c:v>8.55577005</c:v>
                </c:pt>
                <c:pt idx="3149">
                  <c:v>8.55580717</c:v>
                </c:pt>
                <c:pt idx="3150">
                  <c:v>8.55581986</c:v>
                </c:pt>
                <c:pt idx="3151">
                  <c:v>8.55587407</c:v>
                </c:pt>
                <c:pt idx="3152">
                  <c:v>8.55589996</c:v>
                </c:pt>
                <c:pt idx="3153">
                  <c:v>8.55591851</c:v>
                </c:pt>
                <c:pt idx="3154">
                  <c:v>8.55591851</c:v>
                </c:pt>
                <c:pt idx="3155">
                  <c:v>8.55594635</c:v>
                </c:pt>
                <c:pt idx="3156">
                  <c:v>8.55595563</c:v>
                </c:pt>
                <c:pt idx="3157">
                  <c:v>8.55595563</c:v>
                </c:pt>
                <c:pt idx="3158">
                  <c:v>8.55596442</c:v>
                </c:pt>
                <c:pt idx="3159">
                  <c:v>8.55596442</c:v>
                </c:pt>
                <c:pt idx="3160">
                  <c:v>8.55596442</c:v>
                </c:pt>
                <c:pt idx="3161">
                  <c:v>8.55596442</c:v>
                </c:pt>
                <c:pt idx="3162">
                  <c:v>8.55596442</c:v>
                </c:pt>
                <c:pt idx="3163">
                  <c:v>8.55596442</c:v>
                </c:pt>
                <c:pt idx="3164">
                  <c:v>8.55596442</c:v>
                </c:pt>
                <c:pt idx="3165">
                  <c:v>8.55596442</c:v>
                </c:pt>
                <c:pt idx="3166">
                  <c:v>8.55596442</c:v>
                </c:pt>
                <c:pt idx="3167">
                  <c:v>8.55596442</c:v>
                </c:pt>
                <c:pt idx="3168">
                  <c:v>8.55596442</c:v>
                </c:pt>
                <c:pt idx="3169">
                  <c:v>8.55596442</c:v>
                </c:pt>
                <c:pt idx="3170">
                  <c:v>8.55596442</c:v>
                </c:pt>
                <c:pt idx="3171">
                  <c:v>8.55596442</c:v>
                </c:pt>
                <c:pt idx="3172">
                  <c:v>8.55596442</c:v>
                </c:pt>
                <c:pt idx="3173">
                  <c:v>8.55596442</c:v>
                </c:pt>
                <c:pt idx="3174">
                  <c:v>8.55596442</c:v>
                </c:pt>
                <c:pt idx="3175">
                  <c:v>8.55596442</c:v>
                </c:pt>
                <c:pt idx="3176">
                  <c:v>8.55595563</c:v>
                </c:pt>
                <c:pt idx="3177">
                  <c:v>8.5560113</c:v>
                </c:pt>
                <c:pt idx="3178">
                  <c:v>8.55612705</c:v>
                </c:pt>
                <c:pt idx="3179">
                  <c:v>8.55615977</c:v>
                </c:pt>
                <c:pt idx="3180">
                  <c:v>8.55617832</c:v>
                </c:pt>
                <c:pt idx="3181">
                  <c:v>8.55625256</c:v>
                </c:pt>
                <c:pt idx="3182">
                  <c:v>8.55640102</c:v>
                </c:pt>
                <c:pt idx="3183">
                  <c:v>8.55647037</c:v>
                </c:pt>
                <c:pt idx="3184">
                  <c:v>8.55652458</c:v>
                </c:pt>
                <c:pt idx="3185">
                  <c:v>8.55659686</c:v>
                </c:pt>
                <c:pt idx="3186">
                  <c:v>8.55666083</c:v>
                </c:pt>
                <c:pt idx="3187">
                  <c:v>8.55670527</c:v>
                </c:pt>
                <c:pt idx="3188">
                  <c:v>8.5568093</c:v>
                </c:pt>
                <c:pt idx="3189">
                  <c:v>8.55684641</c:v>
                </c:pt>
                <c:pt idx="3190">
                  <c:v>8.5569392</c:v>
                </c:pt>
                <c:pt idx="3191">
                  <c:v>8.55695825</c:v>
                </c:pt>
                <c:pt idx="3192">
                  <c:v>8.55706911</c:v>
                </c:pt>
                <c:pt idx="3193">
                  <c:v>8.55719315</c:v>
                </c:pt>
                <c:pt idx="3194">
                  <c:v>8.55725469</c:v>
                </c:pt>
                <c:pt idx="3195">
                  <c:v>8.55736604</c:v>
                </c:pt>
                <c:pt idx="3196">
                  <c:v>8.5574642</c:v>
                </c:pt>
                <c:pt idx="3197">
                  <c:v>8.5575145</c:v>
                </c:pt>
                <c:pt idx="3198">
                  <c:v>8.55762585</c:v>
                </c:pt>
                <c:pt idx="3199">
                  <c:v>8.55775575</c:v>
                </c:pt>
                <c:pt idx="3200">
                  <c:v>8.55779287</c:v>
                </c:pt>
                <c:pt idx="3201">
                  <c:v>8.55797845</c:v>
                </c:pt>
                <c:pt idx="3202">
                  <c:v>8.55810836</c:v>
                </c:pt>
                <c:pt idx="3203">
                  <c:v>8.55840382</c:v>
                </c:pt>
                <c:pt idx="3204">
                  <c:v>8.55862065</c:v>
                </c:pt>
                <c:pt idx="3205">
                  <c:v>8.55885556</c:v>
                </c:pt>
                <c:pt idx="3206">
                  <c:v>8.55894346</c:v>
                </c:pt>
                <c:pt idx="3207">
                  <c:v>8.55907337</c:v>
                </c:pt>
                <c:pt idx="3208">
                  <c:v>8.55937958</c:v>
                </c:pt>
                <c:pt idx="3209">
                  <c:v>8.55950606</c:v>
                </c:pt>
                <c:pt idx="3210">
                  <c:v>8.55970434</c:v>
                </c:pt>
                <c:pt idx="3211">
                  <c:v>8.55976002</c:v>
                </c:pt>
                <c:pt idx="3212">
                  <c:v>8.55998271</c:v>
                </c:pt>
                <c:pt idx="3213">
                  <c:v>8.56004815</c:v>
                </c:pt>
                <c:pt idx="3214">
                  <c:v>8.56030113</c:v>
                </c:pt>
                <c:pt idx="3215">
                  <c:v>8.56037243</c:v>
                </c:pt>
              </c:numCache>
            </c:numRef>
          </c:xVal>
          <c:yVal>
            <c:numRef>
              <c:f>'Chart Data'!$B$2:$B$3217</c:f>
              <c:numCache>
                <c:formatCode>0.0</c:formatCode>
                <c:ptCount val="3216"/>
                <c:pt idx="0">
                  <c:v>51.46484892</c:v>
                </c:pt>
                <c:pt idx="1">
                  <c:v>51.46485901</c:v>
                </c:pt>
                <c:pt idx="2">
                  <c:v>51.46484892</c:v>
                </c:pt>
                <c:pt idx="3">
                  <c:v>51.46484892</c:v>
                </c:pt>
                <c:pt idx="4">
                  <c:v>51.46485901</c:v>
                </c:pt>
                <c:pt idx="5">
                  <c:v>51.46485901</c:v>
                </c:pt>
                <c:pt idx="6">
                  <c:v>51.46484892</c:v>
                </c:pt>
                <c:pt idx="7">
                  <c:v>51.46484892</c:v>
                </c:pt>
                <c:pt idx="8">
                  <c:v>51.46485901</c:v>
                </c:pt>
                <c:pt idx="9">
                  <c:v>51.46489547</c:v>
                </c:pt>
                <c:pt idx="10">
                  <c:v>51.46490479</c:v>
                </c:pt>
                <c:pt idx="11">
                  <c:v>51.46490479</c:v>
                </c:pt>
                <c:pt idx="12">
                  <c:v>51.46490479</c:v>
                </c:pt>
                <c:pt idx="13">
                  <c:v>51.46490479</c:v>
                </c:pt>
                <c:pt idx="14">
                  <c:v>51.46490479</c:v>
                </c:pt>
                <c:pt idx="15">
                  <c:v>51.46490479</c:v>
                </c:pt>
                <c:pt idx="16">
                  <c:v>51.46489547</c:v>
                </c:pt>
                <c:pt idx="17">
                  <c:v>51.46490479</c:v>
                </c:pt>
                <c:pt idx="18">
                  <c:v>51.46489547</c:v>
                </c:pt>
                <c:pt idx="19">
                  <c:v>51.46490479</c:v>
                </c:pt>
                <c:pt idx="20">
                  <c:v>51.46494203</c:v>
                </c:pt>
                <c:pt idx="21">
                  <c:v>51.46494203</c:v>
                </c:pt>
                <c:pt idx="22">
                  <c:v>51.46494203</c:v>
                </c:pt>
                <c:pt idx="23">
                  <c:v>51.46494203</c:v>
                </c:pt>
                <c:pt idx="24">
                  <c:v>51.46494203</c:v>
                </c:pt>
                <c:pt idx="25">
                  <c:v>51.46494203</c:v>
                </c:pt>
                <c:pt idx="26">
                  <c:v>51.46495056</c:v>
                </c:pt>
                <c:pt idx="27">
                  <c:v>51.46498858</c:v>
                </c:pt>
                <c:pt idx="28">
                  <c:v>51.46498858</c:v>
                </c:pt>
                <c:pt idx="29">
                  <c:v>51.46499634</c:v>
                </c:pt>
                <c:pt idx="30">
                  <c:v>51.46498858</c:v>
                </c:pt>
                <c:pt idx="31">
                  <c:v>51.46499634</c:v>
                </c:pt>
                <c:pt idx="32">
                  <c:v>51.46499634</c:v>
                </c:pt>
                <c:pt idx="33">
                  <c:v>51.46499634</c:v>
                </c:pt>
                <c:pt idx="34">
                  <c:v>51.46495056</c:v>
                </c:pt>
                <c:pt idx="35">
                  <c:v>51.46489547</c:v>
                </c:pt>
                <c:pt idx="36">
                  <c:v>51.46475582</c:v>
                </c:pt>
                <c:pt idx="37">
                  <c:v>51.46463013</c:v>
                </c:pt>
                <c:pt idx="38">
                  <c:v>51.46444702</c:v>
                </c:pt>
                <c:pt idx="39">
                  <c:v>51.46417236</c:v>
                </c:pt>
                <c:pt idx="40">
                  <c:v>51.46389771</c:v>
                </c:pt>
                <c:pt idx="41">
                  <c:v>51.46363856</c:v>
                </c:pt>
                <c:pt idx="42">
                  <c:v>51.46326615</c:v>
                </c:pt>
                <c:pt idx="43">
                  <c:v>51.4629364</c:v>
                </c:pt>
                <c:pt idx="44">
                  <c:v>51.46257019</c:v>
                </c:pt>
                <c:pt idx="45">
                  <c:v>51.46219544</c:v>
                </c:pt>
                <c:pt idx="46">
                  <c:v>51.46183777</c:v>
                </c:pt>
                <c:pt idx="47">
                  <c:v>51.46142578</c:v>
                </c:pt>
                <c:pt idx="48">
                  <c:v>51.46103164</c:v>
                </c:pt>
                <c:pt idx="49">
                  <c:v>51.46064758</c:v>
                </c:pt>
                <c:pt idx="50">
                  <c:v>51.4601937</c:v>
                </c:pt>
                <c:pt idx="51">
                  <c:v>51.45982361</c:v>
                </c:pt>
                <c:pt idx="52">
                  <c:v>51.45958852</c:v>
                </c:pt>
                <c:pt idx="53">
                  <c:v>51.45909119</c:v>
                </c:pt>
                <c:pt idx="54">
                  <c:v>51.45856437</c:v>
                </c:pt>
                <c:pt idx="55">
                  <c:v>51.45817566</c:v>
                </c:pt>
                <c:pt idx="56">
                  <c:v>51.4577179</c:v>
                </c:pt>
                <c:pt idx="57">
                  <c:v>51.45730591</c:v>
                </c:pt>
                <c:pt idx="58">
                  <c:v>51.45684814</c:v>
                </c:pt>
                <c:pt idx="59">
                  <c:v>51.45652771</c:v>
                </c:pt>
                <c:pt idx="60">
                  <c:v>51.45605055</c:v>
                </c:pt>
                <c:pt idx="61">
                  <c:v>51.45563158</c:v>
                </c:pt>
                <c:pt idx="62">
                  <c:v>51.4551195</c:v>
                </c:pt>
                <c:pt idx="63">
                  <c:v>51.45465088</c:v>
                </c:pt>
                <c:pt idx="64">
                  <c:v>51.45428467</c:v>
                </c:pt>
                <c:pt idx="65">
                  <c:v>51.45391846</c:v>
                </c:pt>
                <c:pt idx="66">
                  <c:v>51.45323181</c:v>
                </c:pt>
                <c:pt idx="67">
                  <c:v>51.45279189</c:v>
                </c:pt>
                <c:pt idx="68">
                  <c:v>51.45236206</c:v>
                </c:pt>
                <c:pt idx="69">
                  <c:v>51.45186085</c:v>
                </c:pt>
                <c:pt idx="70">
                  <c:v>51.45148843</c:v>
                </c:pt>
                <c:pt idx="71">
                  <c:v>51.45097636</c:v>
                </c:pt>
                <c:pt idx="72">
                  <c:v>51.45048523</c:v>
                </c:pt>
                <c:pt idx="73">
                  <c:v>51.44979858</c:v>
                </c:pt>
                <c:pt idx="74">
                  <c:v>51.44934703</c:v>
                </c:pt>
                <c:pt idx="75">
                  <c:v>51.44883728</c:v>
                </c:pt>
                <c:pt idx="76">
                  <c:v>51.44753149</c:v>
                </c:pt>
                <c:pt idx="77">
                  <c:v>51.44682312</c:v>
                </c:pt>
                <c:pt idx="78">
                  <c:v>51.44636768</c:v>
                </c:pt>
                <c:pt idx="79">
                  <c:v>51.44608837</c:v>
                </c:pt>
                <c:pt idx="80">
                  <c:v>51.44562285</c:v>
                </c:pt>
                <c:pt idx="81">
                  <c:v>51.44508362</c:v>
                </c:pt>
                <c:pt idx="82">
                  <c:v>51.44480896</c:v>
                </c:pt>
                <c:pt idx="83">
                  <c:v>51.44444275</c:v>
                </c:pt>
                <c:pt idx="84">
                  <c:v>51.44407654</c:v>
                </c:pt>
                <c:pt idx="85">
                  <c:v>51.44366455</c:v>
                </c:pt>
                <c:pt idx="86">
                  <c:v>51.44325256</c:v>
                </c:pt>
                <c:pt idx="87">
                  <c:v>51.44296937</c:v>
                </c:pt>
                <c:pt idx="88">
                  <c:v>51.44252014</c:v>
                </c:pt>
                <c:pt idx="89">
                  <c:v>51.44215393</c:v>
                </c:pt>
                <c:pt idx="90">
                  <c:v>51.44178772</c:v>
                </c:pt>
                <c:pt idx="91">
                  <c:v>51.44143315</c:v>
                </c:pt>
                <c:pt idx="92">
                  <c:v>51.44106073</c:v>
                </c:pt>
                <c:pt idx="93">
                  <c:v>51.44068909</c:v>
                </c:pt>
                <c:pt idx="94">
                  <c:v>51.44036245</c:v>
                </c:pt>
                <c:pt idx="95">
                  <c:v>51.44000244</c:v>
                </c:pt>
                <c:pt idx="96">
                  <c:v>51.43966416</c:v>
                </c:pt>
                <c:pt idx="97">
                  <c:v>51.43927002</c:v>
                </c:pt>
                <c:pt idx="98">
                  <c:v>51.43890381</c:v>
                </c:pt>
                <c:pt idx="99">
                  <c:v>51.43854691</c:v>
                </c:pt>
                <c:pt idx="100">
                  <c:v>51.43821716</c:v>
                </c:pt>
                <c:pt idx="101">
                  <c:v>51.43789673</c:v>
                </c:pt>
                <c:pt idx="102">
                  <c:v>51.43753052</c:v>
                </c:pt>
                <c:pt idx="103">
                  <c:v>51.43719689</c:v>
                </c:pt>
                <c:pt idx="104">
                  <c:v>51.4367981</c:v>
                </c:pt>
                <c:pt idx="105">
                  <c:v>51.43652344</c:v>
                </c:pt>
                <c:pt idx="106">
                  <c:v>51.43597412</c:v>
                </c:pt>
                <c:pt idx="107">
                  <c:v>51.43565369</c:v>
                </c:pt>
                <c:pt idx="108">
                  <c:v>51.43528825</c:v>
                </c:pt>
                <c:pt idx="109">
                  <c:v>51.43492126</c:v>
                </c:pt>
                <c:pt idx="110">
                  <c:v>51.43455505</c:v>
                </c:pt>
                <c:pt idx="111">
                  <c:v>51.43421755</c:v>
                </c:pt>
                <c:pt idx="112">
                  <c:v>51.43393824</c:v>
                </c:pt>
                <c:pt idx="113">
                  <c:v>51.43354797</c:v>
                </c:pt>
                <c:pt idx="114">
                  <c:v>51.43314685</c:v>
                </c:pt>
                <c:pt idx="115">
                  <c:v>51.43272788</c:v>
                </c:pt>
                <c:pt idx="116">
                  <c:v>51.43240201</c:v>
                </c:pt>
                <c:pt idx="117">
                  <c:v>51.43199158</c:v>
                </c:pt>
                <c:pt idx="118">
                  <c:v>51.43165718</c:v>
                </c:pt>
                <c:pt idx="119">
                  <c:v>51.43142442</c:v>
                </c:pt>
                <c:pt idx="120">
                  <c:v>51.43109855</c:v>
                </c:pt>
                <c:pt idx="121">
                  <c:v>51.43072613</c:v>
                </c:pt>
                <c:pt idx="122">
                  <c:v>51.4303894</c:v>
                </c:pt>
                <c:pt idx="123">
                  <c:v>51.43012095</c:v>
                </c:pt>
                <c:pt idx="124">
                  <c:v>51.42961121</c:v>
                </c:pt>
                <c:pt idx="125">
                  <c:v>51.42929077</c:v>
                </c:pt>
                <c:pt idx="126">
                  <c:v>51.42906189</c:v>
                </c:pt>
                <c:pt idx="127">
                  <c:v>51.42878723</c:v>
                </c:pt>
                <c:pt idx="128">
                  <c:v>51.4284668</c:v>
                </c:pt>
                <c:pt idx="129">
                  <c:v>51.42825886</c:v>
                </c:pt>
                <c:pt idx="130">
                  <c:v>51.42797955</c:v>
                </c:pt>
                <c:pt idx="131">
                  <c:v>51.42773438</c:v>
                </c:pt>
                <c:pt idx="132">
                  <c:v>51.42750549</c:v>
                </c:pt>
                <c:pt idx="133">
                  <c:v>51.42727661</c:v>
                </c:pt>
                <c:pt idx="134">
                  <c:v>51.42700195</c:v>
                </c:pt>
                <c:pt idx="135">
                  <c:v>51.42672729</c:v>
                </c:pt>
                <c:pt idx="136">
                  <c:v>51.42653643</c:v>
                </c:pt>
                <c:pt idx="137">
                  <c:v>51.42625712</c:v>
                </c:pt>
                <c:pt idx="138">
                  <c:v>51.4259491</c:v>
                </c:pt>
                <c:pt idx="139">
                  <c:v>51.42572021</c:v>
                </c:pt>
                <c:pt idx="140">
                  <c:v>51.42546573</c:v>
                </c:pt>
                <c:pt idx="141">
                  <c:v>51.42523297</c:v>
                </c:pt>
                <c:pt idx="142">
                  <c:v>51.42498779</c:v>
                </c:pt>
                <c:pt idx="143">
                  <c:v>51.42472089</c:v>
                </c:pt>
                <c:pt idx="144">
                  <c:v>51.42443848</c:v>
                </c:pt>
                <c:pt idx="145">
                  <c:v>51.42420959</c:v>
                </c:pt>
                <c:pt idx="146">
                  <c:v>51.42397606</c:v>
                </c:pt>
                <c:pt idx="147">
                  <c:v>51.42370605</c:v>
                </c:pt>
                <c:pt idx="148">
                  <c:v>51.4234314</c:v>
                </c:pt>
                <c:pt idx="149">
                  <c:v>51.42315674</c:v>
                </c:pt>
                <c:pt idx="150">
                  <c:v>51.42292786</c:v>
                </c:pt>
                <c:pt idx="151">
                  <c:v>51.42269897</c:v>
                </c:pt>
                <c:pt idx="152">
                  <c:v>51.42243983</c:v>
                </c:pt>
                <c:pt idx="153">
                  <c:v>51.42216052</c:v>
                </c:pt>
                <c:pt idx="154">
                  <c:v>51.4217881</c:v>
                </c:pt>
                <c:pt idx="155">
                  <c:v>51.42160189</c:v>
                </c:pt>
                <c:pt idx="156">
                  <c:v>51.42136913</c:v>
                </c:pt>
                <c:pt idx="157">
                  <c:v>51.42104327</c:v>
                </c:pt>
                <c:pt idx="158">
                  <c:v>51.42082214</c:v>
                </c:pt>
                <c:pt idx="159">
                  <c:v>51.42053119</c:v>
                </c:pt>
                <c:pt idx="160">
                  <c:v>51.42025188</c:v>
                </c:pt>
                <c:pt idx="161">
                  <c:v>51.41999817</c:v>
                </c:pt>
                <c:pt idx="162">
                  <c:v>51.4196467</c:v>
                </c:pt>
                <c:pt idx="163">
                  <c:v>51.41941394</c:v>
                </c:pt>
                <c:pt idx="164">
                  <c:v>51.41913462</c:v>
                </c:pt>
                <c:pt idx="165">
                  <c:v>51.41894842</c:v>
                </c:pt>
                <c:pt idx="166">
                  <c:v>51.418576</c:v>
                </c:pt>
                <c:pt idx="167">
                  <c:v>51.41834324</c:v>
                </c:pt>
                <c:pt idx="168">
                  <c:v>51.41812134</c:v>
                </c:pt>
                <c:pt idx="169">
                  <c:v>51.41787771</c:v>
                </c:pt>
                <c:pt idx="170">
                  <c:v>51.4176178</c:v>
                </c:pt>
                <c:pt idx="171">
                  <c:v>51.41741219</c:v>
                </c:pt>
                <c:pt idx="172">
                  <c:v>51.41725159</c:v>
                </c:pt>
                <c:pt idx="173">
                  <c:v>51.41703977</c:v>
                </c:pt>
                <c:pt idx="174">
                  <c:v>51.41676046</c:v>
                </c:pt>
                <c:pt idx="175">
                  <c:v>51.41657425</c:v>
                </c:pt>
                <c:pt idx="176">
                  <c:v>51.41638804</c:v>
                </c:pt>
                <c:pt idx="177">
                  <c:v>51.41624451</c:v>
                </c:pt>
                <c:pt idx="178">
                  <c:v>51.41601563</c:v>
                </c:pt>
                <c:pt idx="179">
                  <c:v>51.41582942</c:v>
                </c:pt>
                <c:pt idx="180">
                  <c:v>51.41564321</c:v>
                </c:pt>
                <c:pt idx="181">
                  <c:v>51.41551208</c:v>
                </c:pt>
                <c:pt idx="182">
                  <c:v>51.41532898</c:v>
                </c:pt>
                <c:pt idx="183">
                  <c:v>51.41519165</c:v>
                </c:pt>
                <c:pt idx="184">
                  <c:v>51.41503803</c:v>
                </c:pt>
                <c:pt idx="185">
                  <c:v>51.41485182</c:v>
                </c:pt>
                <c:pt idx="186">
                  <c:v>51.41473389</c:v>
                </c:pt>
                <c:pt idx="187">
                  <c:v>51.41455078</c:v>
                </c:pt>
                <c:pt idx="188">
                  <c:v>51.41441345</c:v>
                </c:pt>
                <c:pt idx="189">
                  <c:v>51.41423035</c:v>
                </c:pt>
                <c:pt idx="190">
                  <c:v>51.41406043</c:v>
                </c:pt>
                <c:pt idx="191">
                  <c:v>51.41406043</c:v>
                </c:pt>
                <c:pt idx="192">
                  <c:v>51.41378112</c:v>
                </c:pt>
                <c:pt idx="193">
                  <c:v>51.41363525</c:v>
                </c:pt>
                <c:pt idx="194">
                  <c:v>51.41349792</c:v>
                </c:pt>
                <c:pt idx="195">
                  <c:v>51.41331482</c:v>
                </c:pt>
                <c:pt idx="196">
                  <c:v>51.41317594</c:v>
                </c:pt>
                <c:pt idx="197">
                  <c:v>51.41303628</c:v>
                </c:pt>
                <c:pt idx="198">
                  <c:v>51.41289663</c:v>
                </c:pt>
                <c:pt idx="199">
                  <c:v>51.4127655</c:v>
                </c:pt>
                <c:pt idx="200">
                  <c:v>51.41261731</c:v>
                </c:pt>
                <c:pt idx="201">
                  <c:v>51.41244507</c:v>
                </c:pt>
                <c:pt idx="202">
                  <c:v>51.41230774</c:v>
                </c:pt>
                <c:pt idx="203">
                  <c:v>51.41217041</c:v>
                </c:pt>
                <c:pt idx="204">
                  <c:v>51.41194153</c:v>
                </c:pt>
                <c:pt idx="205">
                  <c:v>51.41182592</c:v>
                </c:pt>
                <c:pt idx="206">
                  <c:v>51.41163971</c:v>
                </c:pt>
                <c:pt idx="207">
                  <c:v>51.41152954</c:v>
                </c:pt>
                <c:pt idx="208">
                  <c:v>51.4113604</c:v>
                </c:pt>
                <c:pt idx="209">
                  <c:v>51.41120911</c:v>
                </c:pt>
                <c:pt idx="210">
                  <c:v>51.41108109</c:v>
                </c:pt>
                <c:pt idx="211">
                  <c:v>51.4108429</c:v>
                </c:pt>
                <c:pt idx="212">
                  <c:v>51.41070557</c:v>
                </c:pt>
                <c:pt idx="213">
                  <c:v>51.41056824</c:v>
                </c:pt>
                <c:pt idx="214">
                  <c:v>51.41043091</c:v>
                </c:pt>
                <c:pt idx="215">
                  <c:v>51.4102478</c:v>
                </c:pt>
                <c:pt idx="216">
                  <c:v>51.41015625</c:v>
                </c:pt>
                <c:pt idx="217">
                  <c:v>51.40996383</c:v>
                </c:pt>
                <c:pt idx="218">
                  <c:v>51.40982418</c:v>
                </c:pt>
                <c:pt idx="219">
                  <c:v>51.40965271</c:v>
                </c:pt>
                <c:pt idx="220">
                  <c:v>51.40945176</c:v>
                </c:pt>
                <c:pt idx="221">
                  <c:v>51.40926555</c:v>
                </c:pt>
                <c:pt idx="222">
                  <c:v>51.40914917</c:v>
                </c:pt>
                <c:pt idx="223">
                  <c:v>51.40901184</c:v>
                </c:pt>
                <c:pt idx="224">
                  <c:v>51.40882874</c:v>
                </c:pt>
                <c:pt idx="225">
                  <c:v>51.40869141</c:v>
                </c:pt>
                <c:pt idx="226">
                  <c:v>51.40855408</c:v>
                </c:pt>
                <c:pt idx="227">
                  <c:v>51.40837097</c:v>
                </c:pt>
                <c:pt idx="228">
                  <c:v>51.40823364</c:v>
                </c:pt>
                <c:pt idx="229">
                  <c:v>51.40800476</c:v>
                </c:pt>
                <c:pt idx="230">
                  <c:v>51.40782243</c:v>
                </c:pt>
                <c:pt idx="231">
                  <c:v>51.40772933</c:v>
                </c:pt>
                <c:pt idx="232">
                  <c:v>51.40754312</c:v>
                </c:pt>
                <c:pt idx="233">
                  <c:v>51.40735691</c:v>
                </c:pt>
                <c:pt idx="234">
                  <c:v>51.4071707</c:v>
                </c:pt>
                <c:pt idx="235">
                  <c:v>51.40704346</c:v>
                </c:pt>
                <c:pt idx="236">
                  <c:v>51.40684483</c:v>
                </c:pt>
                <c:pt idx="237">
                  <c:v>51.40667725</c:v>
                </c:pt>
                <c:pt idx="238">
                  <c:v>51.40653992</c:v>
                </c:pt>
                <c:pt idx="239">
                  <c:v>51.40631104</c:v>
                </c:pt>
                <c:pt idx="240">
                  <c:v>51.40617371</c:v>
                </c:pt>
                <c:pt idx="241">
                  <c:v>51.4059906</c:v>
                </c:pt>
                <c:pt idx="242">
                  <c:v>51.4058075</c:v>
                </c:pt>
                <c:pt idx="243">
                  <c:v>51.40562439</c:v>
                </c:pt>
                <c:pt idx="244">
                  <c:v>51.40544128</c:v>
                </c:pt>
                <c:pt idx="245">
                  <c:v>51.40525818</c:v>
                </c:pt>
                <c:pt idx="246">
                  <c:v>51.40507507</c:v>
                </c:pt>
                <c:pt idx="247">
                  <c:v>51.40484619</c:v>
                </c:pt>
                <c:pt idx="248">
                  <c:v>51.40465688</c:v>
                </c:pt>
                <c:pt idx="249">
                  <c:v>51.40447067</c:v>
                </c:pt>
                <c:pt idx="250">
                  <c:v>51.40429688</c:v>
                </c:pt>
                <c:pt idx="251">
                  <c:v>51.40409825</c:v>
                </c:pt>
                <c:pt idx="252">
                  <c:v>51.40397644</c:v>
                </c:pt>
                <c:pt idx="253">
                  <c:v>51.40377239</c:v>
                </c:pt>
                <c:pt idx="254">
                  <c:v>51.40356445</c:v>
                </c:pt>
                <c:pt idx="255">
                  <c:v>51.40339997</c:v>
                </c:pt>
                <c:pt idx="256">
                  <c:v>51.40319824</c:v>
                </c:pt>
                <c:pt idx="257">
                  <c:v>51.40301514</c:v>
                </c:pt>
                <c:pt idx="258">
                  <c:v>51.40283203</c:v>
                </c:pt>
                <c:pt idx="259">
                  <c:v>51.40255737</c:v>
                </c:pt>
                <c:pt idx="260">
                  <c:v>51.40232849</c:v>
                </c:pt>
                <c:pt idx="261">
                  <c:v>51.40214539</c:v>
                </c:pt>
                <c:pt idx="262">
                  <c:v>51.40204995</c:v>
                </c:pt>
                <c:pt idx="263">
                  <c:v>51.40182495</c:v>
                </c:pt>
                <c:pt idx="264">
                  <c:v>51.40159607</c:v>
                </c:pt>
                <c:pt idx="265">
                  <c:v>51.40141296</c:v>
                </c:pt>
                <c:pt idx="266">
                  <c:v>51.40122986</c:v>
                </c:pt>
                <c:pt idx="267">
                  <c:v>51.4010258</c:v>
                </c:pt>
                <c:pt idx="268">
                  <c:v>51.40079304</c:v>
                </c:pt>
                <c:pt idx="269">
                  <c:v>51.40065339</c:v>
                </c:pt>
                <c:pt idx="270">
                  <c:v>51.40037407</c:v>
                </c:pt>
                <c:pt idx="271">
                  <c:v>51.40026855</c:v>
                </c:pt>
                <c:pt idx="272">
                  <c:v>51.40000166</c:v>
                </c:pt>
                <c:pt idx="273">
                  <c:v>51.39981545</c:v>
                </c:pt>
                <c:pt idx="274">
                  <c:v>51.39953613</c:v>
                </c:pt>
                <c:pt idx="275">
                  <c:v>51.39935303</c:v>
                </c:pt>
                <c:pt idx="276">
                  <c:v>51.39911716</c:v>
                </c:pt>
                <c:pt idx="277">
                  <c:v>51.39894104</c:v>
                </c:pt>
                <c:pt idx="278">
                  <c:v>51.39871216</c:v>
                </c:pt>
                <c:pt idx="279">
                  <c:v>51.39848328</c:v>
                </c:pt>
                <c:pt idx="280">
                  <c:v>51.39827922</c:v>
                </c:pt>
                <c:pt idx="281">
                  <c:v>51.39809301</c:v>
                </c:pt>
                <c:pt idx="282">
                  <c:v>51.39788818</c:v>
                </c:pt>
                <c:pt idx="283">
                  <c:v>51.3977206</c:v>
                </c:pt>
                <c:pt idx="284">
                  <c:v>51.3974762</c:v>
                </c:pt>
                <c:pt idx="285">
                  <c:v>51.39730163</c:v>
                </c:pt>
                <c:pt idx="286">
                  <c:v>51.39710999</c:v>
                </c:pt>
                <c:pt idx="287">
                  <c:v>51.39688266</c:v>
                </c:pt>
                <c:pt idx="288">
                  <c:v>51.39664989</c:v>
                </c:pt>
                <c:pt idx="289">
                  <c:v>51.39646369</c:v>
                </c:pt>
                <c:pt idx="290">
                  <c:v>51.39623092</c:v>
                </c:pt>
                <c:pt idx="291">
                  <c:v>51.39605713</c:v>
                </c:pt>
                <c:pt idx="292">
                  <c:v>51.39582825</c:v>
                </c:pt>
                <c:pt idx="293">
                  <c:v>51.39559937</c:v>
                </c:pt>
                <c:pt idx="294">
                  <c:v>51.39537048</c:v>
                </c:pt>
                <c:pt idx="295">
                  <c:v>51.39529988</c:v>
                </c:pt>
                <c:pt idx="296">
                  <c:v>51.39506712</c:v>
                </c:pt>
                <c:pt idx="297">
                  <c:v>51.3947878</c:v>
                </c:pt>
                <c:pt idx="298">
                  <c:v>51.39455504</c:v>
                </c:pt>
                <c:pt idx="299">
                  <c:v>51.39436883</c:v>
                </c:pt>
                <c:pt idx="300">
                  <c:v>51.39418263</c:v>
                </c:pt>
                <c:pt idx="301">
                  <c:v>51.39399642</c:v>
                </c:pt>
                <c:pt idx="302">
                  <c:v>51.39367676</c:v>
                </c:pt>
                <c:pt idx="303">
                  <c:v>51.39357745</c:v>
                </c:pt>
                <c:pt idx="304">
                  <c:v>51.39335632</c:v>
                </c:pt>
                <c:pt idx="305">
                  <c:v>51.39315848</c:v>
                </c:pt>
                <c:pt idx="306">
                  <c:v>51.39289856</c:v>
                </c:pt>
                <c:pt idx="307">
                  <c:v>51.39266968</c:v>
                </c:pt>
                <c:pt idx="308">
                  <c:v>51.39248657</c:v>
                </c:pt>
                <c:pt idx="309">
                  <c:v>51.39225769</c:v>
                </c:pt>
                <c:pt idx="310">
                  <c:v>51.39199467</c:v>
                </c:pt>
                <c:pt idx="311">
                  <c:v>51.3918457</c:v>
                </c:pt>
                <c:pt idx="312">
                  <c:v>51.39162225</c:v>
                </c:pt>
                <c:pt idx="313">
                  <c:v>51.39143372</c:v>
                </c:pt>
                <c:pt idx="314">
                  <c:v>51.39124983</c:v>
                </c:pt>
                <c:pt idx="315">
                  <c:v>51.39106363</c:v>
                </c:pt>
                <c:pt idx="316">
                  <c:v>51.39083862</c:v>
                </c:pt>
                <c:pt idx="317">
                  <c:v>51.39064466</c:v>
                </c:pt>
                <c:pt idx="318">
                  <c:v>51.39036534</c:v>
                </c:pt>
                <c:pt idx="319">
                  <c:v>51.39028931</c:v>
                </c:pt>
                <c:pt idx="320">
                  <c:v>51.39003948</c:v>
                </c:pt>
                <c:pt idx="321">
                  <c:v>51.38985327</c:v>
                </c:pt>
                <c:pt idx="322">
                  <c:v>51.38960266</c:v>
                </c:pt>
                <c:pt idx="323">
                  <c:v>51.38938774</c:v>
                </c:pt>
                <c:pt idx="324">
                  <c:v>51.38920154</c:v>
                </c:pt>
                <c:pt idx="325">
                  <c:v>51.38906188</c:v>
                </c:pt>
                <c:pt idx="326">
                  <c:v>51.38882912</c:v>
                </c:pt>
                <c:pt idx="327">
                  <c:v>51.38864136</c:v>
                </c:pt>
                <c:pt idx="328">
                  <c:v>51.38841015</c:v>
                </c:pt>
                <c:pt idx="329">
                  <c:v>51.38817739</c:v>
                </c:pt>
                <c:pt idx="330">
                  <c:v>51.38795471</c:v>
                </c:pt>
                <c:pt idx="331">
                  <c:v>51.38772583</c:v>
                </c:pt>
                <c:pt idx="332">
                  <c:v>51.38754272</c:v>
                </c:pt>
                <c:pt idx="333">
                  <c:v>51.38731384</c:v>
                </c:pt>
                <c:pt idx="334">
                  <c:v>51.38713074</c:v>
                </c:pt>
                <c:pt idx="335">
                  <c:v>51.38692048</c:v>
                </c:pt>
                <c:pt idx="336">
                  <c:v>51.38668772</c:v>
                </c:pt>
                <c:pt idx="337">
                  <c:v>51.38644409</c:v>
                </c:pt>
                <c:pt idx="338">
                  <c:v>51.38616943</c:v>
                </c:pt>
                <c:pt idx="339">
                  <c:v>51.38594288</c:v>
                </c:pt>
                <c:pt idx="340">
                  <c:v>51.38571167</c:v>
                </c:pt>
                <c:pt idx="341">
                  <c:v>51.38548279</c:v>
                </c:pt>
                <c:pt idx="342">
                  <c:v>51.38525391</c:v>
                </c:pt>
                <c:pt idx="343">
                  <c:v>51.38502502</c:v>
                </c:pt>
                <c:pt idx="344">
                  <c:v>51.38479614</c:v>
                </c:pt>
                <c:pt idx="345">
                  <c:v>51.38454631</c:v>
                </c:pt>
                <c:pt idx="346">
                  <c:v>51.38433838</c:v>
                </c:pt>
                <c:pt idx="347">
                  <c:v>51.38412734</c:v>
                </c:pt>
                <c:pt idx="348">
                  <c:v>51.38389458</c:v>
                </c:pt>
                <c:pt idx="349">
                  <c:v>51.38370837</c:v>
                </c:pt>
                <c:pt idx="350">
                  <c:v>51.38347561</c:v>
                </c:pt>
                <c:pt idx="351">
                  <c:v>51.38328552</c:v>
                </c:pt>
                <c:pt idx="352">
                  <c:v>51.38301086</c:v>
                </c:pt>
                <c:pt idx="353">
                  <c:v>51.38278198</c:v>
                </c:pt>
                <c:pt idx="354">
                  <c:v>51.3825531</c:v>
                </c:pt>
                <c:pt idx="355">
                  <c:v>51.38227844</c:v>
                </c:pt>
                <c:pt idx="356">
                  <c:v>51.38200378</c:v>
                </c:pt>
                <c:pt idx="357">
                  <c:v>51.38179973</c:v>
                </c:pt>
                <c:pt idx="358">
                  <c:v>51.38150024</c:v>
                </c:pt>
                <c:pt idx="359">
                  <c:v>51.38122559</c:v>
                </c:pt>
                <c:pt idx="360">
                  <c:v>51.38104248</c:v>
                </c:pt>
                <c:pt idx="361">
                  <c:v>51.38072903</c:v>
                </c:pt>
                <c:pt idx="362">
                  <c:v>51.38044972</c:v>
                </c:pt>
                <c:pt idx="363">
                  <c:v>51.38021695</c:v>
                </c:pt>
                <c:pt idx="364">
                  <c:v>51.38008118</c:v>
                </c:pt>
                <c:pt idx="365">
                  <c:v>51.37980652</c:v>
                </c:pt>
                <c:pt idx="366">
                  <c:v>51.37961178</c:v>
                </c:pt>
                <c:pt idx="367">
                  <c:v>51.37934875</c:v>
                </c:pt>
                <c:pt idx="368">
                  <c:v>51.37905315</c:v>
                </c:pt>
                <c:pt idx="369">
                  <c:v>51.37882039</c:v>
                </c:pt>
                <c:pt idx="370">
                  <c:v>51.37854107</c:v>
                </c:pt>
                <c:pt idx="371">
                  <c:v>51.3782959</c:v>
                </c:pt>
                <c:pt idx="372">
                  <c:v>51.37807555</c:v>
                </c:pt>
                <c:pt idx="373">
                  <c:v>51.37788934</c:v>
                </c:pt>
                <c:pt idx="374">
                  <c:v>51.37765503</c:v>
                </c:pt>
                <c:pt idx="375">
                  <c:v>51.37747192</c:v>
                </c:pt>
                <c:pt idx="376">
                  <c:v>51.37715149</c:v>
                </c:pt>
                <c:pt idx="377">
                  <c:v>51.37687683</c:v>
                </c:pt>
                <c:pt idx="378">
                  <c:v>51.37667898</c:v>
                </c:pt>
                <c:pt idx="379">
                  <c:v>51.37653933</c:v>
                </c:pt>
                <c:pt idx="380">
                  <c:v>51.37621346</c:v>
                </c:pt>
                <c:pt idx="381">
                  <c:v>51.37600708</c:v>
                </c:pt>
                <c:pt idx="382">
                  <c:v>51.37579449</c:v>
                </c:pt>
                <c:pt idx="383">
                  <c:v>51.37556173</c:v>
                </c:pt>
                <c:pt idx="384">
                  <c:v>51.37532043</c:v>
                </c:pt>
                <c:pt idx="385">
                  <c:v>51.37509621</c:v>
                </c:pt>
                <c:pt idx="386">
                  <c:v>51.37490845</c:v>
                </c:pt>
                <c:pt idx="387">
                  <c:v>51.37463379</c:v>
                </c:pt>
                <c:pt idx="388">
                  <c:v>51.37444448</c:v>
                </c:pt>
                <c:pt idx="389">
                  <c:v>51.37417603</c:v>
                </c:pt>
                <c:pt idx="390">
                  <c:v>51.37394714</c:v>
                </c:pt>
                <c:pt idx="391">
                  <c:v>51.37367249</c:v>
                </c:pt>
                <c:pt idx="392">
                  <c:v>51.3734436</c:v>
                </c:pt>
                <c:pt idx="393">
                  <c:v>51.37321472</c:v>
                </c:pt>
                <c:pt idx="394">
                  <c:v>51.37309446</c:v>
                </c:pt>
                <c:pt idx="395">
                  <c:v>51.3727686</c:v>
                </c:pt>
                <c:pt idx="396">
                  <c:v>51.37257385</c:v>
                </c:pt>
                <c:pt idx="397">
                  <c:v>51.37234963</c:v>
                </c:pt>
                <c:pt idx="398">
                  <c:v>51.37211686</c:v>
                </c:pt>
                <c:pt idx="399">
                  <c:v>51.37183755</c:v>
                </c:pt>
                <c:pt idx="400">
                  <c:v>51.37156677</c:v>
                </c:pt>
                <c:pt idx="401">
                  <c:v>51.37133789</c:v>
                </c:pt>
                <c:pt idx="402">
                  <c:v>51.37106323</c:v>
                </c:pt>
                <c:pt idx="403">
                  <c:v>51.37083435</c:v>
                </c:pt>
                <c:pt idx="404">
                  <c:v>51.37060547</c:v>
                </c:pt>
                <c:pt idx="405">
                  <c:v>51.37034788</c:v>
                </c:pt>
                <c:pt idx="406">
                  <c:v>51.37011512</c:v>
                </c:pt>
                <c:pt idx="407">
                  <c:v>51.36988236</c:v>
                </c:pt>
                <c:pt idx="408">
                  <c:v>51.36959839</c:v>
                </c:pt>
                <c:pt idx="409">
                  <c:v>51.36946339</c:v>
                </c:pt>
                <c:pt idx="410">
                  <c:v>51.36909485</c:v>
                </c:pt>
                <c:pt idx="411">
                  <c:v>51.36885821</c:v>
                </c:pt>
                <c:pt idx="412">
                  <c:v>51.36863708</c:v>
                </c:pt>
                <c:pt idx="413">
                  <c:v>51.36849976</c:v>
                </c:pt>
                <c:pt idx="414">
                  <c:v>51.3682251</c:v>
                </c:pt>
                <c:pt idx="415">
                  <c:v>51.36790466</c:v>
                </c:pt>
                <c:pt idx="416">
                  <c:v>51.36764785</c:v>
                </c:pt>
                <c:pt idx="417">
                  <c:v>51.36740112</c:v>
                </c:pt>
                <c:pt idx="418">
                  <c:v>51.36717224</c:v>
                </c:pt>
                <c:pt idx="419">
                  <c:v>51.36694336</c:v>
                </c:pt>
                <c:pt idx="420">
                  <c:v>51.36676025</c:v>
                </c:pt>
                <c:pt idx="421">
                  <c:v>51.36648404</c:v>
                </c:pt>
                <c:pt idx="422">
                  <c:v>51.36621094</c:v>
                </c:pt>
                <c:pt idx="423">
                  <c:v>51.36597197</c:v>
                </c:pt>
                <c:pt idx="424">
                  <c:v>51.36573921</c:v>
                </c:pt>
                <c:pt idx="425">
                  <c:v>51.36547852</c:v>
                </c:pt>
                <c:pt idx="426">
                  <c:v>51.36527369</c:v>
                </c:pt>
                <c:pt idx="427">
                  <c:v>51.36504092</c:v>
                </c:pt>
                <c:pt idx="428">
                  <c:v>51.36480816</c:v>
                </c:pt>
                <c:pt idx="429">
                  <c:v>51.36456299</c:v>
                </c:pt>
                <c:pt idx="430">
                  <c:v>51.36434264</c:v>
                </c:pt>
                <c:pt idx="431">
                  <c:v>51.36397022</c:v>
                </c:pt>
                <c:pt idx="432">
                  <c:v>51.36373901</c:v>
                </c:pt>
                <c:pt idx="433">
                  <c:v>51.36351013</c:v>
                </c:pt>
                <c:pt idx="434">
                  <c:v>51.36336504</c:v>
                </c:pt>
                <c:pt idx="435">
                  <c:v>51.36303918</c:v>
                </c:pt>
                <c:pt idx="436">
                  <c:v>51.36285297</c:v>
                </c:pt>
                <c:pt idx="437">
                  <c:v>51.36257366</c:v>
                </c:pt>
                <c:pt idx="438">
                  <c:v>51.36234089</c:v>
                </c:pt>
                <c:pt idx="439">
                  <c:v>51.36210813</c:v>
                </c:pt>
                <c:pt idx="440">
                  <c:v>51.36182882</c:v>
                </c:pt>
                <c:pt idx="441">
                  <c:v>51.36164261</c:v>
                </c:pt>
                <c:pt idx="442">
                  <c:v>51.36140985</c:v>
                </c:pt>
                <c:pt idx="443">
                  <c:v>51.36112976</c:v>
                </c:pt>
                <c:pt idx="444">
                  <c:v>51.36089778</c:v>
                </c:pt>
                <c:pt idx="445">
                  <c:v>51.36062622</c:v>
                </c:pt>
                <c:pt idx="446">
                  <c:v>51.36033915</c:v>
                </c:pt>
                <c:pt idx="447">
                  <c:v>51.36012268</c:v>
                </c:pt>
                <c:pt idx="448">
                  <c:v>51.35987363</c:v>
                </c:pt>
                <c:pt idx="449">
                  <c:v>51.35961914</c:v>
                </c:pt>
                <c:pt idx="450">
                  <c:v>51.35934448</c:v>
                </c:pt>
                <c:pt idx="451">
                  <c:v>51.35916138</c:v>
                </c:pt>
                <c:pt idx="452">
                  <c:v>51.35894258</c:v>
                </c:pt>
                <c:pt idx="453">
                  <c:v>51.35865784</c:v>
                </c:pt>
                <c:pt idx="454">
                  <c:v>51.35838318</c:v>
                </c:pt>
                <c:pt idx="455">
                  <c:v>51.35810852</c:v>
                </c:pt>
                <c:pt idx="456">
                  <c:v>51.35787188</c:v>
                </c:pt>
                <c:pt idx="457">
                  <c:v>51.35759257</c:v>
                </c:pt>
                <c:pt idx="458">
                  <c:v>51.3572667</c:v>
                </c:pt>
                <c:pt idx="459">
                  <c:v>51.35714722</c:v>
                </c:pt>
                <c:pt idx="460">
                  <c:v>51.35673523</c:v>
                </c:pt>
                <c:pt idx="461">
                  <c:v>51.35646057</c:v>
                </c:pt>
                <c:pt idx="462">
                  <c:v>51.35623169</c:v>
                </c:pt>
                <c:pt idx="463">
                  <c:v>51.35591125</c:v>
                </c:pt>
                <c:pt idx="464">
                  <c:v>51.35568392</c:v>
                </c:pt>
                <c:pt idx="465">
                  <c:v>51.35540461</c:v>
                </c:pt>
                <c:pt idx="466">
                  <c:v>51.35517185</c:v>
                </c:pt>
                <c:pt idx="467">
                  <c:v>51.35484598</c:v>
                </c:pt>
                <c:pt idx="468">
                  <c:v>51.35456667</c:v>
                </c:pt>
                <c:pt idx="469">
                  <c:v>51.35428736</c:v>
                </c:pt>
                <c:pt idx="470">
                  <c:v>51.35396149</c:v>
                </c:pt>
                <c:pt idx="471">
                  <c:v>51.35371399</c:v>
                </c:pt>
                <c:pt idx="472">
                  <c:v>51.35339355</c:v>
                </c:pt>
                <c:pt idx="473">
                  <c:v>51.3531189</c:v>
                </c:pt>
                <c:pt idx="474">
                  <c:v>51.35279846</c:v>
                </c:pt>
                <c:pt idx="475">
                  <c:v>51.3525238</c:v>
                </c:pt>
                <c:pt idx="476">
                  <c:v>51.35223906</c:v>
                </c:pt>
                <c:pt idx="477">
                  <c:v>51.35188293</c:v>
                </c:pt>
                <c:pt idx="478">
                  <c:v>51.35163388</c:v>
                </c:pt>
                <c:pt idx="479">
                  <c:v>51.35137939</c:v>
                </c:pt>
                <c:pt idx="480">
                  <c:v>51.35107525</c:v>
                </c:pt>
                <c:pt idx="481">
                  <c:v>51.35079594</c:v>
                </c:pt>
                <c:pt idx="482">
                  <c:v>51.35051663</c:v>
                </c:pt>
                <c:pt idx="483">
                  <c:v>51.35023731</c:v>
                </c:pt>
                <c:pt idx="484">
                  <c:v>51.349958</c:v>
                </c:pt>
                <c:pt idx="485">
                  <c:v>51.34967869</c:v>
                </c:pt>
                <c:pt idx="486">
                  <c:v>51.34931946</c:v>
                </c:pt>
                <c:pt idx="487">
                  <c:v>51.34916661</c:v>
                </c:pt>
                <c:pt idx="488">
                  <c:v>51.34884075</c:v>
                </c:pt>
                <c:pt idx="489">
                  <c:v>51.34854126</c:v>
                </c:pt>
                <c:pt idx="490">
                  <c:v>51.34822083</c:v>
                </c:pt>
                <c:pt idx="491">
                  <c:v>51.34795625</c:v>
                </c:pt>
                <c:pt idx="492">
                  <c:v>51.34767694</c:v>
                </c:pt>
                <c:pt idx="493">
                  <c:v>51.34739685</c:v>
                </c:pt>
                <c:pt idx="494">
                  <c:v>51.34712219</c:v>
                </c:pt>
                <c:pt idx="495">
                  <c:v>51.3467459</c:v>
                </c:pt>
                <c:pt idx="496">
                  <c:v>51.34648132</c:v>
                </c:pt>
                <c:pt idx="497">
                  <c:v>51.34620667</c:v>
                </c:pt>
                <c:pt idx="498">
                  <c:v>51.3458614</c:v>
                </c:pt>
                <c:pt idx="499">
                  <c:v>51.34558209</c:v>
                </c:pt>
                <c:pt idx="500">
                  <c:v>51.34533691</c:v>
                </c:pt>
                <c:pt idx="501">
                  <c:v>51.34501648</c:v>
                </c:pt>
                <c:pt idx="502">
                  <c:v>51.34474415</c:v>
                </c:pt>
                <c:pt idx="503">
                  <c:v>51.34451294</c:v>
                </c:pt>
                <c:pt idx="504">
                  <c:v>51.34423828</c:v>
                </c:pt>
                <c:pt idx="505">
                  <c:v>51.34390621</c:v>
                </c:pt>
                <c:pt idx="506">
                  <c:v>51.3436269</c:v>
                </c:pt>
                <c:pt idx="507">
                  <c:v>51.34336853</c:v>
                </c:pt>
                <c:pt idx="508">
                  <c:v>51.34311482</c:v>
                </c:pt>
                <c:pt idx="509">
                  <c:v>51.34283551</c:v>
                </c:pt>
                <c:pt idx="510">
                  <c:v>51.34259033</c:v>
                </c:pt>
                <c:pt idx="511">
                  <c:v>51.34231567</c:v>
                </c:pt>
                <c:pt idx="512">
                  <c:v>51.34204412</c:v>
                </c:pt>
                <c:pt idx="513">
                  <c:v>51.34176481</c:v>
                </c:pt>
                <c:pt idx="514">
                  <c:v>51.34162903</c:v>
                </c:pt>
                <c:pt idx="515">
                  <c:v>51.34125273</c:v>
                </c:pt>
                <c:pt idx="516">
                  <c:v>51.34112549</c:v>
                </c:pt>
                <c:pt idx="517">
                  <c:v>51.3406941</c:v>
                </c:pt>
                <c:pt idx="518">
                  <c:v>51.34043884</c:v>
                </c:pt>
                <c:pt idx="519">
                  <c:v>51.34018203</c:v>
                </c:pt>
                <c:pt idx="520">
                  <c:v>51.33998108</c:v>
                </c:pt>
                <c:pt idx="521">
                  <c:v>51.33971651</c:v>
                </c:pt>
                <c:pt idx="522">
                  <c:v>51.33947754</c:v>
                </c:pt>
                <c:pt idx="523">
                  <c:v>51.33925098</c:v>
                </c:pt>
                <c:pt idx="524">
                  <c:v>51.33897167</c:v>
                </c:pt>
                <c:pt idx="525">
                  <c:v>51.33873891</c:v>
                </c:pt>
                <c:pt idx="526">
                  <c:v>51.3384596</c:v>
                </c:pt>
                <c:pt idx="527">
                  <c:v>51.3381958</c:v>
                </c:pt>
                <c:pt idx="528">
                  <c:v>51.33796692</c:v>
                </c:pt>
                <c:pt idx="529">
                  <c:v>51.33771476</c:v>
                </c:pt>
                <c:pt idx="530">
                  <c:v>51.3374176</c:v>
                </c:pt>
                <c:pt idx="531">
                  <c:v>51.33715613</c:v>
                </c:pt>
                <c:pt idx="532">
                  <c:v>51.33696993</c:v>
                </c:pt>
                <c:pt idx="533">
                  <c:v>51.33659751</c:v>
                </c:pt>
                <c:pt idx="534">
                  <c:v>51.33631819</c:v>
                </c:pt>
                <c:pt idx="535">
                  <c:v>51.33622742</c:v>
                </c:pt>
                <c:pt idx="536">
                  <c:v>51.33594578</c:v>
                </c:pt>
                <c:pt idx="537">
                  <c:v>51.33572388</c:v>
                </c:pt>
                <c:pt idx="538">
                  <c:v>51.33538715</c:v>
                </c:pt>
                <c:pt idx="539">
                  <c:v>51.33512878</c:v>
                </c:pt>
                <c:pt idx="540">
                  <c:v>51.33487507</c:v>
                </c:pt>
                <c:pt idx="541">
                  <c:v>51.33459576</c:v>
                </c:pt>
                <c:pt idx="542">
                  <c:v>51.334363</c:v>
                </c:pt>
                <c:pt idx="543">
                  <c:v>51.33408369</c:v>
                </c:pt>
                <c:pt idx="544">
                  <c:v>51.33380437</c:v>
                </c:pt>
                <c:pt idx="545">
                  <c:v>51.33357161</c:v>
                </c:pt>
                <c:pt idx="546">
                  <c:v>51.33343506</c:v>
                </c:pt>
                <c:pt idx="547">
                  <c:v>51.33315264</c:v>
                </c:pt>
                <c:pt idx="548">
                  <c:v>51.33283997</c:v>
                </c:pt>
                <c:pt idx="549">
                  <c:v>51.33259401</c:v>
                </c:pt>
                <c:pt idx="550">
                  <c:v>51.3323822</c:v>
                </c:pt>
                <c:pt idx="551">
                  <c:v>51.33210754</c:v>
                </c:pt>
                <c:pt idx="552">
                  <c:v>51.33183289</c:v>
                </c:pt>
                <c:pt idx="553">
                  <c:v>51.33152331</c:v>
                </c:pt>
                <c:pt idx="554">
                  <c:v>51.33137512</c:v>
                </c:pt>
                <c:pt idx="555">
                  <c:v>51.33110046</c:v>
                </c:pt>
                <c:pt idx="556">
                  <c:v>51.33087158</c:v>
                </c:pt>
                <c:pt idx="557">
                  <c:v>51.33063882</c:v>
                </c:pt>
                <c:pt idx="558">
                  <c:v>51.33036804</c:v>
                </c:pt>
                <c:pt idx="559">
                  <c:v>51.33009338</c:v>
                </c:pt>
                <c:pt idx="560">
                  <c:v>51.32981873</c:v>
                </c:pt>
                <c:pt idx="561">
                  <c:v>51.32954407</c:v>
                </c:pt>
                <c:pt idx="562">
                  <c:v>51.32931519</c:v>
                </c:pt>
                <c:pt idx="563">
                  <c:v>51.32904053</c:v>
                </c:pt>
                <c:pt idx="564">
                  <c:v>51.32873018</c:v>
                </c:pt>
                <c:pt idx="565">
                  <c:v>51.32845087</c:v>
                </c:pt>
                <c:pt idx="566">
                  <c:v>51.32817078</c:v>
                </c:pt>
                <c:pt idx="567">
                  <c:v>51.32793879</c:v>
                </c:pt>
                <c:pt idx="568">
                  <c:v>51.32780457</c:v>
                </c:pt>
                <c:pt idx="569">
                  <c:v>51.32739258</c:v>
                </c:pt>
                <c:pt idx="570">
                  <c:v>51.3271474</c:v>
                </c:pt>
                <c:pt idx="571">
                  <c:v>51.32684326</c:v>
                </c:pt>
                <c:pt idx="572">
                  <c:v>51.32661438</c:v>
                </c:pt>
                <c:pt idx="573">
                  <c:v>51.32633972</c:v>
                </c:pt>
                <c:pt idx="574">
                  <c:v>51.32606506</c:v>
                </c:pt>
                <c:pt idx="575">
                  <c:v>51.32579739</c:v>
                </c:pt>
                <c:pt idx="576">
                  <c:v>51.32547152</c:v>
                </c:pt>
                <c:pt idx="577">
                  <c:v>51.32524109</c:v>
                </c:pt>
                <c:pt idx="578">
                  <c:v>51.32492065</c:v>
                </c:pt>
                <c:pt idx="579">
                  <c:v>51.324646</c:v>
                </c:pt>
                <c:pt idx="580">
                  <c:v>51.32432556</c:v>
                </c:pt>
                <c:pt idx="581">
                  <c:v>51.32409668</c:v>
                </c:pt>
                <c:pt idx="582">
                  <c:v>51.32377625</c:v>
                </c:pt>
                <c:pt idx="583">
                  <c:v>51.32346978</c:v>
                </c:pt>
                <c:pt idx="584">
                  <c:v>51.32318115</c:v>
                </c:pt>
                <c:pt idx="585">
                  <c:v>51.32290649</c:v>
                </c:pt>
                <c:pt idx="586">
                  <c:v>51.32258528</c:v>
                </c:pt>
                <c:pt idx="587">
                  <c:v>51.32226563</c:v>
                </c:pt>
                <c:pt idx="588">
                  <c:v>51.32194519</c:v>
                </c:pt>
                <c:pt idx="589">
                  <c:v>51.32194519</c:v>
                </c:pt>
                <c:pt idx="590">
                  <c:v>51.32142148</c:v>
                </c:pt>
                <c:pt idx="591">
                  <c:v>51.32109561</c:v>
                </c:pt>
                <c:pt idx="592">
                  <c:v>51.32072319</c:v>
                </c:pt>
                <c:pt idx="593">
                  <c:v>51.32034302</c:v>
                </c:pt>
                <c:pt idx="594">
                  <c:v>51.32021112</c:v>
                </c:pt>
                <c:pt idx="595">
                  <c:v>51.31988525</c:v>
                </c:pt>
                <c:pt idx="596">
                  <c:v>51.31956482</c:v>
                </c:pt>
                <c:pt idx="597">
                  <c:v>51.31923352</c:v>
                </c:pt>
                <c:pt idx="598">
                  <c:v>51.31890766</c:v>
                </c:pt>
                <c:pt idx="599">
                  <c:v>51.31855774</c:v>
                </c:pt>
                <c:pt idx="600">
                  <c:v>51.31819153</c:v>
                </c:pt>
                <c:pt idx="601">
                  <c:v>51.31787109</c:v>
                </c:pt>
                <c:pt idx="602">
                  <c:v>51.31774385</c:v>
                </c:pt>
                <c:pt idx="603">
                  <c:v>51.31736755</c:v>
                </c:pt>
                <c:pt idx="604">
                  <c:v>51.31704712</c:v>
                </c:pt>
                <c:pt idx="605">
                  <c:v>51.31672668</c:v>
                </c:pt>
                <c:pt idx="606">
                  <c:v>51.31640625</c:v>
                </c:pt>
                <c:pt idx="607">
                  <c:v>51.31599426</c:v>
                </c:pt>
                <c:pt idx="608">
                  <c:v>51.31569555</c:v>
                </c:pt>
                <c:pt idx="609">
                  <c:v>51.31536969</c:v>
                </c:pt>
                <c:pt idx="610">
                  <c:v>51.31513693</c:v>
                </c:pt>
                <c:pt idx="611">
                  <c:v>51.31480408</c:v>
                </c:pt>
                <c:pt idx="612">
                  <c:v>51.31448519</c:v>
                </c:pt>
                <c:pt idx="613">
                  <c:v>51.31415933</c:v>
                </c:pt>
                <c:pt idx="614">
                  <c:v>51.31383346</c:v>
                </c:pt>
                <c:pt idx="615">
                  <c:v>51.31343079</c:v>
                </c:pt>
                <c:pt idx="616">
                  <c:v>51.31315613</c:v>
                </c:pt>
                <c:pt idx="617">
                  <c:v>51.31276276</c:v>
                </c:pt>
                <c:pt idx="618">
                  <c:v>51.31253</c:v>
                </c:pt>
                <c:pt idx="619">
                  <c:v>51.31220413</c:v>
                </c:pt>
                <c:pt idx="620">
                  <c:v>51.31187827</c:v>
                </c:pt>
                <c:pt idx="621">
                  <c:v>51.31159973</c:v>
                </c:pt>
                <c:pt idx="622">
                  <c:v>51.31127309</c:v>
                </c:pt>
                <c:pt idx="623">
                  <c:v>51.31094722</c:v>
                </c:pt>
                <c:pt idx="624">
                  <c:v>51.3106842</c:v>
                </c:pt>
                <c:pt idx="625">
                  <c:v>51.31034205</c:v>
                </c:pt>
                <c:pt idx="626">
                  <c:v>51.30995178</c:v>
                </c:pt>
                <c:pt idx="627">
                  <c:v>51.30969031</c:v>
                </c:pt>
                <c:pt idx="628">
                  <c:v>51.30936445</c:v>
                </c:pt>
                <c:pt idx="629">
                  <c:v>51.30908203</c:v>
                </c:pt>
                <c:pt idx="630">
                  <c:v>51.30871582</c:v>
                </c:pt>
                <c:pt idx="631">
                  <c:v>51.30834961</c:v>
                </c:pt>
                <c:pt idx="632">
                  <c:v>51.3079834</c:v>
                </c:pt>
                <c:pt idx="633">
                  <c:v>51.30766296</c:v>
                </c:pt>
                <c:pt idx="634">
                  <c:v>51.30731615</c:v>
                </c:pt>
                <c:pt idx="635">
                  <c:v>51.30697632</c:v>
                </c:pt>
                <c:pt idx="636">
                  <c:v>51.30661011</c:v>
                </c:pt>
                <c:pt idx="637">
                  <c:v>51.30628967</c:v>
                </c:pt>
                <c:pt idx="638">
                  <c:v>51.30587769</c:v>
                </c:pt>
                <c:pt idx="639">
                  <c:v>51.30554716</c:v>
                </c:pt>
                <c:pt idx="640">
                  <c:v>51.30512819</c:v>
                </c:pt>
                <c:pt idx="641">
                  <c:v>51.30473328</c:v>
                </c:pt>
                <c:pt idx="642">
                  <c:v>51.30438336</c:v>
                </c:pt>
                <c:pt idx="643">
                  <c:v>51.30395508</c:v>
                </c:pt>
                <c:pt idx="644">
                  <c:v>51.30331266</c:v>
                </c:pt>
                <c:pt idx="645">
                  <c:v>51.30289369</c:v>
                </c:pt>
                <c:pt idx="646">
                  <c:v>51.30267334</c:v>
                </c:pt>
                <c:pt idx="647">
                  <c:v>51.30221558</c:v>
                </c:pt>
                <c:pt idx="648">
                  <c:v>51.30162048</c:v>
                </c:pt>
                <c:pt idx="649">
                  <c:v>51.30121781</c:v>
                </c:pt>
                <c:pt idx="650">
                  <c:v>51.30093849</c:v>
                </c:pt>
                <c:pt idx="651">
                  <c:v>51.30056763</c:v>
                </c:pt>
                <c:pt idx="652">
                  <c:v>51.29991434</c:v>
                </c:pt>
                <c:pt idx="653">
                  <c:v>51.2996521</c:v>
                </c:pt>
                <c:pt idx="654">
                  <c:v>51.2990764</c:v>
                </c:pt>
                <c:pt idx="655">
                  <c:v>51.2979126</c:v>
                </c:pt>
                <c:pt idx="656">
                  <c:v>51.29744708</c:v>
                </c:pt>
                <c:pt idx="657">
                  <c:v>51.29702811</c:v>
                </c:pt>
                <c:pt idx="658">
                  <c:v>51.29653931</c:v>
                </c:pt>
                <c:pt idx="659">
                  <c:v>51.29608154</c:v>
                </c:pt>
                <c:pt idx="660">
                  <c:v>51.29566956</c:v>
                </c:pt>
                <c:pt idx="661">
                  <c:v>51.29521179</c:v>
                </c:pt>
                <c:pt idx="662">
                  <c:v>51.2947998</c:v>
                </c:pt>
                <c:pt idx="663">
                  <c:v>51.29447937</c:v>
                </c:pt>
                <c:pt idx="664">
                  <c:v>51.29409531</c:v>
                </c:pt>
                <c:pt idx="665">
                  <c:v>51.29349014</c:v>
                </c:pt>
                <c:pt idx="666">
                  <c:v>51.29302461</c:v>
                </c:pt>
                <c:pt idx="667">
                  <c:v>51.29264832</c:v>
                </c:pt>
                <c:pt idx="668">
                  <c:v>51.29223322</c:v>
                </c:pt>
                <c:pt idx="669">
                  <c:v>51.2917677</c:v>
                </c:pt>
                <c:pt idx="670">
                  <c:v>51.29134873</c:v>
                </c:pt>
                <c:pt idx="671">
                  <c:v>51.29092976</c:v>
                </c:pt>
                <c:pt idx="672">
                  <c:v>51.29065045</c:v>
                </c:pt>
                <c:pt idx="673">
                  <c:v>51.29003906</c:v>
                </c:pt>
                <c:pt idx="674">
                  <c:v>51.28962708</c:v>
                </c:pt>
                <c:pt idx="675">
                  <c:v>51.28916931</c:v>
                </c:pt>
                <c:pt idx="676">
                  <c:v>51.2888031</c:v>
                </c:pt>
                <c:pt idx="677">
                  <c:v>51.28839111</c:v>
                </c:pt>
                <c:pt idx="678">
                  <c:v>51.28795042</c:v>
                </c:pt>
                <c:pt idx="679">
                  <c:v>51.28756714</c:v>
                </c:pt>
                <c:pt idx="680">
                  <c:v>51.28710938</c:v>
                </c:pt>
                <c:pt idx="681">
                  <c:v>51.28665161</c:v>
                </c:pt>
                <c:pt idx="682">
                  <c:v>51.28619385</c:v>
                </c:pt>
                <c:pt idx="683">
                  <c:v>51.28587341</c:v>
                </c:pt>
                <c:pt idx="684">
                  <c:v>51.28536987</c:v>
                </c:pt>
                <c:pt idx="685">
                  <c:v>51.28495789</c:v>
                </c:pt>
                <c:pt idx="686">
                  <c:v>51.28450012</c:v>
                </c:pt>
                <c:pt idx="687">
                  <c:v>51.28408813</c:v>
                </c:pt>
                <c:pt idx="688">
                  <c:v>51.28358459</c:v>
                </c:pt>
                <c:pt idx="689">
                  <c:v>51.28321838</c:v>
                </c:pt>
                <c:pt idx="690">
                  <c:v>51.28273657</c:v>
                </c:pt>
                <c:pt idx="691">
                  <c:v>51.28227105</c:v>
                </c:pt>
                <c:pt idx="692">
                  <c:v>51.28189087</c:v>
                </c:pt>
                <c:pt idx="693">
                  <c:v>51.28138733</c:v>
                </c:pt>
                <c:pt idx="694">
                  <c:v>51.28097534</c:v>
                </c:pt>
                <c:pt idx="695">
                  <c:v>51.28059517</c:v>
                </c:pt>
                <c:pt idx="696">
                  <c:v>51.28033447</c:v>
                </c:pt>
                <c:pt idx="697">
                  <c:v>51.27960205</c:v>
                </c:pt>
                <c:pt idx="698">
                  <c:v>51.2791986</c:v>
                </c:pt>
                <c:pt idx="699">
                  <c:v>51.27891928</c:v>
                </c:pt>
                <c:pt idx="700">
                  <c:v>51.27841187</c:v>
                </c:pt>
                <c:pt idx="701">
                  <c:v>51.27794169</c:v>
                </c:pt>
                <c:pt idx="702">
                  <c:v>51.27749634</c:v>
                </c:pt>
                <c:pt idx="703">
                  <c:v>51.27691754</c:v>
                </c:pt>
                <c:pt idx="704">
                  <c:v>51.27668478</c:v>
                </c:pt>
                <c:pt idx="705">
                  <c:v>51.27616882</c:v>
                </c:pt>
                <c:pt idx="706">
                  <c:v>51.27575373</c:v>
                </c:pt>
                <c:pt idx="707">
                  <c:v>51.27528821</c:v>
                </c:pt>
                <c:pt idx="708">
                  <c:v>51.27491579</c:v>
                </c:pt>
                <c:pt idx="709">
                  <c:v>51.27445027</c:v>
                </c:pt>
                <c:pt idx="710">
                  <c:v>51.27401733</c:v>
                </c:pt>
                <c:pt idx="711">
                  <c:v>51.27351923</c:v>
                </c:pt>
                <c:pt idx="712">
                  <c:v>51.27314758</c:v>
                </c:pt>
                <c:pt idx="713">
                  <c:v>51.27264404</c:v>
                </c:pt>
                <c:pt idx="714">
                  <c:v>51.27218628</c:v>
                </c:pt>
                <c:pt idx="715">
                  <c:v>51.27172852</c:v>
                </c:pt>
                <c:pt idx="716">
                  <c:v>51.27123817</c:v>
                </c:pt>
                <c:pt idx="717">
                  <c:v>51.27077264</c:v>
                </c:pt>
                <c:pt idx="718">
                  <c:v>51.27030712</c:v>
                </c:pt>
                <c:pt idx="719">
                  <c:v>51.27003479</c:v>
                </c:pt>
                <c:pt idx="720">
                  <c:v>51.26957703</c:v>
                </c:pt>
                <c:pt idx="721">
                  <c:v>51.26909676</c:v>
                </c:pt>
                <c:pt idx="722">
                  <c:v>51.26861572</c:v>
                </c:pt>
                <c:pt idx="723">
                  <c:v>51.26816572</c:v>
                </c:pt>
                <c:pt idx="724">
                  <c:v>51.26774597</c:v>
                </c:pt>
                <c:pt idx="725">
                  <c:v>51.26723467</c:v>
                </c:pt>
                <c:pt idx="726">
                  <c:v>51.26678467</c:v>
                </c:pt>
                <c:pt idx="727">
                  <c:v>51.26639673</c:v>
                </c:pt>
                <c:pt idx="728">
                  <c:v>51.26588466</c:v>
                </c:pt>
                <c:pt idx="729">
                  <c:v>51.26550293</c:v>
                </c:pt>
                <c:pt idx="730">
                  <c:v>51.26500017</c:v>
                </c:pt>
                <c:pt idx="731">
                  <c:v>51.26448809</c:v>
                </c:pt>
                <c:pt idx="732">
                  <c:v>51.26402257</c:v>
                </c:pt>
                <c:pt idx="733">
                  <c:v>51.2636261</c:v>
                </c:pt>
                <c:pt idx="734">
                  <c:v>51.26312256</c:v>
                </c:pt>
                <c:pt idx="735">
                  <c:v>51.26271057</c:v>
                </c:pt>
                <c:pt idx="736">
                  <c:v>51.26230014</c:v>
                </c:pt>
                <c:pt idx="737">
                  <c:v>51.26178806</c:v>
                </c:pt>
                <c:pt idx="738">
                  <c:v>51.26138306</c:v>
                </c:pt>
                <c:pt idx="739">
                  <c:v>51.26085702</c:v>
                </c:pt>
                <c:pt idx="740">
                  <c:v>51.26039149</c:v>
                </c:pt>
                <c:pt idx="741">
                  <c:v>51.25992597</c:v>
                </c:pt>
                <c:pt idx="742">
                  <c:v>51.25964355</c:v>
                </c:pt>
                <c:pt idx="743">
                  <c:v>51.25890182</c:v>
                </c:pt>
                <c:pt idx="744">
                  <c:v>51.25845337</c:v>
                </c:pt>
                <c:pt idx="745">
                  <c:v>51.25794983</c:v>
                </c:pt>
                <c:pt idx="746">
                  <c:v>51.25740051</c:v>
                </c:pt>
                <c:pt idx="747">
                  <c:v>51.25694663</c:v>
                </c:pt>
                <c:pt idx="748">
                  <c:v>51.25643455</c:v>
                </c:pt>
                <c:pt idx="749">
                  <c:v>51.25610869</c:v>
                </c:pt>
                <c:pt idx="750">
                  <c:v>51.25561523</c:v>
                </c:pt>
                <c:pt idx="751">
                  <c:v>51.25511169</c:v>
                </c:pt>
                <c:pt idx="752">
                  <c:v>51.2543335</c:v>
                </c:pt>
                <c:pt idx="753">
                  <c:v>51.25387418</c:v>
                </c:pt>
                <c:pt idx="754">
                  <c:v>51.25337219</c:v>
                </c:pt>
                <c:pt idx="755">
                  <c:v>51.25275693</c:v>
                </c:pt>
                <c:pt idx="756">
                  <c:v>51.25233796</c:v>
                </c:pt>
                <c:pt idx="757">
                  <c:v>51.25186157</c:v>
                </c:pt>
                <c:pt idx="758">
                  <c:v>51.2512207</c:v>
                </c:pt>
                <c:pt idx="759">
                  <c:v>51.25071716</c:v>
                </c:pt>
                <c:pt idx="760">
                  <c:v>51.25015</c:v>
                </c:pt>
                <c:pt idx="761">
                  <c:v>51.24954482</c:v>
                </c:pt>
                <c:pt idx="762">
                  <c:v>51.24926551</c:v>
                </c:pt>
                <c:pt idx="763">
                  <c:v>51.24874878</c:v>
                </c:pt>
                <c:pt idx="764">
                  <c:v>51.24814826</c:v>
                </c:pt>
                <c:pt idx="765">
                  <c:v>51.24765015</c:v>
                </c:pt>
                <c:pt idx="766">
                  <c:v>51.24710083</c:v>
                </c:pt>
                <c:pt idx="767">
                  <c:v>51.24661203</c:v>
                </c:pt>
                <c:pt idx="768">
                  <c:v>51.24591064</c:v>
                </c:pt>
                <c:pt idx="769">
                  <c:v>51.24536133</c:v>
                </c:pt>
                <c:pt idx="770">
                  <c:v>51.2448896</c:v>
                </c:pt>
                <c:pt idx="771">
                  <c:v>51.24433097</c:v>
                </c:pt>
                <c:pt idx="772">
                  <c:v>51.24385071</c:v>
                </c:pt>
                <c:pt idx="773">
                  <c:v>51.24321372</c:v>
                </c:pt>
                <c:pt idx="774">
                  <c:v>51.24288785</c:v>
                </c:pt>
                <c:pt idx="775">
                  <c:v>51.24243164</c:v>
                </c:pt>
                <c:pt idx="776">
                  <c:v>51.2419281</c:v>
                </c:pt>
                <c:pt idx="777">
                  <c:v>51.24125852</c:v>
                </c:pt>
                <c:pt idx="778">
                  <c:v>51.24082947</c:v>
                </c:pt>
                <c:pt idx="779">
                  <c:v>51.24023438</c:v>
                </c:pt>
                <c:pt idx="780">
                  <c:v>51.23967575</c:v>
                </c:pt>
                <c:pt idx="781">
                  <c:v>51.23925678</c:v>
                </c:pt>
                <c:pt idx="782">
                  <c:v>51.23849487</c:v>
                </c:pt>
                <c:pt idx="783">
                  <c:v>51.23831177</c:v>
                </c:pt>
                <c:pt idx="784">
                  <c:v>51.23780823</c:v>
                </c:pt>
                <c:pt idx="785">
                  <c:v>51.23716193</c:v>
                </c:pt>
                <c:pt idx="786">
                  <c:v>51.23657227</c:v>
                </c:pt>
                <c:pt idx="787">
                  <c:v>51.23613778</c:v>
                </c:pt>
                <c:pt idx="788">
                  <c:v>51.2355326</c:v>
                </c:pt>
                <c:pt idx="789">
                  <c:v>51.23502052</c:v>
                </c:pt>
                <c:pt idx="790">
                  <c:v>51.23451233</c:v>
                </c:pt>
                <c:pt idx="791">
                  <c:v>51.23400879</c:v>
                </c:pt>
                <c:pt idx="792">
                  <c:v>51.23353085</c:v>
                </c:pt>
                <c:pt idx="793">
                  <c:v>51.23297223</c:v>
                </c:pt>
                <c:pt idx="794">
                  <c:v>51.23249817</c:v>
                </c:pt>
                <c:pt idx="795">
                  <c:v>51.23199463</c:v>
                </c:pt>
                <c:pt idx="796">
                  <c:v>51.23144531</c:v>
                </c:pt>
                <c:pt idx="797">
                  <c:v>51.230896</c:v>
                </c:pt>
                <c:pt idx="798">
                  <c:v>51.23048401</c:v>
                </c:pt>
                <c:pt idx="799">
                  <c:v>51.22998047</c:v>
                </c:pt>
                <c:pt idx="800">
                  <c:v>51.22934115</c:v>
                </c:pt>
                <c:pt idx="801">
                  <c:v>51.22879028</c:v>
                </c:pt>
                <c:pt idx="802">
                  <c:v>51.22842407</c:v>
                </c:pt>
                <c:pt idx="803">
                  <c:v>51.22785148</c:v>
                </c:pt>
                <c:pt idx="804">
                  <c:v>51.22733941</c:v>
                </c:pt>
                <c:pt idx="805">
                  <c:v>51.22678078</c:v>
                </c:pt>
                <c:pt idx="806">
                  <c:v>51.2262687</c:v>
                </c:pt>
                <c:pt idx="807">
                  <c:v>51.22572327</c:v>
                </c:pt>
                <c:pt idx="808">
                  <c:v>51.22521973</c:v>
                </c:pt>
                <c:pt idx="809">
                  <c:v>51.22477903</c:v>
                </c:pt>
                <c:pt idx="810">
                  <c:v>51.22412109</c:v>
                </c:pt>
                <c:pt idx="811">
                  <c:v>51.22356867</c:v>
                </c:pt>
                <c:pt idx="812">
                  <c:v>51.22311401</c:v>
                </c:pt>
                <c:pt idx="813">
                  <c:v>51.22251892</c:v>
                </c:pt>
                <c:pt idx="814">
                  <c:v>51.2219859</c:v>
                </c:pt>
                <c:pt idx="815">
                  <c:v>51.22114563</c:v>
                </c:pt>
                <c:pt idx="816">
                  <c:v>51.22064209</c:v>
                </c:pt>
                <c:pt idx="817">
                  <c:v>51.22009277</c:v>
                </c:pt>
                <c:pt idx="818">
                  <c:v>51.21956518</c:v>
                </c:pt>
                <c:pt idx="819">
                  <c:v>51.21913147</c:v>
                </c:pt>
                <c:pt idx="820">
                  <c:v>51.21862793</c:v>
                </c:pt>
                <c:pt idx="821">
                  <c:v>51.21803284</c:v>
                </c:pt>
                <c:pt idx="822">
                  <c:v>51.2175293</c:v>
                </c:pt>
                <c:pt idx="823">
                  <c:v>51.21688843</c:v>
                </c:pt>
                <c:pt idx="824">
                  <c:v>51.21635308</c:v>
                </c:pt>
                <c:pt idx="825">
                  <c:v>51.21607376</c:v>
                </c:pt>
                <c:pt idx="826">
                  <c:v>51.21546858</c:v>
                </c:pt>
                <c:pt idx="827">
                  <c:v>51.21490996</c:v>
                </c:pt>
                <c:pt idx="828">
                  <c:v>51.21432495</c:v>
                </c:pt>
                <c:pt idx="829">
                  <c:v>51.21386719</c:v>
                </c:pt>
                <c:pt idx="830">
                  <c:v>51.21342029</c:v>
                </c:pt>
                <c:pt idx="831">
                  <c:v>51.21286011</c:v>
                </c:pt>
                <c:pt idx="832">
                  <c:v>51.21226501</c:v>
                </c:pt>
                <c:pt idx="833">
                  <c:v>51.21176147</c:v>
                </c:pt>
                <c:pt idx="834">
                  <c:v>51.21123233</c:v>
                </c:pt>
                <c:pt idx="835">
                  <c:v>51.21080017</c:v>
                </c:pt>
                <c:pt idx="836">
                  <c:v>51.21025085</c:v>
                </c:pt>
                <c:pt idx="837">
                  <c:v>51.20978921</c:v>
                </c:pt>
                <c:pt idx="838">
                  <c:v>51.20928955</c:v>
                </c:pt>
                <c:pt idx="839">
                  <c:v>51.20878601</c:v>
                </c:pt>
                <c:pt idx="840">
                  <c:v>51.20828247</c:v>
                </c:pt>
                <c:pt idx="841">
                  <c:v>51.20774091</c:v>
                </c:pt>
                <c:pt idx="842">
                  <c:v>51.20727539</c:v>
                </c:pt>
                <c:pt idx="843">
                  <c:v>51.20677185</c:v>
                </c:pt>
                <c:pt idx="844">
                  <c:v>51.20622253</c:v>
                </c:pt>
                <c:pt idx="845">
                  <c:v>51.20573917</c:v>
                </c:pt>
                <c:pt idx="846">
                  <c:v>51.20516968</c:v>
                </c:pt>
                <c:pt idx="847">
                  <c:v>51.20466847</c:v>
                </c:pt>
                <c:pt idx="848">
                  <c:v>51.20392363</c:v>
                </c:pt>
                <c:pt idx="849">
                  <c:v>51.20365906</c:v>
                </c:pt>
                <c:pt idx="850">
                  <c:v>51.20288086</c:v>
                </c:pt>
                <c:pt idx="851">
                  <c:v>51.20237732</c:v>
                </c:pt>
                <c:pt idx="852">
                  <c:v>51.20196533</c:v>
                </c:pt>
                <c:pt idx="853">
                  <c:v>51.20145636</c:v>
                </c:pt>
                <c:pt idx="854">
                  <c:v>51.20100403</c:v>
                </c:pt>
                <c:pt idx="855">
                  <c:v>51.20047876</c:v>
                </c:pt>
                <c:pt idx="856">
                  <c:v>51.19999695</c:v>
                </c:pt>
                <c:pt idx="857">
                  <c:v>51.19936151</c:v>
                </c:pt>
                <c:pt idx="858">
                  <c:v>51.19880288</c:v>
                </c:pt>
                <c:pt idx="859">
                  <c:v>51.1985321</c:v>
                </c:pt>
                <c:pt idx="860">
                  <c:v>51.19779968</c:v>
                </c:pt>
                <c:pt idx="861">
                  <c:v>51.19725037</c:v>
                </c:pt>
                <c:pt idx="862">
                  <c:v>51.19698735</c:v>
                </c:pt>
                <c:pt idx="863">
                  <c:v>51.19642639</c:v>
                </c:pt>
                <c:pt idx="864">
                  <c:v>51.19587708</c:v>
                </c:pt>
                <c:pt idx="865">
                  <c:v>51.19546509</c:v>
                </c:pt>
                <c:pt idx="866">
                  <c:v>51.19473267</c:v>
                </c:pt>
                <c:pt idx="867">
                  <c:v>51.19419421</c:v>
                </c:pt>
                <c:pt idx="868">
                  <c:v>51.1939149</c:v>
                </c:pt>
                <c:pt idx="869">
                  <c:v>51.19322205</c:v>
                </c:pt>
                <c:pt idx="870">
                  <c:v>51.19290161</c:v>
                </c:pt>
                <c:pt idx="871">
                  <c:v>51.19216919</c:v>
                </c:pt>
                <c:pt idx="872">
                  <c:v>51.19166565</c:v>
                </c:pt>
                <c:pt idx="873">
                  <c:v>51.19135453</c:v>
                </c:pt>
                <c:pt idx="874">
                  <c:v>51.19075012</c:v>
                </c:pt>
                <c:pt idx="875">
                  <c:v>51.19024658</c:v>
                </c:pt>
                <c:pt idx="876">
                  <c:v>51.18977175</c:v>
                </c:pt>
                <c:pt idx="877">
                  <c:v>51.18921312</c:v>
                </c:pt>
                <c:pt idx="878">
                  <c:v>51.18864441</c:v>
                </c:pt>
                <c:pt idx="879">
                  <c:v>51.18818897</c:v>
                </c:pt>
                <c:pt idx="880">
                  <c:v>51.18768311</c:v>
                </c:pt>
                <c:pt idx="881">
                  <c:v>51.18717957</c:v>
                </c:pt>
                <c:pt idx="882">
                  <c:v>51.18658447</c:v>
                </c:pt>
                <c:pt idx="883">
                  <c:v>51.18608093</c:v>
                </c:pt>
                <c:pt idx="884">
                  <c:v>51.1856286</c:v>
                </c:pt>
                <c:pt idx="885">
                  <c:v>51.18506997</c:v>
                </c:pt>
                <c:pt idx="886">
                  <c:v>51.18461609</c:v>
                </c:pt>
                <c:pt idx="887">
                  <c:v>51.18390617</c:v>
                </c:pt>
                <c:pt idx="888">
                  <c:v>51.1834259</c:v>
                </c:pt>
                <c:pt idx="889">
                  <c:v>51.18287659</c:v>
                </c:pt>
                <c:pt idx="890">
                  <c:v>51.1824165</c:v>
                </c:pt>
                <c:pt idx="891">
                  <c:v>51.18185787</c:v>
                </c:pt>
                <c:pt idx="892">
                  <c:v>51.18134579</c:v>
                </c:pt>
                <c:pt idx="893">
                  <c:v>51.1809082</c:v>
                </c:pt>
                <c:pt idx="894">
                  <c:v>51.1803682</c:v>
                </c:pt>
                <c:pt idx="895">
                  <c:v>51.17990112</c:v>
                </c:pt>
                <c:pt idx="896">
                  <c:v>51.17934405</c:v>
                </c:pt>
                <c:pt idx="897">
                  <c:v>51.17883197</c:v>
                </c:pt>
                <c:pt idx="898">
                  <c:v>51.17794748</c:v>
                </c:pt>
                <c:pt idx="899">
                  <c:v>51.17743541</c:v>
                </c:pt>
                <c:pt idx="900">
                  <c:v>51.17669057</c:v>
                </c:pt>
                <c:pt idx="901">
                  <c:v>51.17642212</c:v>
                </c:pt>
                <c:pt idx="902">
                  <c:v>51.1756897</c:v>
                </c:pt>
                <c:pt idx="903">
                  <c:v>51.17532349</c:v>
                </c:pt>
                <c:pt idx="904">
                  <c:v>51.17487503</c:v>
                </c:pt>
                <c:pt idx="905">
                  <c:v>51.17431641</c:v>
                </c:pt>
                <c:pt idx="906">
                  <c:v>51.17380433</c:v>
                </c:pt>
                <c:pt idx="907">
                  <c:v>51.17330933</c:v>
                </c:pt>
                <c:pt idx="908">
                  <c:v>51.17259397</c:v>
                </c:pt>
                <c:pt idx="909">
                  <c:v>51.1720819</c:v>
                </c:pt>
                <c:pt idx="910">
                  <c:v>51.17156982</c:v>
                </c:pt>
                <c:pt idx="911">
                  <c:v>51.17124396</c:v>
                </c:pt>
                <c:pt idx="912">
                  <c:v>51.17073188</c:v>
                </c:pt>
                <c:pt idx="913">
                  <c:v>51.17015076</c:v>
                </c:pt>
                <c:pt idx="914">
                  <c:v>51.16961463</c:v>
                </c:pt>
                <c:pt idx="915">
                  <c:v>51.16900945</c:v>
                </c:pt>
                <c:pt idx="916">
                  <c:v>51.16854858</c:v>
                </c:pt>
                <c:pt idx="917">
                  <c:v>51.16799927</c:v>
                </c:pt>
                <c:pt idx="918">
                  <c:v>51.16758728</c:v>
                </c:pt>
                <c:pt idx="919">
                  <c:v>51.16714736</c:v>
                </c:pt>
                <c:pt idx="920">
                  <c:v>51.16639709</c:v>
                </c:pt>
                <c:pt idx="921">
                  <c:v>51.16607666</c:v>
                </c:pt>
                <c:pt idx="922">
                  <c:v>51.16557312</c:v>
                </c:pt>
                <c:pt idx="923">
                  <c:v>51.16506958</c:v>
                </c:pt>
                <c:pt idx="924">
                  <c:v>51.16444733</c:v>
                </c:pt>
                <c:pt idx="925">
                  <c:v>51.16401672</c:v>
                </c:pt>
                <c:pt idx="926">
                  <c:v>51.16351629</c:v>
                </c:pt>
                <c:pt idx="927">
                  <c:v>51.16295766</c:v>
                </c:pt>
                <c:pt idx="928">
                  <c:v>51.16244559</c:v>
                </c:pt>
                <c:pt idx="929">
                  <c:v>51.16193351</c:v>
                </c:pt>
                <c:pt idx="930">
                  <c:v>51.16137488</c:v>
                </c:pt>
                <c:pt idx="931">
                  <c:v>51.16090393</c:v>
                </c:pt>
                <c:pt idx="932">
                  <c:v>51.16044384</c:v>
                </c:pt>
                <c:pt idx="933">
                  <c:v>51.15993176</c:v>
                </c:pt>
                <c:pt idx="934">
                  <c:v>51.15943909</c:v>
                </c:pt>
                <c:pt idx="935">
                  <c:v>51.15893555</c:v>
                </c:pt>
                <c:pt idx="936">
                  <c:v>51.15844209</c:v>
                </c:pt>
                <c:pt idx="937">
                  <c:v>51.15769726</c:v>
                </c:pt>
                <c:pt idx="938">
                  <c:v>51.15724182</c:v>
                </c:pt>
                <c:pt idx="939">
                  <c:v>51.15676621</c:v>
                </c:pt>
                <c:pt idx="940">
                  <c:v>51.15620759</c:v>
                </c:pt>
                <c:pt idx="941">
                  <c:v>51.15569551</c:v>
                </c:pt>
                <c:pt idx="942">
                  <c:v>51.15541077</c:v>
                </c:pt>
                <c:pt idx="943">
                  <c:v>51.15486145</c:v>
                </c:pt>
                <c:pt idx="944">
                  <c:v>51.15429894</c:v>
                </c:pt>
                <c:pt idx="945">
                  <c:v>51.15385437</c:v>
                </c:pt>
                <c:pt idx="946">
                  <c:v>51.15322824</c:v>
                </c:pt>
                <c:pt idx="947">
                  <c:v>51.15280151</c:v>
                </c:pt>
                <c:pt idx="948">
                  <c:v>51.1522522</c:v>
                </c:pt>
                <c:pt idx="949">
                  <c:v>51.15170288</c:v>
                </c:pt>
                <c:pt idx="950">
                  <c:v>51.15119934</c:v>
                </c:pt>
                <c:pt idx="951">
                  <c:v>51.15076097</c:v>
                </c:pt>
                <c:pt idx="952">
                  <c:v>51.15015579</c:v>
                </c:pt>
                <c:pt idx="953">
                  <c:v>51.14959717</c:v>
                </c:pt>
                <c:pt idx="954">
                  <c:v>51.14909363</c:v>
                </c:pt>
                <c:pt idx="955">
                  <c:v>51.14854431</c:v>
                </c:pt>
                <c:pt idx="956">
                  <c:v>51.14804077</c:v>
                </c:pt>
                <c:pt idx="957">
                  <c:v>51.14753723</c:v>
                </c:pt>
                <c:pt idx="958">
                  <c:v>51.14717102</c:v>
                </c:pt>
                <c:pt idx="959">
                  <c:v>51.14671093</c:v>
                </c:pt>
                <c:pt idx="960">
                  <c:v>51.14619885</c:v>
                </c:pt>
                <c:pt idx="961">
                  <c:v>51.1456604</c:v>
                </c:pt>
                <c:pt idx="962">
                  <c:v>51.14497375</c:v>
                </c:pt>
                <c:pt idx="963">
                  <c:v>51.14456177</c:v>
                </c:pt>
                <c:pt idx="964">
                  <c:v>51.14396667</c:v>
                </c:pt>
                <c:pt idx="965">
                  <c:v>51.14346313</c:v>
                </c:pt>
                <c:pt idx="966">
                  <c:v>51.14295959</c:v>
                </c:pt>
                <c:pt idx="967">
                  <c:v>51.14247468</c:v>
                </c:pt>
                <c:pt idx="968">
                  <c:v>51.14199829</c:v>
                </c:pt>
                <c:pt idx="969">
                  <c:v>51.14144897</c:v>
                </c:pt>
                <c:pt idx="970">
                  <c:v>51.140985</c:v>
                </c:pt>
                <c:pt idx="971">
                  <c:v>51.14047293</c:v>
                </c:pt>
                <c:pt idx="972">
                  <c:v>51.13993835</c:v>
                </c:pt>
                <c:pt idx="973">
                  <c:v>51.13943481</c:v>
                </c:pt>
                <c:pt idx="974">
                  <c:v>51.1388436</c:v>
                </c:pt>
                <c:pt idx="975">
                  <c:v>51.13837808</c:v>
                </c:pt>
                <c:pt idx="976">
                  <c:v>51.13783264</c:v>
                </c:pt>
                <c:pt idx="977">
                  <c:v>51.13726082</c:v>
                </c:pt>
                <c:pt idx="978">
                  <c:v>51.13688841</c:v>
                </c:pt>
                <c:pt idx="979">
                  <c:v>51.1363678</c:v>
                </c:pt>
                <c:pt idx="980">
                  <c:v>51.13581771</c:v>
                </c:pt>
                <c:pt idx="981">
                  <c:v>51.13539874</c:v>
                </c:pt>
                <c:pt idx="982">
                  <c:v>51.13476563</c:v>
                </c:pt>
                <c:pt idx="983">
                  <c:v>51.13418838</c:v>
                </c:pt>
                <c:pt idx="984">
                  <c:v>51.13390906</c:v>
                </c:pt>
                <c:pt idx="985">
                  <c:v>51.13339233</c:v>
                </c:pt>
                <c:pt idx="986">
                  <c:v>51.13283836</c:v>
                </c:pt>
                <c:pt idx="987">
                  <c:v>51.13232629</c:v>
                </c:pt>
                <c:pt idx="988">
                  <c:v>51.13172111</c:v>
                </c:pt>
                <c:pt idx="989">
                  <c:v>51.13120903</c:v>
                </c:pt>
                <c:pt idx="990">
                  <c:v>51.13069696</c:v>
                </c:pt>
                <c:pt idx="991">
                  <c:v>51.13009644</c:v>
                </c:pt>
                <c:pt idx="992">
                  <c:v>51.1295929</c:v>
                </c:pt>
                <c:pt idx="993">
                  <c:v>51.12911418</c:v>
                </c:pt>
                <c:pt idx="994">
                  <c:v>51.12863159</c:v>
                </c:pt>
                <c:pt idx="995">
                  <c:v>51.12804348</c:v>
                </c:pt>
                <c:pt idx="996">
                  <c:v>51.12753141</c:v>
                </c:pt>
                <c:pt idx="997">
                  <c:v>51.12720554</c:v>
                </c:pt>
                <c:pt idx="998">
                  <c:v>51.12666321</c:v>
                </c:pt>
                <c:pt idx="999">
                  <c:v>51.12590208</c:v>
                </c:pt>
                <c:pt idx="1000">
                  <c:v>51.12571587</c:v>
                </c:pt>
                <c:pt idx="1001">
                  <c:v>51.12506104</c:v>
                </c:pt>
                <c:pt idx="1002">
                  <c:v>51.1245575</c:v>
                </c:pt>
                <c:pt idx="1003">
                  <c:v>51.12408654</c:v>
                </c:pt>
                <c:pt idx="1004">
                  <c:v>51.12352791</c:v>
                </c:pt>
                <c:pt idx="1005">
                  <c:v>51.12287618</c:v>
                </c:pt>
                <c:pt idx="1006">
                  <c:v>51.12236411</c:v>
                </c:pt>
                <c:pt idx="1007">
                  <c:v>51.12189859</c:v>
                </c:pt>
                <c:pt idx="1008">
                  <c:v>51.12138651</c:v>
                </c:pt>
                <c:pt idx="1009">
                  <c:v>51.12094116</c:v>
                </c:pt>
                <c:pt idx="1010">
                  <c:v>51.12025452</c:v>
                </c:pt>
                <c:pt idx="1011">
                  <c:v>51.11980374</c:v>
                </c:pt>
                <c:pt idx="1012">
                  <c:v>51.11929321</c:v>
                </c:pt>
                <c:pt idx="1013">
                  <c:v>51.11877959</c:v>
                </c:pt>
                <c:pt idx="1014">
                  <c:v>51.11824036</c:v>
                </c:pt>
                <c:pt idx="1015">
                  <c:v>51.11775544</c:v>
                </c:pt>
                <c:pt idx="1016">
                  <c:v>51.11719681</c:v>
                </c:pt>
                <c:pt idx="1017">
                  <c:v>51.11668474</c:v>
                </c:pt>
                <c:pt idx="1018">
                  <c:v>51.11626577</c:v>
                </c:pt>
                <c:pt idx="1019">
                  <c:v>51.11570714</c:v>
                </c:pt>
                <c:pt idx="1020">
                  <c:v>51.11521912</c:v>
                </c:pt>
                <c:pt idx="1021">
                  <c:v>51.11463644</c:v>
                </c:pt>
                <c:pt idx="1022">
                  <c:v>51.11417091</c:v>
                </c:pt>
                <c:pt idx="1023">
                  <c:v>51.11361694</c:v>
                </c:pt>
                <c:pt idx="1024">
                  <c:v>51.1131134</c:v>
                </c:pt>
                <c:pt idx="1025">
                  <c:v>51.11260986</c:v>
                </c:pt>
                <c:pt idx="1026">
                  <c:v>51.11210632</c:v>
                </c:pt>
                <c:pt idx="1027">
                  <c:v>51.11165709</c:v>
                </c:pt>
                <c:pt idx="1028">
                  <c:v>51.11114502</c:v>
                </c:pt>
                <c:pt idx="1029">
                  <c:v>51.1104126</c:v>
                </c:pt>
                <c:pt idx="1030">
                  <c:v>51.10986328</c:v>
                </c:pt>
                <c:pt idx="1031">
                  <c:v>51.10937603</c:v>
                </c:pt>
                <c:pt idx="1032">
                  <c:v>51.10908508</c:v>
                </c:pt>
                <c:pt idx="1033">
                  <c:v>51.10830533</c:v>
                </c:pt>
                <c:pt idx="1034">
                  <c:v>51.10774671</c:v>
                </c:pt>
                <c:pt idx="1035">
                  <c:v>51.10748291</c:v>
                </c:pt>
                <c:pt idx="1036">
                  <c:v>51.10690877</c:v>
                </c:pt>
                <c:pt idx="1037">
                  <c:v>51.10638428</c:v>
                </c:pt>
                <c:pt idx="1038">
                  <c:v>51.10588074</c:v>
                </c:pt>
                <c:pt idx="1039">
                  <c:v>51.10533142</c:v>
                </c:pt>
                <c:pt idx="1040">
                  <c:v>51.10472081</c:v>
                </c:pt>
                <c:pt idx="1041">
                  <c:v>51.10420874</c:v>
                </c:pt>
                <c:pt idx="1042">
                  <c:v>51.10368347</c:v>
                </c:pt>
                <c:pt idx="1043">
                  <c:v>51.1030426</c:v>
                </c:pt>
                <c:pt idx="1044">
                  <c:v>51.10257941</c:v>
                </c:pt>
                <c:pt idx="1045">
                  <c:v>51.10202078</c:v>
                </c:pt>
                <c:pt idx="1046">
                  <c:v>51.10160181</c:v>
                </c:pt>
                <c:pt idx="1047">
                  <c:v>51.10108974</c:v>
                </c:pt>
                <c:pt idx="1048">
                  <c:v>51.10057766</c:v>
                </c:pt>
                <c:pt idx="1049">
                  <c:v>51.09997248</c:v>
                </c:pt>
                <c:pt idx="1050">
                  <c:v>51.09955351</c:v>
                </c:pt>
                <c:pt idx="1051">
                  <c:v>51.09904144</c:v>
                </c:pt>
                <c:pt idx="1052">
                  <c:v>51.09848281</c:v>
                </c:pt>
                <c:pt idx="1053">
                  <c:v>51.09786987</c:v>
                </c:pt>
                <c:pt idx="1054">
                  <c:v>51.09741211</c:v>
                </c:pt>
                <c:pt idx="1055">
                  <c:v>51.09681702</c:v>
                </c:pt>
                <c:pt idx="1056">
                  <c:v>51.09649658</c:v>
                </c:pt>
                <c:pt idx="1057">
                  <c:v>51.09590149</c:v>
                </c:pt>
                <c:pt idx="1058">
                  <c:v>51.09539795</c:v>
                </c:pt>
                <c:pt idx="1059">
                  <c:v>51.09484863</c:v>
                </c:pt>
                <c:pt idx="1060">
                  <c:v>51.09424656</c:v>
                </c:pt>
                <c:pt idx="1061">
                  <c:v>51.09375</c:v>
                </c:pt>
                <c:pt idx="1062">
                  <c:v>51.09324646</c:v>
                </c:pt>
                <c:pt idx="1063">
                  <c:v>51.09274292</c:v>
                </c:pt>
                <c:pt idx="1064">
                  <c:v>51.09243102</c:v>
                </c:pt>
                <c:pt idx="1065">
                  <c:v>51.09187239</c:v>
                </c:pt>
                <c:pt idx="1066">
                  <c:v>51.09109497</c:v>
                </c:pt>
                <c:pt idx="1067">
                  <c:v>51.09056893</c:v>
                </c:pt>
                <c:pt idx="1068">
                  <c:v>51.09005686</c:v>
                </c:pt>
                <c:pt idx="1069">
                  <c:v>51.08976746</c:v>
                </c:pt>
                <c:pt idx="1070">
                  <c:v>51.08917236</c:v>
                </c:pt>
                <c:pt idx="1071">
                  <c:v>51.0887146</c:v>
                </c:pt>
                <c:pt idx="1072">
                  <c:v>51.08805511</c:v>
                </c:pt>
                <c:pt idx="1073">
                  <c:v>51.08761597</c:v>
                </c:pt>
                <c:pt idx="1074">
                  <c:v>51.08706665</c:v>
                </c:pt>
                <c:pt idx="1075">
                  <c:v>51.08656311</c:v>
                </c:pt>
                <c:pt idx="1076">
                  <c:v>51.08605336</c:v>
                </c:pt>
                <c:pt idx="1077">
                  <c:v>51.08537292</c:v>
                </c:pt>
                <c:pt idx="1078">
                  <c:v>51.08482361</c:v>
                </c:pt>
                <c:pt idx="1079">
                  <c:v>51.08427429</c:v>
                </c:pt>
                <c:pt idx="1080">
                  <c:v>51.0837723</c:v>
                </c:pt>
                <c:pt idx="1081">
                  <c:v>51.08354187</c:v>
                </c:pt>
                <c:pt idx="1082">
                  <c:v>51.08279471</c:v>
                </c:pt>
                <c:pt idx="1083">
                  <c:v>51.08228263</c:v>
                </c:pt>
                <c:pt idx="1084">
                  <c:v>51.08171082</c:v>
                </c:pt>
                <c:pt idx="1085">
                  <c:v>51.08125305</c:v>
                </c:pt>
                <c:pt idx="1086">
                  <c:v>51.08070374</c:v>
                </c:pt>
                <c:pt idx="1087">
                  <c:v>51.08023433</c:v>
                </c:pt>
                <c:pt idx="1088">
                  <c:v>51.07974243</c:v>
                </c:pt>
                <c:pt idx="1089">
                  <c:v>51.07923889</c:v>
                </c:pt>
                <c:pt idx="1090">
                  <c:v>51.07860501</c:v>
                </c:pt>
                <c:pt idx="1091">
                  <c:v>51.07809448</c:v>
                </c:pt>
                <c:pt idx="1092">
                  <c:v>51.07758086</c:v>
                </c:pt>
                <c:pt idx="1093">
                  <c:v>51.07716189</c:v>
                </c:pt>
                <c:pt idx="1094">
                  <c:v>51.07664981</c:v>
                </c:pt>
                <c:pt idx="1095">
                  <c:v>51.07589722</c:v>
                </c:pt>
                <c:pt idx="1096">
                  <c:v>51.0753479</c:v>
                </c:pt>
                <c:pt idx="1097">
                  <c:v>51.07479858</c:v>
                </c:pt>
                <c:pt idx="1098">
                  <c:v>51.07434082</c:v>
                </c:pt>
                <c:pt idx="1099">
                  <c:v>51.07383728</c:v>
                </c:pt>
                <c:pt idx="1100">
                  <c:v>51.07324219</c:v>
                </c:pt>
                <c:pt idx="1101">
                  <c:v>51.07278598</c:v>
                </c:pt>
                <c:pt idx="1102">
                  <c:v>51.07222735</c:v>
                </c:pt>
                <c:pt idx="1103">
                  <c:v>51.07171527</c:v>
                </c:pt>
                <c:pt idx="1104">
                  <c:v>51.07118225</c:v>
                </c:pt>
                <c:pt idx="1105">
                  <c:v>51.07059802</c:v>
                </c:pt>
                <c:pt idx="1106">
                  <c:v>51.0703125</c:v>
                </c:pt>
                <c:pt idx="1107">
                  <c:v>51.06976318</c:v>
                </c:pt>
                <c:pt idx="1108">
                  <c:v>51.06921387</c:v>
                </c:pt>
                <c:pt idx="1109">
                  <c:v>51.06848145</c:v>
                </c:pt>
                <c:pt idx="1110">
                  <c:v>51.06816101</c:v>
                </c:pt>
                <c:pt idx="1111">
                  <c:v>51.06761868</c:v>
                </c:pt>
                <c:pt idx="1112">
                  <c:v>51.0671066</c:v>
                </c:pt>
                <c:pt idx="1113">
                  <c:v>51.06654798</c:v>
                </c:pt>
                <c:pt idx="1114">
                  <c:v>51.06596375</c:v>
                </c:pt>
                <c:pt idx="1115">
                  <c:v>51.06541443</c:v>
                </c:pt>
                <c:pt idx="1116">
                  <c:v>51.0649652</c:v>
                </c:pt>
                <c:pt idx="1117">
                  <c:v>51.06436002</c:v>
                </c:pt>
                <c:pt idx="1118">
                  <c:v>51.06390381</c:v>
                </c:pt>
                <c:pt idx="1119">
                  <c:v>51.06338242</c:v>
                </c:pt>
                <c:pt idx="1120">
                  <c:v>51.0628238</c:v>
                </c:pt>
                <c:pt idx="1121">
                  <c:v>51.06231172</c:v>
                </c:pt>
                <c:pt idx="1122">
                  <c:v>51.0617531</c:v>
                </c:pt>
                <c:pt idx="1123">
                  <c:v>51.06119447</c:v>
                </c:pt>
                <c:pt idx="1124">
                  <c:v>51.06068239</c:v>
                </c:pt>
                <c:pt idx="1125">
                  <c:v>51.06026342</c:v>
                </c:pt>
                <c:pt idx="1126">
                  <c:v>51.05964661</c:v>
                </c:pt>
                <c:pt idx="1127">
                  <c:v>51.05905307</c:v>
                </c:pt>
                <c:pt idx="1128">
                  <c:v>51.0586341</c:v>
                </c:pt>
                <c:pt idx="1129">
                  <c:v>51.05807547</c:v>
                </c:pt>
                <c:pt idx="1130">
                  <c:v>51.05751684</c:v>
                </c:pt>
                <c:pt idx="1131">
                  <c:v>51.05700477</c:v>
                </c:pt>
                <c:pt idx="1132">
                  <c:v>51.05648804</c:v>
                </c:pt>
                <c:pt idx="1133">
                  <c:v>51.05598062</c:v>
                </c:pt>
                <c:pt idx="1134">
                  <c:v>51.05529785</c:v>
                </c:pt>
                <c:pt idx="1135">
                  <c:v>51.05474854</c:v>
                </c:pt>
                <c:pt idx="1136">
                  <c:v>51.05425818</c:v>
                </c:pt>
                <c:pt idx="1137">
                  <c:v>51.05374611</c:v>
                </c:pt>
                <c:pt idx="1138">
                  <c:v>51.05323792</c:v>
                </c:pt>
                <c:pt idx="1139">
                  <c:v>51.0526886</c:v>
                </c:pt>
                <c:pt idx="1140">
                  <c:v>51.05213928</c:v>
                </c:pt>
                <c:pt idx="1141">
                  <c:v>51.05163574</c:v>
                </c:pt>
                <c:pt idx="1142">
                  <c:v>51.05104065</c:v>
                </c:pt>
                <c:pt idx="1143">
                  <c:v>51.05062866</c:v>
                </c:pt>
                <c:pt idx="1144">
                  <c:v>51.05011504</c:v>
                </c:pt>
                <c:pt idx="1145">
                  <c:v>51.04955641</c:v>
                </c:pt>
                <c:pt idx="1146">
                  <c:v>51.04913744</c:v>
                </c:pt>
                <c:pt idx="1147">
                  <c:v>51.04852295</c:v>
                </c:pt>
                <c:pt idx="1148">
                  <c:v>51.04802019</c:v>
                </c:pt>
                <c:pt idx="1149">
                  <c:v>51.04746156</c:v>
                </c:pt>
                <c:pt idx="1150">
                  <c:v>51.04690293</c:v>
                </c:pt>
                <c:pt idx="1151">
                  <c:v>51.0463443</c:v>
                </c:pt>
                <c:pt idx="1152">
                  <c:v>51.04592533</c:v>
                </c:pt>
                <c:pt idx="1153">
                  <c:v>51.04532016</c:v>
                </c:pt>
                <c:pt idx="1154">
                  <c:v>51.04480808</c:v>
                </c:pt>
                <c:pt idx="1155">
                  <c:v>51.04431152</c:v>
                </c:pt>
                <c:pt idx="1156">
                  <c:v>51.04378393</c:v>
                </c:pt>
                <c:pt idx="1157">
                  <c:v>51.04321289</c:v>
                </c:pt>
                <c:pt idx="1158">
                  <c:v>51.04270935</c:v>
                </c:pt>
                <c:pt idx="1159">
                  <c:v>51.04220581</c:v>
                </c:pt>
                <c:pt idx="1160">
                  <c:v>51.04164253</c:v>
                </c:pt>
                <c:pt idx="1161">
                  <c:v>51.04115295</c:v>
                </c:pt>
                <c:pt idx="1162">
                  <c:v>51.04061838</c:v>
                </c:pt>
                <c:pt idx="1163">
                  <c:v>51.04014587</c:v>
                </c:pt>
                <c:pt idx="1164">
                  <c:v>51.03945923</c:v>
                </c:pt>
                <c:pt idx="1165">
                  <c:v>51.03889595</c:v>
                </c:pt>
                <c:pt idx="1166">
                  <c:v>51.03843042</c:v>
                </c:pt>
                <c:pt idx="1167">
                  <c:v>51.0378718</c:v>
                </c:pt>
                <c:pt idx="1168">
                  <c:v>51.03739929</c:v>
                </c:pt>
                <c:pt idx="1169">
                  <c:v>51.03684998</c:v>
                </c:pt>
                <c:pt idx="1170">
                  <c:v>51.03630066</c:v>
                </c:pt>
                <c:pt idx="1171">
                  <c:v>51.03575134</c:v>
                </c:pt>
                <c:pt idx="1172">
                  <c:v>51.03533936</c:v>
                </c:pt>
                <c:pt idx="1173">
                  <c:v>51.03474426</c:v>
                </c:pt>
                <c:pt idx="1174">
                  <c:v>51.03428727</c:v>
                </c:pt>
                <c:pt idx="1175">
                  <c:v>51.03369141</c:v>
                </c:pt>
                <c:pt idx="1176">
                  <c:v>51.03318787</c:v>
                </c:pt>
                <c:pt idx="1177">
                  <c:v>51.03275105</c:v>
                </c:pt>
                <c:pt idx="1178">
                  <c:v>51.03195966</c:v>
                </c:pt>
                <c:pt idx="1179">
                  <c:v>51.03149414</c:v>
                </c:pt>
                <c:pt idx="1180">
                  <c:v>51.03098207</c:v>
                </c:pt>
                <c:pt idx="1181">
                  <c:v>51.03046999</c:v>
                </c:pt>
                <c:pt idx="1182">
                  <c:v>51.02995792</c:v>
                </c:pt>
                <c:pt idx="1183">
                  <c:v>51.02944584</c:v>
                </c:pt>
                <c:pt idx="1184">
                  <c:v>51.02897644</c:v>
                </c:pt>
                <c:pt idx="1185">
                  <c:v>51.02832859</c:v>
                </c:pt>
                <c:pt idx="1186">
                  <c:v>51.02783203</c:v>
                </c:pt>
                <c:pt idx="1187">
                  <c:v>51.02732849</c:v>
                </c:pt>
                <c:pt idx="1188">
                  <c:v>51.0267334</c:v>
                </c:pt>
                <c:pt idx="1189">
                  <c:v>51.02623374</c:v>
                </c:pt>
                <c:pt idx="1190">
                  <c:v>51.02572632</c:v>
                </c:pt>
                <c:pt idx="1191">
                  <c:v>51.02520959</c:v>
                </c:pt>
                <c:pt idx="1192">
                  <c:v>51.02469751</c:v>
                </c:pt>
                <c:pt idx="1193">
                  <c:v>51.02416992</c:v>
                </c:pt>
                <c:pt idx="1194">
                  <c:v>51.02362061</c:v>
                </c:pt>
                <c:pt idx="1195">
                  <c:v>51.02316129</c:v>
                </c:pt>
                <c:pt idx="1196">
                  <c:v>51.02260266</c:v>
                </c:pt>
                <c:pt idx="1197">
                  <c:v>51.02181128</c:v>
                </c:pt>
                <c:pt idx="1198">
                  <c:v>51.02151489</c:v>
                </c:pt>
                <c:pt idx="1199">
                  <c:v>51.02092678</c:v>
                </c:pt>
                <c:pt idx="1200">
                  <c:v>51.02027893</c:v>
                </c:pt>
                <c:pt idx="1201">
                  <c:v>51.01977539</c:v>
                </c:pt>
                <c:pt idx="1202">
                  <c:v>51.01929745</c:v>
                </c:pt>
                <c:pt idx="1203">
                  <c:v>51.01869228</c:v>
                </c:pt>
                <c:pt idx="1204">
                  <c:v>51.01808167</c:v>
                </c:pt>
                <c:pt idx="1205">
                  <c:v>51.01776123</c:v>
                </c:pt>
                <c:pt idx="1206">
                  <c:v>51.0172026</c:v>
                </c:pt>
                <c:pt idx="1207">
                  <c:v>51.01659742</c:v>
                </c:pt>
                <c:pt idx="1208">
                  <c:v>51.01602173</c:v>
                </c:pt>
                <c:pt idx="1209">
                  <c:v>51.01548017</c:v>
                </c:pt>
                <c:pt idx="1210">
                  <c:v>51.01501465</c:v>
                </c:pt>
                <c:pt idx="1211">
                  <c:v>51.01446533</c:v>
                </c:pt>
                <c:pt idx="1212">
                  <c:v>51.01394395</c:v>
                </c:pt>
                <c:pt idx="1213">
                  <c:v>51.01338532</c:v>
                </c:pt>
                <c:pt idx="1214">
                  <c:v>51.01287325</c:v>
                </c:pt>
                <c:pt idx="1215">
                  <c:v>51.01235962</c:v>
                </c:pt>
                <c:pt idx="1216">
                  <c:v>51.01176453</c:v>
                </c:pt>
                <c:pt idx="1217">
                  <c:v>51.01126099</c:v>
                </c:pt>
                <c:pt idx="1218">
                  <c:v>51.01077839</c:v>
                </c:pt>
                <c:pt idx="1219">
                  <c:v>51.01020813</c:v>
                </c:pt>
                <c:pt idx="1220">
                  <c:v>51.00966114</c:v>
                </c:pt>
                <c:pt idx="1221">
                  <c:v>51.00915527</c:v>
                </c:pt>
                <c:pt idx="1222">
                  <c:v>51.00856018</c:v>
                </c:pt>
                <c:pt idx="1223">
                  <c:v>51.00801086</c:v>
                </c:pt>
                <c:pt idx="1224">
                  <c:v>51.00750732</c:v>
                </c:pt>
                <c:pt idx="1225">
                  <c:v>51.00700766</c:v>
                </c:pt>
                <c:pt idx="1226">
                  <c:v>51.00645447</c:v>
                </c:pt>
                <c:pt idx="1227">
                  <c:v>51.00590515</c:v>
                </c:pt>
                <c:pt idx="1228">
                  <c:v>51.00542489</c:v>
                </c:pt>
                <c:pt idx="1229">
                  <c:v>51.00480652</c:v>
                </c:pt>
                <c:pt idx="1230">
                  <c:v>51.00430763</c:v>
                </c:pt>
                <c:pt idx="1231">
                  <c:v>51.00374901</c:v>
                </c:pt>
                <c:pt idx="1232">
                  <c:v>51.00302124</c:v>
                </c:pt>
                <c:pt idx="1233">
                  <c:v>51.00256348</c:v>
                </c:pt>
                <c:pt idx="1234">
                  <c:v>51.00201416</c:v>
                </c:pt>
                <c:pt idx="1235">
                  <c:v>51.0015145</c:v>
                </c:pt>
                <c:pt idx="1236">
                  <c:v>51.00091553</c:v>
                </c:pt>
                <c:pt idx="1237">
                  <c:v>51.00045776</c:v>
                </c:pt>
                <c:pt idx="1238">
                  <c:v>50.99986267</c:v>
                </c:pt>
                <c:pt idx="1239">
                  <c:v>50.99931335</c:v>
                </c:pt>
                <c:pt idx="1240">
                  <c:v>50.99880981</c:v>
                </c:pt>
                <c:pt idx="1241">
                  <c:v>50.99825584</c:v>
                </c:pt>
                <c:pt idx="1242">
                  <c:v>50.99766541</c:v>
                </c:pt>
                <c:pt idx="1243">
                  <c:v>50.99718514</c:v>
                </c:pt>
                <c:pt idx="1244">
                  <c:v>50.996521</c:v>
                </c:pt>
                <c:pt idx="1245">
                  <c:v>50.99610901</c:v>
                </c:pt>
                <c:pt idx="1246">
                  <c:v>50.99560237</c:v>
                </c:pt>
                <c:pt idx="1247">
                  <c:v>50.99505615</c:v>
                </c:pt>
                <c:pt idx="1248">
                  <c:v>50.99457822</c:v>
                </c:pt>
                <c:pt idx="1249">
                  <c:v>50.99401959</c:v>
                </c:pt>
                <c:pt idx="1250">
                  <c:v>50.99355407</c:v>
                </c:pt>
                <c:pt idx="1251">
                  <c:v>50.99280923</c:v>
                </c:pt>
                <c:pt idx="1252">
                  <c:v>50.99234371</c:v>
                </c:pt>
                <c:pt idx="1253">
                  <c:v>50.99178508</c:v>
                </c:pt>
                <c:pt idx="1254">
                  <c:v>50.99116516</c:v>
                </c:pt>
                <c:pt idx="1255">
                  <c:v>50.99061584</c:v>
                </c:pt>
                <c:pt idx="1256">
                  <c:v>50.99015808</c:v>
                </c:pt>
                <c:pt idx="1257">
                  <c:v>50.98964368</c:v>
                </c:pt>
                <c:pt idx="1258">
                  <c:v>50.9891316</c:v>
                </c:pt>
                <c:pt idx="1259">
                  <c:v>50.98861953</c:v>
                </c:pt>
                <c:pt idx="1260">
                  <c:v>50.98810745</c:v>
                </c:pt>
                <c:pt idx="1261">
                  <c:v>50.98750228</c:v>
                </c:pt>
                <c:pt idx="1262">
                  <c:v>50.98694365</c:v>
                </c:pt>
                <c:pt idx="1263">
                  <c:v>50.98643157</c:v>
                </c:pt>
                <c:pt idx="1264">
                  <c:v>50.9858264</c:v>
                </c:pt>
                <c:pt idx="1265">
                  <c:v>50.98526777</c:v>
                </c:pt>
                <c:pt idx="1266">
                  <c:v>50.98475569</c:v>
                </c:pt>
                <c:pt idx="1267">
                  <c:v>50.98415051</c:v>
                </c:pt>
                <c:pt idx="1268">
                  <c:v>50.98365784</c:v>
                </c:pt>
                <c:pt idx="1269">
                  <c:v>50.98310852</c:v>
                </c:pt>
                <c:pt idx="1270">
                  <c:v>50.98251343</c:v>
                </c:pt>
                <c:pt idx="1271">
                  <c:v>50.98196411</c:v>
                </c:pt>
                <c:pt idx="1272">
                  <c:v>50.98155212</c:v>
                </c:pt>
                <c:pt idx="1273">
                  <c:v>50.98095703</c:v>
                </c:pt>
                <c:pt idx="1274">
                  <c:v>50.98049927</c:v>
                </c:pt>
                <c:pt idx="1275">
                  <c:v>50.97999573</c:v>
                </c:pt>
                <c:pt idx="1276">
                  <c:v>50.97940063</c:v>
                </c:pt>
                <c:pt idx="1277">
                  <c:v>50.97885132</c:v>
                </c:pt>
                <c:pt idx="1278">
                  <c:v>50.97823838</c:v>
                </c:pt>
                <c:pt idx="1279">
                  <c:v>50.9776332</c:v>
                </c:pt>
                <c:pt idx="1280">
                  <c:v>50.97721423</c:v>
                </c:pt>
                <c:pt idx="1281">
                  <c:v>50.9766556</c:v>
                </c:pt>
                <c:pt idx="1282">
                  <c:v>50.97610474</c:v>
                </c:pt>
                <c:pt idx="1283">
                  <c:v>50.97555542</c:v>
                </c:pt>
                <c:pt idx="1284">
                  <c:v>50.97491455</c:v>
                </c:pt>
                <c:pt idx="1285">
                  <c:v>50.97437454</c:v>
                </c:pt>
                <c:pt idx="1286">
                  <c:v>50.97381592</c:v>
                </c:pt>
                <c:pt idx="1287">
                  <c:v>50.97331238</c:v>
                </c:pt>
                <c:pt idx="1288">
                  <c:v>50.97279177</c:v>
                </c:pt>
                <c:pt idx="1289">
                  <c:v>50.9723053</c:v>
                </c:pt>
                <c:pt idx="1290">
                  <c:v>50.97175598</c:v>
                </c:pt>
                <c:pt idx="1291">
                  <c:v>50.97125554</c:v>
                </c:pt>
                <c:pt idx="1292">
                  <c:v>50.97065037</c:v>
                </c:pt>
                <c:pt idx="1293">
                  <c:v>50.97015381</c:v>
                </c:pt>
                <c:pt idx="1294">
                  <c:v>50.96957966</c:v>
                </c:pt>
                <c:pt idx="1295">
                  <c:v>50.96897449</c:v>
                </c:pt>
                <c:pt idx="1296">
                  <c:v>50.96846008</c:v>
                </c:pt>
                <c:pt idx="1297">
                  <c:v>50.96791077</c:v>
                </c:pt>
                <c:pt idx="1298">
                  <c:v>50.967453</c:v>
                </c:pt>
                <c:pt idx="1299">
                  <c:v>50.96697274</c:v>
                </c:pt>
                <c:pt idx="1300">
                  <c:v>50.96641411</c:v>
                </c:pt>
                <c:pt idx="1301">
                  <c:v>50.96557617</c:v>
                </c:pt>
                <c:pt idx="1302">
                  <c:v>50.96511841</c:v>
                </c:pt>
                <c:pt idx="1303">
                  <c:v>50.96456909</c:v>
                </c:pt>
                <c:pt idx="1304">
                  <c:v>50.9640865</c:v>
                </c:pt>
                <c:pt idx="1305">
                  <c:v>50.96357443</c:v>
                </c:pt>
                <c:pt idx="1306">
                  <c:v>50.96315546</c:v>
                </c:pt>
                <c:pt idx="1307">
                  <c:v>50.96255493</c:v>
                </c:pt>
                <c:pt idx="1308">
                  <c:v>50.96199165</c:v>
                </c:pt>
                <c:pt idx="1309">
                  <c:v>50.96150208</c:v>
                </c:pt>
                <c:pt idx="1310">
                  <c:v>50.96082784</c:v>
                </c:pt>
                <c:pt idx="1311">
                  <c:v>50.96017611</c:v>
                </c:pt>
                <c:pt idx="1312">
                  <c:v>50.9597168</c:v>
                </c:pt>
                <c:pt idx="1313">
                  <c:v>50.95905886</c:v>
                </c:pt>
                <c:pt idx="1314">
                  <c:v>50.95857239</c:v>
                </c:pt>
                <c:pt idx="1315">
                  <c:v>50.95825195</c:v>
                </c:pt>
                <c:pt idx="1316">
                  <c:v>50.95761108</c:v>
                </c:pt>
                <c:pt idx="1317">
                  <c:v>50.95706177</c:v>
                </c:pt>
                <c:pt idx="1318">
                  <c:v>50.95659159</c:v>
                </c:pt>
                <c:pt idx="1319">
                  <c:v>50.95605469</c:v>
                </c:pt>
                <c:pt idx="1320">
                  <c:v>50.95527649</c:v>
                </c:pt>
                <c:pt idx="1321">
                  <c:v>50.9546814</c:v>
                </c:pt>
                <c:pt idx="1322">
                  <c:v>50.95417087</c:v>
                </c:pt>
                <c:pt idx="1323">
                  <c:v>50.95367432</c:v>
                </c:pt>
                <c:pt idx="1324">
                  <c:v>50.95330811</c:v>
                </c:pt>
                <c:pt idx="1325">
                  <c:v>50.95226223</c:v>
                </c:pt>
                <c:pt idx="1326">
                  <c:v>50.95133972</c:v>
                </c:pt>
                <c:pt idx="1327">
                  <c:v>50.95109843</c:v>
                </c:pt>
                <c:pt idx="1328">
                  <c:v>50.9505398</c:v>
                </c:pt>
                <c:pt idx="1329">
                  <c:v>50.94993462</c:v>
                </c:pt>
                <c:pt idx="1330">
                  <c:v>50.94937599</c:v>
                </c:pt>
                <c:pt idx="1331">
                  <c:v>50.94863892</c:v>
                </c:pt>
                <c:pt idx="1332">
                  <c:v>50.94811908</c:v>
                </c:pt>
                <c:pt idx="1333">
                  <c:v>50.94758606</c:v>
                </c:pt>
                <c:pt idx="1334">
                  <c:v>50.94703674</c:v>
                </c:pt>
                <c:pt idx="1335">
                  <c:v>50.94672252</c:v>
                </c:pt>
                <c:pt idx="1336">
                  <c:v>50.94589233</c:v>
                </c:pt>
                <c:pt idx="1337">
                  <c:v>50.94552612</c:v>
                </c:pt>
                <c:pt idx="1338">
                  <c:v>50.94500008</c:v>
                </c:pt>
                <c:pt idx="1339">
                  <c:v>50.94448801</c:v>
                </c:pt>
                <c:pt idx="1340">
                  <c:v>50.94392395</c:v>
                </c:pt>
                <c:pt idx="1341">
                  <c:v>50.9433242</c:v>
                </c:pt>
                <c:pt idx="1342">
                  <c:v>50.94282532</c:v>
                </c:pt>
                <c:pt idx="1343">
                  <c:v>50.94218445</c:v>
                </c:pt>
                <c:pt idx="1344">
                  <c:v>50.94154358</c:v>
                </c:pt>
                <c:pt idx="1345">
                  <c:v>50.94099426</c:v>
                </c:pt>
                <c:pt idx="1346">
                  <c:v>50.94058228</c:v>
                </c:pt>
                <c:pt idx="1347">
                  <c:v>50.94001899</c:v>
                </c:pt>
                <c:pt idx="1348">
                  <c:v>50.93922761</c:v>
                </c:pt>
                <c:pt idx="1349">
                  <c:v>50.9389801</c:v>
                </c:pt>
                <c:pt idx="1350">
                  <c:v>50.93838501</c:v>
                </c:pt>
                <c:pt idx="1351">
                  <c:v>50.93783569</c:v>
                </c:pt>
                <c:pt idx="1352">
                  <c:v>50.9370862</c:v>
                </c:pt>
                <c:pt idx="1353">
                  <c:v>50.93678284</c:v>
                </c:pt>
                <c:pt idx="1354">
                  <c:v>50.93615516</c:v>
                </c:pt>
                <c:pt idx="1355">
                  <c:v>50.9356842</c:v>
                </c:pt>
                <c:pt idx="1356">
                  <c:v>50.93486023</c:v>
                </c:pt>
                <c:pt idx="1357">
                  <c:v>50.93433962</c:v>
                </c:pt>
                <c:pt idx="1358">
                  <c:v>50.93385315</c:v>
                </c:pt>
                <c:pt idx="1359">
                  <c:v>50.93325806</c:v>
                </c:pt>
                <c:pt idx="1360">
                  <c:v>50.93266296</c:v>
                </c:pt>
                <c:pt idx="1361">
                  <c:v>50.93211365</c:v>
                </c:pt>
                <c:pt idx="1362">
                  <c:v>50.93159304</c:v>
                </c:pt>
                <c:pt idx="1363">
                  <c:v>50.93103441</c:v>
                </c:pt>
                <c:pt idx="1364">
                  <c:v>50.93056889</c:v>
                </c:pt>
                <c:pt idx="1365">
                  <c:v>50.93000793</c:v>
                </c:pt>
                <c:pt idx="1366">
                  <c:v>50.92959595</c:v>
                </c:pt>
                <c:pt idx="1367">
                  <c:v>50.92881775</c:v>
                </c:pt>
                <c:pt idx="1368">
                  <c:v>50.92831421</c:v>
                </c:pt>
                <c:pt idx="1369">
                  <c:v>50.92782231</c:v>
                </c:pt>
                <c:pt idx="1370">
                  <c:v>50.92726368</c:v>
                </c:pt>
                <c:pt idx="1371">
                  <c:v>50.92675161</c:v>
                </c:pt>
                <c:pt idx="1372">
                  <c:v>50.92616272</c:v>
                </c:pt>
                <c:pt idx="1373">
                  <c:v>50.92556763</c:v>
                </c:pt>
                <c:pt idx="1374">
                  <c:v>50.92493607</c:v>
                </c:pt>
                <c:pt idx="1375">
                  <c:v>50.92442322</c:v>
                </c:pt>
                <c:pt idx="1376">
                  <c:v>50.9238739</c:v>
                </c:pt>
                <c:pt idx="1377">
                  <c:v>50.92323303</c:v>
                </c:pt>
                <c:pt idx="1378">
                  <c:v>50.92268372</c:v>
                </c:pt>
                <c:pt idx="1379">
                  <c:v>50.9221344</c:v>
                </c:pt>
                <c:pt idx="1380">
                  <c:v>50.92163086</c:v>
                </c:pt>
                <c:pt idx="1381">
                  <c:v>50.92108154</c:v>
                </c:pt>
                <c:pt idx="1382">
                  <c:v>50.92046705</c:v>
                </c:pt>
                <c:pt idx="1383">
                  <c:v>50.91995498</c:v>
                </c:pt>
                <c:pt idx="1384">
                  <c:v>50.91938782</c:v>
                </c:pt>
                <c:pt idx="1385">
                  <c:v>50.91893005</c:v>
                </c:pt>
                <c:pt idx="1386">
                  <c:v>50.9182791</c:v>
                </c:pt>
                <c:pt idx="1387">
                  <c:v>50.91781358</c:v>
                </c:pt>
                <c:pt idx="1388">
                  <c:v>50.91723633</c:v>
                </c:pt>
                <c:pt idx="1389">
                  <c:v>50.91673279</c:v>
                </c:pt>
                <c:pt idx="1390">
                  <c:v>50.91618347</c:v>
                </c:pt>
                <c:pt idx="1391">
                  <c:v>50.91557907</c:v>
                </c:pt>
                <c:pt idx="1392">
                  <c:v>50.91497389</c:v>
                </c:pt>
                <c:pt idx="1393">
                  <c:v>50.91441526</c:v>
                </c:pt>
                <c:pt idx="1394">
                  <c:v>50.91389465</c:v>
                </c:pt>
                <c:pt idx="1395">
                  <c:v>50.91334534</c:v>
                </c:pt>
                <c:pt idx="1396">
                  <c:v>50.91278593</c:v>
                </c:pt>
                <c:pt idx="1397">
                  <c:v>50.91229248</c:v>
                </c:pt>
                <c:pt idx="1398">
                  <c:v>50.91178894</c:v>
                </c:pt>
                <c:pt idx="1399">
                  <c:v>50.91115661</c:v>
                </c:pt>
                <c:pt idx="1400">
                  <c:v>50.91069031</c:v>
                </c:pt>
                <c:pt idx="1401">
                  <c:v>50.91014099</c:v>
                </c:pt>
                <c:pt idx="1402">
                  <c:v>50.90957383</c:v>
                </c:pt>
                <c:pt idx="1403">
                  <c:v>50.90885925</c:v>
                </c:pt>
                <c:pt idx="1404">
                  <c:v>50.90831692</c:v>
                </c:pt>
                <c:pt idx="1405">
                  <c:v>50.90776062</c:v>
                </c:pt>
                <c:pt idx="1406">
                  <c:v>50.90715311</c:v>
                </c:pt>
                <c:pt idx="1407">
                  <c:v>50.90673414</c:v>
                </c:pt>
                <c:pt idx="1408">
                  <c:v>50.90612896</c:v>
                </c:pt>
                <c:pt idx="1409">
                  <c:v>50.90566344</c:v>
                </c:pt>
                <c:pt idx="1410">
                  <c:v>50.90510481</c:v>
                </c:pt>
                <c:pt idx="1411">
                  <c:v>50.90449964</c:v>
                </c:pt>
                <c:pt idx="1412">
                  <c:v>50.90394101</c:v>
                </c:pt>
                <c:pt idx="1413">
                  <c:v>50.90345764</c:v>
                </c:pt>
                <c:pt idx="1414">
                  <c:v>50.90281677</c:v>
                </c:pt>
                <c:pt idx="1415">
                  <c:v>50.90226746</c:v>
                </c:pt>
                <c:pt idx="1416">
                  <c:v>50.90171814</c:v>
                </c:pt>
                <c:pt idx="1417">
                  <c:v>50.90119443</c:v>
                </c:pt>
                <c:pt idx="1418">
                  <c:v>50.90058925</c:v>
                </c:pt>
                <c:pt idx="1419">
                  <c:v>50.89993752</c:v>
                </c:pt>
                <c:pt idx="1420">
                  <c:v>50.89933234</c:v>
                </c:pt>
                <c:pt idx="1421">
                  <c:v>50.89900647</c:v>
                </c:pt>
                <c:pt idx="1422">
                  <c:v>50.89823914</c:v>
                </c:pt>
                <c:pt idx="1423">
                  <c:v>50.89778137</c:v>
                </c:pt>
                <c:pt idx="1424">
                  <c:v>50.89718628</c:v>
                </c:pt>
                <c:pt idx="1425">
                  <c:v>50.89672541</c:v>
                </c:pt>
                <c:pt idx="1426">
                  <c:v>50.89607368</c:v>
                </c:pt>
                <c:pt idx="1427">
                  <c:v>50.89551505</c:v>
                </c:pt>
                <c:pt idx="1428">
                  <c:v>50.89503479</c:v>
                </c:pt>
                <c:pt idx="1429">
                  <c:v>50.89448547</c:v>
                </c:pt>
                <c:pt idx="1430">
                  <c:v>50.89393228</c:v>
                </c:pt>
                <c:pt idx="1431">
                  <c:v>50.89337365</c:v>
                </c:pt>
                <c:pt idx="1432">
                  <c:v>50.89281502</c:v>
                </c:pt>
                <c:pt idx="1433">
                  <c:v>50.89220985</c:v>
                </c:pt>
                <c:pt idx="1434">
                  <c:v>50.89165122</c:v>
                </c:pt>
                <c:pt idx="1435">
                  <c:v>50.89100647</c:v>
                </c:pt>
                <c:pt idx="1436">
                  <c:v>50.89050293</c:v>
                </c:pt>
                <c:pt idx="1437">
                  <c:v>50.89002189</c:v>
                </c:pt>
                <c:pt idx="1438">
                  <c:v>50.88949585</c:v>
                </c:pt>
                <c:pt idx="1439">
                  <c:v>50.88899774</c:v>
                </c:pt>
                <c:pt idx="1440">
                  <c:v>50.8881598</c:v>
                </c:pt>
                <c:pt idx="1441">
                  <c:v>50.88769428</c:v>
                </c:pt>
                <c:pt idx="1442">
                  <c:v>50.88713565</c:v>
                </c:pt>
                <c:pt idx="1443">
                  <c:v>50.88657702</c:v>
                </c:pt>
                <c:pt idx="1444">
                  <c:v>50.88597185</c:v>
                </c:pt>
                <c:pt idx="1445">
                  <c:v>50.88550632</c:v>
                </c:pt>
                <c:pt idx="1446">
                  <c:v>50.88485459</c:v>
                </c:pt>
                <c:pt idx="1447">
                  <c:v>50.88427734</c:v>
                </c:pt>
                <c:pt idx="1448">
                  <c:v>50.88386536</c:v>
                </c:pt>
                <c:pt idx="1449">
                  <c:v>50.88331837</c:v>
                </c:pt>
                <c:pt idx="1450">
                  <c:v>50.88267517</c:v>
                </c:pt>
                <c:pt idx="1451">
                  <c:v>50.88221741</c:v>
                </c:pt>
                <c:pt idx="1452">
                  <c:v>50.88159593</c:v>
                </c:pt>
                <c:pt idx="1453">
                  <c:v>50.88099076</c:v>
                </c:pt>
                <c:pt idx="1454">
                  <c:v>50.88043213</c:v>
                </c:pt>
                <c:pt idx="1455">
                  <c:v>50.87983704</c:v>
                </c:pt>
                <c:pt idx="1456">
                  <c:v>50.87931488</c:v>
                </c:pt>
                <c:pt idx="1457">
                  <c:v>50.87878418</c:v>
                </c:pt>
                <c:pt idx="1458">
                  <c:v>50.87818909</c:v>
                </c:pt>
                <c:pt idx="1459">
                  <c:v>50.8777771</c:v>
                </c:pt>
                <c:pt idx="1460">
                  <c:v>50.87713623</c:v>
                </c:pt>
                <c:pt idx="1461">
                  <c:v>50.87658691</c:v>
                </c:pt>
                <c:pt idx="1462">
                  <c:v>50.8760376</c:v>
                </c:pt>
                <c:pt idx="1463">
                  <c:v>50.8754425</c:v>
                </c:pt>
                <c:pt idx="1464">
                  <c:v>50.87484741</c:v>
                </c:pt>
                <c:pt idx="1465">
                  <c:v>50.8742981</c:v>
                </c:pt>
                <c:pt idx="1466">
                  <c:v>50.87377516</c:v>
                </c:pt>
                <c:pt idx="1467">
                  <c:v>50.87319946</c:v>
                </c:pt>
                <c:pt idx="1468">
                  <c:v>50.8724717</c:v>
                </c:pt>
                <c:pt idx="1469">
                  <c:v>50.87200617</c:v>
                </c:pt>
                <c:pt idx="1470">
                  <c:v>50.87145996</c:v>
                </c:pt>
                <c:pt idx="1471">
                  <c:v>50.87093547</c:v>
                </c:pt>
                <c:pt idx="1472">
                  <c:v>50.8704071</c:v>
                </c:pt>
                <c:pt idx="1473">
                  <c:v>50.86981201</c:v>
                </c:pt>
                <c:pt idx="1474">
                  <c:v>50.8692627</c:v>
                </c:pt>
                <c:pt idx="1475">
                  <c:v>50.86856131</c:v>
                </c:pt>
                <c:pt idx="1476">
                  <c:v>50.86793518</c:v>
                </c:pt>
                <c:pt idx="1477">
                  <c:v>50.86767682</c:v>
                </c:pt>
                <c:pt idx="1478">
                  <c:v>50.86702508</c:v>
                </c:pt>
                <c:pt idx="1479">
                  <c:v>50.86646646</c:v>
                </c:pt>
                <c:pt idx="1480">
                  <c:v>50.86590783</c:v>
                </c:pt>
                <c:pt idx="1481">
                  <c:v>50.86530265</c:v>
                </c:pt>
                <c:pt idx="1482">
                  <c:v>50.86477661</c:v>
                </c:pt>
                <c:pt idx="1483">
                  <c:v>50.86422729</c:v>
                </c:pt>
                <c:pt idx="1484">
                  <c:v>50.86367332</c:v>
                </c:pt>
                <c:pt idx="1485">
                  <c:v>50.8631147</c:v>
                </c:pt>
                <c:pt idx="1486">
                  <c:v>50.86235046</c:v>
                </c:pt>
                <c:pt idx="1487">
                  <c:v>50.86180115</c:v>
                </c:pt>
                <c:pt idx="1488">
                  <c:v>50.86125261</c:v>
                </c:pt>
                <c:pt idx="1489">
                  <c:v>50.86069398</c:v>
                </c:pt>
                <c:pt idx="1490">
                  <c:v>50.86006165</c:v>
                </c:pt>
                <c:pt idx="1491">
                  <c:v>50.85976294</c:v>
                </c:pt>
                <c:pt idx="1492">
                  <c:v>50.85919189</c:v>
                </c:pt>
                <c:pt idx="1493">
                  <c:v>50.85859913</c:v>
                </c:pt>
                <c:pt idx="1494">
                  <c:v>50.85809326</c:v>
                </c:pt>
                <c:pt idx="1495">
                  <c:v>50.85738877</c:v>
                </c:pt>
                <c:pt idx="1496">
                  <c:v>50.85683014</c:v>
                </c:pt>
                <c:pt idx="1497">
                  <c:v>50.85621643</c:v>
                </c:pt>
                <c:pt idx="1498">
                  <c:v>50.85566634</c:v>
                </c:pt>
                <c:pt idx="1499">
                  <c:v>50.85516357</c:v>
                </c:pt>
                <c:pt idx="1500">
                  <c:v>50.85464219</c:v>
                </c:pt>
                <c:pt idx="1501">
                  <c:v>50.85399046</c:v>
                </c:pt>
                <c:pt idx="1502">
                  <c:v>50.85351563</c:v>
                </c:pt>
                <c:pt idx="1503">
                  <c:v>50.8528732</c:v>
                </c:pt>
                <c:pt idx="1504">
                  <c:v>50.85236113</c:v>
                </c:pt>
                <c:pt idx="1505">
                  <c:v>50.8518025</c:v>
                </c:pt>
                <c:pt idx="1506">
                  <c:v>50.85124388</c:v>
                </c:pt>
                <c:pt idx="1507">
                  <c:v>50.85072327</c:v>
                </c:pt>
                <c:pt idx="1508">
                  <c:v>50.85012817</c:v>
                </c:pt>
                <c:pt idx="1509">
                  <c:v>50.84953308</c:v>
                </c:pt>
                <c:pt idx="1510">
                  <c:v>50.84882316</c:v>
                </c:pt>
                <c:pt idx="1511">
                  <c:v>50.84817143</c:v>
                </c:pt>
                <c:pt idx="1512">
                  <c:v>50.84793091</c:v>
                </c:pt>
                <c:pt idx="1513">
                  <c:v>50.84710693</c:v>
                </c:pt>
                <c:pt idx="1514">
                  <c:v>50.84651184</c:v>
                </c:pt>
                <c:pt idx="1515">
                  <c:v>50.84598347</c:v>
                </c:pt>
                <c:pt idx="1516">
                  <c:v>50.84542485</c:v>
                </c:pt>
                <c:pt idx="1517">
                  <c:v>50.84486389</c:v>
                </c:pt>
                <c:pt idx="1518">
                  <c:v>50.84435414</c:v>
                </c:pt>
                <c:pt idx="1519">
                  <c:v>50.84379552</c:v>
                </c:pt>
                <c:pt idx="1520">
                  <c:v>50.84319034</c:v>
                </c:pt>
                <c:pt idx="1521">
                  <c:v>50.8427124</c:v>
                </c:pt>
                <c:pt idx="1522">
                  <c:v>50.84211964</c:v>
                </c:pt>
                <c:pt idx="1523">
                  <c:v>50.84152222</c:v>
                </c:pt>
                <c:pt idx="1524">
                  <c:v>50.8409729</c:v>
                </c:pt>
                <c:pt idx="1525">
                  <c:v>50.84044376</c:v>
                </c:pt>
                <c:pt idx="1526">
                  <c:v>50.83978271</c:v>
                </c:pt>
                <c:pt idx="1527">
                  <c:v>50.83927995</c:v>
                </c:pt>
                <c:pt idx="1528">
                  <c:v>50.83863831</c:v>
                </c:pt>
                <c:pt idx="1529">
                  <c:v>50.83839546</c:v>
                </c:pt>
                <c:pt idx="1530">
                  <c:v>50.83774373</c:v>
                </c:pt>
                <c:pt idx="1531">
                  <c:v>50.837092</c:v>
                </c:pt>
                <c:pt idx="1532">
                  <c:v>50.83653337</c:v>
                </c:pt>
                <c:pt idx="1533">
                  <c:v>50.83602129</c:v>
                </c:pt>
                <c:pt idx="1534">
                  <c:v>50.83546267</c:v>
                </c:pt>
                <c:pt idx="1535">
                  <c:v>50.83493042</c:v>
                </c:pt>
                <c:pt idx="1536">
                  <c:v>50.8341592</c:v>
                </c:pt>
                <c:pt idx="1537">
                  <c:v>50.83364868</c:v>
                </c:pt>
                <c:pt idx="1538">
                  <c:v>50.83309937</c:v>
                </c:pt>
                <c:pt idx="1539">
                  <c:v>50.83257643</c:v>
                </c:pt>
                <c:pt idx="1540">
                  <c:v>50.83197125</c:v>
                </c:pt>
                <c:pt idx="1541">
                  <c:v>50.83150573</c:v>
                </c:pt>
                <c:pt idx="1542">
                  <c:v>50.83099365</c:v>
                </c:pt>
                <c:pt idx="1543">
                  <c:v>50.83029537</c:v>
                </c:pt>
                <c:pt idx="1544">
                  <c:v>50.82973674</c:v>
                </c:pt>
                <c:pt idx="1545">
                  <c:v>50.82925415</c:v>
                </c:pt>
                <c:pt idx="1546">
                  <c:v>50.82861328</c:v>
                </c:pt>
                <c:pt idx="1547">
                  <c:v>50.82806396</c:v>
                </c:pt>
                <c:pt idx="1548">
                  <c:v>50.82740913</c:v>
                </c:pt>
                <c:pt idx="1549">
                  <c:v>50.82703671</c:v>
                </c:pt>
                <c:pt idx="1550">
                  <c:v>50.82647809</c:v>
                </c:pt>
                <c:pt idx="1551">
                  <c:v>50.82591946</c:v>
                </c:pt>
                <c:pt idx="1552">
                  <c:v>50.82536083</c:v>
                </c:pt>
                <c:pt idx="1553">
                  <c:v>50.82476807</c:v>
                </c:pt>
                <c:pt idx="1554">
                  <c:v>50.82398987</c:v>
                </c:pt>
                <c:pt idx="1555">
                  <c:v>50.8235321</c:v>
                </c:pt>
                <c:pt idx="1556">
                  <c:v>50.82293701</c:v>
                </c:pt>
                <c:pt idx="1557">
                  <c:v>50.82242804</c:v>
                </c:pt>
                <c:pt idx="1558">
                  <c:v>50.82188416</c:v>
                </c:pt>
                <c:pt idx="1559">
                  <c:v>50.82128906</c:v>
                </c:pt>
                <c:pt idx="1560">
                  <c:v>50.82079871</c:v>
                </c:pt>
                <c:pt idx="1561">
                  <c:v>50.82028198</c:v>
                </c:pt>
                <c:pt idx="1562">
                  <c:v>50.81968146</c:v>
                </c:pt>
                <c:pt idx="1563">
                  <c:v>50.81902973</c:v>
                </c:pt>
                <c:pt idx="1564">
                  <c:v>50.81854248</c:v>
                </c:pt>
                <c:pt idx="1565">
                  <c:v>50.81805213</c:v>
                </c:pt>
                <c:pt idx="1566">
                  <c:v>50.8174004</c:v>
                </c:pt>
                <c:pt idx="1567">
                  <c:v>50.81680298</c:v>
                </c:pt>
                <c:pt idx="1568">
                  <c:v>50.81628315</c:v>
                </c:pt>
                <c:pt idx="1569">
                  <c:v>50.81567797</c:v>
                </c:pt>
                <c:pt idx="1570">
                  <c:v>50.81506348</c:v>
                </c:pt>
                <c:pt idx="1571">
                  <c:v>50.81460571</c:v>
                </c:pt>
                <c:pt idx="1572">
                  <c:v>50.8140564</c:v>
                </c:pt>
                <c:pt idx="1573">
                  <c:v>50.81349001</c:v>
                </c:pt>
                <c:pt idx="1574">
                  <c:v>50.81300354</c:v>
                </c:pt>
                <c:pt idx="1575">
                  <c:v>50.81246586</c:v>
                </c:pt>
                <c:pt idx="1576">
                  <c:v>50.81190491</c:v>
                </c:pt>
                <c:pt idx="1577">
                  <c:v>50.81130206</c:v>
                </c:pt>
                <c:pt idx="1578">
                  <c:v>50.81057739</c:v>
                </c:pt>
                <c:pt idx="1579">
                  <c:v>50.81023135</c:v>
                </c:pt>
                <c:pt idx="1580">
                  <c:v>50.80961609</c:v>
                </c:pt>
                <c:pt idx="1581">
                  <c:v>50.80915833</c:v>
                </c:pt>
                <c:pt idx="1582">
                  <c:v>50.80847168</c:v>
                </c:pt>
                <c:pt idx="1583">
                  <c:v>50.80781064</c:v>
                </c:pt>
                <c:pt idx="1584">
                  <c:v>50.80728149</c:v>
                </c:pt>
                <c:pt idx="1585">
                  <c:v>50.80659485</c:v>
                </c:pt>
                <c:pt idx="1586">
                  <c:v>50.80595398</c:v>
                </c:pt>
                <c:pt idx="1587">
                  <c:v>50.80540466</c:v>
                </c:pt>
                <c:pt idx="1588">
                  <c:v>50.80511061</c:v>
                </c:pt>
                <c:pt idx="1589">
                  <c:v>50.80455198</c:v>
                </c:pt>
                <c:pt idx="1590">
                  <c:v>50.80371404</c:v>
                </c:pt>
                <c:pt idx="1591">
                  <c:v>50.80310886</c:v>
                </c:pt>
                <c:pt idx="1592">
                  <c:v>50.80255024</c:v>
                </c:pt>
                <c:pt idx="1593">
                  <c:v>50.80208471</c:v>
                </c:pt>
                <c:pt idx="1594">
                  <c:v>50.80147953</c:v>
                </c:pt>
                <c:pt idx="1595">
                  <c:v>50.80119324</c:v>
                </c:pt>
                <c:pt idx="1596">
                  <c:v>50.80036926</c:v>
                </c:pt>
                <c:pt idx="1597">
                  <c:v>50.79980365</c:v>
                </c:pt>
                <c:pt idx="1598">
                  <c:v>50.79927063</c:v>
                </c:pt>
                <c:pt idx="1599">
                  <c:v>50.79863985</c:v>
                </c:pt>
                <c:pt idx="1600">
                  <c:v>50.79812622</c:v>
                </c:pt>
                <c:pt idx="1601">
                  <c:v>50.79756915</c:v>
                </c:pt>
                <c:pt idx="1602">
                  <c:v>50.79707336</c:v>
                </c:pt>
                <c:pt idx="1603">
                  <c:v>50.79640534</c:v>
                </c:pt>
                <c:pt idx="1604">
                  <c:v>50.79592896</c:v>
                </c:pt>
                <c:pt idx="1605">
                  <c:v>50.79524153</c:v>
                </c:pt>
                <c:pt idx="1606">
                  <c:v>50.79468291</c:v>
                </c:pt>
                <c:pt idx="1607">
                  <c:v>50.79407773</c:v>
                </c:pt>
                <c:pt idx="1608">
                  <c:v>50.79356565</c:v>
                </c:pt>
                <c:pt idx="1609">
                  <c:v>50.79295349</c:v>
                </c:pt>
                <c:pt idx="1610">
                  <c:v>50.79230874</c:v>
                </c:pt>
                <c:pt idx="1611">
                  <c:v>50.79176331</c:v>
                </c:pt>
                <c:pt idx="1612">
                  <c:v>50.79116821</c:v>
                </c:pt>
                <c:pt idx="1613">
                  <c:v>50.79067941</c:v>
                </c:pt>
                <c:pt idx="1614">
                  <c:v>50.79016113</c:v>
                </c:pt>
                <c:pt idx="1615">
                  <c:v>50.78946906</c:v>
                </c:pt>
                <c:pt idx="1616">
                  <c:v>50.78891043</c:v>
                </c:pt>
                <c:pt idx="1617">
                  <c:v>50.7883518</c:v>
                </c:pt>
                <c:pt idx="1618">
                  <c:v>50.78793283</c:v>
                </c:pt>
                <c:pt idx="1619">
                  <c:v>50.787323</c:v>
                </c:pt>
                <c:pt idx="1620">
                  <c:v>50.78672791</c:v>
                </c:pt>
                <c:pt idx="1621">
                  <c:v>50.78607074</c:v>
                </c:pt>
                <c:pt idx="1622">
                  <c:v>50.78551212</c:v>
                </c:pt>
                <c:pt idx="1623">
                  <c:v>50.78504659</c:v>
                </c:pt>
                <c:pt idx="1624">
                  <c:v>50.78439486</c:v>
                </c:pt>
                <c:pt idx="1625">
                  <c:v>50.78379822</c:v>
                </c:pt>
                <c:pt idx="1626">
                  <c:v>50.78327761</c:v>
                </c:pt>
                <c:pt idx="1627">
                  <c:v>50.78256226</c:v>
                </c:pt>
                <c:pt idx="1628">
                  <c:v>50.78210449</c:v>
                </c:pt>
                <c:pt idx="1629">
                  <c:v>50.78155518</c:v>
                </c:pt>
                <c:pt idx="1630">
                  <c:v>50.7810431</c:v>
                </c:pt>
                <c:pt idx="1631">
                  <c:v>50.78039137</c:v>
                </c:pt>
                <c:pt idx="1632">
                  <c:v>50.7797699</c:v>
                </c:pt>
                <c:pt idx="1633">
                  <c:v>50.77931213</c:v>
                </c:pt>
                <c:pt idx="1634">
                  <c:v>50.77867126</c:v>
                </c:pt>
                <c:pt idx="1635">
                  <c:v>50.77812195</c:v>
                </c:pt>
                <c:pt idx="1636">
                  <c:v>50.77759824</c:v>
                </c:pt>
                <c:pt idx="1637">
                  <c:v>50.77697754</c:v>
                </c:pt>
                <c:pt idx="1638">
                  <c:v>50.77633667</c:v>
                </c:pt>
                <c:pt idx="1639">
                  <c:v>50.77587891</c:v>
                </c:pt>
                <c:pt idx="1640">
                  <c:v>50.77527062</c:v>
                </c:pt>
                <c:pt idx="1641">
                  <c:v>50.77468872</c:v>
                </c:pt>
                <c:pt idx="1642">
                  <c:v>50.77415337</c:v>
                </c:pt>
                <c:pt idx="1643">
                  <c:v>50.77359474</c:v>
                </c:pt>
                <c:pt idx="1644">
                  <c:v>50.77290344</c:v>
                </c:pt>
                <c:pt idx="1645">
                  <c:v>50.77244568</c:v>
                </c:pt>
                <c:pt idx="1646">
                  <c:v>50.77182576</c:v>
                </c:pt>
                <c:pt idx="1647">
                  <c:v>50.77126713</c:v>
                </c:pt>
                <c:pt idx="1648">
                  <c:v>50.7706154</c:v>
                </c:pt>
                <c:pt idx="1649">
                  <c:v>50.77011108</c:v>
                </c:pt>
                <c:pt idx="1650">
                  <c:v>50.76956177</c:v>
                </c:pt>
                <c:pt idx="1651">
                  <c:v>50.7689209</c:v>
                </c:pt>
                <c:pt idx="1652">
                  <c:v>50.76842744</c:v>
                </c:pt>
                <c:pt idx="1653">
                  <c:v>50.76782227</c:v>
                </c:pt>
                <c:pt idx="1654">
                  <c:v>50.76713562</c:v>
                </c:pt>
                <c:pt idx="1655">
                  <c:v>50.76665846</c:v>
                </c:pt>
                <c:pt idx="1656">
                  <c:v>50.76605328</c:v>
                </c:pt>
                <c:pt idx="1657">
                  <c:v>50.76571655</c:v>
                </c:pt>
                <c:pt idx="1658">
                  <c:v>50.76516724</c:v>
                </c:pt>
                <c:pt idx="1659">
                  <c:v>50.76452637</c:v>
                </c:pt>
                <c:pt idx="1660">
                  <c:v>50.76393127</c:v>
                </c:pt>
                <c:pt idx="1661">
                  <c:v>50.76315308</c:v>
                </c:pt>
                <c:pt idx="1662">
                  <c:v>50.76264954</c:v>
                </c:pt>
                <c:pt idx="1663">
                  <c:v>50.76209634</c:v>
                </c:pt>
                <c:pt idx="1664">
                  <c:v>50.76159668</c:v>
                </c:pt>
                <c:pt idx="1665">
                  <c:v>50.76097909</c:v>
                </c:pt>
                <c:pt idx="1666">
                  <c:v>50.76032736</c:v>
                </c:pt>
                <c:pt idx="1667">
                  <c:v>50.76004028</c:v>
                </c:pt>
                <c:pt idx="1668">
                  <c:v>50.75934976</c:v>
                </c:pt>
                <c:pt idx="1669">
                  <c:v>50.75855837</c:v>
                </c:pt>
                <c:pt idx="1670">
                  <c:v>50.75809285</c:v>
                </c:pt>
                <c:pt idx="1671">
                  <c:v>50.75756836</c:v>
                </c:pt>
                <c:pt idx="1672">
                  <c:v>50.75692749</c:v>
                </c:pt>
                <c:pt idx="1673">
                  <c:v>50.75637817</c:v>
                </c:pt>
                <c:pt idx="1674">
                  <c:v>50.75578308</c:v>
                </c:pt>
                <c:pt idx="1675">
                  <c:v>50.75518799</c:v>
                </c:pt>
                <c:pt idx="1676">
                  <c:v>50.75464798</c:v>
                </c:pt>
                <c:pt idx="1677">
                  <c:v>50.7539978</c:v>
                </c:pt>
                <c:pt idx="1678">
                  <c:v>50.75349426</c:v>
                </c:pt>
                <c:pt idx="1679">
                  <c:v>50.7529721</c:v>
                </c:pt>
                <c:pt idx="1680">
                  <c:v>50.75241347</c:v>
                </c:pt>
                <c:pt idx="1681">
                  <c:v>50.75184631</c:v>
                </c:pt>
                <c:pt idx="1682">
                  <c:v>50.75129622</c:v>
                </c:pt>
                <c:pt idx="1683">
                  <c:v>50.75073759</c:v>
                </c:pt>
                <c:pt idx="1684">
                  <c:v>50.75010681</c:v>
                </c:pt>
                <c:pt idx="1685">
                  <c:v>50.74952724</c:v>
                </c:pt>
                <c:pt idx="1686">
                  <c:v>50.74896861</c:v>
                </c:pt>
                <c:pt idx="1687">
                  <c:v>50.74836343</c:v>
                </c:pt>
                <c:pt idx="1688">
                  <c:v>50.74786377</c:v>
                </c:pt>
                <c:pt idx="1689">
                  <c:v>50.7472229</c:v>
                </c:pt>
                <c:pt idx="1690">
                  <c:v>50.74667358</c:v>
                </c:pt>
                <c:pt idx="1691">
                  <c:v>50.74607849</c:v>
                </c:pt>
                <c:pt idx="1692">
                  <c:v>50.74552374</c:v>
                </c:pt>
                <c:pt idx="1693">
                  <c:v>50.74491856</c:v>
                </c:pt>
                <c:pt idx="1694">
                  <c:v>50.74443054</c:v>
                </c:pt>
                <c:pt idx="1695">
                  <c:v>50.74384786</c:v>
                </c:pt>
                <c:pt idx="1696">
                  <c:v>50.74328924</c:v>
                </c:pt>
                <c:pt idx="1697">
                  <c:v>50.74250793</c:v>
                </c:pt>
                <c:pt idx="1698">
                  <c:v>50.74195862</c:v>
                </c:pt>
                <c:pt idx="1699">
                  <c:v>50.74138059</c:v>
                </c:pt>
                <c:pt idx="1700">
                  <c:v>50.74085999</c:v>
                </c:pt>
                <c:pt idx="1701">
                  <c:v>50.74035645</c:v>
                </c:pt>
                <c:pt idx="1702">
                  <c:v>50.73980713</c:v>
                </c:pt>
                <c:pt idx="1703">
                  <c:v>50.73907471</c:v>
                </c:pt>
                <c:pt idx="1704">
                  <c:v>50.73854091</c:v>
                </c:pt>
                <c:pt idx="1705">
                  <c:v>50.73793573</c:v>
                </c:pt>
                <c:pt idx="1706">
                  <c:v>50.73738098</c:v>
                </c:pt>
                <c:pt idx="1707">
                  <c:v>50.73692322</c:v>
                </c:pt>
                <c:pt idx="1708">
                  <c:v>50.7363739</c:v>
                </c:pt>
                <c:pt idx="1709">
                  <c:v>50.73573303</c:v>
                </c:pt>
                <c:pt idx="1710">
                  <c:v>50.73518915</c:v>
                </c:pt>
                <c:pt idx="1711">
                  <c:v>50.73458862</c:v>
                </c:pt>
                <c:pt idx="1712">
                  <c:v>50.73397879</c:v>
                </c:pt>
                <c:pt idx="1713">
                  <c:v>50.73348999</c:v>
                </c:pt>
                <c:pt idx="1714">
                  <c:v>50.73286154</c:v>
                </c:pt>
                <c:pt idx="1715">
                  <c:v>50.7322098</c:v>
                </c:pt>
                <c:pt idx="1716">
                  <c:v>50.73165118</c:v>
                </c:pt>
                <c:pt idx="1717">
                  <c:v>50.731046</c:v>
                </c:pt>
                <c:pt idx="1718">
                  <c:v>50.73053392</c:v>
                </c:pt>
                <c:pt idx="1719">
                  <c:v>50.7299753</c:v>
                </c:pt>
                <c:pt idx="1720">
                  <c:v>50.72932434</c:v>
                </c:pt>
                <c:pt idx="1721">
                  <c:v>50.72876494</c:v>
                </c:pt>
                <c:pt idx="1722">
                  <c:v>50.72815976</c:v>
                </c:pt>
                <c:pt idx="1723">
                  <c:v>50.72769424</c:v>
                </c:pt>
                <c:pt idx="1724">
                  <c:v>50.72717285</c:v>
                </c:pt>
                <c:pt idx="1725">
                  <c:v>50.7263031</c:v>
                </c:pt>
                <c:pt idx="1726">
                  <c:v>50.72601836</c:v>
                </c:pt>
                <c:pt idx="1727">
                  <c:v>50.72538757</c:v>
                </c:pt>
                <c:pt idx="1728">
                  <c:v>50.72515869</c:v>
                </c:pt>
                <c:pt idx="1729">
                  <c:v>50.72419739</c:v>
                </c:pt>
                <c:pt idx="1730">
                  <c:v>50.72355109</c:v>
                </c:pt>
                <c:pt idx="1731">
                  <c:v>50.72299246</c:v>
                </c:pt>
                <c:pt idx="1732">
                  <c:v>50.72234073</c:v>
                </c:pt>
                <c:pt idx="1733">
                  <c:v>50.72181702</c:v>
                </c:pt>
                <c:pt idx="1734">
                  <c:v>50.72131658</c:v>
                </c:pt>
                <c:pt idx="1735">
                  <c:v>50.72066485</c:v>
                </c:pt>
                <c:pt idx="1736">
                  <c:v>50.72003174</c:v>
                </c:pt>
                <c:pt idx="1737">
                  <c:v>50.71950104</c:v>
                </c:pt>
                <c:pt idx="1738">
                  <c:v>50.71893311</c:v>
                </c:pt>
                <c:pt idx="1739">
                  <c:v>50.71833801</c:v>
                </c:pt>
                <c:pt idx="1740">
                  <c:v>50.71782516</c:v>
                </c:pt>
                <c:pt idx="1741">
                  <c:v>50.71723938</c:v>
                </c:pt>
                <c:pt idx="1742">
                  <c:v>50.71664429</c:v>
                </c:pt>
                <c:pt idx="1743">
                  <c:v>50.71618652</c:v>
                </c:pt>
                <c:pt idx="1744">
                  <c:v>50.71549755</c:v>
                </c:pt>
                <c:pt idx="1745">
                  <c:v>50.71503203</c:v>
                </c:pt>
                <c:pt idx="1746">
                  <c:v>50.71440125</c:v>
                </c:pt>
                <c:pt idx="1747">
                  <c:v>50.71385193</c:v>
                </c:pt>
                <c:pt idx="1748">
                  <c:v>50.71321649</c:v>
                </c:pt>
                <c:pt idx="1749">
                  <c:v>50.71251821</c:v>
                </c:pt>
                <c:pt idx="1750">
                  <c:v>50.71205268</c:v>
                </c:pt>
                <c:pt idx="1751">
                  <c:v>50.71138</c:v>
                </c:pt>
                <c:pt idx="1752">
                  <c:v>50.71070267</c:v>
                </c:pt>
                <c:pt idx="1753">
                  <c:v>50.71018982</c:v>
                </c:pt>
                <c:pt idx="1754">
                  <c:v>50.70963197</c:v>
                </c:pt>
                <c:pt idx="1755">
                  <c:v>50.70895386</c:v>
                </c:pt>
                <c:pt idx="1756">
                  <c:v>50.70840454</c:v>
                </c:pt>
                <c:pt idx="1757">
                  <c:v>50.70781643</c:v>
                </c:pt>
                <c:pt idx="1758">
                  <c:v>50.70721125</c:v>
                </c:pt>
                <c:pt idx="1759">
                  <c:v>50.70671082</c:v>
                </c:pt>
                <c:pt idx="1760">
                  <c:v>50.706094</c:v>
                </c:pt>
                <c:pt idx="1761">
                  <c:v>50.70553537</c:v>
                </c:pt>
                <c:pt idx="1762">
                  <c:v>50.70501709</c:v>
                </c:pt>
                <c:pt idx="1763">
                  <c:v>50.70441812</c:v>
                </c:pt>
                <c:pt idx="1764">
                  <c:v>50.70381294</c:v>
                </c:pt>
                <c:pt idx="1765">
                  <c:v>50.70332336</c:v>
                </c:pt>
                <c:pt idx="1766">
                  <c:v>50.70250948</c:v>
                </c:pt>
                <c:pt idx="1767">
                  <c:v>50.70227671</c:v>
                </c:pt>
                <c:pt idx="1768">
                  <c:v>50.70140076</c:v>
                </c:pt>
                <c:pt idx="1769">
                  <c:v>50.70078704</c:v>
                </c:pt>
                <c:pt idx="1770">
                  <c:v>50.70022842</c:v>
                </c:pt>
                <c:pt idx="1771">
                  <c:v>50.69970703</c:v>
                </c:pt>
                <c:pt idx="1772">
                  <c:v>50.69915771</c:v>
                </c:pt>
                <c:pt idx="1773">
                  <c:v>50.69865417</c:v>
                </c:pt>
                <c:pt idx="1774">
                  <c:v>50.69808701</c:v>
                </c:pt>
                <c:pt idx="1775">
                  <c:v>50.69748183</c:v>
                </c:pt>
                <c:pt idx="1776">
                  <c:v>50.69696045</c:v>
                </c:pt>
                <c:pt idx="1777">
                  <c:v>50.69627148</c:v>
                </c:pt>
                <c:pt idx="1778">
                  <c:v>50.6956663</c:v>
                </c:pt>
                <c:pt idx="1779">
                  <c:v>50.69510767</c:v>
                </c:pt>
                <c:pt idx="1780">
                  <c:v>50.69439697</c:v>
                </c:pt>
                <c:pt idx="1781">
                  <c:v>50.69389731</c:v>
                </c:pt>
                <c:pt idx="1782">
                  <c:v>50.69329213</c:v>
                </c:pt>
                <c:pt idx="1783">
                  <c:v>50.6926404</c:v>
                </c:pt>
                <c:pt idx="1784">
                  <c:v>50.69215393</c:v>
                </c:pt>
                <c:pt idx="1785">
                  <c:v>50.69155884</c:v>
                </c:pt>
                <c:pt idx="1786">
                  <c:v>50.69091797</c:v>
                </c:pt>
                <c:pt idx="1787">
                  <c:v>50.69032288</c:v>
                </c:pt>
                <c:pt idx="1788">
                  <c:v>50.68980072</c:v>
                </c:pt>
                <c:pt idx="1789">
                  <c:v>50.68917847</c:v>
                </c:pt>
                <c:pt idx="1790">
                  <c:v>50.68849182</c:v>
                </c:pt>
                <c:pt idx="1791">
                  <c:v>50.68798518</c:v>
                </c:pt>
                <c:pt idx="1792">
                  <c:v>50.68761276</c:v>
                </c:pt>
                <c:pt idx="1793">
                  <c:v>50.68705413</c:v>
                </c:pt>
                <c:pt idx="1794">
                  <c:v>50.686203</c:v>
                </c:pt>
                <c:pt idx="1795">
                  <c:v>50.68565369</c:v>
                </c:pt>
                <c:pt idx="1796">
                  <c:v>50.68501282</c:v>
                </c:pt>
                <c:pt idx="1797">
                  <c:v>50.68444721</c:v>
                </c:pt>
                <c:pt idx="1798">
                  <c:v>50.68388858</c:v>
                </c:pt>
                <c:pt idx="1799">
                  <c:v>50.6832834</c:v>
                </c:pt>
                <c:pt idx="1800">
                  <c:v>50.68299866</c:v>
                </c:pt>
                <c:pt idx="1801">
                  <c:v>50.68235779</c:v>
                </c:pt>
                <c:pt idx="1802">
                  <c:v>50.6817627</c:v>
                </c:pt>
                <c:pt idx="1803">
                  <c:v>50.68104889</c:v>
                </c:pt>
                <c:pt idx="1804">
                  <c:v>50.6803894</c:v>
                </c:pt>
                <c:pt idx="1805">
                  <c:v>50.67988509</c:v>
                </c:pt>
                <c:pt idx="1806">
                  <c:v>50.67927991</c:v>
                </c:pt>
                <c:pt idx="1807">
                  <c:v>50.67862818</c:v>
                </c:pt>
                <c:pt idx="1808">
                  <c:v>50.67806955</c:v>
                </c:pt>
                <c:pt idx="1809">
                  <c:v>50.67741394</c:v>
                </c:pt>
                <c:pt idx="1810">
                  <c:v>50.67681885</c:v>
                </c:pt>
                <c:pt idx="1811">
                  <c:v>50.67648678</c:v>
                </c:pt>
                <c:pt idx="1812">
                  <c:v>50.67558289</c:v>
                </c:pt>
                <c:pt idx="1813">
                  <c:v>50.67504366</c:v>
                </c:pt>
                <c:pt idx="1814">
                  <c:v>50.67448425</c:v>
                </c:pt>
                <c:pt idx="1815">
                  <c:v>50.67398071</c:v>
                </c:pt>
                <c:pt idx="1816">
                  <c:v>50.6734314</c:v>
                </c:pt>
                <c:pt idx="1817">
                  <c:v>50.67280915</c:v>
                </c:pt>
                <c:pt idx="1818">
                  <c:v>50.67225052</c:v>
                </c:pt>
                <c:pt idx="1819">
                  <c:v>50.67164534</c:v>
                </c:pt>
                <c:pt idx="1820">
                  <c:v>50.67105103</c:v>
                </c:pt>
                <c:pt idx="1821">
                  <c:v>50.67045593</c:v>
                </c:pt>
                <c:pt idx="1822">
                  <c:v>50.66982981</c:v>
                </c:pt>
                <c:pt idx="1823">
                  <c:v>50.66927118</c:v>
                </c:pt>
                <c:pt idx="1824">
                  <c:v>50.66871255</c:v>
                </c:pt>
                <c:pt idx="1825">
                  <c:v>50.66807556</c:v>
                </c:pt>
                <c:pt idx="1826">
                  <c:v>50.66743469</c:v>
                </c:pt>
                <c:pt idx="1827">
                  <c:v>50.66675736</c:v>
                </c:pt>
                <c:pt idx="1828">
                  <c:v>50.6665246</c:v>
                </c:pt>
                <c:pt idx="1829">
                  <c:v>50.66560364</c:v>
                </c:pt>
                <c:pt idx="1830">
                  <c:v>50.66537476</c:v>
                </c:pt>
                <c:pt idx="1831">
                  <c:v>50.66455078</c:v>
                </c:pt>
                <c:pt idx="1832">
                  <c:v>50.66382457</c:v>
                </c:pt>
                <c:pt idx="1833">
                  <c:v>50.66345215</c:v>
                </c:pt>
                <c:pt idx="1834">
                  <c:v>50.66289352</c:v>
                </c:pt>
                <c:pt idx="1835">
                  <c:v>50.66228834</c:v>
                </c:pt>
                <c:pt idx="1836">
                  <c:v>50.66148376</c:v>
                </c:pt>
                <c:pt idx="1837">
                  <c:v>50.66125488</c:v>
                </c:pt>
                <c:pt idx="1838">
                  <c:v>50.66061401</c:v>
                </c:pt>
                <c:pt idx="1839">
                  <c:v>50.65996073</c:v>
                </c:pt>
                <c:pt idx="1840">
                  <c:v>50.65935555</c:v>
                </c:pt>
                <c:pt idx="1841">
                  <c:v>50.65864563</c:v>
                </c:pt>
                <c:pt idx="1842">
                  <c:v>50.65805054</c:v>
                </c:pt>
                <c:pt idx="1843">
                  <c:v>50.65754001</c:v>
                </c:pt>
                <c:pt idx="1844">
                  <c:v>50.65688828</c:v>
                </c:pt>
                <c:pt idx="1845">
                  <c:v>50.65642276</c:v>
                </c:pt>
                <c:pt idx="1846">
                  <c:v>50.65567017</c:v>
                </c:pt>
                <c:pt idx="1847">
                  <c:v>50.65530551</c:v>
                </c:pt>
                <c:pt idx="1848">
                  <c:v>50.65466309</c:v>
                </c:pt>
                <c:pt idx="1849">
                  <c:v>50.65420532</c:v>
                </c:pt>
                <c:pt idx="1850">
                  <c:v>50.65353652</c:v>
                </c:pt>
                <c:pt idx="1851">
                  <c:v>50.65288479</c:v>
                </c:pt>
                <c:pt idx="1852">
                  <c:v>50.65227961</c:v>
                </c:pt>
                <c:pt idx="1853">
                  <c:v>50.65172098</c:v>
                </c:pt>
                <c:pt idx="1854">
                  <c:v>50.65106925</c:v>
                </c:pt>
                <c:pt idx="1855">
                  <c:v>50.65046407</c:v>
                </c:pt>
                <c:pt idx="1856">
                  <c:v>50.64985889</c:v>
                </c:pt>
                <c:pt idx="1857">
                  <c:v>50.64926147</c:v>
                </c:pt>
                <c:pt idx="1858">
                  <c:v>50.64874164</c:v>
                </c:pt>
                <c:pt idx="1859">
                  <c:v>50.64813646</c:v>
                </c:pt>
                <c:pt idx="1860">
                  <c:v>50.64756775</c:v>
                </c:pt>
                <c:pt idx="1861">
                  <c:v>50.64697266</c:v>
                </c:pt>
                <c:pt idx="1862">
                  <c:v>50.64641403</c:v>
                </c:pt>
                <c:pt idx="1863">
                  <c:v>50.6457623</c:v>
                </c:pt>
                <c:pt idx="1864">
                  <c:v>50.64492436</c:v>
                </c:pt>
                <c:pt idx="1865">
                  <c:v>50.6446916</c:v>
                </c:pt>
                <c:pt idx="1866">
                  <c:v>50.64399719</c:v>
                </c:pt>
                <c:pt idx="1867">
                  <c:v>50.64349365</c:v>
                </c:pt>
                <c:pt idx="1868">
                  <c:v>50.64276123</c:v>
                </c:pt>
                <c:pt idx="1869">
                  <c:v>50.64199157</c:v>
                </c:pt>
                <c:pt idx="1870">
                  <c:v>50.6416626</c:v>
                </c:pt>
                <c:pt idx="1871">
                  <c:v>50.64097595</c:v>
                </c:pt>
                <c:pt idx="1872">
                  <c:v>50.64026913</c:v>
                </c:pt>
                <c:pt idx="1873">
                  <c:v>50.63969421</c:v>
                </c:pt>
                <c:pt idx="1874">
                  <c:v>50.63909912</c:v>
                </c:pt>
                <c:pt idx="1875">
                  <c:v>50.63845825</c:v>
                </c:pt>
                <c:pt idx="1876">
                  <c:v>50.63794152</c:v>
                </c:pt>
                <c:pt idx="1877">
                  <c:v>50.63726807</c:v>
                </c:pt>
                <c:pt idx="1878">
                  <c:v>50.63696393</c:v>
                </c:pt>
                <c:pt idx="1879">
                  <c:v>50.63631219</c:v>
                </c:pt>
                <c:pt idx="1880">
                  <c:v>50.63566589</c:v>
                </c:pt>
                <c:pt idx="1881">
                  <c:v>50.63514839</c:v>
                </c:pt>
                <c:pt idx="1882">
                  <c:v>50.63442993</c:v>
                </c:pt>
                <c:pt idx="1883">
                  <c:v>50.63383484</c:v>
                </c:pt>
                <c:pt idx="1884">
                  <c:v>50.63319397</c:v>
                </c:pt>
                <c:pt idx="1885">
                  <c:v>50.63254146</c:v>
                </c:pt>
                <c:pt idx="1886">
                  <c:v>50.63207594</c:v>
                </c:pt>
                <c:pt idx="1887">
                  <c:v>50.63140869</c:v>
                </c:pt>
                <c:pt idx="1888">
                  <c:v>50.63076782</c:v>
                </c:pt>
                <c:pt idx="1889">
                  <c:v>50.63017273</c:v>
                </c:pt>
                <c:pt idx="1890">
                  <c:v>50.62965522</c:v>
                </c:pt>
                <c:pt idx="1891">
                  <c:v>50.62895694</c:v>
                </c:pt>
                <c:pt idx="1892">
                  <c:v>50.62843323</c:v>
                </c:pt>
                <c:pt idx="1893">
                  <c:v>50.62783813</c:v>
                </c:pt>
                <c:pt idx="1894">
                  <c:v>50.62732761</c:v>
                </c:pt>
                <c:pt idx="1895">
                  <c:v>50.6267395</c:v>
                </c:pt>
                <c:pt idx="1896">
                  <c:v>50.62621036</c:v>
                </c:pt>
                <c:pt idx="1897">
                  <c:v>50.62555863</c:v>
                </c:pt>
                <c:pt idx="1898">
                  <c:v>50.625</c:v>
                </c:pt>
                <c:pt idx="1899">
                  <c:v>50.62448793</c:v>
                </c:pt>
                <c:pt idx="1900">
                  <c:v>50.62378964</c:v>
                </c:pt>
                <c:pt idx="1901">
                  <c:v>50.6232605</c:v>
                </c:pt>
                <c:pt idx="1902">
                  <c:v>50.62271894</c:v>
                </c:pt>
                <c:pt idx="1903">
                  <c:v>50.62202454</c:v>
                </c:pt>
                <c:pt idx="1904">
                  <c:v>50.62142944</c:v>
                </c:pt>
                <c:pt idx="1905">
                  <c:v>50.62067064</c:v>
                </c:pt>
                <c:pt idx="1906">
                  <c:v>50.62034478</c:v>
                </c:pt>
                <c:pt idx="1907">
                  <c:v>50.61946106</c:v>
                </c:pt>
                <c:pt idx="1908">
                  <c:v>50.61886597</c:v>
                </c:pt>
                <c:pt idx="1909">
                  <c:v>50.6182251</c:v>
                </c:pt>
                <c:pt idx="1910">
                  <c:v>50.6176913</c:v>
                </c:pt>
                <c:pt idx="1911">
                  <c:v>50.61712646</c:v>
                </c:pt>
                <c:pt idx="1912">
                  <c:v>50.61652749</c:v>
                </c:pt>
                <c:pt idx="1913">
                  <c:v>50.61598206</c:v>
                </c:pt>
                <c:pt idx="1914">
                  <c:v>50.61545679</c:v>
                </c:pt>
                <c:pt idx="1915">
                  <c:v>50.61480506</c:v>
                </c:pt>
                <c:pt idx="1916">
                  <c:v>50.614151</c:v>
                </c:pt>
                <c:pt idx="1917">
                  <c:v>50.61378479</c:v>
                </c:pt>
                <c:pt idx="1918">
                  <c:v>50.61247745</c:v>
                </c:pt>
                <c:pt idx="1919">
                  <c:v>50.61195374</c:v>
                </c:pt>
                <c:pt idx="1920">
                  <c:v>50.61135864</c:v>
                </c:pt>
                <c:pt idx="1921">
                  <c:v>50.61044312</c:v>
                </c:pt>
                <c:pt idx="1922">
                  <c:v>50.60991707</c:v>
                </c:pt>
                <c:pt idx="1923">
                  <c:v>50.60939026</c:v>
                </c:pt>
                <c:pt idx="1924">
                  <c:v>50.60866016</c:v>
                </c:pt>
                <c:pt idx="1925">
                  <c:v>50.60838318</c:v>
                </c:pt>
                <c:pt idx="1926">
                  <c:v>50.6075592</c:v>
                </c:pt>
                <c:pt idx="1927">
                  <c:v>50.60700989</c:v>
                </c:pt>
                <c:pt idx="1928">
                  <c:v>50.60647221</c:v>
                </c:pt>
                <c:pt idx="1929">
                  <c:v>50.60572737</c:v>
                </c:pt>
                <c:pt idx="1930">
                  <c:v>50.60522461</c:v>
                </c:pt>
                <c:pt idx="1931">
                  <c:v>50.60453796</c:v>
                </c:pt>
                <c:pt idx="1932">
                  <c:v>50.60400494</c:v>
                </c:pt>
                <c:pt idx="1933">
                  <c:v>50.60339976</c:v>
                </c:pt>
                <c:pt idx="1934">
                  <c:v>50.60274803</c:v>
                </c:pt>
                <c:pt idx="1935">
                  <c:v>50.60224915</c:v>
                </c:pt>
                <c:pt idx="1936">
                  <c:v>50.60167733</c:v>
                </c:pt>
                <c:pt idx="1937">
                  <c:v>50.60101318</c:v>
                </c:pt>
                <c:pt idx="1938">
                  <c:v>50.60037231</c:v>
                </c:pt>
                <c:pt idx="1939">
                  <c:v>50.59991455</c:v>
                </c:pt>
                <c:pt idx="1940">
                  <c:v>50.59934972</c:v>
                </c:pt>
                <c:pt idx="1941">
                  <c:v>50.59881592</c:v>
                </c:pt>
                <c:pt idx="1942">
                  <c:v>50.59817505</c:v>
                </c:pt>
                <c:pt idx="1943">
                  <c:v>50.59739452</c:v>
                </c:pt>
                <c:pt idx="1944">
                  <c:v>50.59678934</c:v>
                </c:pt>
                <c:pt idx="1945">
                  <c:v>50.59613761</c:v>
                </c:pt>
                <c:pt idx="1946">
                  <c:v>50.59584045</c:v>
                </c:pt>
                <c:pt idx="1947">
                  <c:v>50.59524536</c:v>
                </c:pt>
                <c:pt idx="1948">
                  <c:v>50.59460139</c:v>
                </c:pt>
                <c:pt idx="1949">
                  <c:v>50.59396362</c:v>
                </c:pt>
                <c:pt idx="1950">
                  <c:v>50.59336853</c:v>
                </c:pt>
                <c:pt idx="1951">
                  <c:v>50.59277344</c:v>
                </c:pt>
                <c:pt idx="1952">
                  <c:v>50.59218067</c:v>
                </c:pt>
                <c:pt idx="1953">
                  <c:v>50.59162903</c:v>
                </c:pt>
                <c:pt idx="1954">
                  <c:v>50.59073755</c:v>
                </c:pt>
                <c:pt idx="1955">
                  <c:v>50.59022548</c:v>
                </c:pt>
                <c:pt idx="1956">
                  <c:v>50.5896203</c:v>
                </c:pt>
                <c:pt idx="1957">
                  <c:v>50.58906555</c:v>
                </c:pt>
                <c:pt idx="1958">
                  <c:v>50.58842468</c:v>
                </c:pt>
                <c:pt idx="1959">
                  <c:v>50.58792114</c:v>
                </c:pt>
                <c:pt idx="1960">
                  <c:v>50.58724614</c:v>
                </c:pt>
                <c:pt idx="1961">
                  <c:v>50.58673406</c:v>
                </c:pt>
                <c:pt idx="1962">
                  <c:v>50.58604431</c:v>
                </c:pt>
                <c:pt idx="1963">
                  <c:v>50.5855237</c:v>
                </c:pt>
                <c:pt idx="1964">
                  <c:v>50.58494568</c:v>
                </c:pt>
                <c:pt idx="1965">
                  <c:v>50.58426679</c:v>
                </c:pt>
                <c:pt idx="1966">
                  <c:v>50.58361816</c:v>
                </c:pt>
                <c:pt idx="1967">
                  <c:v>50.58306885</c:v>
                </c:pt>
                <c:pt idx="1968">
                  <c:v>50.58247375</c:v>
                </c:pt>
                <c:pt idx="1969">
                  <c:v>50.58187866</c:v>
                </c:pt>
                <c:pt idx="1970">
                  <c:v>50.581334</c:v>
                </c:pt>
                <c:pt idx="1971">
                  <c:v>50.58072882</c:v>
                </c:pt>
                <c:pt idx="1972">
                  <c:v>50.58007709</c:v>
                </c:pt>
                <c:pt idx="1973">
                  <c:v>50.57954407</c:v>
                </c:pt>
                <c:pt idx="1974">
                  <c:v>50.57885742</c:v>
                </c:pt>
                <c:pt idx="1975">
                  <c:v>50.57839966</c:v>
                </c:pt>
                <c:pt idx="1976">
                  <c:v>50.57784258</c:v>
                </c:pt>
                <c:pt idx="1977">
                  <c:v>50.5772374</c:v>
                </c:pt>
                <c:pt idx="1978">
                  <c:v>50.57666016</c:v>
                </c:pt>
                <c:pt idx="1979">
                  <c:v>50.57583618</c:v>
                </c:pt>
                <c:pt idx="1980">
                  <c:v>50.57519531</c:v>
                </c:pt>
                <c:pt idx="1981">
                  <c:v>50.57478333</c:v>
                </c:pt>
                <c:pt idx="1982">
                  <c:v>50.57395935</c:v>
                </c:pt>
                <c:pt idx="1983">
                  <c:v>50.57365288</c:v>
                </c:pt>
                <c:pt idx="1984">
                  <c:v>50.57276839</c:v>
                </c:pt>
                <c:pt idx="1985">
                  <c:v>50.57230287</c:v>
                </c:pt>
                <c:pt idx="1986">
                  <c:v>50.57176208</c:v>
                </c:pt>
                <c:pt idx="1987">
                  <c:v>50.57113906</c:v>
                </c:pt>
                <c:pt idx="1988">
                  <c:v>50.57061768</c:v>
                </c:pt>
                <c:pt idx="1989">
                  <c:v>50.57006836</c:v>
                </c:pt>
                <c:pt idx="1990">
                  <c:v>50.56933594</c:v>
                </c:pt>
                <c:pt idx="1991">
                  <c:v>50.56887817</c:v>
                </c:pt>
                <c:pt idx="1992">
                  <c:v>50.56828308</c:v>
                </c:pt>
                <c:pt idx="1993">
                  <c:v>50.56736833</c:v>
                </c:pt>
                <c:pt idx="1994">
                  <c:v>50.56677246</c:v>
                </c:pt>
                <c:pt idx="1995">
                  <c:v>50.56640625</c:v>
                </c:pt>
                <c:pt idx="1996">
                  <c:v>50.56581116</c:v>
                </c:pt>
                <c:pt idx="1997">
                  <c:v>50.56517029</c:v>
                </c:pt>
                <c:pt idx="1998">
                  <c:v>50.5645752</c:v>
                </c:pt>
                <c:pt idx="1999">
                  <c:v>50.56370544</c:v>
                </c:pt>
                <c:pt idx="2000">
                  <c:v>50.56215448</c:v>
                </c:pt>
                <c:pt idx="2001">
                  <c:v>50.56150275</c:v>
                </c:pt>
                <c:pt idx="2002">
                  <c:v>50.56089757</c:v>
                </c:pt>
                <c:pt idx="2003">
                  <c:v>50.56043205</c:v>
                </c:pt>
                <c:pt idx="2004">
                  <c:v>50.56008911</c:v>
                </c:pt>
                <c:pt idx="2005">
                  <c:v>50.55862427</c:v>
                </c:pt>
                <c:pt idx="2006">
                  <c:v>50.55805788</c:v>
                </c:pt>
                <c:pt idx="2007">
                  <c:v>50.55740615</c:v>
                </c:pt>
                <c:pt idx="2008">
                  <c:v>50.55680097</c:v>
                </c:pt>
                <c:pt idx="2009">
                  <c:v>50.5562439</c:v>
                </c:pt>
                <c:pt idx="2010">
                  <c:v>50.55560303</c:v>
                </c:pt>
                <c:pt idx="2011">
                  <c:v>50.55500793</c:v>
                </c:pt>
                <c:pt idx="2012">
                  <c:v>50.55470612</c:v>
                </c:pt>
                <c:pt idx="2013">
                  <c:v>50.5537262</c:v>
                </c:pt>
                <c:pt idx="2014">
                  <c:v>50.55321645</c:v>
                </c:pt>
                <c:pt idx="2015">
                  <c:v>50.55267334</c:v>
                </c:pt>
                <c:pt idx="2016">
                  <c:v>50.55207825</c:v>
                </c:pt>
                <c:pt idx="2017">
                  <c:v>50.55060952</c:v>
                </c:pt>
                <c:pt idx="2018">
                  <c:v>50.55006409</c:v>
                </c:pt>
                <c:pt idx="2019">
                  <c:v>50.54935261</c:v>
                </c:pt>
                <c:pt idx="2020">
                  <c:v>50.54818726</c:v>
                </c:pt>
                <c:pt idx="2021">
                  <c:v>50.54758363</c:v>
                </c:pt>
                <c:pt idx="2022">
                  <c:v>50.54609396</c:v>
                </c:pt>
                <c:pt idx="2023">
                  <c:v>50.54046114</c:v>
                </c:pt>
                <c:pt idx="2024">
                  <c:v>50.53971863</c:v>
                </c:pt>
                <c:pt idx="2025">
                  <c:v>50.53912354</c:v>
                </c:pt>
                <c:pt idx="2026">
                  <c:v>50.53889465</c:v>
                </c:pt>
                <c:pt idx="2027">
                  <c:v>50.53790076</c:v>
                </c:pt>
                <c:pt idx="2028">
                  <c:v>50.53761292</c:v>
                </c:pt>
                <c:pt idx="2029">
                  <c:v>50.53701782</c:v>
                </c:pt>
                <c:pt idx="2030">
                  <c:v>50.53633118</c:v>
                </c:pt>
                <c:pt idx="2031">
                  <c:v>50.53573608</c:v>
                </c:pt>
                <c:pt idx="2032">
                  <c:v>50.53514099</c:v>
                </c:pt>
                <c:pt idx="2033">
                  <c:v>50.534549</c:v>
                </c:pt>
                <c:pt idx="2034">
                  <c:v>50.53394382</c:v>
                </c:pt>
                <c:pt idx="2035">
                  <c:v>50.53310588</c:v>
                </c:pt>
                <c:pt idx="2036">
                  <c:v>50.53287312</c:v>
                </c:pt>
                <c:pt idx="2037">
                  <c:v>50.53189087</c:v>
                </c:pt>
                <c:pt idx="2038">
                  <c:v>50.53138733</c:v>
                </c:pt>
                <c:pt idx="2039">
                  <c:v>50.53079224</c:v>
                </c:pt>
                <c:pt idx="2040">
                  <c:v>50.53021964</c:v>
                </c:pt>
                <c:pt idx="2041">
                  <c:v>50.52970757</c:v>
                </c:pt>
                <c:pt idx="2042">
                  <c:v>50.52910239</c:v>
                </c:pt>
                <c:pt idx="2043">
                  <c:v>50.52832031</c:v>
                </c:pt>
                <c:pt idx="2044">
                  <c:v>50.52767944</c:v>
                </c:pt>
                <c:pt idx="2045">
                  <c:v>50.52731323</c:v>
                </c:pt>
                <c:pt idx="2046">
                  <c:v>50.52680969</c:v>
                </c:pt>
                <c:pt idx="2047">
                  <c:v>50.52584373</c:v>
                </c:pt>
                <c:pt idx="2048">
                  <c:v>50.52529907</c:v>
                </c:pt>
                <c:pt idx="2049">
                  <c:v>50.52484131</c:v>
                </c:pt>
                <c:pt idx="2050">
                  <c:v>50.5241213</c:v>
                </c:pt>
                <c:pt idx="2051">
                  <c:v>50.52355957</c:v>
                </c:pt>
                <c:pt idx="2052">
                  <c:v>50.52291094</c:v>
                </c:pt>
                <c:pt idx="2053">
                  <c:v>50.52255249</c:v>
                </c:pt>
                <c:pt idx="2054">
                  <c:v>50.52168274</c:v>
                </c:pt>
                <c:pt idx="2055">
                  <c:v>50.5210023</c:v>
                </c:pt>
                <c:pt idx="2056">
                  <c:v>50.52072299</c:v>
                </c:pt>
                <c:pt idx="2057">
                  <c:v>50.51988505</c:v>
                </c:pt>
                <c:pt idx="2058">
                  <c:v>50.51921082</c:v>
                </c:pt>
                <c:pt idx="2059">
                  <c:v>50.51867469</c:v>
                </c:pt>
                <c:pt idx="2060">
                  <c:v>50.51806641</c:v>
                </c:pt>
                <c:pt idx="2061">
                  <c:v>50.51747131</c:v>
                </c:pt>
                <c:pt idx="2062">
                  <c:v>50.51676605</c:v>
                </c:pt>
                <c:pt idx="2063">
                  <c:v>50.51623535</c:v>
                </c:pt>
                <c:pt idx="2064">
                  <c:v>50.51582336</c:v>
                </c:pt>
                <c:pt idx="2065">
                  <c:v>50.51522827</c:v>
                </c:pt>
                <c:pt idx="2066">
                  <c:v>50.51462464</c:v>
                </c:pt>
                <c:pt idx="2067">
                  <c:v>50.51411257</c:v>
                </c:pt>
                <c:pt idx="2068">
                  <c:v>50.51327463</c:v>
                </c:pt>
                <c:pt idx="2069">
                  <c:v>50.51266479</c:v>
                </c:pt>
                <c:pt idx="2070">
                  <c:v>50.5120697</c:v>
                </c:pt>
                <c:pt idx="2071">
                  <c:v>50.51150564</c:v>
                </c:pt>
                <c:pt idx="2072">
                  <c:v>50.51092529</c:v>
                </c:pt>
                <c:pt idx="2073">
                  <c:v>50.51024873</c:v>
                </c:pt>
                <c:pt idx="2074">
                  <c:v>50.50968933</c:v>
                </c:pt>
                <c:pt idx="2075">
                  <c:v>50.50909424</c:v>
                </c:pt>
                <c:pt idx="2076">
                  <c:v>50.50845337</c:v>
                </c:pt>
                <c:pt idx="2077">
                  <c:v>50.5078125</c:v>
                </c:pt>
                <c:pt idx="2078">
                  <c:v>50.50735474</c:v>
                </c:pt>
                <c:pt idx="2079">
                  <c:v>50.50675732</c:v>
                </c:pt>
                <c:pt idx="2080">
                  <c:v>50.50615214</c:v>
                </c:pt>
                <c:pt idx="2081">
                  <c:v>50.50556946</c:v>
                </c:pt>
                <c:pt idx="2082">
                  <c:v>50.50484867</c:v>
                </c:pt>
                <c:pt idx="2083">
                  <c:v>50.50405884</c:v>
                </c:pt>
                <c:pt idx="2084">
                  <c:v>50.50377797</c:v>
                </c:pt>
                <c:pt idx="2085">
                  <c:v>50.50312624</c:v>
                </c:pt>
                <c:pt idx="2086">
                  <c:v>50.50224175</c:v>
                </c:pt>
                <c:pt idx="2087">
                  <c:v>50.50195313</c:v>
                </c:pt>
                <c:pt idx="2088">
                  <c:v>50.5012176</c:v>
                </c:pt>
                <c:pt idx="2089">
                  <c:v>50.50057983</c:v>
                </c:pt>
                <c:pt idx="2090">
                  <c:v>50.50000724</c:v>
                </c:pt>
                <c:pt idx="2091">
                  <c:v>50.49940206</c:v>
                </c:pt>
                <c:pt idx="2092">
                  <c:v>50.498703</c:v>
                </c:pt>
                <c:pt idx="2093">
                  <c:v>50.49814515</c:v>
                </c:pt>
                <c:pt idx="2094">
                  <c:v>50.49753997</c:v>
                </c:pt>
                <c:pt idx="2095">
                  <c:v>50.49688824</c:v>
                </c:pt>
                <c:pt idx="2096">
                  <c:v>50.49651582</c:v>
                </c:pt>
                <c:pt idx="2097">
                  <c:v>50.49586487</c:v>
                </c:pt>
                <c:pt idx="2098">
                  <c:v>50.49525891</c:v>
                </c:pt>
                <c:pt idx="2099">
                  <c:v>50.49465373</c:v>
                </c:pt>
                <c:pt idx="2100">
                  <c:v>50.49404856</c:v>
                </c:pt>
                <c:pt idx="2101">
                  <c:v>50.49353027</c:v>
                </c:pt>
                <c:pt idx="2102">
                  <c:v>50.49284363</c:v>
                </c:pt>
                <c:pt idx="2103">
                  <c:v>50.49224854</c:v>
                </c:pt>
                <c:pt idx="2104">
                  <c:v>50.49167439</c:v>
                </c:pt>
                <c:pt idx="2105">
                  <c:v>50.49110413</c:v>
                </c:pt>
                <c:pt idx="2106">
                  <c:v>50.4903717</c:v>
                </c:pt>
                <c:pt idx="2107">
                  <c:v>50.48973083</c:v>
                </c:pt>
                <c:pt idx="2108">
                  <c:v>50.48913574</c:v>
                </c:pt>
                <c:pt idx="2109">
                  <c:v>50.48860194</c:v>
                </c:pt>
                <c:pt idx="2110">
                  <c:v>50.487854</c:v>
                </c:pt>
                <c:pt idx="2111">
                  <c:v>50.48720538</c:v>
                </c:pt>
                <c:pt idx="2112">
                  <c:v>50.48666382</c:v>
                </c:pt>
                <c:pt idx="2113">
                  <c:v>50.48629761</c:v>
                </c:pt>
                <c:pt idx="2114">
                  <c:v>50.48561096</c:v>
                </c:pt>
                <c:pt idx="2115">
                  <c:v>50.48506397</c:v>
                </c:pt>
                <c:pt idx="2116">
                  <c:v>50.48417948</c:v>
                </c:pt>
                <c:pt idx="2117">
                  <c:v>50.48366741</c:v>
                </c:pt>
                <c:pt idx="2118">
                  <c:v>50.48313904</c:v>
                </c:pt>
                <c:pt idx="2119">
                  <c:v>50.48245239</c:v>
                </c:pt>
                <c:pt idx="2120">
                  <c:v>50.48180532</c:v>
                </c:pt>
                <c:pt idx="2121">
                  <c:v>50.48149109</c:v>
                </c:pt>
                <c:pt idx="2122">
                  <c:v>50.48080444</c:v>
                </c:pt>
                <c:pt idx="2123">
                  <c:v>50.48020935</c:v>
                </c:pt>
                <c:pt idx="2124">
                  <c:v>50.47952426</c:v>
                </c:pt>
                <c:pt idx="2125">
                  <c:v>50.47892761</c:v>
                </c:pt>
                <c:pt idx="2126">
                  <c:v>50.47836045</c:v>
                </c:pt>
                <c:pt idx="2127">
                  <c:v>50.47746277</c:v>
                </c:pt>
                <c:pt idx="2128">
                  <c:v>50.47691345</c:v>
                </c:pt>
                <c:pt idx="2129">
                  <c:v>50.47567749</c:v>
                </c:pt>
                <c:pt idx="2130">
                  <c:v>50.47533456</c:v>
                </c:pt>
                <c:pt idx="2131">
                  <c:v>50.47467041</c:v>
                </c:pt>
                <c:pt idx="2132">
                  <c:v>50.47407764</c:v>
                </c:pt>
                <c:pt idx="2133">
                  <c:v>50.47342591</c:v>
                </c:pt>
                <c:pt idx="2134">
                  <c:v>50.4727478</c:v>
                </c:pt>
                <c:pt idx="2135">
                  <c:v>50.47224426</c:v>
                </c:pt>
                <c:pt idx="2136">
                  <c:v>50.47155762</c:v>
                </c:pt>
                <c:pt idx="2137">
                  <c:v>50.47096252</c:v>
                </c:pt>
                <c:pt idx="2138">
                  <c:v>50.47036743</c:v>
                </c:pt>
                <c:pt idx="2139">
                  <c:v>50.46974829</c:v>
                </c:pt>
                <c:pt idx="2140">
                  <c:v>50.46903992</c:v>
                </c:pt>
                <c:pt idx="2141">
                  <c:v>50.46825862</c:v>
                </c:pt>
                <c:pt idx="2142">
                  <c:v>50.46762085</c:v>
                </c:pt>
                <c:pt idx="2143">
                  <c:v>50.46732757</c:v>
                </c:pt>
                <c:pt idx="2144">
                  <c:v>50.46665955</c:v>
                </c:pt>
                <c:pt idx="2145">
                  <c:v>50.46615601</c:v>
                </c:pt>
                <c:pt idx="2146">
                  <c:v>50.46541893</c:v>
                </c:pt>
                <c:pt idx="2147">
                  <c:v>50.46482849</c:v>
                </c:pt>
                <c:pt idx="2148">
                  <c:v>50.46395874</c:v>
                </c:pt>
                <c:pt idx="2149">
                  <c:v>50.46331787</c:v>
                </c:pt>
                <c:pt idx="2150">
                  <c:v>50.46299821</c:v>
                </c:pt>
                <c:pt idx="2151">
                  <c:v>50.46108957</c:v>
                </c:pt>
                <c:pt idx="2152">
                  <c:v>50.46043784</c:v>
                </c:pt>
                <c:pt idx="2153">
                  <c:v>50.45983266</c:v>
                </c:pt>
                <c:pt idx="2154">
                  <c:v>50.4595999</c:v>
                </c:pt>
                <c:pt idx="2155">
                  <c:v>50.45860291</c:v>
                </c:pt>
                <c:pt idx="2156">
                  <c:v>50.45796204</c:v>
                </c:pt>
                <c:pt idx="2157">
                  <c:v>50.45732117</c:v>
                </c:pt>
                <c:pt idx="2158">
                  <c:v>50.45663452</c:v>
                </c:pt>
                <c:pt idx="2159">
                  <c:v>50.45603943</c:v>
                </c:pt>
                <c:pt idx="2160">
                  <c:v>50.45522399</c:v>
                </c:pt>
                <c:pt idx="2161">
                  <c:v>50.45471191</c:v>
                </c:pt>
                <c:pt idx="2162">
                  <c:v>50.4543457</c:v>
                </c:pt>
                <c:pt idx="2163">
                  <c:v>50.45303603</c:v>
                </c:pt>
                <c:pt idx="2164">
                  <c:v>50.45100403</c:v>
                </c:pt>
                <c:pt idx="2165">
                  <c:v>50.44977738</c:v>
                </c:pt>
                <c:pt idx="2166">
                  <c:v>50.44912565</c:v>
                </c:pt>
                <c:pt idx="2167">
                  <c:v>50.44857788</c:v>
                </c:pt>
                <c:pt idx="2168">
                  <c:v>50.44782218</c:v>
                </c:pt>
                <c:pt idx="2169">
                  <c:v>50.44725037</c:v>
                </c:pt>
                <c:pt idx="2170">
                  <c:v>50.4466095</c:v>
                </c:pt>
                <c:pt idx="2171">
                  <c:v>50.44606018</c:v>
                </c:pt>
                <c:pt idx="2172">
                  <c:v>50.44528198</c:v>
                </c:pt>
                <c:pt idx="2173">
                  <c:v>50.44468689</c:v>
                </c:pt>
                <c:pt idx="2174">
                  <c:v>50.444098</c:v>
                </c:pt>
                <c:pt idx="2175">
                  <c:v>50.44339972</c:v>
                </c:pt>
                <c:pt idx="2176">
                  <c:v>50.44285583</c:v>
                </c:pt>
                <c:pt idx="2177">
                  <c:v>50.44214281</c:v>
                </c:pt>
                <c:pt idx="2178">
                  <c:v>50.4417572</c:v>
                </c:pt>
                <c:pt idx="2179">
                  <c:v>50.44083935</c:v>
                </c:pt>
                <c:pt idx="2180">
                  <c:v>50.44024658</c:v>
                </c:pt>
                <c:pt idx="2181">
                  <c:v>50.43948933</c:v>
                </c:pt>
                <c:pt idx="2182">
                  <c:v>50.43896484</c:v>
                </c:pt>
                <c:pt idx="2183">
                  <c:v>50.43865139</c:v>
                </c:pt>
                <c:pt idx="2184">
                  <c:v>50.4376738</c:v>
                </c:pt>
                <c:pt idx="2185">
                  <c:v>50.43713379</c:v>
                </c:pt>
                <c:pt idx="2186">
                  <c:v>50.43013</c:v>
                </c:pt>
                <c:pt idx="2187">
                  <c:v>50.42514038</c:v>
                </c:pt>
                <c:pt idx="2188">
                  <c:v>50.42449951</c:v>
                </c:pt>
                <c:pt idx="2189">
                  <c:v>50.42384778</c:v>
                </c:pt>
                <c:pt idx="2190">
                  <c:v>50.42330933</c:v>
                </c:pt>
                <c:pt idx="2191">
                  <c:v>50.42254432</c:v>
                </c:pt>
                <c:pt idx="2192">
                  <c:v>50.42193604</c:v>
                </c:pt>
                <c:pt idx="2193">
                  <c:v>50.42124086</c:v>
                </c:pt>
                <c:pt idx="2194">
                  <c:v>50.42054257</c:v>
                </c:pt>
                <c:pt idx="2195">
                  <c:v>50.41989084</c:v>
                </c:pt>
                <c:pt idx="2196">
                  <c:v>50.41932678</c:v>
                </c:pt>
                <c:pt idx="2197">
                  <c:v>50.41854083</c:v>
                </c:pt>
                <c:pt idx="2198">
                  <c:v>50.41795349</c:v>
                </c:pt>
                <c:pt idx="2199">
                  <c:v>50.41737702</c:v>
                </c:pt>
                <c:pt idx="2200">
                  <c:v>50.41680908</c:v>
                </c:pt>
                <c:pt idx="2201">
                  <c:v>50.416027</c:v>
                </c:pt>
                <c:pt idx="2202">
                  <c:v>50.41543579</c:v>
                </c:pt>
                <c:pt idx="2203">
                  <c:v>50.4148632</c:v>
                </c:pt>
                <c:pt idx="2204">
                  <c:v>50.41416491</c:v>
                </c:pt>
                <c:pt idx="2205">
                  <c:v>50.41360474</c:v>
                </c:pt>
                <c:pt idx="2206">
                  <c:v>50.41286145</c:v>
                </c:pt>
                <c:pt idx="2207">
                  <c:v>50.41216317</c:v>
                </c:pt>
                <c:pt idx="2208">
                  <c:v>50.41151144</c:v>
                </c:pt>
                <c:pt idx="2209">
                  <c:v>50.41117859</c:v>
                </c:pt>
                <c:pt idx="2210">
                  <c:v>50.41044074</c:v>
                </c:pt>
                <c:pt idx="2211">
                  <c:v>50.40957642</c:v>
                </c:pt>
                <c:pt idx="2212">
                  <c:v>50.40893555</c:v>
                </c:pt>
                <c:pt idx="2213">
                  <c:v>50.40820313</c:v>
                </c:pt>
                <c:pt idx="2214">
                  <c:v>50.40756226</c:v>
                </c:pt>
                <c:pt idx="2215">
                  <c:v>50.40722863</c:v>
                </c:pt>
                <c:pt idx="2216">
                  <c:v>50.40634414</c:v>
                </c:pt>
                <c:pt idx="2217">
                  <c:v>50.40587862</c:v>
                </c:pt>
                <c:pt idx="2218">
                  <c:v>50.40531921</c:v>
                </c:pt>
                <c:pt idx="2219">
                  <c:v>50.40440369</c:v>
                </c:pt>
                <c:pt idx="2220">
                  <c:v>50.40373721</c:v>
                </c:pt>
                <c:pt idx="2221">
                  <c:v>50.40316772</c:v>
                </c:pt>
                <c:pt idx="2222">
                  <c:v>50.40243375</c:v>
                </c:pt>
                <c:pt idx="2223">
                  <c:v>50.40178202</c:v>
                </c:pt>
                <c:pt idx="2224">
                  <c:v>50.40115356</c:v>
                </c:pt>
                <c:pt idx="2225">
                  <c:v>50.4005127</c:v>
                </c:pt>
                <c:pt idx="2226">
                  <c:v>50.40010071</c:v>
                </c:pt>
                <c:pt idx="2227">
                  <c:v>50.39941406</c:v>
                </c:pt>
                <c:pt idx="2228">
                  <c:v>50.39877319</c:v>
                </c:pt>
                <c:pt idx="2229">
                  <c:v>50.39805784</c:v>
                </c:pt>
                <c:pt idx="2230">
                  <c:v>50.39735956</c:v>
                </c:pt>
                <c:pt idx="2231">
                  <c:v>50.39675903</c:v>
                </c:pt>
                <c:pt idx="2232">
                  <c:v>50.39611816</c:v>
                </c:pt>
                <c:pt idx="2233">
                  <c:v>50.39538574</c:v>
                </c:pt>
                <c:pt idx="2234">
                  <c:v>50.39474487</c:v>
                </c:pt>
                <c:pt idx="2235">
                  <c:v>50.394104</c:v>
                </c:pt>
                <c:pt idx="2236">
                  <c:v>50.39349572</c:v>
                </c:pt>
                <c:pt idx="2237">
                  <c:v>50.39291382</c:v>
                </c:pt>
                <c:pt idx="2238">
                  <c:v>50.39227295</c:v>
                </c:pt>
                <c:pt idx="2239">
                  <c:v>50.39163208</c:v>
                </c:pt>
                <c:pt idx="2240">
                  <c:v>50.39103699</c:v>
                </c:pt>
                <c:pt idx="2241">
                  <c:v>50.39039612</c:v>
                </c:pt>
                <c:pt idx="2242">
                  <c:v>50.38975525</c:v>
                </c:pt>
                <c:pt idx="2243">
                  <c:v>50.3890686</c:v>
                </c:pt>
                <c:pt idx="2244">
                  <c:v>50.38842773</c:v>
                </c:pt>
                <c:pt idx="2245">
                  <c:v>50.38778687</c:v>
                </c:pt>
                <c:pt idx="2246">
                  <c:v>50.38716462</c:v>
                </c:pt>
                <c:pt idx="2247">
                  <c:v>50.38659668</c:v>
                </c:pt>
                <c:pt idx="2248">
                  <c:v>50.38600081</c:v>
                </c:pt>
                <c:pt idx="2249">
                  <c:v>50.38530253</c:v>
                </c:pt>
                <c:pt idx="2250">
                  <c:v>50.38449097</c:v>
                </c:pt>
                <c:pt idx="2251">
                  <c:v>50.38390596</c:v>
                </c:pt>
                <c:pt idx="2252">
                  <c:v>50.38330078</c:v>
                </c:pt>
                <c:pt idx="2253">
                  <c:v>50.38279724</c:v>
                </c:pt>
                <c:pt idx="2254">
                  <c:v>50.38209042</c:v>
                </c:pt>
                <c:pt idx="2255">
                  <c:v>50.38139214</c:v>
                </c:pt>
                <c:pt idx="2256">
                  <c:v>50.38078696</c:v>
                </c:pt>
                <c:pt idx="2257">
                  <c:v>50.38023376</c:v>
                </c:pt>
                <c:pt idx="2258">
                  <c:v>50.37966971</c:v>
                </c:pt>
                <c:pt idx="2259">
                  <c:v>50.37904358</c:v>
                </c:pt>
                <c:pt idx="2260">
                  <c:v>50.37840271</c:v>
                </c:pt>
                <c:pt idx="2261">
                  <c:v>50.37780762</c:v>
                </c:pt>
                <c:pt idx="2262">
                  <c:v>50.37715589</c:v>
                </c:pt>
                <c:pt idx="2263">
                  <c:v>50.3764801</c:v>
                </c:pt>
                <c:pt idx="2264">
                  <c:v>50.37588501</c:v>
                </c:pt>
                <c:pt idx="2265">
                  <c:v>50.37524414</c:v>
                </c:pt>
                <c:pt idx="2266">
                  <c:v>50.37464207</c:v>
                </c:pt>
                <c:pt idx="2267">
                  <c:v>50.37405396</c:v>
                </c:pt>
                <c:pt idx="2268">
                  <c:v>50.37345886</c:v>
                </c:pt>
                <c:pt idx="2269">
                  <c:v>50.37282653</c:v>
                </c:pt>
                <c:pt idx="2270">
                  <c:v>50.37198859</c:v>
                </c:pt>
                <c:pt idx="2271">
                  <c:v>50.37138341</c:v>
                </c:pt>
                <c:pt idx="2272">
                  <c:v>50.37110409</c:v>
                </c:pt>
                <c:pt idx="2273">
                  <c:v>50.37039185</c:v>
                </c:pt>
                <c:pt idx="2274">
                  <c:v>50.36952209</c:v>
                </c:pt>
                <c:pt idx="2275">
                  <c:v>50.36896269</c:v>
                </c:pt>
                <c:pt idx="2276">
                  <c:v>50.36837769</c:v>
                </c:pt>
                <c:pt idx="2277">
                  <c:v>50.36779889</c:v>
                </c:pt>
                <c:pt idx="2278">
                  <c:v>50.36719371</c:v>
                </c:pt>
                <c:pt idx="2279">
                  <c:v>50.36658853</c:v>
                </c:pt>
                <c:pt idx="2280">
                  <c:v>50.36595154</c:v>
                </c:pt>
                <c:pt idx="2281">
                  <c:v>50.36535645</c:v>
                </c:pt>
                <c:pt idx="2282">
                  <c:v>50.36467989</c:v>
                </c:pt>
                <c:pt idx="2283">
                  <c:v>50.36407471</c:v>
                </c:pt>
                <c:pt idx="2284">
                  <c:v>50.36351608</c:v>
                </c:pt>
                <c:pt idx="2285">
                  <c:v>50.36283875</c:v>
                </c:pt>
                <c:pt idx="2286">
                  <c:v>50.3621521</c:v>
                </c:pt>
                <c:pt idx="2287">
                  <c:v>50.36160744</c:v>
                </c:pt>
                <c:pt idx="2288">
                  <c:v>50.36105347</c:v>
                </c:pt>
                <c:pt idx="2289">
                  <c:v>50.36044363</c:v>
                </c:pt>
                <c:pt idx="2290">
                  <c:v>50.35977173</c:v>
                </c:pt>
                <c:pt idx="2291">
                  <c:v>50.35918672</c:v>
                </c:pt>
                <c:pt idx="2292">
                  <c:v>50.3587212</c:v>
                </c:pt>
                <c:pt idx="2293">
                  <c:v>50.358078</c:v>
                </c:pt>
                <c:pt idx="2294">
                  <c:v>50.35748291</c:v>
                </c:pt>
                <c:pt idx="2295">
                  <c:v>50.35688782</c:v>
                </c:pt>
                <c:pt idx="2296">
                  <c:v>50.3565798</c:v>
                </c:pt>
                <c:pt idx="2297">
                  <c:v>50.35546875</c:v>
                </c:pt>
                <c:pt idx="2298">
                  <c:v>50.35513668</c:v>
                </c:pt>
                <c:pt idx="2299">
                  <c:v>50.35374011</c:v>
                </c:pt>
                <c:pt idx="2300">
                  <c:v>50.3530426</c:v>
                </c:pt>
                <c:pt idx="2301">
                  <c:v>50.3524832</c:v>
                </c:pt>
                <c:pt idx="2302">
                  <c:v>50.35189819</c:v>
                </c:pt>
                <c:pt idx="2303">
                  <c:v>50.35125732</c:v>
                </c:pt>
                <c:pt idx="2304">
                  <c:v>50.3505249</c:v>
                </c:pt>
                <c:pt idx="2305">
                  <c:v>50.34992981</c:v>
                </c:pt>
                <c:pt idx="2306">
                  <c:v>50.34931765</c:v>
                </c:pt>
                <c:pt idx="2307">
                  <c:v>50.34871247</c:v>
                </c:pt>
                <c:pt idx="2308">
                  <c:v>50.34814453</c:v>
                </c:pt>
                <c:pt idx="2309">
                  <c:v>50.34740901</c:v>
                </c:pt>
                <c:pt idx="2310">
                  <c:v>50.34686279</c:v>
                </c:pt>
                <c:pt idx="2311">
                  <c:v>50.3462677</c:v>
                </c:pt>
                <c:pt idx="2312">
                  <c:v>50.34558105</c:v>
                </c:pt>
                <c:pt idx="2313">
                  <c:v>50.34503484</c:v>
                </c:pt>
                <c:pt idx="2314">
                  <c:v>50.34448242</c:v>
                </c:pt>
                <c:pt idx="2315">
                  <c:v>50.34387104</c:v>
                </c:pt>
                <c:pt idx="2316">
                  <c:v>50.34324646</c:v>
                </c:pt>
                <c:pt idx="2317">
                  <c:v>50.34260559</c:v>
                </c:pt>
                <c:pt idx="2318">
                  <c:v>50.34205627</c:v>
                </c:pt>
                <c:pt idx="2319">
                  <c:v>50.34140377</c:v>
                </c:pt>
                <c:pt idx="2320">
                  <c:v>50.34079859</c:v>
                </c:pt>
                <c:pt idx="2321">
                  <c:v>50.34014686</c:v>
                </c:pt>
                <c:pt idx="2322">
                  <c:v>50.33958435</c:v>
                </c:pt>
                <c:pt idx="2323">
                  <c:v>50.3390296</c:v>
                </c:pt>
                <c:pt idx="2324">
                  <c:v>50.33861063</c:v>
                </c:pt>
                <c:pt idx="2325">
                  <c:v>50.33800545</c:v>
                </c:pt>
                <c:pt idx="2326">
                  <c:v>50.33740027</c:v>
                </c:pt>
                <c:pt idx="2327">
                  <c:v>50.33670044</c:v>
                </c:pt>
                <c:pt idx="2328">
                  <c:v>50.33614336</c:v>
                </c:pt>
                <c:pt idx="2329">
                  <c:v>50.33553819</c:v>
                </c:pt>
                <c:pt idx="2330">
                  <c:v>50.33473206</c:v>
                </c:pt>
                <c:pt idx="2331">
                  <c:v>50.33437438</c:v>
                </c:pt>
                <c:pt idx="2332">
                  <c:v>50.33349609</c:v>
                </c:pt>
                <c:pt idx="2333">
                  <c:v>50.33293126</c:v>
                </c:pt>
                <c:pt idx="2334">
                  <c:v>50.33227953</c:v>
                </c:pt>
                <c:pt idx="2335">
                  <c:v>50.33171082</c:v>
                </c:pt>
                <c:pt idx="2336">
                  <c:v>50.33111572</c:v>
                </c:pt>
                <c:pt idx="2337">
                  <c:v>50.33042908</c:v>
                </c:pt>
                <c:pt idx="2338">
                  <c:v>50.32985881</c:v>
                </c:pt>
                <c:pt idx="2339">
                  <c:v>50.32925363</c:v>
                </c:pt>
                <c:pt idx="2340">
                  <c:v>50.3286438</c:v>
                </c:pt>
                <c:pt idx="2341">
                  <c:v>50.32804871</c:v>
                </c:pt>
                <c:pt idx="2342">
                  <c:v>50.32740784</c:v>
                </c:pt>
                <c:pt idx="2343">
                  <c:v>50.32699585</c:v>
                </c:pt>
                <c:pt idx="2344">
                  <c:v>50.32640076</c:v>
                </c:pt>
                <c:pt idx="2345">
                  <c:v>50.32553101</c:v>
                </c:pt>
                <c:pt idx="2346">
                  <c:v>50.32492428</c:v>
                </c:pt>
                <c:pt idx="2347">
                  <c:v>50.32461548</c:v>
                </c:pt>
                <c:pt idx="2348">
                  <c:v>50.32397461</c:v>
                </c:pt>
                <c:pt idx="2349">
                  <c:v>50.3233415</c:v>
                </c:pt>
                <c:pt idx="2350">
                  <c:v>50.32273632</c:v>
                </c:pt>
                <c:pt idx="2351">
                  <c:v>50.32189838</c:v>
                </c:pt>
                <c:pt idx="2352">
                  <c:v>50.3212001</c:v>
                </c:pt>
                <c:pt idx="2353">
                  <c:v>50.32082768</c:v>
                </c:pt>
                <c:pt idx="2354">
                  <c:v>50.32012939</c:v>
                </c:pt>
                <c:pt idx="2355">
                  <c:v>50.31958008</c:v>
                </c:pt>
                <c:pt idx="2356">
                  <c:v>50.31871033</c:v>
                </c:pt>
                <c:pt idx="2357">
                  <c:v>50.31840696</c:v>
                </c:pt>
                <c:pt idx="2358">
                  <c:v>50.31780178</c:v>
                </c:pt>
                <c:pt idx="2359">
                  <c:v>50.31687074</c:v>
                </c:pt>
                <c:pt idx="2360">
                  <c:v>50.31632996</c:v>
                </c:pt>
                <c:pt idx="2361">
                  <c:v>50.31575348</c:v>
                </c:pt>
                <c:pt idx="2362">
                  <c:v>50.3150552</c:v>
                </c:pt>
                <c:pt idx="2363">
                  <c:v>50.3144989</c:v>
                </c:pt>
                <c:pt idx="2364">
                  <c:v>50.31390381</c:v>
                </c:pt>
                <c:pt idx="2365">
                  <c:v>50.3135376</c:v>
                </c:pt>
                <c:pt idx="2366">
                  <c:v>50.31262207</c:v>
                </c:pt>
                <c:pt idx="2367">
                  <c:v>50.31225586</c:v>
                </c:pt>
                <c:pt idx="2368">
                  <c:v>50.31156378</c:v>
                </c:pt>
                <c:pt idx="2369">
                  <c:v>50.31092834</c:v>
                </c:pt>
                <c:pt idx="2370">
                  <c:v>50.31033325</c:v>
                </c:pt>
                <c:pt idx="2371">
                  <c:v>50.3097948</c:v>
                </c:pt>
                <c:pt idx="2372">
                  <c:v>50.30909729</c:v>
                </c:pt>
                <c:pt idx="2373">
                  <c:v>50.30841064</c:v>
                </c:pt>
                <c:pt idx="2374">
                  <c:v>50.30795288</c:v>
                </c:pt>
                <c:pt idx="2375">
                  <c:v>50.30726624</c:v>
                </c:pt>
                <c:pt idx="2376">
                  <c:v>50.30667114</c:v>
                </c:pt>
                <c:pt idx="2377">
                  <c:v>50.30588441</c:v>
                </c:pt>
                <c:pt idx="2378">
                  <c:v>50.30518613</c:v>
                </c:pt>
                <c:pt idx="2379">
                  <c:v>50.30465698</c:v>
                </c:pt>
                <c:pt idx="2380">
                  <c:v>50.30406189</c:v>
                </c:pt>
                <c:pt idx="2381">
                  <c:v>50.30351257</c:v>
                </c:pt>
                <c:pt idx="2382">
                  <c:v>50.30291748</c:v>
                </c:pt>
                <c:pt idx="2383">
                  <c:v>50.30239299</c:v>
                </c:pt>
                <c:pt idx="2384">
                  <c:v>50.30174126</c:v>
                </c:pt>
                <c:pt idx="2385">
                  <c:v>50.30113608</c:v>
                </c:pt>
                <c:pt idx="2386">
                  <c:v>50.30058289</c:v>
                </c:pt>
                <c:pt idx="2387">
                  <c:v>50.29997228</c:v>
                </c:pt>
                <c:pt idx="2388">
                  <c:v>50.2993671</c:v>
                </c:pt>
                <c:pt idx="2389">
                  <c:v>50.29884338</c:v>
                </c:pt>
                <c:pt idx="2390">
                  <c:v>50.29824984</c:v>
                </c:pt>
                <c:pt idx="2391">
                  <c:v>50.29764466</c:v>
                </c:pt>
                <c:pt idx="2392">
                  <c:v>50.29699293</c:v>
                </c:pt>
                <c:pt idx="2393">
                  <c:v>50.29638775</c:v>
                </c:pt>
                <c:pt idx="2394">
                  <c:v>50.29586792</c:v>
                </c:pt>
                <c:pt idx="2395">
                  <c:v>50.29522705</c:v>
                </c:pt>
                <c:pt idx="2396">
                  <c:v>50.29466532</c:v>
                </c:pt>
                <c:pt idx="2397">
                  <c:v>50.29406014</c:v>
                </c:pt>
                <c:pt idx="2398">
                  <c:v>50.29348755</c:v>
                </c:pt>
                <c:pt idx="2399">
                  <c:v>50.29289246</c:v>
                </c:pt>
                <c:pt idx="2400">
                  <c:v>50.2922446</c:v>
                </c:pt>
                <c:pt idx="2401">
                  <c:v>50.29173253</c:v>
                </c:pt>
                <c:pt idx="2402">
                  <c:v>50.29101563</c:v>
                </c:pt>
                <c:pt idx="2403">
                  <c:v>50.29042053</c:v>
                </c:pt>
                <c:pt idx="2404">
                  <c:v>50.28991699</c:v>
                </c:pt>
                <c:pt idx="2405">
                  <c:v>50.28927612</c:v>
                </c:pt>
                <c:pt idx="2406">
                  <c:v>50.28875319</c:v>
                </c:pt>
                <c:pt idx="2407">
                  <c:v>50.28814801</c:v>
                </c:pt>
                <c:pt idx="2408">
                  <c:v>50.2875824</c:v>
                </c:pt>
                <c:pt idx="2409">
                  <c:v>50.28671265</c:v>
                </c:pt>
                <c:pt idx="2410">
                  <c:v>50.28619281</c:v>
                </c:pt>
                <c:pt idx="2411">
                  <c:v>50.28547668</c:v>
                </c:pt>
                <c:pt idx="2412">
                  <c:v>50.28511047</c:v>
                </c:pt>
                <c:pt idx="2413">
                  <c:v>50.2842865</c:v>
                </c:pt>
                <c:pt idx="2414">
                  <c:v>50.28367899</c:v>
                </c:pt>
                <c:pt idx="2415">
                  <c:v>50.28335313</c:v>
                </c:pt>
                <c:pt idx="2416">
                  <c:v>50.28274795</c:v>
                </c:pt>
                <c:pt idx="2417">
                  <c:v>50.28209622</c:v>
                </c:pt>
                <c:pt idx="2418">
                  <c:v>50.28140259</c:v>
                </c:pt>
                <c:pt idx="2419">
                  <c:v>50.2807462</c:v>
                </c:pt>
                <c:pt idx="2420">
                  <c:v>50.28016663</c:v>
                </c:pt>
                <c:pt idx="2421">
                  <c:v>50.27957153</c:v>
                </c:pt>
                <c:pt idx="2422">
                  <c:v>50.27897644</c:v>
                </c:pt>
                <c:pt idx="2423">
                  <c:v>50.27837204</c:v>
                </c:pt>
                <c:pt idx="2424">
                  <c:v>50.27799962</c:v>
                </c:pt>
                <c:pt idx="2425">
                  <c:v>50.27732849</c:v>
                </c:pt>
                <c:pt idx="2426">
                  <c:v>50.27650995</c:v>
                </c:pt>
                <c:pt idx="2427">
                  <c:v>50.2759552</c:v>
                </c:pt>
                <c:pt idx="2428">
                  <c:v>50.27558899</c:v>
                </c:pt>
                <c:pt idx="2429">
                  <c:v>50.27490234</c:v>
                </c:pt>
                <c:pt idx="2430">
                  <c:v>50.27407837</c:v>
                </c:pt>
                <c:pt idx="2431">
                  <c:v>50.2735306</c:v>
                </c:pt>
                <c:pt idx="2432">
                  <c:v>50.27311163</c:v>
                </c:pt>
                <c:pt idx="2433">
                  <c:v>50.27250646</c:v>
                </c:pt>
                <c:pt idx="2434">
                  <c:v>50.27197266</c:v>
                </c:pt>
                <c:pt idx="2435">
                  <c:v>50.2712961</c:v>
                </c:pt>
                <c:pt idx="2436">
                  <c:v>50.27069092</c:v>
                </c:pt>
                <c:pt idx="2437">
                  <c:v>50.27003919</c:v>
                </c:pt>
                <c:pt idx="2438">
                  <c:v>50.26952711</c:v>
                </c:pt>
                <c:pt idx="2439">
                  <c:v>50.26887538</c:v>
                </c:pt>
                <c:pt idx="2440">
                  <c:v>50.2682702</c:v>
                </c:pt>
                <c:pt idx="2441">
                  <c:v>50.26771545</c:v>
                </c:pt>
                <c:pt idx="2442">
                  <c:v>50.26705984</c:v>
                </c:pt>
                <c:pt idx="2443">
                  <c:v>50.26643372</c:v>
                </c:pt>
                <c:pt idx="2444">
                  <c:v>50.26580293</c:v>
                </c:pt>
                <c:pt idx="2445">
                  <c:v>50.26524353</c:v>
                </c:pt>
                <c:pt idx="2446">
                  <c:v>50.26455688</c:v>
                </c:pt>
                <c:pt idx="2447">
                  <c:v>50.26396179</c:v>
                </c:pt>
                <c:pt idx="2448">
                  <c:v>50.26328911</c:v>
                </c:pt>
                <c:pt idx="2449">
                  <c:v>50.26277161</c:v>
                </c:pt>
                <c:pt idx="2450">
                  <c:v>50.26212531</c:v>
                </c:pt>
                <c:pt idx="2451">
                  <c:v>50.26152013</c:v>
                </c:pt>
                <c:pt idx="2452">
                  <c:v>50.26091495</c:v>
                </c:pt>
                <c:pt idx="2453">
                  <c:v>50.26039124</c:v>
                </c:pt>
                <c:pt idx="2454">
                  <c:v>50.25951838</c:v>
                </c:pt>
                <c:pt idx="2455">
                  <c:v>50.25897217</c:v>
                </c:pt>
                <c:pt idx="2456">
                  <c:v>50.25837708</c:v>
                </c:pt>
                <c:pt idx="2457">
                  <c:v>50.25802871</c:v>
                </c:pt>
                <c:pt idx="2458">
                  <c:v>50.25709534</c:v>
                </c:pt>
                <c:pt idx="2459">
                  <c:v>50.25658559</c:v>
                </c:pt>
                <c:pt idx="2460">
                  <c:v>50.25612007</c:v>
                </c:pt>
                <c:pt idx="2461">
                  <c:v>50.25528213</c:v>
                </c:pt>
                <c:pt idx="2462">
                  <c:v>50.25498962</c:v>
                </c:pt>
                <c:pt idx="2463">
                  <c:v>50.25416487</c:v>
                </c:pt>
                <c:pt idx="2464">
                  <c:v>50.25361633</c:v>
                </c:pt>
                <c:pt idx="2465">
                  <c:v>50.25338745</c:v>
                </c:pt>
                <c:pt idx="2466">
                  <c:v>50.25279236</c:v>
                </c:pt>
                <c:pt idx="2467">
                  <c:v>50.25183726</c:v>
                </c:pt>
                <c:pt idx="2468">
                  <c:v>50.25128174</c:v>
                </c:pt>
                <c:pt idx="2469">
                  <c:v>50.25004578</c:v>
                </c:pt>
                <c:pt idx="2470">
                  <c:v>50.24950965</c:v>
                </c:pt>
                <c:pt idx="2471">
                  <c:v>50.24885559</c:v>
                </c:pt>
                <c:pt idx="2472">
                  <c:v>50.2482605</c:v>
                </c:pt>
                <c:pt idx="2473">
                  <c:v>50.24784851</c:v>
                </c:pt>
                <c:pt idx="2474">
                  <c:v>50.24702454</c:v>
                </c:pt>
                <c:pt idx="2475">
                  <c:v>50.24638367</c:v>
                </c:pt>
                <c:pt idx="2476">
                  <c:v>50.2457428</c:v>
                </c:pt>
                <c:pt idx="2477">
                  <c:v>50.24537659</c:v>
                </c:pt>
                <c:pt idx="2478">
                  <c:v>50.24471477</c:v>
                </c:pt>
                <c:pt idx="2479">
                  <c:v>50.24406304</c:v>
                </c:pt>
                <c:pt idx="2480">
                  <c:v>50.24350441</c:v>
                </c:pt>
                <c:pt idx="2481">
                  <c:v>50.24289923</c:v>
                </c:pt>
                <c:pt idx="2482">
                  <c:v>50.24229405</c:v>
                </c:pt>
                <c:pt idx="2483">
                  <c:v>50.24171448</c:v>
                </c:pt>
                <c:pt idx="2484">
                  <c:v>50.2411768</c:v>
                </c:pt>
                <c:pt idx="2485">
                  <c:v>50.24057007</c:v>
                </c:pt>
                <c:pt idx="2486">
                  <c:v>50.24005955</c:v>
                </c:pt>
                <c:pt idx="2487">
                  <c:v>50.23922161</c:v>
                </c:pt>
                <c:pt idx="2488">
                  <c:v>50.23887634</c:v>
                </c:pt>
                <c:pt idx="2489">
                  <c:v>50.23819746</c:v>
                </c:pt>
                <c:pt idx="2490">
                  <c:v>50.23763883</c:v>
                </c:pt>
                <c:pt idx="2491">
                  <c:v>50.23704529</c:v>
                </c:pt>
                <c:pt idx="2492">
                  <c:v>50.23652158</c:v>
                </c:pt>
                <c:pt idx="2493">
                  <c:v>50.23576355</c:v>
                </c:pt>
                <c:pt idx="2494">
                  <c:v>50.23521811</c:v>
                </c:pt>
                <c:pt idx="2495">
                  <c:v>50.23465949</c:v>
                </c:pt>
                <c:pt idx="2496">
                  <c:v>50.23410086</c:v>
                </c:pt>
                <c:pt idx="2497">
                  <c:v>50.23349568</c:v>
                </c:pt>
                <c:pt idx="2498">
                  <c:v>50.23326292</c:v>
                </c:pt>
                <c:pt idx="2499">
                  <c:v>50.23237843</c:v>
                </c:pt>
                <c:pt idx="2500">
                  <c:v>50.23158704</c:v>
                </c:pt>
                <c:pt idx="2501">
                  <c:v>50.23102841</c:v>
                </c:pt>
                <c:pt idx="2502">
                  <c:v>50.23049927</c:v>
                </c:pt>
                <c:pt idx="2503">
                  <c:v>50.22994995</c:v>
                </c:pt>
                <c:pt idx="2504">
                  <c:v>50.22930908</c:v>
                </c:pt>
                <c:pt idx="2505">
                  <c:v>50.22871399</c:v>
                </c:pt>
                <c:pt idx="2506">
                  <c:v>50.2281189</c:v>
                </c:pt>
                <c:pt idx="2507">
                  <c:v>50.22688293</c:v>
                </c:pt>
                <c:pt idx="2508">
                  <c:v>50.22665405</c:v>
                </c:pt>
                <c:pt idx="2509">
                  <c:v>50.22539559</c:v>
                </c:pt>
                <c:pt idx="2510">
                  <c:v>50.22479041</c:v>
                </c:pt>
                <c:pt idx="2511">
                  <c:v>50.22413868</c:v>
                </c:pt>
                <c:pt idx="2512">
                  <c:v>50.22311453</c:v>
                </c:pt>
                <c:pt idx="2513">
                  <c:v>50.2224628</c:v>
                </c:pt>
                <c:pt idx="2514">
                  <c:v>50.22162486</c:v>
                </c:pt>
                <c:pt idx="2515">
                  <c:v>50.2213921</c:v>
                </c:pt>
                <c:pt idx="2516">
                  <c:v>50.21955872</c:v>
                </c:pt>
                <c:pt idx="2517">
                  <c:v>50.21896362</c:v>
                </c:pt>
                <c:pt idx="2518">
                  <c:v>50.2182731</c:v>
                </c:pt>
                <c:pt idx="2519">
                  <c:v>50.21777344</c:v>
                </c:pt>
                <c:pt idx="2520">
                  <c:v>50.21731567</c:v>
                </c:pt>
                <c:pt idx="2521">
                  <c:v>50.21659722</c:v>
                </c:pt>
                <c:pt idx="2522">
                  <c:v>50.21607971</c:v>
                </c:pt>
                <c:pt idx="2523">
                  <c:v>50.21548462</c:v>
                </c:pt>
                <c:pt idx="2524">
                  <c:v>50.21488953</c:v>
                </c:pt>
                <c:pt idx="2525">
                  <c:v>50.21374512</c:v>
                </c:pt>
                <c:pt idx="2526">
                  <c:v>50.2131058</c:v>
                </c:pt>
                <c:pt idx="2527">
                  <c:v>50.21245407</c:v>
                </c:pt>
                <c:pt idx="2528">
                  <c:v>50.21189544</c:v>
                </c:pt>
                <c:pt idx="2529">
                  <c:v>50.21129026</c:v>
                </c:pt>
                <c:pt idx="2530">
                  <c:v>50.21077819</c:v>
                </c:pt>
                <c:pt idx="2531">
                  <c:v>50.21026611</c:v>
                </c:pt>
                <c:pt idx="2532">
                  <c:v>50.20975404</c:v>
                </c:pt>
                <c:pt idx="2533">
                  <c:v>50.20925903</c:v>
                </c:pt>
                <c:pt idx="2534">
                  <c:v>50.20868334</c:v>
                </c:pt>
                <c:pt idx="2535">
                  <c:v>50.20812471</c:v>
                </c:pt>
                <c:pt idx="2536">
                  <c:v>50.20761108</c:v>
                </c:pt>
                <c:pt idx="2537">
                  <c:v>50.20668159</c:v>
                </c:pt>
                <c:pt idx="2538">
                  <c:v>50.20635573</c:v>
                </c:pt>
                <c:pt idx="2539">
                  <c:v>50.20575055</c:v>
                </c:pt>
                <c:pt idx="2540">
                  <c:v>50.20514537</c:v>
                </c:pt>
                <c:pt idx="2541">
                  <c:v>50.20398156</c:v>
                </c:pt>
                <c:pt idx="2542">
                  <c:v>50.20342293</c:v>
                </c:pt>
                <c:pt idx="2543">
                  <c:v>50.20281776</c:v>
                </c:pt>
                <c:pt idx="2544">
                  <c:v>50.20230103</c:v>
                </c:pt>
                <c:pt idx="2545">
                  <c:v>50.20170593</c:v>
                </c:pt>
                <c:pt idx="2546">
                  <c:v>50.20104877</c:v>
                </c:pt>
                <c:pt idx="2547">
                  <c:v>50.20051575</c:v>
                </c:pt>
                <c:pt idx="2548">
                  <c:v>50.19996643</c:v>
                </c:pt>
                <c:pt idx="2549">
                  <c:v>50.19941711</c:v>
                </c:pt>
                <c:pt idx="2550">
                  <c:v>50.19890737</c:v>
                </c:pt>
                <c:pt idx="2551">
                  <c:v>50.19834874</c:v>
                </c:pt>
                <c:pt idx="2552">
                  <c:v>50.19779011</c:v>
                </c:pt>
                <c:pt idx="2553">
                  <c:v>50.19699097</c:v>
                </c:pt>
                <c:pt idx="2554">
                  <c:v>50.19662476</c:v>
                </c:pt>
                <c:pt idx="2555">
                  <c:v>50.19550905</c:v>
                </c:pt>
                <c:pt idx="2556">
                  <c:v>50.19434525</c:v>
                </c:pt>
                <c:pt idx="2557">
                  <c:v>50.19318144</c:v>
                </c:pt>
                <c:pt idx="2558">
                  <c:v>50.19262282</c:v>
                </c:pt>
                <c:pt idx="2559">
                  <c:v>50.19204712</c:v>
                </c:pt>
                <c:pt idx="2560">
                  <c:v>50.19131935</c:v>
                </c:pt>
                <c:pt idx="2561">
                  <c:v>50.19104004</c:v>
                </c:pt>
                <c:pt idx="2562">
                  <c:v>50.19024865</c:v>
                </c:pt>
                <c:pt idx="2563">
                  <c:v>50.18969002</c:v>
                </c:pt>
                <c:pt idx="2564">
                  <c:v>50.18945726</c:v>
                </c:pt>
                <c:pt idx="2565">
                  <c:v>50.18856812</c:v>
                </c:pt>
                <c:pt idx="2566">
                  <c:v>50.18750207</c:v>
                </c:pt>
                <c:pt idx="2567">
                  <c:v>50.18682861</c:v>
                </c:pt>
                <c:pt idx="2568">
                  <c:v>50.18536377</c:v>
                </c:pt>
                <c:pt idx="2569">
                  <c:v>50.18495178</c:v>
                </c:pt>
                <c:pt idx="2570">
                  <c:v>50.18417358</c:v>
                </c:pt>
                <c:pt idx="2571">
                  <c:v>50.18363823</c:v>
                </c:pt>
                <c:pt idx="2572">
                  <c:v>50.18307495</c:v>
                </c:pt>
                <c:pt idx="2573">
                  <c:v>50.18197632</c:v>
                </c:pt>
                <c:pt idx="2574">
                  <c:v>50.18140373</c:v>
                </c:pt>
                <c:pt idx="2575">
                  <c:v>50.18078613</c:v>
                </c:pt>
                <c:pt idx="2576">
                  <c:v>50.18005371</c:v>
                </c:pt>
                <c:pt idx="2577">
                  <c:v>50.17950439</c:v>
                </c:pt>
                <c:pt idx="2578">
                  <c:v>50.17904663</c:v>
                </c:pt>
                <c:pt idx="2579">
                  <c:v>50.17845154</c:v>
                </c:pt>
                <c:pt idx="2580">
                  <c:v>50.17814507</c:v>
                </c:pt>
                <c:pt idx="2581">
                  <c:v>50.17688816</c:v>
                </c:pt>
                <c:pt idx="2582">
                  <c:v>50.17611694</c:v>
                </c:pt>
                <c:pt idx="2583">
                  <c:v>50.17575073</c:v>
                </c:pt>
                <c:pt idx="2584">
                  <c:v>50.17497253</c:v>
                </c:pt>
                <c:pt idx="2585">
                  <c:v>50.17446899</c:v>
                </c:pt>
                <c:pt idx="2586">
                  <c:v>50.17391968</c:v>
                </c:pt>
                <c:pt idx="2587">
                  <c:v>50.17332458</c:v>
                </c:pt>
                <c:pt idx="2588">
                  <c:v>50.17277527</c:v>
                </c:pt>
                <c:pt idx="2589">
                  <c:v>50.1721344</c:v>
                </c:pt>
                <c:pt idx="2590">
                  <c:v>50.17158508</c:v>
                </c:pt>
                <c:pt idx="2591">
                  <c:v>50.17106913</c:v>
                </c:pt>
                <c:pt idx="2592">
                  <c:v>50.17055705</c:v>
                </c:pt>
                <c:pt idx="2593">
                  <c:v>50.16993713</c:v>
                </c:pt>
                <c:pt idx="2594">
                  <c:v>50.16938782</c:v>
                </c:pt>
                <c:pt idx="2595">
                  <c:v>50.16874695</c:v>
                </c:pt>
                <c:pt idx="2596">
                  <c:v>50.1684622</c:v>
                </c:pt>
                <c:pt idx="2597">
                  <c:v>50.16790358</c:v>
                </c:pt>
                <c:pt idx="2598">
                  <c:v>50.16734495</c:v>
                </c:pt>
                <c:pt idx="2599">
                  <c:v>50.16673977</c:v>
                </c:pt>
                <c:pt idx="2600">
                  <c:v>50.16600037</c:v>
                </c:pt>
                <c:pt idx="2601">
                  <c:v>50.16487768</c:v>
                </c:pt>
                <c:pt idx="2602">
                  <c:v>50.16441216</c:v>
                </c:pt>
                <c:pt idx="2603">
                  <c:v>50.16385353</c:v>
                </c:pt>
                <c:pt idx="2604">
                  <c:v>50.16316223</c:v>
                </c:pt>
                <c:pt idx="2605">
                  <c:v>50.16255007</c:v>
                </c:pt>
                <c:pt idx="2606">
                  <c:v>50.16208455</c:v>
                </c:pt>
                <c:pt idx="2607">
                  <c:v>50.16156006</c:v>
                </c:pt>
                <c:pt idx="2608">
                  <c:v>50.16133118</c:v>
                </c:pt>
                <c:pt idx="2609">
                  <c:v>50.15991211</c:v>
                </c:pt>
                <c:pt idx="2610">
                  <c:v>50.15931702</c:v>
                </c:pt>
                <c:pt idx="2611">
                  <c:v>50.1587677</c:v>
                </c:pt>
                <c:pt idx="2612">
                  <c:v>50.15812683</c:v>
                </c:pt>
                <c:pt idx="2613">
                  <c:v>50.15719656</c:v>
                </c:pt>
                <c:pt idx="2614">
                  <c:v>50.15638733</c:v>
                </c:pt>
                <c:pt idx="2615">
                  <c:v>50.1558931</c:v>
                </c:pt>
                <c:pt idx="2616">
                  <c:v>50.15524292</c:v>
                </c:pt>
                <c:pt idx="2617">
                  <c:v>50.1549155</c:v>
                </c:pt>
                <c:pt idx="2618">
                  <c:v>50.15428162</c:v>
                </c:pt>
                <c:pt idx="2619">
                  <c:v>50.1537323</c:v>
                </c:pt>
                <c:pt idx="2620">
                  <c:v>50.15305341</c:v>
                </c:pt>
                <c:pt idx="2621">
                  <c:v>50.15249479</c:v>
                </c:pt>
                <c:pt idx="2622">
                  <c:v>50.15188961</c:v>
                </c:pt>
                <c:pt idx="2623">
                  <c:v>50.15128443</c:v>
                </c:pt>
                <c:pt idx="2624">
                  <c:v>50.15075684</c:v>
                </c:pt>
                <c:pt idx="2625">
                  <c:v>50.15026028</c:v>
                </c:pt>
                <c:pt idx="2626">
                  <c:v>50.1496582</c:v>
                </c:pt>
                <c:pt idx="2627">
                  <c:v>50.14915466</c:v>
                </c:pt>
                <c:pt idx="2628">
                  <c:v>50.14853785</c:v>
                </c:pt>
                <c:pt idx="2629">
                  <c:v>50.14797922</c:v>
                </c:pt>
                <c:pt idx="2630">
                  <c:v>50.14741516</c:v>
                </c:pt>
                <c:pt idx="2631">
                  <c:v>50.14690852</c:v>
                </c:pt>
                <c:pt idx="2632">
                  <c:v>50.14640808</c:v>
                </c:pt>
                <c:pt idx="2633">
                  <c:v>50.14560505</c:v>
                </c:pt>
                <c:pt idx="2634">
                  <c:v>50.14512634</c:v>
                </c:pt>
                <c:pt idx="2635">
                  <c:v>50.14476013</c:v>
                </c:pt>
                <c:pt idx="2636">
                  <c:v>50.14416504</c:v>
                </c:pt>
                <c:pt idx="2637">
                  <c:v>50.14364986</c:v>
                </c:pt>
                <c:pt idx="2638">
                  <c:v>50.14302063</c:v>
                </c:pt>
                <c:pt idx="2639">
                  <c:v>50.14196777</c:v>
                </c:pt>
                <c:pt idx="2640">
                  <c:v>50.14071707</c:v>
                </c:pt>
                <c:pt idx="2641">
                  <c:v>50.14006534</c:v>
                </c:pt>
                <c:pt idx="2642">
                  <c:v>50.13950671</c:v>
                </c:pt>
                <c:pt idx="2643">
                  <c:v>50.1393205</c:v>
                </c:pt>
                <c:pt idx="2644">
                  <c:v>50.13792394</c:v>
                </c:pt>
                <c:pt idx="2645">
                  <c:v>50.13761902</c:v>
                </c:pt>
                <c:pt idx="2646">
                  <c:v>50.13578796</c:v>
                </c:pt>
                <c:pt idx="2647">
                  <c:v>50.13523865</c:v>
                </c:pt>
                <c:pt idx="2648">
                  <c:v>50.13500977</c:v>
                </c:pt>
                <c:pt idx="2649">
                  <c:v>50.13410665</c:v>
                </c:pt>
                <c:pt idx="2650">
                  <c:v>50.13387389</c:v>
                </c:pt>
                <c:pt idx="2651">
                  <c:v>50.13308716</c:v>
                </c:pt>
                <c:pt idx="2652">
                  <c:v>50.13238422</c:v>
                </c:pt>
                <c:pt idx="2653">
                  <c:v>50.1312561</c:v>
                </c:pt>
                <c:pt idx="2654">
                  <c:v>50.13070679</c:v>
                </c:pt>
                <c:pt idx="2655">
                  <c:v>50.13015747</c:v>
                </c:pt>
                <c:pt idx="2656">
                  <c:v>50.1295166</c:v>
                </c:pt>
                <c:pt idx="2657">
                  <c:v>50.1288928</c:v>
                </c:pt>
                <c:pt idx="2658">
                  <c:v>50.12838073</c:v>
                </c:pt>
                <c:pt idx="2659">
                  <c:v>50.12786865</c:v>
                </c:pt>
                <c:pt idx="2660">
                  <c:v>50.12722778</c:v>
                </c:pt>
                <c:pt idx="2661">
                  <c:v>50.12667847</c:v>
                </c:pt>
                <c:pt idx="2662">
                  <c:v>50.12608337</c:v>
                </c:pt>
                <c:pt idx="2663">
                  <c:v>50.12553406</c:v>
                </c:pt>
                <c:pt idx="2664">
                  <c:v>50.12498474</c:v>
                </c:pt>
                <c:pt idx="2665">
                  <c:v>50.1244812</c:v>
                </c:pt>
                <c:pt idx="2666">
                  <c:v>50.12388611</c:v>
                </c:pt>
                <c:pt idx="2667">
                  <c:v>50.12333679</c:v>
                </c:pt>
                <c:pt idx="2668">
                  <c:v>50.12284101</c:v>
                </c:pt>
                <c:pt idx="2669">
                  <c:v>50.12214661</c:v>
                </c:pt>
                <c:pt idx="2670">
                  <c:v>50.12159729</c:v>
                </c:pt>
                <c:pt idx="2671">
                  <c:v>50.12111858</c:v>
                </c:pt>
                <c:pt idx="2672">
                  <c:v>50.12046685</c:v>
                </c:pt>
                <c:pt idx="2673">
                  <c:v>50.120224</c:v>
                </c:pt>
                <c:pt idx="2674">
                  <c:v>50.1194427</c:v>
                </c:pt>
                <c:pt idx="2675">
                  <c:v>50.11885071</c:v>
                </c:pt>
                <c:pt idx="2676">
                  <c:v>50.11761475</c:v>
                </c:pt>
                <c:pt idx="2677">
                  <c:v>50.11697543</c:v>
                </c:pt>
                <c:pt idx="2678">
                  <c:v>50.11633301</c:v>
                </c:pt>
                <c:pt idx="2679">
                  <c:v>50.11459351</c:v>
                </c:pt>
                <c:pt idx="2680">
                  <c:v>50.11385643</c:v>
                </c:pt>
                <c:pt idx="2681">
                  <c:v>50.11301849</c:v>
                </c:pt>
                <c:pt idx="2682">
                  <c:v>50.10850292</c:v>
                </c:pt>
                <c:pt idx="2683">
                  <c:v>50.10754395</c:v>
                </c:pt>
                <c:pt idx="2684">
                  <c:v>50.10538392</c:v>
                </c:pt>
                <c:pt idx="2685">
                  <c:v>50.10477874</c:v>
                </c:pt>
                <c:pt idx="2686">
                  <c:v>50.10212526</c:v>
                </c:pt>
                <c:pt idx="2687">
                  <c:v>50.10096146</c:v>
                </c:pt>
                <c:pt idx="2688">
                  <c:v>50.09857178</c:v>
                </c:pt>
                <c:pt idx="2689">
                  <c:v>50.09598037</c:v>
                </c:pt>
                <c:pt idx="2690">
                  <c:v>50.09379241</c:v>
                </c:pt>
                <c:pt idx="2691">
                  <c:v>50.09262085</c:v>
                </c:pt>
                <c:pt idx="2692">
                  <c:v>50.09202343</c:v>
                </c:pt>
                <c:pt idx="2693">
                  <c:v>50.08959961</c:v>
                </c:pt>
                <c:pt idx="2694">
                  <c:v>50.08721924</c:v>
                </c:pt>
                <c:pt idx="2695">
                  <c:v>50.08615785</c:v>
                </c:pt>
                <c:pt idx="2696">
                  <c:v>50.08543396</c:v>
                </c:pt>
                <c:pt idx="2697">
                  <c:v>50.08424377</c:v>
                </c:pt>
                <c:pt idx="2698">
                  <c:v>50.08351135</c:v>
                </c:pt>
                <c:pt idx="2699">
                  <c:v>50.08043192</c:v>
                </c:pt>
                <c:pt idx="2700">
                  <c:v>50.07911682</c:v>
                </c:pt>
                <c:pt idx="2701">
                  <c:v>50.07783508</c:v>
                </c:pt>
                <c:pt idx="2702">
                  <c:v>50.0766449</c:v>
                </c:pt>
                <c:pt idx="2703">
                  <c:v>50.07428703</c:v>
                </c:pt>
                <c:pt idx="2704">
                  <c:v>50.07325745</c:v>
                </c:pt>
                <c:pt idx="2705">
                  <c:v>50.07252502</c:v>
                </c:pt>
                <c:pt idx="2706">
                  <c:v>50.0707025</c:v>
                </c:pt>
                <c:pt idx="2707">
                  <c:v>50.06964111</c:v>
                </c:pt>
                <c:pt idx="2708">
                  <c:v>50.06860765</c:v>
                </c:pt>
                <c:pt idx="2709">
                  <c:v>50.06735074</c:v>
                </c:pt>
                <c:pt idx="2710">
                  <c:v>50.06618694</c:v>
                </c:pt>
                <c:pt idx="2711">
                  <c:v>50.06572141</c:v>
                </c:pt>
                <c:pt idx="2712">
                  <c:v>50.06391907</c:v>
                </c:pt>
                <c:pt idx="2713">
                  <c:v>50.06288173</c:v>
                </c:pt>
                <c:pt idx="2714">
                  <c:v>50.06185913</c:v>
                </c:pt>
                <c:pt idx="2715">
                  <c:v>50.0607605</c:v>
                </c:pt>
                <c:pt idx="2716">
                  <c:v>50.0599823</c:v>
                </c:pt>
                <c:pt idx="2717">
                  <c:v>50.05728149</c:v>
                </c:pt>
                <c:pt idx="2718">
                  <c:v>50.05604553</c:v>
                </c:pt>
                <c:pt idx="2719">
                  <c:v>50.0549469</c:v>
                </c:pt>
                <c:pt idx="2720">
                  <c:v>50.05436267</c:v>
                </c:pt>
                <c:pt idx="2721">
                  <c:v>50.05160522</c:v>
                </c:pt>
                <c:pt idx="2722">
                  <c:v>50.0506897</c:v>
                </c:pt>
                <c:pt idx="2723">
                  <c:v>50.04952124</c:v>
                </c:pt>
                <c:pt idx="2724">
                  <c:v>50.04844666</c:v>
                </c:pt>
                <c:pt idx="2725">
                  <c:v>50.04710052</c:v>
                </c:pt>
                <c:pt idx="2726">
                  <c:v>50.04597473</c:v>
                </c:pt>
                <c:pt idx="2727">
                  <c:v>50.04414368</c:v>
                </c:pt>
                <c:pt idx="2728">
                  <c:v>50.04300392</c:v>
                </c:pt>
                <c:pt idx="2729">
                  <c:v>50.04171753</c:v>
                </c:pt>
                <c:pt idx="2730">
                  <c:v>50.03927974</c:v>
                </c:pt>
                <c:pt idx="2731">
                  <c:v>50.0381012</c:v>
                </c:pt>
                <c:pt idx="2732">
                  <c:v>50.03676592</c:v>
                </c:pt>
                <c:pt idx="2733">
                  <c:v>50.03541591</c:v>
                </c:pt>
                <c:pt idx="2734">
                  <c:v>50.03150552</c:v>
                </c:pt>
                <c:pt idx="2735">
                  <c:v>50.03015551</c:v>
                </c:pt>
                <c:pt idx="2736">
                  <c:v>50.02866583</c:v>
                </c:pt>
                <c:pt idx="2737">
                  <c:v>50.02798462</c:v>
                </c:pt>
                <c:pt idx="2738">
                  <c:v>50.0259658</c:v>
                </c:pt>
                <c:pt idx="2739">
                  <c:v>50.02447613</c:v>
                </c:pt>
                <c:pt idx="2740">
                  <c:v>50.02189636</c:v>
                </c:pt>
                <c:pt idx="2741">
                  <c:v>50.02051919</c:v>
                </c:pt>
                <c:pt idx="2742">
                  <c:v>50.01781916</c:v>
                </c:pt>
                <c:pt idx="2743">
                  <c:v>50.0165863</c:v>
                </c:pt>
                <c:pt idx="2744">
                  <c:v>50.01507568</c:v>
                </c:pt>
                <c:pt idx="2745">
                  <c:v>50.01374817</c:v>
                </c:pt>
                <c:pt idx="2746">
                  <c:v>50.01223289</c:v>
                </c:pt>
                <c:pt idx="2747">
                  <c:v>50.01091003</c:v>
                </c:pt>
                <c:pt idx="2748">
                  <c:v>50.00953674</c:v>
                </c:pt>
                <c:pt idx="2749">
                  <c:v>50.00820923</c:v>
                </c:pt>
                <c:pt idx="2750">
                  <c:v>50.00697249</c:v>
                </c:pt>
                <c:pt idx="2751">
                  <c:v>50.00548282</c:v>
                </c:pt>
                <c:pt idx="2752">
                  <c:v>50.00427246</c:v>
                </c:pt>
                <c:pt idx="2753">
                  <c:v>50.00267029</c:v>
                </c:pt>
                <c:pt idx="2754">
                  <c:v>50.00170898</c:v>
                </c:pt>
                <c:pt idx="2755">
                  <c:v>50.00022242</c:v>
                </c:pt>
                <c:pt idx="2756">
                  <c:v>49.99905396</c:v>
                </c:pt>
                <c:pt idx="2757">
                  <c:v>49.99754333</c:v>
                </c:pt>
                <c:pt idx="2758">
                  <c:v>49.99488831</c:v>
                </c:pt>
                <c:pt idx="2759">
                  <c:v>49.99433899</c:v>
                </c:pt>
                <c:pt idx="2760">
                  <c:v>49.99099731</c:v>
                </c:pt>
                <c:pt idx="2761">
                  <c:v>49.99049377</c:v>
                </c:pt>
                <c:pt idx="2762">
                  <c:v>49.98779297</c:v>
                </c:pt>
                <c:pt idx="2763">
                  <c:v>49.98660278</c:v>
                </c:pt>
                <c:pt idx="2764">
                  <c:v>49.98579122</c:v>
                </c:pt>
                <c:pt idx="2765">
                  <c:v>49.98435974</c:v>
                </c:pt>
                <c:pt idx="2766">
                  <c:v>49.98326111</c:v>
                </c:pt>
                <c:pt idx="2767">
                  <c:v>49.98034461</c:v>
                </c:pt>
                <c:pt idx="2768">
                  <c:v>49.97634888</c:v>
                </c:pt>
                <c:pt idx="2769">
                  <c:v>49.97517731</c:v>
                </c:pt>
                <c:pt idx="2770">
                  <c:v>49.9738273</c:v>
                </c:pt>
                <c:pt idx="2771">
                  <c:v>49.96917207</c:v>
                </c:pt>
                <c:pt idx="2772">
                  <c:v>49.96852034</c:v>
                </c:pt>
                <c:pt idx="2773">
                  <c:v>49.96188354</c:v>
                </c:pt>
                <c:pt idx="2774">
                  <c:v>49.96110535</c:v>
                </c:pt>
                <c:pt idx="2775">
                  <c:v>49.95790643</c:v>
                </c:pt>
                <c:pt idx="2776">
                  <c:v>49.9551133</c:v>
                </c:pt>
                <c:pt idx="2777">
                  <c:v>49.95204085</c:v>
                </c:pt>
                <c:pt idx="2778">
                  <c:v>49.95073739</c:v>
                </c:pt>
                <c:pt idx="2779">
                  <c:v>49.95002747</c:v>
                </c:pt>
                <c:pt idx="2780">
                  <c:v>49.94819641</c:v>
                </c:pt>
                <c:pt idx="2781">
                  <c:v>49.94738563</c:v>
                </c:pt>
                <c:pt idx="2782">
                  <c:v>49.94261169</c:v>
                </c:pt>
                <c:pt idx="2783">
                  <c:v>49.94155884</c:v>
                </c:pt>
                <c:pt idx="2784">
                  <c:v>49.94050598</c:v>
                </c:pt>
                <c:pt idx="2785">
                  <c:v>49.93959045</c:v>
                </c:pt>
                <c:pt idx="2786">
                  <c:v>49.93765621</c:v>
                </c:pt>
                <c:pt idx="2787">
                  <c:v>49.9363993</c:v>
                </c:pt>
                <c:pt idx="2788">
                  <c:v>49.93407169</c:v>
                </c:pt>
                <c:pt idx="2789">
                  <c:v>49.93286133</c:v>
                </c:pt>
                <c:pt idx="2790">
                  <c:v>49.93226624</c:v>
                </c:pt>
                <c:pt idx="2791">
                  <c:v>49.92960267</c:v>
                </c:pt>
                <c:pt idx="2792">
                  <c:v>49.92901611</c:v>
                </c:pt>
                <c:pt idx="2793">
                  <c:v>49.92215431</c:v>
                </c:pt>
                <c:pt idx="2794">
                  <c:v>49.92019912</c:v>
                </c:pt>
                <c:pt idx="2795">
                  <c:v>49.91770935</c:v>
                </c:pt>
                <c:pt idx="2796">
                  <c:v>49.91748047</c:v>
                </c:pt>
                <c:pt idx="2797">
                  <c:v>49.91582321</c:v>
                </c:pt>
                <c:pt idx="2798">
                  <c:v>49.91555786</c:v>
                </c:pt>
                <c:pt idx="2799">
                  <c:v>49.91526458</c:v>
                </c:pt>
                <c:pt idx="2800">
                  <c:v>49.91427612</c:v>
                </c:pt>
                <c:pt idx="2801">
                  <c:v>49.91139221</c:v>
                </c:pt>
                <c:pt idx="2802">
                  <c:v>49.91088867</c:v>
                </c:pt>
                <c:pt idx="2803">
                  <c:v>49.9103766</c:v>
                </c:pt>
                <c:pt idx="2804">
                  <c:v>49.91023694</c:v>
                </c:pt>
                <c:pt idx="2805">
                  <c:v>49.9103766</c:v>
                </c:pt>
                <c:pt idx="2806">
                  <c:v>49.9103766</c:v>
                </c:pt>
                <c:pt idx="2807">
                  <c:v>49.91189575</c:v>
                </c:pt>
                <c:pt idx="2808">
                  <c:v>49.91189575</c:v>
                </c:pt>
                <c:pt idx="2809">
                  <c:v>49.91382146</c:v>
                </c:pt>
                <c:pt idx="2810">
                  <c:v>49.91414733</c:v>
                </c:pt>
                <c:pt idx="2811">
                  <c:v>49.91537476</c:v>
                </c:pt>
                <c:pt idx="2812">
                  <c:v>49.91537476</c:v>
                </c:pt>
                <c:pt idx="2813">
                  <c:v>49.91615295</c:v>
                </c:pt>
                <c:pt idx="2814">
                  <c:v>49.91847669</c:v>
                </c:pt>
                <c:pt idx="2815">
                  <c:v>49.91912842</c:v>
                </c:pt>
                <c:pt idx="2816">
                  <c:v>49.91990662</c:v>
                </c:pt>
                <c:pt idx="2817">
                  <c:v>49.92122327</c:v>
                </c:pt>
                <c:pt idx="2818">
                  <c:v>49.92224742</c:v>
                </c:pt>
                <c:pt idx="2819">
                  <c:v>49.92359743</c:v>
                </c:pt>
                <c:pt idx="2820">
                  <c:v>49.92573884</c:v>
                </c:pt>
                <c:pt idx="2821">
                  <c:v>49.92663574</c:v>
                </c:pt>
                <c:pt idx="2822">
                  <c:v>49.92792679</c:v>
                </c:pt>
                <c:pt idx="2823">
                  <c:v>49.92883301</c:v>
                </c:pt>
                <c:pt idx="2824">
                  <c:v>49.92932336</c:v>
                </c:pt>
                <c:pt idx="2825">
                  <c:v>49.93070984</c:v>
                </c:pt>
                <c:pt idx="2826">
                  <c:v>49.93109234</c:v>
                </c:pt>
                <c:pt idx="2827">
                  <c:v>49.93155787</c:v>
                </c:pt>
                <c:pt idx="2828">
                  <c:v>49.93304754</c:v>
                </c:pt>
                <c:pt idx="2829">
                  <c:v>49.93546825</c:v>
                </c:pt>
                <c:pt idx="2830">
                  <c:v>49.93624878</c:v>
                </c:pt>
                <c:pt idx="2831">
                  <c:v>49.93868036</c:v>
                </c:pt>
                <c:pt idx="2832">
                  <c:v>49.94091797</c:v>
                </c:pt>
                <c:pt idx="2833">
                  <c:v>49.94114685</c:v>
                </c:pt>
                <c:pt idx="2834">
                  <c:v>49.9437561</c:v>
                </c:pt>
                <c:pt idx="2835">
                  <c:v>49.94458008</c:v>
                </c:pt>
                <c:pt idx="2836">
                  <c:v>49.94654846</c:v>
                </c:pt>
                <c:pt idx="2837">
                  <c:v>49.95043945</c:v>
                </c:pt>
                <c:pt idx="2838">
                  <c:v>49.95071411</c:v>
                </c:pt>
                <c:pt idx="2839">
                  <c:v>49.95172119</c:v>
                </c:pt>
                <c:pt idx="2840">
                  <c:v>49.95199585</c:v>
                </c:pt>
                <c:pt idx="2841">
                  <c:v>49.95327759</c:v>
                </c:pt>
                <c:pt idx="2842">
                  <c:v>49.95327759</c:v>
                </c:pt>
                <c:pt idx="2843">
                  <c:v>49.95396423</c:v>
                </c:pt>
                <c:pt idx="2844">
                  <c:v>49.95561218</c:v>
                </c:pt>
                <c:pt idx="2845">
                  <c:v>49.95561218</c:v>
                </c:pt>
                <c:pt idx="2846">
                  <c:v>49.95655642</c:v>
                </c:pt>
                <c:pt idx="2847">
                  <c:v>49.95675659</c:v>
                </c:pt>
                <c:pt idx="2848">
                  <c:v>49.95734781</c:v>
                </c:pt>
                <c:pt idx="2849">
                  <c:v>49.95874437</c:v>
                </c:pt>
                <c:pt idx="2850">
                  <c:v>49.96005249</c:v>
                </c:pt>
                <c:pt idx="2851">
                  <c:v>49.96046448</c:v>
                </c:pt>
                <c:pt idx="2852">
                  <c:v>49.96073914</c:v>
                </c:pt>
                <c:pt idx="2853">
                  <c:v>49.96110535</c:v>
                </c:pt>
                <c:pt idx="2854">
                  <c:v>49.96204958</c:v>
                </c:pt>
                <c:pt idx="2855">
                  <c:v>49.96257019</c:v>
                </c:pt>
                <c:pt idx="2856">
                  <c:v>49.96270752</c:v>
                </c:pt>
                <c:pt idx="2857">
                  <c:v>49.9633996</c:v>
                </c:pt>
                <c:pt idx="2858">
                  <c:v>49.96376038</c:v>
                </c:pt>
                <c:pt idx="2859">
                  <c:v>49.96440125</c:v>
                </c:pt>
                <c:pt idx="2860">
                  <c:v>49.96474961</c:v>
                </c:pt>
                <c:pt idx="2861">
                  <c:v>49.96577376</c:v>
                </c:pt>
                <c:pt idx="2862">
                  <c:v>49.96609497</c:v>
                </c:pt>
                <c:pt idx="2863">
                  <c:v>49.96642549</c:v>
                </c:pt>
                <c:pt idx="2864">
                  <c:v>49.96673584</c:v>
                </c:pt>
                <c:pt idx="2865">
                  <c:v>49.96712378</c:v>
                </c:pt>
                <c:pt idx="2866">
                  <c:v>49.96749619</c:v>
                </c:pt>
                <c:pt idx="2867">
                  <c:v>49.96783447</c:v>
                </c:pt>
                <c:pt idx="2868">
                  <c:v>49.96814792</c:v>
                </c:pt>
                <c:pt idx="2869">
                  <c:v>49.96852034</c:v>
                </c:pt>
                <c:pt idx="2870">
                  <c:v>49.96866</c:v>
                </c:pt>
                <c:pt idx="2871">
                  <c:v>49.96934509</c:v>
                </c:pt>
                <c:pt idx="2872">
                  <c:v>49.9696376</c:v>
                </c:pt>
                <c:pt idx="2873">
                  <c:v>49.9696376</c:v>
                </c:pt>
                <c:pt idx="2874">
                  <c:v>49.97145081</c:v>
                </c:pt>
                <c:pt idx="2875">
                  <c:v>49.97182555</c:v>
                </c:pt>
                <c:pt idx="2876">
                  <c:v>49.97247728</c:v>
                </c:pt>
                <c:pt idx="2877">
                  <c:v>49.97369385</c:v>
                </c:pt>
                <c:pt idx="2878">
                  <c:v>49.97406006</c:v>
                </c:pt>
                <c:pt idx="2879">
                  <c:v>49.97419739</c:v>
                </c:pt>
                <c:pt idx="2880">
                  <c:v>49.97615491</c:v>
                </c:pt>
                <c:pt idx="2881">
                  <c:v>49.97676086</c:v>
                </c:pt>
                <c:pt idx="2882">
                  <c:v>49.9769463</c:v>
                </c:pt>
                <c:pt idx="2883">
                  <c:v>49.97753906</c:v>
                </c:pt>
                <c:pt idx="2884">
                  <c:v>49.97852907</c:v>
                </c:pt>
                <c:pt idx="2885">
                  <c:v>49.97927391</c:v>
                </c:pt>
                <c:pt idx="2886">
                  <c:v>49.97964478</c:v>
                </c:pt>
                <c:pt idx="2887">
                  <c:v>49.97987366</c:v>
                </c:pt>
                <c:pt idx="2888">
                  <c:v>49.98023987</c:v>
                </c:pt>
                <c:pt idx="2889">
                  <c:v>49.9803772</c:v>
                </c:pt>
                <c:pt idx="2890">
                  <c:v>49.98160152</c:v>
                </c:pt>
                <c:pt idx="2891">
                  <c:v>49.98178773</c:v>
                </c:pt>
                <c:pt idx="2892">
                  <c:v>49.98220825</c:v>
                </c:pt>
                <c:pt idx="2893">
                  <c:v>49.98257446</c:v>
                </c:pt>
                <c:pt idx="2894">
                  <c:v>49.98275757</c:v>
                </c:pt>
                <c:pt idx="2895">
                  <c:v>49.98312378</c:v>
                </c:pt>
                <c:pt idx="2896">
                  <c:v>49.98344421</c:v>
                </c:pt>
                <c:pt idx="2897">
                  <c:v>49.98378948</c:v>
                </c:pt>
                <c:pt idx="2898">
                  <c:v>49.98445129</c:v>
                </c:pt>
                <c:pt idx="2899">
                  <c:v>49.98481363</c:v>
                </c:pt>
                <c:pt idx="2900">
                  <c:v>49.98513949</c:v>
                </c:pt>
                <c:pt idx="2901">
                  <c:v>49.9854126</c:v>
                </c:pt>
                <c:pt idx="2902">
                  <c:v>49.98574467</c:v>
                </c:pt>
                <c:pt idx="2903">
                  <c:v>49.9863964</c:v>
                </c:pt>
                <c:pt idx="2904">
                  <c:v>49.98672227</c:v>
                </c:pt>
                <c:pt idx="2905">
                  <c:v>49.98701477</c:v>
                </c:pt>
                <c:pt idx="2906">
                  <c:v>49.98733521</c:v>
                </c:pt>
                <c:pt idx="2907">
                  <c:v>49.98765331</c:v>
                </c:pt>
                <c:pt idx="2908">
                  <c:v>49.9879303</c:v>
                </c:pt>
                <c:pt idx="2909">
                  <c:v>49.98825849</c:v>
                </c:pt>
                <c:pt idx="2910">
                  <c:v>49.98857117</c:v>
                </c:pt>
                <c:pt idx="2911">
                  <c:v>49.98893738</c:v>
                </c:pt>
                <c:pt idx="2912">
                  <c:v>49.98923609</c:v>
                </c:pt>
                <c:pt idx="2913">
                  <c:v>49.98965506</c:v>
                </c:pt>
                <c:pt idx="2914">
                  <c:v>49.98994446</c:v>
                </c:pt>
                <c:pt idx="2915">
                  <c:v>49.99026489</c:v>
                </c:pt>
                <c:pt idx="2916">
                  <c:v>49.99058533</c:v>
                </c:pt>
                <c:pt idx="2917">
                  <c:v>49.99095852</c:v>
                </c:pt>
                <c:pt idx="2918">
                  <c:v>49.9912262</c:v>
                </c:pt>
                <c:pt idx="2919">
                  <c:v>49.99151715</c:v>
                </c:pt>
                <c:pt idx="2920">
                  <c:v>49.99186707</c:v>
                </c:pt>
                <c:pt idx="2921">
                  <c:v>49.99221543</c:v>
                </c:pt>
                <c:pt idx="2922">
                  <c:v>49.99250793</c:v>
                </c:pt>
                <c:pt idx="2923">
                  <c:v>49.99272751</c:v>
                </c:pt>
                <c:pt idx="2924">
                  <c:v>49.99310303</c:v>
                </c:pt>
                <c:pt idx="2925">
                  <c:v>49.99342346</c:v>
                </c:pt>
                <c:pt idx="2926">
                  <c:v>49.9937051</c:v>
                </c:pt>
                <c:pt idx="2927">
                  <c:v>49.99411011</c:v>
                </c:pt>
                <c:pt idx="2928">
                  <c:v>49.99440339</c:v>
                </c:pt>
                <c:pt idx="2929">
                  <c:v>49.9946827</c:v>
                </c:pt>
                <c:pt idx="2930">
                  <c:v>49.99505512</c:v>
                </c:pt>
                <c:pt idx="2931">
                  <c:v>49.9957534</c:v>
                </c:pt>
                <c:pt idx="2932">
                  <c:v>49.99594116</c:v>
                </c:pt>
                <c:pt idx="2933">
                  <c:v>49.9962616</c:v>
                </c:pt>
                <c:pt idx="2934">
                  <c:v>49.9964447</c:v>
                </c:pt>
                <c:pt idx="2935">
                  <c:v>49.99724307</c:v>
                </c:pt>
                <c:pt idx="2936">
                  <c:v>49.99740601</c:v>
                </c:pt>
                <c:pt idx="2937">
                  <c:v>49.99831377</c:v>
                </c:pt>
                <c:pt idx="2938">
                  <c:v>49.99905396</c:v>
                </c:pt>
                <c:pt idx="2939">
                  <c:v>49.99919128</c:v>
                </c:pt>
                <c:pt idx="2940">
                  <c:v>49.99978638</c:v>
                </c:pt>
                <c:pt idx="2941">
                  <c:v>49.99987793</c:v>
                </c:pt>
                <c:pt idx="2942">
                  <c:v>50.00038147</c:v>
                </c:pt>
                <c:pt idx="2943">
                  <c:v>50.00096725</c:v>
                </c:pt>
                <c:pt idx="2944">
                  <c:v>50.00111389</c:v>
                </c:pt>
                <c:pt idx="2945">
                  <c:v>50.001297</c:v>
                </c:pt>
                <c:pt idx="2946">
                  <c:v>50.00250348</c:v>
                </c:pt>
                <c:pt idx="2947">
                  <c:v>50.00301555</c:v>
                </c:pt>
                <c:pt idx="2948">
                  <c:v>50.00349426</c:v>
                </c:pt>
                <c:pt idx="2949">
                  <c:v>50.00385349</c:v>
                </c:pt>
                <c:pt idx="2950">
                  <c:v>50.00417936</c:v>
                </c:pt>
                <c:pt idx="2951">
                  <c:v>50.00454712</c:v>
                </c:pt>
                <c:pt idx="2952">
                  <c:v>50.004776</c:v>
                </c:pt>
                <c:pt idx="2953">
                  <c:v>50.00550842</c:v>
                </c:pt>
                <c:pt idx="2954">
                  <c:v>50.0061811</c:v>
                </c:pt>
                <c:pt idx="2955">
                  <c:v>50.00632076</c:v>
                </c:pt>
                <c:pt idx="2956">
                  <c:v>50.00692749</c:v>
                </c:pt>
                <c:pt idx="2957">
                  <c:v>50.00720215</c:v>
                </c:pt>
                <c:pt idx="2958">
                  <c:v>50.00720215</c:v>
                </c:pt>
                <c:pt idx="2959">
                  <c:v>50.00784302</c:v>
                </c:pt>
                <c:pt idx="2960">
                  <c:v>50.00843811</c:v>
                </c:pt>
                <c:pt idx="2961">
                  <c:v>50.0088501</c:v>
                </c:pt>
                <c:pt idx="2962">
                  <c:v>50.0090332</c:v>
                </c:pt>
                <c:pt idx="2963">
                  <c:v>50.00999839</c:v>
                </c:pt>
                <c:pt idx="2964">
                  <c:v>50.01013804</c:v>
                </c:pt>
                <c:pt idx="2965">
                  <c:v>50.01074322</c:v>
                </c:pt>
                <c:pt idx="2966">
                  <c:v>50.01139495</c:v>
                </c:pt>
                <c:pt idx="2967">
                  <c:v>50.01148806</c:v>
                </c:pt>
                <c:pt idx="2968">
                  <c:v>50.01204668</c:v>
                </c:pt>
                <c:pt idx="2969">
                  <c:v>50.01274109</c:v>
                </c:pt>
                <c:pt idx="2970">
                  <c:v>50.01274109</c:v>
                </c:pt>
                <c:pt idx="2971">
                  <c:v>50.01397705</c:v>
                </c:pt>
                <c:pt idx="2972">
                  <c:v>50.01429749</c:v>
                </c:pt>
                <c:pt idx="2973">
                  <c:v>50.01438904</c:v>
                </c:pt>
                <c:pt idx="2974">
                  <c:v>50.0148468</c:v>
                </c:pt>
                <c:pt idx="2975">
                  <c:v>50.01521301</c:v>
                </c:pt>
                <c:pt idx="2976">
                  <c:v>50.01535189</c:v>
                </c:pt>
                <c:pt idx="2977">
                  <c:v>50.01600362</c:v>
                </c:pt>
                <c:pt idx="2978">
                  <c:v>50.01614328</c:v>
                </c:pt>
                <c:pt idx="2979">
                  <c:v>50.01672363</c:v>
                </c:pt>
                <c:pt idx="2980">
                  <c:v>50.01695251</c:v>
                </c:pt>
                <c:pt idx="2981">
                  <c:v>50.0171814</c:v>
                </c:pt>
                <c:pt idx="2982">
                  <c:v>50.01730709</c:v>
                </c:pt>
                <c:pt idx="2983">
                  <c:v>50.01763295</c:v>
                </c:pt>
                <c:pt idx="2984">
                  <c:v>50.01809848</c:v>
                </c:pt>
                <c:pt idx="2985">
                  <c:v>50.01832581</c:v>
                </c:pt>
                <c:pt idx="2986">
                  <c:v>50.01860046</c:v>
                </c:pt>
                <c:pt idx="2987">
                  <c:v>50.01901245</c:v>
                </c:pt>
                <c:pt idx="2988">
                  <c:v>50.01912262</c:v>
                </c:pt>
                <c:pt idx="2989">
                  <c:v>50.01949504</c:v>
                </c:pt>
                <c:pt idx="2990">
                  <c:v>50.01968125</c:v>
                </c:pt>
                <c:pt idx="2991">
                  <c:v>50.02014677</c:v>
                </c:pt>
                <c:pt idx="2992">
                  <c:v>50.02038574</c:v>
                </c:pt>
                <c:pt idx="2993">
                  <c:v>50.02098083</c:v>
                </c:pt>
                <c:pt idx="2994">
                  <c:v>50.02210197</c:v>
                </c:pt>
                <c:pt idx="2995">
                  <c:v>50.02233473</c:v>
                </c:pt>
                <c:pt idx="2996">
                  <c:v>50.02312612</c:v>
                </c:pt>
                <c:pt idx="2997">
                  <c:v>50.0256958</c:v>
                </c:pt>
                <c:pt idx="2998">
                  <c:v>50.02610546</c:v>
                </c:pt>
                <c:pt idx="2999">
                  <c:v>50.02633822</c:v>
                </c:pt>
                <c:pt idx="3000">
                  <c:v>50.02633822</c:v>
                </c:pt>
                <c:pt idx="3001">
                  <c:v>50.02656555</c:v>
                </c:pt>
                <c:pt idx="3002">
                  <c:v>50.02702332</c:v>
                </c:pt>
                <c:pt idx="3003">
                  <c:v>50.02720642</c:v>
                </c:pt>
                <c:pt idx="3004">
                  <c:v>50.02940369</c:v>
                </c:pt>
                <c:pt idx="3005">
                  <c:v>50.02955033</c:v>
                </c:pt>
                <c:pt idx="3006">
                  <c:v>50.02964343</c:v>
                </c:pt>
                <c:pt idx="3007">
                  <c:v>50.03146362</c:v>
                </c:pt>
                <c:pt idx="3008">
                  <c:v>50.03164518</c:v>
                </c:pt>
                <c:pt idx="3009">
                  <c:v>50.03229691</c:v>
                </c:pt>
                <c:pt idx="3010">
                  <c:v>50.03242493</c:v>
                </c:pt>
                <c:pt idx="3011">
                  <c:v>50.03292847</c:v>
                </c:pt>
                <c:pt idx="3012">
                  <c:v>50.0331814</c:v>
                </c:pt>
                <c:pt idx="3013">
                  <c:v>50.03338623</c:v>
                </c:pt>
                <c:pt idx="3014">
                  <c:v>50.03369348</c:v>
                </c:pt>
                <c:pt idx="3015">
                  <c:v>50.03429865</c:v>
                </c:pt>
                <c:pt idx="3016">
                  <c:v>50.03439331</c:v>
                </c:pt>
                <c:pt idx="3017">
                  <c:v>50.03462219</c:v>
                </c:pt>
                <c:pt idx="3018">
                  <c:v>50.03513659</c:v>
                </c:pt>
                <c:pt idx="3019">
                  <c:v>50.03526306</c:v>
                </c:pt>
                <c:pt idx="3020">
                  <c:v>50.03546246</c:v>
                </c:pt>
                <c:pt idx="3021">
                  <c:v>50.03567505</c:v>
                </c:pt>
                <c:pt idx="3022">
                  <c:v>50.03578833</c:v>
                </c:pt>
                <c:pt idx="3023">
                  <c:v>50.03616074</c:v>
                </c:pt>
                <c:pt idx="3024">
                  <c:v>50.03627014</c:v>
                </c:pt>
                <c:pt idx="3025">
                  <c:v>50.03657971</c:v>
                </c:pt>
                <c:pt idx="3026">
                  <c:v>50.03668213</c:v>
                </c:pt>
                <c:pt idx="3027">
                  <c:v>50.03704524</c:v>
                </c:pt>
                <c:pt idx="3028">
                  <c:v>50.03741765</c:v>
                </c:pt>
                <c:pt idx="3029">
                  <c:v>50.03755731</c:v>
                </c:pt>
                <c:pt idx="3030">
                  <c:v>50.03778076</c:v>
                </c:pt>
                <c:pt idx="3031">
                  <c:v>50.03800964</c:v>
                </c:pt>
                <c:pt idx="3032">
                  <c:v>50.03820904</c:v>
                </c:pt>
                <c:pt idx="3033">
                  <c:v>50.03851318</c:v>
                </c:pt>
                <c:pt idx="3034">
                  <c:v>50.03862801</c:v>
                </c:pt>
                <c:pt idx="3035">
                  <c:v>50.04062976</c:v>
                </c:pt>
                <c:pt idx="3036">
                  <c:v>50.040802</c:v>
                </c:pt>
                <c:pt idx="3037">
                  <c:v>50.04101944</c:v>
                </c:pt>
                <c:pt idx="3038">
                  <c:v>50.04158408</c:v>
                </c:pt>
                <c:pt idx="3039">
                  <c:v>50.04194641</c:v>
                </c:pt>
                <c:pt idx="3040">
                  <c:v>50.04228236</c:v>
                </c:pt>
                <c:pt idx="3041">
                  <c:v>50.04257331</c:v>
                </c:pt>
                <c:pt idx="3042">
                  <c:v>50.04262161</c:v>
                </c:pt>
                <c:pt idx="3043">
                  <c:v>50.04273625</c:v>
                </c:pt>
                <c:pt idx="3044">
                  <c:v>50.04287338</c:v>
                </c:pt>
                <c:pt idx="3045">
                  <c:v>50.04290771</c:v>
                </c:pt>
                <c:pt idx="3046">
                  <c:v>50.0430272</c:v>
                </c:pt>
                <c:pt idx="3047">
                  <c:v>50.04322815</c:v>
                </c:pt>
                <c:pt idx="3048">
                  <c:v>50.04344617</c:v>
                </c:pt>
                <c:pt idx="3049">
                  <c:v>50.04355091</c:v>
                </c:pt>
                <c:pt idx="3050">
                  <c:v>50.04366729</c:v>
                </c:pt>
                <c:pt idx="3051">
                  <c:v>50.04373712</c:v>
                </c:pt>
                <c:pt idx="3052">
                  <c:v>50.04381859</c:v>
                </c:pt>
                <c:pt idx="3053">
                  <c:v>50.04388046</c:v>
                </c:pt>
                <c:pt idx="3054">
                  <c:v>50.04392333</c:v>
                </c:pt>
                <c:pt idx="3055">
                  <c:v>50.04394661</c:v>
                </c:pt>
                <c:pt idx="3056">
                  <c:v>50.04396057</c:v>
                </c:pt>
                <c:pt idx="3057">
                  <c:v>50.04395824</c:v>
                </c:pt>
                <c:pt idx="3058">
                  <c:v>50.04396988</c:v>
                </c:pt>
                <c:pt idx="3059">
                  <c:v>50.04390335</c:v>
                </c:pt>
                <c:pt idx="3060">
                  <c:v>50.04384186</c:v>
                </c:pt>
                <c:pt idx="3061">
                  <c:v>50.0438118</c:v>
                </c:pt>
                <c:pt idx="3062">
                  <c:v>50.0437604</c:v>
                </c:pt>
                <c:pt idx="3063">
                  <c:v>50.04373169</c:v>
                </c:pt>
                <c:pt idx="3064">
                  <c:v>50.04369057</c:v>
                </c:pt>
                <c:pt idx="3065">
                  <c:v>50.04366729</c:v>
                </c:pt>
                <c:pt idx="3066">
                  <c:v>50.04364402</c:v>
                </c:pt>
                <c:pt idx="3067">
                  <c:v>50.04361725</c:v>
                </c:pt>
                <c:pt idx="3068">
                  <c:v>50.0436091</c:v>
                </c:pt>
                <c:pt idx="3069">
                  <c:v>50.04356255</c:v>
                </c:pt>
                <c:pt idx="3070">
                  <c:v>50.0435257</c:v>
                </c:pt>
                <c:pt idx="3071">
                  <c:v>50.04351425</c:v>
                </c:pt>
                <c:pt idx="3072">
                  <c:v>50.04357147</c:v>
                </c:pt>
                <c:pt idx="3073">
                  <c:v>50.04364402</c:v>
                </c:pt>
                <c:pt idx="3074">
                  <c:v>50.04369057</c:v>
                </c:pt>
                <c:pt idx="3075">
                  <c:v>50.04372548</c:v>
                </c:pt>
                <c:pt idx="3076">
                  <c:v>50.04377203</c:v>
                </c:pt>
                <c:pt idx="3077">
                  <c:v>50.04380695</c:v>
                </c:pt>
                <c:pt idx="3078">
                  <c:v>50.04384613</c:v>
                </c:pt>
                <c:pt idx="3079">
                  <c:v>50.04391169</c:v>
                </c:pt>
                <c:pt idx="3080">
                  <c:v>50.04393768</c:v>
                </c:pt>
                <c:pt idx="3081">
                  <c:v>50.04395824</c:v>
                </c:pt>
                <c:pt idx="3082">
                  <c:v>50.04397202</c:v>
                </c:pt>
                <c:pt idx="3083">
                  <c:v>50.0439949</c:v>
                </c:pt>
                <c:pt idx="3084">
                  <c:v>50.0440048</c:v>
                </c:pt>
                <c:pt idx="3085">
                  <c:v>50.0440048</c:v>
                </c:pt>
                <c:pt idx="3086">
                  <c:v>50.04401643</c:v>
                </c:pt>
                <c:pt idx="3087">
                  <c:v>50.04402807</c:v>
                </c:pt>
                <c:pt idx="3088">
                  <c:v>50.04403971</c:v>
                </c:pt>
                <c:pt idx="3089">
                  <c:v>50.04405135</c:v>
                </c:pt>
                <c:pt idx="3090">
                  <c:v>50.04405212</c:v>
                </c:pt>
                <c:pt idx="3091">
                  <c:v>50.04407462</c:v>
                </c:pt>
                <c:pt idx="3092">
                  <c:v>50.04408646</c:v>
                </c:pt>
                <c:pt idx="3093">
                  <c:v>50.0440979</c:v>
                </c:pt>
                <c:pt idx="3094">
                  <c:v>50.04410934</c:v>
                </c:pt>
                <c:pt idx="3095">
                  <c:v>50.04412079</c:v>
                </c:pt>
                <c:pt idx="3096">
                  <c:v>50.04413281</c:v>
                </c:pt>
                <c:pt idx="3097">
                  <c:v>50.04414445</c:v>
                </c:pt>
                <c:pt idx="3098">
                  <c:v>50.04416773</c:v>
                </c:pt>
                <c:pt idx="3099">
                  <c:v>50.04417801</c:v>
                </c:pt>
                <c:pt idx="3100">
                  <c:v>50.04418945</c:v>
                </c:pt>
                <c:pt idx="3101">
                  <c:v>50.04422379</c:v>
                </c:pt>
                <c:pt idx="3102">
                  <c:v>50.04423523</c:v>
                </c:pt>
                <c:pt idx="3103">
                  <c:v>50.04430389</c:v>
                </c:pt>
                <c:pt idx="3104">
                  <c:v>50.04434967</c:v>
                </c:pt>
                <c:pt idx="3105">
                  <c:v>50.04437256</c:v>
                </c:pt>
                <c:pt idx="3106">
                  <c:v>50.04439545</c:v>
                </c:pt>
                <c:pt idx="3107">
                  <c:v>50.04440689</c:v>
                </c:pt>
                <c:pt idx="3108">
                  <c:v>50.04442377</c:v>
                </c:pt>
                <c:pt idx="3109">
                  <c:v>50.04442978</c:v>
                </c:pt>
                <c:pt idx="3110">
                  <c:v>50.0444354</c:v>
                </c:pt>
                <c:pt idx="3111">
                  <c:v>50.04445868</c:v>
                </c:pt>
                <c:pt idx="3112">
                  <c:v>50.04447556</c:v>
                </c:pt>
                <c:pt idx="3113">
                  <c:v>50.044487</c:v>
                </c:pt>
                <c:pt idx="3114">
                  <c:v>50.04451687</c:v>
                </c:pt>
                <c:pt idx="3115">
                  <c:v>50.04452851</c:v>
                </c:pt>
                <c:pt idx="3116">
                  <c:v>50.04454422</c:v>
                </c:pt>
                <c:pt idx="3117">
                  <c:v>50.04437721</c:v>
                </c:pt>
                <c:pt idx="3118">
                  <c:v>50.04426083</c:v>
                </c:pt>
                <c:pt idx="3119">
                  <c:v>50.04410934</c:v>
                </c:pt>
                <c:pt idx="3120">
                  <c:v>50.04402807</c:v>
                </c:pt>
                <c:pt idx="3121">
                  <c:v>50.04394661</c:v>
                </c:pt>
                <c:pt idx="3122">
                  <c:v>50.04323959</c:v>
                </c:pt>
                <c:pt idx="3123">
                  <c:v>50.04296901</c:v>
                </c:pt>
                <c:pt idx="3124">
                  <c:v>50.0427828</c:v>
                </c:pt>
                <c:pt idx="3125">
                  <c:v>50.04156876</c:v>
                </c:pt>
                <c:pt idx="3126">
                  <c:v>50.04088211</c:v>
                </c:pt>
                <c:pt idx="3127">
                  <c:v>50.04044724</c:v>
                </c:pt>
                <c:pt idx="3128">
                  <c:v>50.04017587</c:v>
                </c:pt>
                <c:pt idx="3129">
                  <c:v>50.04036713</c:v>
                </c:pt>
                <c:pt idx="3130">
                  <c:v>50.04042435</c:v>
                </c:pt>
                <c:pt idx="3131">
                  <c:v>50.04069901</c:v>
                </c:pt>
                <c:pt idx="3132">
                  <c:v>50.04085088</c:v>
                </c:pt>
                <c:pt idx="3133">
                  <c:v>50.04094399</c:v>
                </c:pt>
                <c:pt idx="3134">
                  <c:v>50.04103088</c:v>
                </c:pt>
                <c:pt idx="3135">
                  <c:v>50.04106037</c:v>
                </c:pt>
                <c:pt idx="3136">
                  <c:v>50.04109955</c:v>
                </c:pt>
                <c:pt idx="3137">
                  <c:v>50.0411302</c:v>
                </c:pt>
                <c:pt idx="3138">
                  <c:v>50.04116511</c:v>
                </c:pt>
                <c:pt idx="3139">
                  <c:v>50.04118839</c:v>
                </c:pt>
                <c:pt idx="3140">
                  <c:v>50.04125821</c:v>
                </c:pt>
                <c:pt idx="3141">
                  <c:v>50.04139709</c:v>
                </c:pt>
                <c:pt idx="3142">
                  <c:v>50.04141998</c:v>
                </c:pt>
                <c:pt idx="3143">
                  <c:v>50.0414677</c:v>
                </c:pt>
                <c:pt idx="3144">
                  <c:v>50.04149098</c:v>
                </c:pt>
                <c:pt idx="3145">
                  <c:v>50.04149098</c:v>
                </c:pt>
                <c:pt idx="3146">
                  <c:v>50.04151154</c:v>
                </c:pt>
                <c:pt idx="3147">
                  <c:v>50.04152589</c:v>
                </c:pt>
                <c:pt idx="3148">
                  <c:v>50.04153753</c:v>
                </c:pt>
                <c:pt idx="3149">
                  <c:v>50.04154917</c:v>
                </c:pt>
                <c:pt idx="3150">
                  <c:v>50.04154587</c:v>
                </c:pt>
                <c:pt idx="3151">
                  <c:v>50.04155731</c:v>
                </c:pt>
                <c:pt idx="3152">
                  <c:v>50.0415608</c:v>
                </c:pt>
                <c:pt idx="3153">
                  <c:v>50.04157244</c:v>
                </c:pt>
                <c:pt idx="3154">
                  <c:v>50.04157244</c:v>
                </c:pt>
                <c:pt idx="3155">
                  <c:v>50.0415802</c:v>
                </c:pt>
                <c:pt idx="3156">
                  <c:v>50.04157244</c:v>
                </c:pt>
                <c:pt idx="3157">
                  <c:v>50.04158408</c:v>
                </c:pt>
                <c:pt idx="3158">
                  <c:v>50.0415802</c:v>
                </c:pt>
                <c:pt idx="3159">
                  <c:v>50.0415802</c:v>
                </c:pt>
                <c:pt idx="3160">
                  <c:v>50.0415802</c:v>
                </c:pt>
                <c:pt idx="3161">
                  <c:v>50.0415802</c:v>
                </c:pt>
                <c:pt idx="3162">
                  <c:v>50.0415802</c:v>
                </c:pt>
                <c:pt idx="3163">
                  <c:v>50.0415802</c:v>
                </c:pt>
                <c:pt idx="3164">
                  <c:v>50.0415802</c:v>
                </c:pt>
                <c:pt idx="3165">
                  <c:v>50.0415802</c:v>
                </c:pt>
                <c:pt idx="3166">
                  <c:v>50.0415802</c:v>
                </c:pt>
                <c:pt idx="3167">
                  <c:v>50.0415802</c:v>
                </c:pt>
                <c:pt idx="3168">
                  <c:v>50.0415802</c:v>
                </c:pt>
                <c:pt idx="3169">
                  <c:v>50.0415802</c:v>
                </c:pt>
                <c:pt idx="3170">
                  <c:v>50.0415802</c:v>
                </c:pt>
                <c:pt idx="3171">
                  <c:v>50.0415802</c:v>
                </c:pt>
                <c:pt idx="3172">
                  <c:v>50.0415802</c:v>
                </c:pt>
                <c:pt idx="3173">
                  <c:v>50.0415802</c:v>
                </c:pt>
                <c:pt idx="3174">
                  <c:v>50.0415802</c:v>
                </c:pt>
                <c:pt idx="3175">
                  <c:v>50.0415802</c:v>
                </c:pt>
                <c:pt idx="3176">
                  <c:v>50.04158408</c:v>
                </c:pt>
                <c:pt idx="3177">
                  <c:v>50.04158408</c:v>
                </c:pt>
                <c:pt idx="3178">
                  <c:v>50.04161453</c:v>
                </c:pt>
                <c:pt idx="3179">
                  <c:v>50.04163063</c:v>
                </c:pt>
                <c:pt idx="3180">
                  <c:v>50.04163063</c:v>
                </c:pt>
                <c:pt idx="3181">
                  <c:v>50.04165391</c:v>
                </c:pt>
                <c:pt idx="3182">
                  <c:v>50.04168882</c:v>
                </c:pt>
                <c:pt idx="3183">
                  <c:v>50.04169464</c:v>
                </c:pt>
                <c:pt idx="3184">
                  <c:v>50.04170609</c:v>
                </c:pt>
                <c:pt idx="3185">
                  <c:v>50.04171753</c:v>
                </c:pt>
                <c:pt idx="3186">
                  <c:v>50.04174701</c:v>
                </c:pt>
                <c:pt idx="3187">
                  <c:v>50.04175186</c:v>
                </c:pt>
                <c:pt idx="3188">
                  <c:v>50.04177029</c:v>
                </c:pt>
                <c:pt idx="3189">
                  <c:v>50.04178193</c:v>
                </c:pt>
                <c:pt idx="3190">
                  <c:v>50.0418052</c:v>
                </c:pt>
                <c:pt idx="3191">
                  <c:v>50.04182053</c:v>
                </c:pt>
                <c:pt idx="3192">
                  <c:v>50.04184012</c:v>
                </c:pt>
                <c:pt idx="3193">
                  <c:v>50.04187775</c:v>
                </c:pt>
                <c:pt idx="3194">
                  <c:v>50.04188667</c:v>
                </c:pt>
                <c:pt idx="3195">
                  <c:v>50.04190995</c:v>
                </c:pt>
                <c:pt idx="3196">
                  <c:v>50.04193497</c:v>
                </c:pt>
                <c:pt idx="3197">
                  <c:v>50.0419565</c:v>
                </c:pt>
                <c:pt idx="3198">
                  <c:v>50.04197977</c:v>
                </c:pt>
                <c:pt idx="3199">
                  <c:v>50.04201469</c:v>
                </c:pt>
                <c:pt idx="3200">
                  <c:v>50.04201469</c:v>
                </c:pt>
                <c:pt idx="3201">
                  <c:v>50.04206124</c:v>
                </c:pt>
                <c:pt idx="3202">
                  <c:v>50.04208452</c:v>
                </c:pt>
                <c:pt idx="3203">
                  <c:v>50.04216385</c:v>
                </c:pt>
                <c:pt idx="3204">
                  <c:v>50.04220963</c:v>
                </c:pt>
                <c:pt idx="3205">
                  <c:v>50.04226685</c:v>
                </c:pt>
                <c:pt idx="3206">
                  <c:v>50.042294</c:v>
                </c:pt>
                <c:pt idx="3207">
                  <c:v>50.04232892</c:v>
                </c:pt>
                <c:pt idx="3208">
                  <c:v>50.04240417</c:v>
                </c:pt>
                <c:pt idx="3209">
                  <c:v>50.04242706</c:v>
                </c:pt>
                <c:pt idx="3210">
                  <c:v>50.04248021</c:v>
                </c:pt>
                <c:pt idx="3211">
                  <c:v>50.04249185</c:v>
                </c:pt>
                <c:pt idx="3212">
                  <c:v>50.0425384</c:v>
                </c:pt>
                <c:pt idx="3213">
                  <c:v>50.04256439</c:v>
                </c:pt>
                <c:pt idx="3214">
                  <c:v>50.04262161</c:v>
                </c:pt>
                <c:pt idx="3215">
                  <c:v>50.0426315</c:v>
                </c:pt>
              </c:numCache>
            </c:numRef>
          </c:yVal>
        </c:ser>
        <c:ser>
          <c:idx val="1"/>
          <c:order val="1"/>
          <c:tx>
            <c:v>Candidate flight</c:v>
          </c:tx>
          <c:spPr>
            <a:ln xmlns:a="http://schemas.openxmlformats.org/drawingml/2006/main" w="23813">
              <a:solidFill>
                <a:srgbClr val="007F87"/>
              </a:solidFill>
            </a:ln>
          </c:spPr>
          <c:marker>
            <c:symbol val="none"/>
          </c:marker>
          <c:xVal>
            <c:numRef>
              <c:f>'Chart Data'!$C$2:$C$3785</c:f>
              <c:numCache>
                <c:formatCode>General</c:formatCode>
                <c:ptCount val="3784"/>
                <c:pt idx="0">
                  <c:v>-0.46001537</c:v>
                </c:pt>
                <c:pt idx="1">
                  <c:v>-0.46211243</c:v>
                </c:pt>
                <c:pt idx="2">
                  <c:v>-0.46363831</c:v>
                </c:pt>
                <c:pt idx="3">
                  <c:v>-0.46432495</c:v>
                </c:pt>
                <c:pt idx="4">
                  <c:v>-0.46539307</c:v>
                </c:pt>
                <c:pt idx="5">
                  <c:v>-0.4658797</c:v>
                </c:pt>
                <c:pt idx="6">
                  <c:v>-0.4675128</c:v>
                </c:pt>
                <c:pt idx="7">
                  <c:v>-0.46867371</c:v>
                </c:pt>
                <c:pt idx="8">
                  <c:v>-0.46951294</c:v>
                </c:pt>
                <c:pt idx="9">
                  <c:v>-0.47196672</c:v>
                </c:pt>
                <c:pt idx="10">
                  <c:v>-0.4724884</c:v>
                </c:pt>
                <c:pt idx="11">
                  <c:v>-0.47409058</c:v>
                </c:pt>
                <c:pt idx="12">
                  <c:v>-0.47523292</c:v>
                </c:pt>
                <c:pt idx="13">
                  <c:v>-0.47615051</c:v>
                </c:pt>
                <c:pt idx="14">
                  <c:v>-0.47653198</c:v>
                </c:pt>
                <c:pt idx="15">
                  <c:v>-0.47797951</c:v>
                </c:pt>
                <c:pt idx="16">
                  <c:v>-0.47912598</c:v>
                </c:pt>
                <c:pt idx="17">
                  <c:v>-0.480058</c:v>
                </c:pt>
                <c:pt idx="18">
                  <c:v>-0.48110962</c:v>
                </c:pt>
                <c:pt idx="19">
                  <c:v>-0.48206226</c:v>
                </c:pt>
                <c:pt idx="20">
                  <c:v>-0.48339844</c:v>
                </c:pt>
                <c:pt idx="21">
                  <c:v>-0.48431396</c:v>
                </c:pt>
                <c:pt idx="22">
                  <c:v>-0.48538208</c:v>
                </c:pt>
                <c:pt idx="23">
                  <c:v>-0.48622131</c:v>
                </c:pt>
                <c:pt idx="24">
                  <c:v>-0.48777812</c:v>
                </c:pt>
                <c:pt idx="25">
                  <c:v>-0.48950195</c:v>
                </c:pt>
                <c:pt idx="26">
                  <c:v>-0.49067317</c:v>
                </c:pt>
                <c:pt idx="27">
                  <c:v>-0.49171242</c:v>
                </c:pt>
                <c:pt idx="28">
                  <c:v>-0.49282589</c:v>
                </c:pt>
                <c:pt idx="29">
                  <c:v>-0.49393937</c:v>
                </c:pt>
                <c:pt idx="30">
                  <c:v>-0.49507141</c:v>
                </c:pt>
                <c:pt idx="31">
                  <c:v>-0.49613953</c:v>
                </c:pt>
                <c:pt idx="32">
                  <c:v>-0.49728394</c:v>
                </c:pt>
                <c:pt idx="33">
                  <c:v>-0.49858093</c:v>
                </c:pt>
                <c:pt idx="34">
                  <c:v>-0.49972534</c:v>
                </c:pt>
                <c:pt idx="35">
                  <c:v>-0.50086975</c:v>
                </c:pt>
                <c:pt idx="36">
                  <c:v>-0.50216675</c:v>
                </c:pt>
                <c:pt idx="37">
                  <c:v>-0.50331116</c:v>
                </c:pt>
                <c:pt idx="38">
                  <c:v>-0.50440608</c:v>
                </c:pt>
                <c:pt idx="39">
                  <c:v>-0.50559998</c:v>
                </c:pt>
                <c:pt idx="40">
                  <c:v>-0.50674438</c:v>
                </c:pt>
                <c:pt idx="41">
                  <c:v>-0.50782075</c:v>
                </c:pt>
                <c:pt idx="42">
                  <c:v>-0.50915692</c:v>
                </c:pt>
                <c:pt idx="43">
                  <c:v>-0.51025391</c:v>
                </c:pt>
                <c:pt idx="44">
                  <c:v>-0.51138388</c:v>
                </c:pt>
                <c:pt idx="45">
                  <c:v>-0.51315308</c:v>
                </c:pt>
                <c:pt idx="46">
                  <c:v>-0.5137593</c:v>
                </c:pt>
                <c:pt idx="47">
                  <c:v>-0.51513672</c:v>
                </c:pt>
                <c:pt idx="48">
                  <c:v>-0.51628113</c:v>
                </c:pt>
                <c:pt idx="49">
                  <c:v>-0.51821322</c:v>
                </c:pt>
                <c:pt idx="50">
                  <c:v>-0.51940918</c:v>
                </c:pt>
                <c:pt idx="51">
                  <c:v>-0.520401</c:v>
                </c:pt>
                <c:pt idx="52">
                  <c:v>-0.52199905</c:v>
                </c:pt>
                <c:pt idx="53">
                  <c:v>-0.5230383</c:v>
                </c:pt>
                <c:pt idx="54">
                  <c:v>-0.52452294</c:v>
                </c:pt>
                <c:pt idx="55">
                  <c:v>-0.52566528</c:v>
                </c:pt>
                <c:pt idx="56">
                  <c:v>-0.5267334</c:v>
                </c:pt>
                <c:pt idx="57">
                  <c:v>-0.52864075</c:v>
                </c:pt>
                <c:pt idx="58">
                  <c:v>-0.52986764</c:v>
                </c:pt>
                <c:pt idx="59">
                  <c:v>-0.53100586</c:v>
                </c:pt>
                <c:pt idx="60">
                  <c:v>-0.53237915</c:v>
                </c:pt>
                <c:pt idx="61">
                  <c:v>-0.53367615</c:v>
                </c:pt>
                <c:pt idx="62">
                  <c:v>-0.53424732</c:v>
                </c:pt>
                <c:pt idx="63">
                  <c:v>-0.53573608</c:v>
                </c:pt>
                <c:pt idx="64">
                  <c:v>-0.53703308</c:v>
                </c:pt>
                <c:pt idx="65">
                  <c:v>-0.53825378</c:v>
                </c:pt>
                <c:pt idx="66">
                  <c:v>-0.53988895</c:v>
                </c:pt>
                <c:pt idx="67">
                  <c:v>-0.54100037</c:v>
                </c:pt>
                <c:pt idx="68">
                  <c:v>-0.54214478</c:v>
                </c:pt>
                <c:pt idx="69">
                  <c:v>-0.54321289</c:v>
                </c:pt>
                <c:pt idx="70">
                  <c:v>-0.54426863</c:v>
                </c:pt>
                <c:pt idx="71">
                  <c:v>-0.54538211</c:v>
                </c:pt>
                <c:pt idx="72">
                  <c:v>-0.54641724</c:v>
                </c:pt>
                <c:pt idx="73">
                  <c:v>-0.54738638</c:v>
                </c:pt>
                <c:pt idx="74">
                  <c:v>-0.54879678</c:v>
                </c:pt>
                <c:pt idx="75">
                  <c:v>-0.54969788</c:v>
                </c:pt>
                <c:pt idx="76">
                  <c:v>-0.55038452</c:v>
                </c:pt>
                <c:pt idx="77">
                  <c:v>-0.5511722</c:v>
                </c:pt>
                <c:pt idx="78">
                  <c:v>-0.5519104</c:v>
                </c:pt>
                <c:pt idx="79">
                  <c:v>-0.55267334</c:v>
                </c:pt>
                <c:pt idx="80">
                  <c:v>-0.55339916</c:v>
                </c:pt>
                <c:pt idx="81">
                  <c:v>-0.55391879</c:v>
                </c:pt>
                <c:pt idx="82">
                  <c:v>-0.5544281</c:v>
                </c:pt>
                <c:pt idx="83">
                  <c:v>-0.55480957</c:v>
                </c:pt>
                <c:pt idx="84">
                  <c:v>-0.55532919</c:v>
                </c:pt>
                <c:pt idx="85">
                  <c:v>-0.55570035</c:v>
                </c:pt>
                <c:pt idx="86">
                  <c:v>-0.55599728</c:v>
                </c:pt>
                <c:pt idx="87">
                  <c:v>-0.55621998</c:v>
                </c:pt>
                <c:pt idx="88">
                  <c:v>-0.55644267</c:v>
                </c:pt>
                <c:pt idx="89">
                  <c:v>-0.55651691</c:v>
                </c:pt>
                <c:pt idx="90">
                  <c:v>-0.55659114</c:v>
                </c:pt>
                <c:pt idx="91">
                  <c:v>-0.55651691</c:v>
                </c:pt>
                <c:pt idx="92">
                  <c:v>-0.55641174</c:v>
                </c:pt>
                <c:pt idx="93">
                  <c:v>-0.55621998</c:v>
                </c:pt>
                <c:pt idx="94">
                  <c:v>-0.55599728</c:v>
                </c:pt>
                <c:pt idx="95">
                  <c:v>-0.5557251</c:v>
                </c:pt>
                <c:pt idx="96">
                  <c:v>-0.55541992</c:v>
                </c:pt>
                <c:pt idx="97">
                  <c:v>-0.55503845</c:v>
                </c:pt>
                <c:pt idx="98">
                  <c:v>-0.55480957</c:v>
                </c:pt>
                <c:pt idx="99">
                  <c:v>-0.55435181</c:v>
                </c:pt>
                <c:pt idx="100">
                  <c:v>-0.55377032</c:v>
                </c:pt>
                <c:pt idx="101">
                  <c:v>-0.55335999</c:v>
                </c:pt>
                <c:pt idx="102">
                  <c:v>-0.55280531</c:v>
                </c:pt>
                <c:pt idx="103">
                  <c:v>-0.55184029</c:v>
                </c:pt>
                <c:pt idx="104">
                  <c:v>-0.5511722</c:v>
                </c:pt>
                <c:pt idx="105">
                  <c:v>-0.55042989</c:v>
                </c:pt>
                <c:pt idx="106">
                  <c:v>-0.54961333</c:v>
                </c:pt>
                <c:pt idx="107">
                  <c:v>-0.54872255</c:v>
                </c:pt>
                <c:pt idx="108">
                  <c:v>-0.5481287</c:v>
                </c:pt>
                <c:pt idx="109">
                  <c:v>-0.54701522</c:v>
                </c:pt>
                <c:pt idx="110">
                  <c:v>-0.54588318</c:v>
                </c:pt>
                <c:pt idx="111">
                  <c:v>-0.54473877</c:v>
                </c:pt>
                <c:pt idx="112">
                  <c:v>-0.54352631</c:v>
                </c:pt>
                <c:pt idx="113">
                  <c:v>-0.5423386</c:v>
                </c:pt>
                <c:pt idx="114">
                  <c:v>-0.54107666</c:v>
                </c:pt>
                <c:pt idx="115">
                  <c:v>-0.53996318</c:v>
                </c:pt>
                <c:pt idx="116">
                  <c:v>-0.53825585</c:v>
                </c:pt>
                <c:pt idx="117">
                  <c:v>-0.53691967</c:v>
                </c:pt>
                <c:pt idx="118">
                  <c:v>-0.53619385</c:v>
                </c:pt>
                <c:pt idx="119">
                  <c:v>-0.53436279</c:v>
                </c:pt>
                <c:pt idx="120">
                  <c:v>-0.53313384</c:v>
                </c:pt>
                <c:pt idx="121">
                  <c:v>-0.53184509</c:v>
                </c:pt>
                <c:pt idx="122">
                  <c:v>-0.5305481</c:v>
                </c:pt>
                <c:pt idx="123">
                  <c:v>-0.5291748</c:v>
                </c:pt>
                <c:pt idx="124">
                  <c:v>-0.52787781</c:v>
                </c:pt>
                <c:pt idx="125">
                  <c:v>-0.52635193</c:v>
                </c:pt>
                <c:pt idx="126">
                  <c:v>-0.52511679</c:v>
                </c:pt>
                <c:pt idx="127">
                  <c:v>-0.52370638</c:v>
                </c:pt>
                <c:pt idx="128">
                  <c:v>-0.52238464</c:v>
                </c:pt>
                <c:pt idx="129">
                  <c:v>-0.52124023</c:v>
                </c:pt>
                <c:pt idx="130">
                  <c:v>-0.51984632</c:v>
                </c:pt>
                <c:pt idx="131">
                  <c:v>-0.51856995</c:v>
                </c:pt>
                <c:pt idx="132">
                  <c:v>-0.51732244</c:v>
                </c:pt>
                <c:pt idx="133">
                  <c:v>-0.51559448</c:v>
                </c:pt>
                <c:pt idx="134">
                  <c:v>-0.513982</c:v>
                </c:pt>
                <c:pt idx="135">
                  <c:v>-0.51269531</c:v>
                </c:pt>
                <c:pt idx="136">
                  <c:v>-0.51093849</c:v>
                </c:pt>
                <c:pt idx="137">
                  <c:v>-0.50964355</c:v>
                </c:pt>
                <c:pt idx="138">
                  <c:v>-0.50819397</c:v>
                </c:pt>
                <c:pt idx="139">
                  <c:v>-0.5065918</c:v>
                </c:pt>
                <c:pt idx="140">
                  <c:v>-0.50506592</c:v>
                </c:pt>
                <c:pt idx="141">
                  <c:v>-0.50344106</c:v>
                </c:pt>
                <c:pt idx="142">
                  <c:v>-0.50270081</c:v>
                </c:pt>
                <c:pt idx="143">
                  <c:v>-0.50091718</c:v>
                </c:pt>
                <c:pt idx="144">
                  <c:v>-0.49943254</c:v>
                </c:pt>
                <c:pt idx="145">
                  <c:v>-0.4979479</c:v>
                </c:pt>
                <c:pt idx="146">
                  <c:v>-0.49661172</c:v>
                </c:pt>
                <c:pt idx="147">
                  <c:v>-0.49512709</c:v>
                </c:pt>
                <c:pt idx="148">
                  <c:v>-0.49301147</c:v>
                </c:pt>
                <c:pt idx="149">
                  <c:v>-0.49230627</c:v>
                </c:pt>
                <c:pt idx="150">
                  <c:v>-0.49003601</c:v>
                </c:pt>
                <c:pt idx="151">
                  <c:v>-0.48918853</c:v>
                </c:pt>
                <c:pt idx="152">
                  <c:v>-0.48751831</c:v>
                </c:pt>
                <c:pt idx="153">
                  <c:v>-0.48606873</c:v>
                </c:pt>
                <c:pt idx="154">
                  <c:v>-0.48454285</c:v>
                </c:pt>
                <c:pt idx="155">
                  <c:v>-0.48294067</c:v>
                </c:pt>
                <c:pt idx="156">
                  <c:v>-0.48124571</c:v>
                </c:pt>
                <c:pt idx="157">
                  <c:v>-0.47981262</c:v>
                </c:pt>
                <c:pt idx="158">
                  <c:v>-0.47859192</c:v>
                </c:pt>
                <c:pt idx="159">
                  <c:v>-0.47706604</c:v>
                </c:pt>
                <c:pt idx="160">
                  <c:v>-0.47560408</c:v>
                </c:pt>
                <c:pt idx="161">
                  <c:v>-0.47411944</c:v>
                </c:pt>
                <c:pt idx="162">
                  <c:v>-0.47279358</c:v>
                </c:pt>
                <c:pt idx="163">
                  <c:v>-0.47144709</c:v>
                </c:pt>
                <c:pt idx="164">
                  <c:v>-0.46922014</c:v>
                </c:pt>
                <c:pt idx="165">
                  <c:v>-0.46844482</c:v>
                </c:pt>
                <c:pt idx="166">
                  <c:v>-0.46684471</c:v>
                </c:pt>
                <c:pt idx="167">
                  <c:v>-0.46521161</c:v>
                </c:pt>
                <c:pt idx="168">
                  <c:v>-0.46356201</c:v>
                </c:pt>
                <c:pt idx="169">
                  <c:v>-0.4619454</c:v>
                </c:pt>
                <c:pt idx="170">
                  <c:v>-0.460535</c:v>
                </c:pt>
                <c:pt idx="171">
                  <c:v>-0.45934729</c:v>
                </c:pt>
                <c:pt idx="172">
                  <c:v>-0.4574585</c:v>
                </c:pt>
                <c:pt idx="173">
                  <c:v>-0.45639038</c:v>
                </c:pt>
                <c:pt idx="174">
                  <c:v>-0.45474491</c:v>
                </c:pt>
                <c:pt idx="175">
                  <c:v>-0.45326027</c:v>
                </c:pt>
                <c:pt idx="176">
                  <c:v>-0.45181274</c:v>
                </c:pt>
                <c:pt idx="177">
                  <c:v>-0.45014253</c:v>
                </c:pt>
                <c:pt idx="178">
                  <c:v>-0.44883728</c:v>
                </c:pt>
                <c:pt idx="179">
                  <c:v>-0.4473114</c:v>
                </c:pt>
                <c:pt idx="180">
                  <c:v>-0.44540405</c:v>
                </c:pt>
                <c:pt idx="181">
                  <c:v>-0.44395447</c:v>
                </c:pt>
                <c:pt idx="182">
                  <c:v>-0.44316472</c:v>
                </c:pt>
                <c:pt idx="183">
                  <c:v>-0.44143677</c:v>
                </c:pt>
                <c:pt idx="184">
                  <c:v>-0.43960571</c:v>
                </c:pt>
                <c:pt idx="185">
                  <c:v>-0.43826541</c:v>
                </c:pt>
                <c:pt idx="186">
                  <c:v>-0.43685913</c:v>
                </c:pt>
                <c:pt idx="187">
                  <c:v>-0.43533325</c:v>
                </c:pt>
                <c:pt idx="188">
                  <c:v>-0.43388367</c:v>
                </c:pt>
                <c:pt idx="189">
                  <c:v>-0.43240109</c:v>
                </c:pt>
                <c:pt idx="190">
                  <c:v>-0.43075562</c:v>
                </c:pt>
                <c:pt idx="191">
                  <c:v>-0.42943181</c:v>
                </c:pt>
                <c:pt idx="192">
                  <c:v>-0.42793274</c:v>
                </c:pt>
                <c:pt idx="193">
                  <c:v>-0.42631407</c:v>
                </c:pt>
                <c:pt idx="194">
                  <c:v>-0.42490366</c:v>
                </c:pt>
                <c:pt idx="195">
                  <c:v>-0.42386442</c:v>
                </c:pt>
                <c:pt idx="196">
                  <c:v>-0.42178592</c:v>
                </c:pt>
                <c:pt idx="197">
                  <c:v>-0.42045593</c:v>
                </c:pt>
                <c:pt idx="198">
                  <c:v>-0.41955896</c:v>
                </c:pt>
                <c:pt idx="199">
                  <c:v>-0.41814856</c:v>
                </c:pt>
                <c:pt idx="200">
                  <c:v>-0.41648865</c:v>
                </c:pt>
                <c:pt idx="201">
                  <c:v>-0.41488647</c:v>
                </c:pt>
                <c:pt idx="202">
                  <c:v>-0.41343689</c:v>
                </c:pt>
                <c:pt idx="203">
                  <c:v>-0.41213577</c:v>
                </c:pt>
                <c:pt idx="204">
                  <c:v>-0.41027997</c:v>
                </c:pt>
                <c:pt idx="205">
                  <c:v>-0.40863037</c:v>
                </c:pt>
                <c:pt idx="206">
                  <c:v>-0.40731069</c:v>
                </c:pt>
                <c:pt idx="207">
                  <c:v>-0.40590029</c:v>
                </c:pt>
                <c:pt idx="208">
                  <c:v>-0.40426718</c:v>
                </c:pt>
                <c:pt idx="209">
                  <c:v>-0.40285678</c:v>
                </c:pt>
                <c:pt idx="210">
                  <c:v>-0.40206909</c:v>
                </c:pt>
                <c:pt idx="211">
                  <c:v>-0.39993286</c:v>
                </c:pt>
                <c:pt idx="212">
                  <c:v>-0.39848328</c:v>
                </c:pt>
                <c:pt idx="213">
                  <c:v>-0.39756775</c:v>
                </c:pt>
                <c:pt idx="214">
                  <c:v>-0.39587897</c:v>
                </c:pt>
                <c:pt idx="215">
                  <c:v>-0.39439433</c:v>
                </c:pt>
                <c:pt idx="216">
                  <c:v>-0.39290969</c:v>
                </c:pt>
                <c:pt idx="217">
                  <c:v>-0.39115906</c:v>
                </c:pt>
                <c:pt idx="218">
                  <c:v>-0.38986618</c:v>
                </c:pt>
                <c:pt idx="219">
                  <c:v>-0.38867847</c:v>
                </c:pt>
                <c:pt idx="220">
                  <c:v>-0.38741653</c:v>
                </c:pt>
                <c:pt idx="221">
                  <c:v>-0.38604736</c:v>
                </c:pt>
                <c:pt idx="222">
                  <c:v>-0.38406372</c:v>
                </c:pt>
                <c:pt idx="223">
                  <c:v>-0.38261414</c:v>
                </c:pt>
                <c:pt idx="224">
                  <c:v>-0.38101196</c:v>
                </c:pt>
                <c:pt idx="225">
                  <c:v>-0.37948608</c:v>
                </c:pt>
                <c:pt idx="226">
                  <c:v>-0.37821177</c:v>
                </c:pt>
                <c:pt idx="227">
                  <c:v>-0.3767395</c:v>
                </c:pt>
                <c:pt idx="228">
                  <c:v>-0.37539095</c:v>
                </c:pt>
                <c:pt idx="229">
                  <c:v>-0.37390632</c:v>
                </c:pt>
                <c:pt idx="230">
                  <c:v>-0.37246704</c:v>
                </c:pt>
                <c:pt idx="231">
                  <c:v>-0.37101746</c:v>
                </c:pt>
                <c:pt idx="232">
                  <c:v>-0.3696751</c:v>
                </c:pt>
                <c:pt idx="233">
                  <c:v>-0.36834717</c:v>
                </c:pt>
                <c:pt idx="234">
                  <c:v>-0.36685428</c:v>
                </c:pt>
                <c:pt idx="235">
                  <c:v>-0.36521912</c:v>
                </c:pt>
                <c:pt idx="236">
                  <c:v>-0.36376953</c:v>
                </c:pt>
                <c:pt idx="237">
                  <c:v>-0.36195497</c:v>
                </c:pt>
                <c:pt idx="238">
                  <c:v>-0.36064148</c:v>
                </c:pt>
                <c:pt idx="239">
                  <c:v>-0.3591156</c:v>
                </c:pt>
                <c:pt idx="240">
                  <c:v>-0.35735259</c:v>
                </c:pt>
                <c:pt idx="241">
                  <c:v>-0.35646181</c:v>
                </c:pt>
                <c:pt idx="242">
                  <c:v>-0.35507202</c:v>
                </c:pt>
                <c:pt idx="243">
                  <c:v>-0.35356676</c:v>
                </c:pt>
                <c:pt idx="244">
                  <c:v>-0.35208212</c:v>
                </c:pt>
                <c:pt idx="245">
                  <c:v>-0.35059748</c:v>
                </c:pt>
                <c:pt idx="246">
                  <c:v>-0.34889221</c:v>
                </c:pt>
                <c:pt idx="247">
                  <c:v>-0.34721375</c:v>
                </c:pt>
                <c:pt idx="248">
                  <c:v>-0.34568787</c:v>
                </c:pt>
                <c:pt idx="249">
                  <c:v>-0.34416199</c:v>
                </c:pt>
                <c:pt idx="250">
                  <c:v>-0.34248352</c:v>
                </c:pt>
                <c:pt idx="251">
                  <c:v>-0.3410958</c:v>
                </c:pt>
                <c:pt idx="252">
                  <c:v>-0.33943176</c:v>
                </c:pt>
                <c:pt idx="253">
                  <c:v>-0.33790382</c:v>
                </c:pt>
                <c:pt idx="254">
                  <c:v>-0.33622742</c:v>
                </c:pt>
                <c:pt idx="255">
                  <c:v>-0.33545417</c:v>
                </c:pt>
                <c:pt idx="256">
                  <c:v>-0.33302307</c:v>
                </c:pt>
                <c:pt idx="257">
                  <c:v>-0.33159411</c:v>
                </c:pt>
                <c:pt idx="258">
                  <c:v>-0.3302002</c:v>
                </c:pt>
                <c:pt idx="259">
                  <c:v>-0.3283279</c:v>
                </c:pt>
                <c:pt idx="260">
                  <c:v>-0.32752991</c:v>
                </c:pt>
                <c:pt idx="261">
                  <c:v>-0.32531738</c:v>
                </c:pt>
                <c:pt idx="262">
                  <c:v>-0.32372552</c:v>
                </c:pt>
                <c:pt idx="263">
                  <c:v>-0.32226563</c:v>
                </c:pt>
                <c:pt idx="264">
                  <c:v>-0.32075624</c:v>
                </c:pt>
                <c:pt idx="265">
                  <c:v>-0.31906128</c:v>
                </c:pt>
                <c:pt idx="266">
                  <c:v>-0.31768799</c:v>
                </c:pt>
                <c:pt idx="267">
                  <c:v>-0.3157827</c:v>
                </c:pt>
                <c:pt idx="268">
                  <c:v>-0.31364441</c:v>
                </c:pt>
                <c:pt idx="269">
                  <c:v>-0.31199687</c:v>
                </c:pt>
                <c:pt idx="270">
                  <c:v>-0.31021531</c:v>
                </c:pt>
                <c:pt idx="271">
                  <c:v>-0.30830383</c:v>
                </c:pt>
                <c:pt idx="272">
                  <c:v>-0.30665217</c:v>
                </c:pt>
                <c:pt idx="273">
                  <c:v>-0.30397982</c:v>
                </c:pt>
                <c:pt idx="274">
                  <c:v>-0.30301481</c:v>
                </c:pt>
                <c:pt idx="275">
                  <c:v>-0.30090332</c:v>
                </c:pt>
                <c:pt idx="276">
                  <c:v>-0.29815674</c:v>
                </c:pt>
                <c:pt idx="277">
                  <c:v>-0.29633393</c:v>
                </c:pt>
                <c:pt idx="278">
                  <c:v>-0.29410697</c:v>
                </c:pt>
                <c:pt idx="279">
                  <c:v>-0.2922821</c:v>
                </c:pt>
                <c:pt idx="280">
                  <c:v>-0.29002422</c:v>
                </c:pt>
                <c:pt idx="281">
                  <c:v>-0.28816842</c:v>
                </c:pt>
                <c:pt idx="282">
                  <c:v>-0.28633118</c:v>
                </c:pt>
                <c:pt idx="283">
                  <c:v>-0.28423412</c:v>
                </c:pt>
                <c:pt idx="284">
                  <c:v>-0.28215563</c:v>
                </c:pt>
                <c:pt idx="285">
                  <c:v>-0.28007714</c:v>
                </c:pt>
                <c:pt idx="286">
                  <c:v>-0.27793884</c:v>
                </c:pt>
                <c:pt idx="287">
                  <c:v>-0.27599438</c:v>
                </c:pt>
                <c:pt idx="288">
                  <c:v>-0.27391588</c:v>
                </c:pt>
                <c:pt idx="289">
                  <c:v>-0.27130127</c:v>
                </c:pt>
                <c:pt idx="290">
                  <c:v>-0.26938773</c:v>
                </c:pt>
                <c:pt idx="291">
                  <c:v>-0.26723501</c:v>
                </c:pt>
                <c:pt idx="292">
                  <c:v>-0.26478535</c:v>
                </c:pt>
                <c:pt idx="293">
                  <c:v>-0.26283264</c:v>
                </c:pt>
                <c:pt idx="294">
                  <c:v>-0.26040567</c:v>
                </c:pt>
                <c:pt idx="295">
                  <c:v>-0.258255</c:v>
                </c:pt>
                <c:pt idx="296">
                  <c:v>-0.25604248</c:v>
                </c:pt>
                <c:pt idx="297">
                  <c:v>-0.25466919</c:v>
                </c:pt>
                <c:pt idx="298">
                  <c:v>-0.25246285</c:v>
                </c:pt>
                <c:pt idx="299">
                  <c:v>-0.25001526</c:v>
                </c:pt>
                <c:pt idx="300">
                  <c:v>-0.24772644</c:v>
                </c:pt>
                <c:pt idx="301">
                  <c:v>-0.24528503</c:v>
                </c:pt>
                <c:pt idx="302">
                  <c:v>-0.24325809</c:v>
                </c:pt>
                <c:pt idx="303">
                  <c:v>-0.2409569</c:v>
                </c:pt>
                <c:pt idx="304">
                  <c:v>-0.23780823</c:v>
                </c:pt>
                <c:pt idx="305">
                  <c:v>-0.23551941</c:v>
                </c:pt>
                <c:pt idx="306">
                  <c:v>-0.23368835</c:v>
                </c:pt>
                <c:pt idx="307">
                  <c:v>-0.23109436</c:v>
                </c:pt>
                <c:pt idx="308">
                  <c:v>-0.22880554</c:v>
                </c:pt>
                <c:pt idx="309">
                  <c:v>-0.22651672</c:v>
                </c:pt>
                <c:pt idx="310">
                  <c:v>-0.22425471</c:v>
                </c:pt>
                <c:pt idx="311">
                  <c:v>-0.22187929</c:v>
                </c:pt>
                <c:pt idx="312">
                  <c:v>-0.22002349</c:v>
                </c:pt>
                <c:pt idx="313">
                  <c:v>-0.2174996</c:v>
                </c:pt>
                <c:pt idx="314">
                  <c:v>-0.2154541</c:v>
                </c:pt>
                <c:pt idx="315">
                  <c:v>-0.21282299</c:v>
                </c:pt>
                <c:pt idx="316">
                  <c:v>-0.21029911</c:v>
                </c:pt>
                <c:pt idx="317">
                  <c:v>-0.20820618</c:v>
                </c:pt>
                <c:pt idx="318">
                  <c:v>-0.20584106</c:v>
                </c:pt>
                <c:pt idx="319">
                  <c:v>-0.20355225</c:v>
                </c:pt>
                <c:pt idx="320">
                  <c:v>-0.20116858</c:v>
                </c:pt>
                <c:pt idx="321">
                  <c:v>-0.19859314</c:v>
                </c:pt>
                <c:pt idx="322">
                  <c:v>-0.19649196</c:v>
                </c:pt>
                <c:pt idx="323">
                  <c:v>-0.19363403</c:v>
                </c:pt>
                <c:pt idx="324">
                  <c:v>-0.19151842</c:v>
                </c:pt>
                <c:pt idx="325">
                  <c:v>-0.18943787</c:v>
                </c:pt>
                <c:pt idx="326">
                  <c:v>-0.18699027</c:v>
                </c:pt>
                <c:pt idx="327">
                  <c:v>-0.18461485</c:v>
                </c:pt>
                <c:pt idx="328">
                  <c:v>-0.18241882</c:v>
                </c:pt>
                <c:pt idx="329">
                  <c:v>-0.17993824</c:v>
                </c:pt>
                <c:pt idx="330">
                  <c:v>-0.17741435</c:v>
                </c:pt>
                <c:pt idx="331">
                  <c:v>-0.17489047</c:v>
                </c:pt>
                <c:pt idx="332">
                  <c:v>-0.17211914</c:v>
                </c:pt>
                <c:pt idx="333">
                  <c:v>-0.16902614</c:v>
                </c:pt>
                <c:pt idx="334">
                  <c:v>-0.16746727</c:v>
                </c:pt>
                <c:pt idx="335">
                  <c:v>-0.1651001</c:v>
                </c:pt>
                <c:pt idx="336">
                  <c:v>-0.16220093</c:v>
                </c:pt>
                <c:pt idx="337">
                  <c:v>-0.15846252</c:v>
                </c:pt>
                <c:pt idx="338">
                  <c:v>-0.1570748</c:v>
                </c:pt>
                <c:pt idx="339">
                  <c:v>-0.15306627</c:v>
                </c:pt>
                <c:pt idx="340">
                  <c:v>-0.15167236</c:v>
                </c:pt>
                <c:pt idx="341">
                  <c:v>-0.14868659</c:v>
                </c:pt>
                <c:pt idx="342">
                  <c:v>-0.14595032</c:v>
                </c:pt>
                <c:pt idx="343">
                  <c:v>-0.14320374</c:v>
                </c:pt>
                <c:pt idx="344">
                  <c:v>-0.14014992</c:v>
                </c:pt>
                <c:pt idx="345">
                  <c:v>-0.13740333</c:v>
                </c:pt>
                <c:pt idx="346">
                  <c:v>-0.13458252</c:v>
                </c:pt>
                <c:pt idx="347">
                  <c:v>-0.13183594</c:v>
                </c:pt>
                <c:pt idx="348">
                  <c:v>-0.12931824</c:v>
                </c:pt>
                <c:pt idx="349">
                  <c:v>-0.12649536</c:v>
                </c:pt>
                <c:pt idx="350">
                  <c:v>-0.12374878</c:v>
                </c:pt>
                <c:pt idx="351">
                  <c:v>-0.12040422</c:v>
                </c:pt>
                <c:pt idx="352">
                  <c:v>-0.1175834</c:v>
                </c:pt>
                <c:pt idx="353">
                  <c:v>-0.11505127</c:v>
                </c:pt>
                <c:pt idx="354">
                  <c:v>-0.11253563</c:v>
                </c:pt>
                <c:pt idx="355">
                  <c:v>-0.10941789</c:v>
                </c:pt>
                <c:pt idx="356">
                  <c:v>-0.10688782</c:v>
                </c:pt>
                <c:pt idx="357">
                  <c:v>-0.10398865</c:v>
                </c:pt>
                <c:pt idx="358">
                  <c:v>-0.10058429</c:v>
                </c:pt>
                <c:pt idx="359">
                  <c:v>-0.09776347</c:v>
                </c:pt>
                <c:pt idx="360">
                  <c:v>-0.09460449</c:v>
                </c:pt>
                <c:pt idx="361">
                  <c:v>-0.09147644</c:v>
                </c:pt>
                <c:pt idx="362">
                  <c:v>-0.08865356</c:v>
                </c:pt>
                <c:pt idx="363">
                  <c:v>-0.08603483</c:v>
                </c:pt>
                <c:pt idx="364">
                  <c:v>-0.0831604</c:v>
                </c:pt>
                <c:pt idx="365">
                  <c:v>-0.08061589</c:v>
                </c:pt>
                <c:pt idx="366">
                  <c:v>-0.07772085</c:v>
                </c:pt>
                <c:pt idx="367">
                  <c:v>-0.07484436</c:v>
                </c:pt>
                <c:pt idx="368">
                  <c:v>-0.07247925</c:v>
                </c:pt>
                <c:pt idx="369">
                  <c:v>-0.06965637</c:v>
                </c:pt>
                <c:pt idx="370">
                  <c:v>-0.06673452</c:v>
                </c:pt>
                <c:pt idx="371">
                  <c:v>-0.06383947</c:v>
                </c:pt>
                <c:pt idx="372">
                  <c:v>-0.06065369</c:v>
                </c:pt>
                <c:pt idx="373">
                  <c:v>-0.05828857</c:v>
                </c:pt>
                <c:pt idx="374">
                  <c:v>-0.05478318</c:v>
                </c:pt>
                <c:pt idx="375">
                  <c:v>-0.05218506</c:v>
                </c:pt>
                <c:pt idx="376">
                  <c:v>-0.04928589</c:v>
                </c:pt>
                <c:pt idx="377">
                  <c:v>-0.04632073</c:v>
                </c:pt>
                <c:pt idx="378">
                  <c:v>-0.04371643</c:v>
                </c:pt>
                <c:pt idx="379">
                  <c:v>-0.03959656</c:v>
                </c:pt>
                <c:pt idx="380">
                  <c:v>-0.03639221</c:v>
                </c:pt>
                <c:pt idx="381">
                  <c:v>-0.03517151</c:v>
                </c:pt>
                <c:pt idx="382">
                  <c:v>-0.03191974</c:v>
                </c:pt>
                <c:pt idx="383">
                  <c:v>-0.02895046</c:v>
                </c:pt>
                <c:pt idx="384">
                  <c:v>-0.02540588</c:v>
                </c:pt>
                <c:pt idx="385">
                  <c:v>-0.02212112</c:v>
                </c:pt>
                <c:pt idx="386">
                  <c:v>-0.01937866</c:v>
                </c:pt>
                <c:pt idx="387">
                  <c:v>-0.01609802</c:v>
                </c:pt>
                <c:pt idx="388">
                  <c:v>-0.01276789</c:v>
                </c:pt>
                <c:pt idx="389">
                  <c:v>-0.0100708</c:v>
                </c:pt>
                <c:pt idx="390">
                  <c:v>-0.00671387</c:v>
                </c:pt>
                <c:pt idx="391">
                  <c:v>-0.0037384</c:v>
                </c:pt>
                <c:pt idx="392">
                  <c:v>-0.00068665</c:v>
                </c:pt>
                <c:pt idx="393">
                  <c:v>0.00144958</c:v>
                </c:pt>
                <c:pt idx="394">
                  <c:v>0.00482508</c:v>
                </c:pt>
                <c:pt idx="395">
                  <c:v>0.00762939</c:v>
                </c:pt>
                <c:pt idx="396">
                  <c:v>0.01039247</c:v>
                </c:pt>
                <c:pt idx="397">
                  <c:v>0.01373291</c:v>
                </c:pt>
                <c:pt idx="398">
                  <c:v>0.0181126</c:v>
                </c:pt>
                <c:pt idx="399">
                  <c:v>0.02120972</c:v>
                </c:pt>
                <c:pt idx="400">
                  <c:v>0.02433777</c:v>
                </c:pt>
                <c:pt idx="401">
                  <c:v>0.02583272</c:v>
                </c:pt>
                <c:pt idx="402">
                  <c:v>0.03058356</c:v>
                </c:pt>
                <c:pt idx="403">
                  <c:v>0.0337013</c:v>
                </c:pt>
                <c:pt idx="404">
                  <c:v>0.0352478</c:v>
                </c:pt>
                <c:pt idx="405">
                  <c:v>0.03967285</c:v>
                </c:pt>
                <c:pt idx="406">
                  <c:v>0.04188538</c:v>
                </c:pt>
                <c:pt idx="407">
                  <c:v>0.04508972</c:v>
                </c:pt>
                <c:pt idx="408">
                  <c:v>0.04787961</c:v>
                </c:pt>
                <c:pt idx="409">
                  <c:v>0.05172729</c:v>
                </c:pt>
                <c:pt idx="410">
                  <c:v>0.05493164</c:v>
                </c:pt>
                <c:pt idx="411">
                  <c:v>0.05842054</c:v>
                </c:pt>
                <c:pt idx="412">
                  <c:v>0.06190944</c:v>
                </c:pt>
                <c:pt idx="413">
                  <c:v>0.06510142</c:v>
                </c:pt>
                <c:pt idx="414">
                  <c:v>0.06859032</c:v>
                </c:pt>
                <c:pt idx="415">
                  <c:v>0.07118844</c:v>
                </c:pt>
                <c:pt idx="416">
                  <c:v>0.07438041</c:v>
                </c:pt>
                <c:pt idx="417">
                  <c:v>0.07789612</c:v>
                </c:pt>
                <c:pt idx="418">
                  <c:v>0.08079529</c:v>
                </c:pt>
                <c:pt idx="419">
                  <c:v>0.08399963</c:v>
                </c:pt>
                <c:pt idx="420">
                  <c:v>0.08685138</c:v>
                </c:pt>
                <c:pt idx="421">
                  <c:v>0.09041451</c:v>
                </c:pt>
                <c:pt idx="422">
                  <c:v>0.09360648</c:v>
                </c:pt>
                <c:pt idx="423">
                  <c:v>0.09651184</c:v>
                </c:pt>
                <c:pt idx="424">
                  <c:v>0.09939658</c:v>
                </c:pt>
                <c:pt idx="425">
                  <c:v>0.10288548</c:v>
                </c:pt>
                <c:pt idx="426">
                  <c:v>0.10607745</c:v>
                </c:pt>
                <c:pt idx="427">
                  <c:v>0.10902405</c:v>
                </c:pt>
                <c:pt idx="428">
                  <c:v>0.11253357</c:v>
                </c:pt>
                <c:pt idx="429">
                  <c:v>0.11609876</c:v>
                </c:pt>
                <c:pt idx="430">
                  <c:v>0.11894226</c:v>
                </c:pt>
                <c:pt idx="431">
                  <c:v>0.12214661</c:v>
                </c:pt>
                <c:pt idx="432">
                  <c:v>0.12537776</c:v>
                </c:pt>
                <c:pt idx="433">
                  <c:v>0.12893677</c:v>
                </c:pt>
                <c:pt idx="434">
                  <c:v>0.13214111</c:v>
                </c:pt>
                <c:pt idx="435">
                  <c:v>0.135696</c:v>
                </c:pt>
                <c:pt idx="436">
                  <c:v>0.13792296</c:v>
                </c:pt>
                <c:pt idx="437">
                  <c:v>0.14111493</c:v>
                </c:pt>
                <c:pt idx="438">
                  <c:v>0.14497499</c:v>
                </c:pt>
                <c:pt idx="439">
                  <c:v>0.14884949</c:v>
                </c:pt>
                <c:pt idx="440">
                  <c:v>0.15083313</c:v>
                </c:pt>
                <c:pt idx="441">
                  <c:v>0.15403129</c:v>
                </c:pt>
                <c:pt idx="442">
                  <c:v>0.15693665</c:v>
                </c:pt>
                <c:pt idx="443">
                  <c:v>0.16048947</c:v>
                </c:pt>
                <c:pt idx="444">
                  <c:v>0.1640526</c:v>
                </c:pt>
                <c:pt idx="445">
                  <c:v>0.1676178</c:v>
                </c:pt>
                <c:pt idx="446">
                  <c:v>0.17082214</c:v>
                </c:pt>
                <c:pt idx="447">
                  <c:v>0.17410278</c:v>
                </c:pt>
                <c:pt idx="448">
                  <c:v>0.17800821</c:v>
                </c:pt>
                <c:pt idx="449">
                  <c:v>0.17993824</c:v>
                </c:pt>
                <c:pt idx="450">
                  <c:v>0.18320444</c:v>
                </c:pt>
                <c:pt idx="451">
                  <c:v>0.1877594</c:v>
                </c:pt>
                <c:pt idx="452">
                  <c:v>0.18974304</c:v>
                </c:pt>
                <c:pt idx="453">
                  <c:v>0.19396808</c:v>
                </c:pt>
                <c:pt idx="454">
                  <c:v>0.19699097</c:v>
                </c:pt>
                <c:pt idx="455">
                  <c:v>0.20057678</c:v>
                </c:pt>
                <c:pt idx="456">
                  <c:v>0.20421209</c:v>
                </c:pt>
                <c:pt idx="457">
                  <c:v>0.20751953</c:v>
                </c:pt>
                <c:pt idx="458">
                  <c:v>0.20911139</c:v>
                </c:pt>
                <c:pt idx="459">
                  <c:v>0.21245183</c:v>
                </c:pt>
                <c:pt idx="460">
                  <c:v>0.21705421</c:v>
                </c:pt>
                <c:pt idx="461">
                  <c:v>0.22076581</c:v>
                </c:pt>
                <c:pt idx="462">
                  <c:v>0.22336393</c:v>
                </c:pt>
                <c:pt idx="463">
                  <c:v>0.22707553</c:v>
                </c:pt>
                <c:pt idx="464">
                  <c:v>0.23002625</c:v>
                </c:pt>
                <c:pt idx="465">
                  <c:v>0.23338318</c:v>
                </c:pt>
                <c:pt idx="466">
                  <c:v>0.23672568</c:v>
                </c:pt>
                <c:pt idx="467">
                  <c:v>0.23979187</c:v>
                </c:pt>
                <c:pt idx="468">
                  <c:v>0.2428127</c:v>
                </c:pt>
                <c:pt idx="469">
                  <c:v>0.24645006</c:v>
                </c:pt>
                <c:pt idx="470">
                  <c:v>0.2494812</c:v>
                </c:pt>
                <c:pt idx="471">
                  <c:v>0.25387326</c:v>
                </c:pt>
                <c:pt idx="472">
                  <c:v>0.25688171</c:v>
                </c:pt>
                <c:pt idx="473">
                  <c:v>0.26062012</c:v>
                </c:pt>
                <c:pt idx="474">
                  <c:v>0.26329041</c:v>
                </c:pt>
                <c:pt idx="475">
                  <c:v>0.26771545</c:v>
                </c:pt>
                <c:pt idx="476">
                  <c:v>0.27038574</c:v>
                </c:pt>
                <c:pt idx="477">
                  <c:v>0.27374268</c:v>
                </c:pt>
                <c:pt idx="478">
                  <c:v>0.27748108</c:v>
                </c:pt>
                <c:pt idx="479">
                  <c:v>0.28083801</c:v>
                </c:pt>
                <c:pt idx="480">
                  <c:v>0.28386296</c:v>
                </c:pt>
                <c:pt idx="481">
                  <c:v>0.28686523</c:v>
                </c:pt>
                <c:pt idx="482">
                  <c:v>0.29060364</c:v>
                </c:pt>
                <c:pt idx="483">
                  <c:v>0.29327393</c:v>
                </c:pt>
                <c:pt idx="484">
                  <c:v>0.29701233</c:v>
                </c:pt>
                <c:pt idx="485">
                  <c:v>0.3013817</c:v>
                </c:pt>
                <c:pt idx="486">
                  <c:v>0.30338597</c:v>
                </c:pt>
                <c:pt idx="487">
                  <c:v>0.30677795</c:v>
                </c:pt>
                <c:pt idx="488">
                  <c:v>0.31150818</c:v>
                </c:pt>
                <c:pt idx="489">
                  <c:v>0.31486511</c:v>
                </c:pt>
                <c:pt idx="490">
                  <c:v>0.31830659</c:v>
                </c:pt>
                <c:pt idx="491">
                  <c:v>0.32164703</c:v>
                </c:pt>
                <c:pt idx="492">
                  <c:v>0.32333374</c:v>
                </c:pt>
                <c:pt idx="493">
                  <c:v>0.32806396</c:v>
                </c:pt>
                <c:pt idx="494">
                  <c:v>0.33180237</c:v>
                </c:pt>
                <c:pt idx="495">
                  <c:v>0.33486031</c:v>
                </c:pt>
                <c:pt idx="496">
                  <c:v>0.33857191</c:v>
                </c:pt>
                <c:pt idx="497">
                  <c:v>0.34198658</c:v>
                </c:pt>
                <c:pt idx="498">
                  <c:v>0.34500122</c:v>
                </c:pt>
                <c:pt idx="499">
                  <c:v>0.34736633</c:v>
                </c:pt>
                <c:pt idx="500">
                  <c:v>0.3517852</c:v>
                </c:pt>
                <c:pt idx="501">
                  <c:v>0.35484314</c:v>
                </c:pt>
                <c:pt idx="502">
                  <c:v>0.3578949</c:v>
                </c:pt>
                <c:pt idx="503">
                  <c:v>0.36098996</c:v>
                </c:pt>
                <c:pt idx="504">
                  <c:v>0.36433039</c:v>
                </c:pt>
                <c:pt idx="505">
                  <c:v>0.36804199</c:v>
                </c:pt>
                <c:pt idx="506">
                  <c:v>0.3717804</c:v>
                </c:pt>
                <c:pt idx="507">
                  <c:v>0.37521362</c:v>
                </c:pt>
                <c:pt idx="508">
                  <c:v>0.37895203</c:v>
                </c:pt>
                <c:pt idx="509">
                  <c:v>0.3819976</c:v>
                </c:pt>
                <c:pt idx="510">
                  <c:v>0.38566589</c:v>
                </c:pt>
                <c:pt idx="511">
                  <c:v>0.3894043</c:v>
                </c:pt>
                <c:pt idx="512">
                  <c:v>0.39283752</c:v>
                </c:pt>
                <c:pt idx="513">
                  <c:v>0.39587897</c:v>
                </c:pt>
                <c:pt idx="514">
                  <c:v>0.39924622</c:v>
                </c:pt>
                <c:pt idx="515">
                  <c:v>0.40267944</c:v>
                </c:pt>
                <c:pt idx="516">
                  <c:v>0.40567759</c:v>
                </c:pt>
                <c:pt idx="517">
                  <c:v>0.40946342</c:v>
                </c:pt>
                <c:pt idx="518">
                  <c:v>0.41280386</c:v>
                </c:pt>
                <c:pt idx="519">
                  <c:v>0.41621853</c:v>
                </c:pt>
                <c:pt idx="520">
                  <c:v>0.4196332</c:v>
                </c:pt>
                <c:pt idx="521">
                  <c:v>0.42266846</c:v>
                </c:pt>
                <c:pt idx="522">
                  <c:v>0.42640686</c:v>
                </c:pt>
                <c:pt idx="523">
                  <c:v>0.42984009</c:v>
                </c:pt>
                <c:pt idx="524">
                  <c:v>0.43292071</c:v>
                </c:pt>
                <c:pt idx="525">
                  <c:v>0.43670654</c:v>
                </c:pt>
                <c:pt idx="526">
                  <c:v>0.4397583</c:v>
                </c:pt>
                <c:pt idx="527">
                  <c:v>0.44286779</c:v>
                </c:pt>
                <c:pt idx="528">
                  <c:v>0.44628246</c:v>
                </c:pt>
                <c:pt idx="529">
                  <c:v>0.45006829</c:v>
                </c:pt>
                <c:pt idx="530">
                  <c:v>0.45348296</c:v>
                </c:pt>
                <c:pt idx="531">
                  <c:v>0.45622954</c:v>
                </c:pt>
                <c:pt idx="532">
                  <c:v>0.46001537</c:v>
                </c:pt>
                <c:pt idx="533">
                  <c:v>0.46310425</c:v>
                </c:pt>
                <c:pt idx="534">
                  <c:v>0.46691895</c:v>
                </c:pt>
                <c:pt idx="535">
                  <c:v>0.4699707</c:v>
                </c:pt>
                <c:pt idx="536">
                  <c:v>0.47411944</c:v>
                </c:pt>
                <c:pt idx="537">
                  <c:v>0.47686603</c:v>
                </c:pt>
                <c:pt idx="538">
                  <c:v>0.48065186</c:v>
                </c:pt>
                <c:pt idx="539">
                  <c:v>0.48439026</c:v>
                </c:pt>
                <c:pt idx="540">
                  <c:v>0.48740696</c:v>
                </c:pt>
                <c:pt idx="541">
                  <c:v>0.49082163</c:v>
                </c:pt>
                <c:pt idx="542">
                  <c:v>0.49453323</c:v>
                </c:pt>
                <c:pt idx="543">
                  <c:v>0.49751282</c:v>
                </c:pt>
                <c:pt idx="544">
                  <c:v>0.5012141</c:v>
                </c:pt>
                <c:pt idx="545">
                  <c:v>0.50485147</c:v>
                </c:pt>
                <c:pt idx="546">
                  <c:v>0.50819191</c:v>
                </c:pt>
                <c:pt idx="547">
                  <c:v>0.51185608</c:v>
                </c:pt>
                <c:pt idx="548">
                  <c:v>0.51383354</c:v>
                </c:pt>
                <c:pt idx="549">
                  <c:v>0.51742554</c:v>
                </c:pt>
                <c:pt idx="550">
                  <c:v>0.52036595</c:v>
                </c:pt>
                <c:pt idx="551">
                  <c:v>0.52459717</c:v>
                </c:pt>
                <c:pt idx="552">
                  <c:v>0.52680969</c:v>
                </c:pt>
                <c:pt idx="553">
                  <c:v>0.53038726</c:v>
                </c:pt>
                <c:pt idx="554">
                  <c:v>0.53357923</c:v>
                </c:pt>
                <c:pt idx="555">
                  <c:v>0.5368042</c:v>
                </c:pt>
                <c:pt idx="556">
                  <c:v>0.53966625</c:v>
                </c:pt>
                <c:pt idx="557">
                  <c:v>0.54278399</c:v>
                </c:pt>
                <c:pt idx="558">
                  <c:v>0.54595947</c:v>
                </c:pt>
                <c:pt idx="559">
                  <c:v>0.54908752</c:v>
                </c:pt>
                <c:pt idx="560">
                  <c:v>0.55229187</c:v>
                </c:pt>
                <c:pt idx="561">
                  <c:v>0.5557251</c:v>
                </c:pt>
                <c:pt idx="562">
                  <c:v>0.55885315</c:v>
                </c:pt>
                <c:pt idx="563">
                  <c:v>0.5619812</c:v>
                </c:pt>
                <c:pt idx="564">
                  <c:v>0.56549072</c:v>
                </c:pt>
                <c:pt idx="565">
                  <c:v>0.56891364</c:v>
                </c:pt>
                <c:pt idx="566">
                  <c:v>0.57174683</c:v>
                </c:pt>
                <c:pt idx="567">
                  <c:v>0.57552028</c:v>
                </c:pt>
                <c:pt idx="568">
                  <c:v>0.5770874</c:v>
                </c:pt>
                <c:pt idx="569">
                  <c:v>0.58049382</c:v>
                </c:pt>
                <c:pt idx="570">
                  <c:v>0.58398273</c:v>
                </c:pt>
                <c:pt idx="571">
                  <c:v>0.58710047</c:v>
                </c:pt>
                <c:pt idx="572">
                  <c:v>0.58990479</c:v>
                </c:pt>
                <c:pt idx="573">
                  <c:v>0.59333595</c:v>
                </c:pt>
                <c:pt idx="574">
                  <c:v>0.59646606</c:v>
                </c:pt>
                <c:pt idx="575">
                  <c:v>0.59927451</c:v>
                </c:pt>
                <c:pt idx="576">
                  <c:v>0.60239225</c:v>
                </c:pt>
                <c:pt idx="577">
                  <c:v>0.60558422</c:v>
                </c:pt>
                <c:pt idx="578">
                  <c:v>0.60899889</c:v>
                </c:pt>
                <c:pt idx="579">
                  <c:v>0.61211663</c:v>
                </c:pt>
                <c:pt idx="580">
                  <c:v>0.6155313</c:v>
                </c:pt>
                <c:pt idx="581">
                  <c:v>0.61836243</c:v>
                </c:pt>
                <c:pt idx="582">
                  <c:v>0.62149048</c:v>
                </c:pt>
                <c:pt idx="583">
                  <c:v>0.625</c:v>
                </c:pt>
                <c:pt idx="584">
                  <c:v>0.62777957</c:v>
                </c:pt>
                <c:pt idx="585">
                  <c:v>0.63089732</c:v>
                </c:pt>
                <c:pt idx="586">
                  <c:v>0.63407898</c:v>
                </c:pt>
                <c:pt idx="587">
                  <c:v>0.63750396</c:v>
                </c:pt>
                <c:pt idx="588">
                  <c:v>0.64102173</c:v>
                </c:pt>
                <c:pt idx="589">
                  <c:v>0.6441106</c:v>
                </c:pt>
                <c:pt idx="590">
                  <c:v>0.64758301</c:v>
                </c:pt>
                <c:pt idx="591">
                  <c:v>0.65042032</c:v>
                </c:pt>
                <c:pt idx="592">
                  <c:v>0.65361023</c:v>
                </c:pt>
                <c:pt idx="593">
                  <c:v>0.65673828</c:v>
                </c:pt>
                <c:pt idx="594">
                  <c:v>0.65994263</c:v>
                </c:pt>
                <c:pt idx="595">
                  <c:v>0.66303975</c:v>
                </c:pt>
                <c:pt idx="596">
                  <c:v>0.66623172</c:v>
                </c:pt>
                <c:pt idx="597">
                  <c:v>0.66972062</c:v>
                </c:pt>
                <c:pt idx="598">
                  <c:v>0.67283837</c:v>
                </c:pt>
                <c:pt idx="599">
                  <c:v>0.67573547</c:v>
                </c:pt>
                <c:pt idx="600">
                  <c:v>0.6791687</c:v>
                </c:pt>
                <c:pt idx="601">
                  <c:v>0.6817627</c:v>
                </c:pt>
                <c:pt idx="602">
                  <c:v>0.68489075</c:v>
                </c:pt>
                <c:pt idx="603">
                  <c:v>0.68840027</c:v>
                </c:pt>
                <c:pt idx="604">
                  <c:v>0.69124789</c:v>
                </c:pt>
                <c:pt idx="605">
                  <c:v>0.69404602</c:v>
                </c:pt>
                <c:pt idx="606">
                  <c:v>0.6975576</c:v>
                </c:pt>
                <c:pt idx="607">
                  <c:v>0.70068359</c:v>
                </c:pt>
                <c:pt idx="608">
                  <c:v>0.70416425</c:v>
                </c:pt>
                <c:pt idx="609">
                  <c:v>0.70735622</c:v>
                </c:pt>
                <c:pt idx="610">
                  <c:v>0.70958318</c:v>
                </c:pt>
                <c:pt idx="611">
                  <c:v>0.71270092</c:v>
                </c:pt>
                <c:pt idx="612">
                  <c:v>0.71589289</c:v>
                </c:pt>
                <c:pt idx="613">
                  <c:v>0.71907043</c:v>
                </c:pt>
                <c:pt idx="614">
                  <c:v>0.72227478</c:v>
                </c:pt>
                <c:pt idx="615">
                  <c:v>0.72643383</c:v>
                </c:pt>
                <c:pt idx="616">
                  <c:v>0.72992273</c:v>
                </c:pt>
                <c:pt idx="617">
                  <c:v>0.73280334</c:v>
                </c:pt>
                <c:pt idx="618">
                  <c:v>0.73532104</c:v>
                </c:pt>
                <c:pt idx="619">
                  <c:v>0.73912749</c:v>
                </c:pt>
                <c:pt idx="620">
                  <c:v>0.74203491</c:v>
                </c:pt>
                <c:pt idx="621">
                  <c:v>0.74551144</c:v>
                </c:pt>
                <c:pt idx="622">
                  <c:v>0.74907458</c:v>
                </c:pt>
                <c:pt idx="623">
                  <c:v>0.75065613</c:v>
                </c:pt>
                <c:pt idx="624">
                  <c:v>0.75419658</c:v>
                </c:pt>
                <c:pt idx="625">
                  <c:v>0.75768548</c:v>
                </c:pt>
                <c:pt idx="626">
                  <c:v>0.76057434</c:v>
                </c:pt>
                <c:pt idx="627">
                  <c:v>0.76377869</c:v>
                </c:pt>
                <c:pt idx="628">
                  <c:v>0.76763256</c:v>
                </c:pt>
                <c:pt idx="629">
                  <c:v>0.77149262</c:v>
                </c:pt>
                <c:pt idx="630">
                  <c:v>0.77438354</c:v>
                </c:pt>
                <c:pt idx="631">
                  <c:v>0.77757964</c:v>
                </c:pt>
                <c:pt idx="632">
                  <c:v>0.78084585</c:v>
                </c:pt>
                <c:pt idx="633">
                  <c:v>0.78307281</c:v>
                </c:pt>
                <c:pt idx="634">
                  <c:v>0.78659058</c:v>
                </c:pt>
                <c:pt idx="635">
                  <c:v>0.78987122</c:v>
                </c:pt>
                <c:pt idx="636">
                  <c:v>0.79301989</c:v>
                </c:pt>
                <c:pt idx="637">
                  <c:v>0.79628609</c:v>
                </c:pt>
                <c:pt idx="638">
                  <c:v>0.79947807</c:v>
                </c:pt>
                <c:pt idx="639">
                  <c:v>0.8030412</c:v>
                </c:pt>
                <c:pt idx="640">
                  <c:v>0.80563932</c:v>
                </c:pt>
                <c:pt idx="641">
                  <c:v>0.80883129</c:v>
                </c:pt>
                <c:pt idx="642">
                  <c:v>0.81176758</c:v>
                </c:pt>
                <c:pt idx="643">
                  <c:v>0.8152771</c:v>
                </c:pt>
                <c:pt idx="644">
                  <c:v>0.81855774</c:v>
                </c:pt>
                <c:pt idx="645">
                  <c:v>0.82206726</c:v>
                </c:pt>
                <c:pt idx="646">
                  <c:v>0.82466125</c:v>
                </c:pt>
                <c:pt idx="647">
                  <c:v>0.82794189</c:v>
                </c:pt>
                <c:pt idx="648">
                  <c:v>0.83176896</c:v>
                </c:pt>
                <c:pt idx="649">
                  <c:v>0.83534241</c:v>
                </c:pt>
                <c:pt idx="650">
                  <c:v>0.8392334</c:v>
                </c:pt>
                <c:pt idx="651">
                  <c:v>0.84245836</c:v>
                </c:pt>
                <c:pt idx="652">
                  <c:v>0.84446263</c:v>
                </c:pt>
                <c:pt idx="653">
                  <c:v>0.8476546</c:v>
                </c:pt>
                <c:pt idx="654">
                  <c:v>0.85121773</c:v>
                </c:pt>
                <c:pt idx="655">
                  <c:v>0.85418701</c:v>
                </c:pt>
                <c:pt idx="656">
                  <c:v>0.85739136</c:v>
                </c:pt>
                <c:pt idx="657">
                  <c:v>0.86097717</c:v>
                </c:pt>
                <c:pt idx="658">
                  <c:v>0.86457948</c:v>
                </c:pt>
                <c:pt idx="659">
                  <c:v>0.86777146</c:v>
                </c:pt>
                <c:pt idx="660">
                  <c:v>0.87133459</c:v>
                </c:pt>
                <c:pt idx="661">
                  <c:v>0.87432861</c:v>
                </c:pt>
                <c:pt idx="662">
                  <c:v>0.877867</c:v>
                </c:pt>
                <c:pt idx="663">
                  <c:v>0.88143014</c:v>
                </c:pt>
                <c:pt idx="664">
                  <c:v>0.88469634</c:v>
                </c:pt>
                <c:pt idx="665">
                  <c:v>0.88630676</c:v>
                </c:pt>
                <c:pt idx="666">
                  <c:v>0.8908844</c:v>
                </c:pt>
                <c:pt idx="667">
                  <c:v>0.89278762</c:v>
                </c:pt>
                <c:pt idx="668">
                  <c:v>0.89605383</c:v>
                </c:pt>
                <c:pt idx="669">
                  <c:v>0.90095314</c:v>
                </c:pt>
                <c:pt idx="670">
                  <c:v>0.90421934</c:v>
                </c:pt>
                <c:pt idx="671">
                  <c:v>0.90713501</c:v>
                </c:pt>
                <c:pt idx="672">
                  <c:v>0.91011047</c:v>
                </c:pt>
                <c:pt idx="673">
                  <c:v>0.91372103</c:v>
                </c:pt>
                <c:pt idx="674">
                  <c:v>0.91698724</c:v>
                </c:pt>
                <c:pt idx="675">
                  <c:v>0.9192142</c:v>
                </c:pt>
                <c:pt idx="676">
                  <c:v>0.92285156</c:v>
                </c:pt>
                <c:pt idx="677">
                  <c:v>0.9264147</c:v>
                </c:pt>
                <c:pt idx="678">
                  <c:v>0.92938397</c:v>
                </c:pt>
                <c:pt idx="679">
                  <c:v>0.93231201</c:v>
                </c:pt>
                <c:pt idx="680">
                  <c:v>0.93559265</c:v>
                </c:pt>
                <c:pt idx="681">
                  <c:v>0.93955375</c:v>
                </c:pt>
                <c:pt idx="682">
                  <c:v>0.94281996</c:v>
                </c:pt>
                <c:pt idx="683">
                  <c:v>0.94573975</c:v>
                </c:pt>
                <c:pt idx="684">
                  <c:v>0.94905544</c:v>
                </c:pt>
                <c:pt idx="685">
                  <c:v>0.95232165</c:v>
                </c:pt>
                <c:pt idx="686">
                  <c:v>0.95527649</c:v>
                </c:pt>
                <c:pt idx="687">
                  <c:v>0.95855713</c:v>
                </c:pt>
                <c:pt idx="688">
                  <c:v>0.96315951</c:v>
                </c:pt>
                <c:pt idx="689">
                  <c:v>0.96481323</c:v>
                </c:pt>
                <c:pt idx="690">
                  <c:v>0.96847534</c:v>
                </c:pt>
                <c:pt idx="691">
                  <c:v>0.97139926</c:v>
                </c:pt>
                <c:pt idx="692">
                  <c:v>0.9763728</c:v>
                </c:pt>
                <c:pt idx="693">
                  <c:v>0.97837706</c:v>
                </c:pt>
                <c:pt idx="694">
                  <c:v>0.98266602</c:v>
                </c:pt>
                <c:pt idx="695">
                  <c:v>0.98495483</c:v>
                </c:pt>
                <c:pt idx="696">
                  <c:v>0.98787875</c:v>
                </c:pt>
                <c:pt idx="697">
                  <c:v>0.99255536</c:v>
                </c:pt>
                <c:pt idx="698">
                  <c:v>0.99619273</c:v>
                </c:pt>
                <c:pt idx="699">
                  <c:v>0.99914551</c:v>
                </c:pt>
                <c:pt idx="700">
                  <c:v>1.00242615</c:v>
                </c:pt>
                <c:pt idx="701">
                  <c:v>1.00576865</c:v>
                </c:pt>
                <c:pt idx="702">
                  <c:v>1.008441</c:v>
                </c:pt>
                <c:pt idx="703">
                  <c:v>1.01142883</c:v>
                </c:pt>
                <c:pt idx="704">
                  <c:v>1.01470947</c:v>
                </c:pt>
                <c:pt idx="705">
                  <c:v>1.01935309</c:v>
                </c:pt>
                <c:pt idx="706">
                  <c:v>1.02068927</c:v>
                </c:pt>
                <c:pt idx="707">
                  <c:v>1.02561951</c:v>
                </c:pt>
                <c:pt idx="708">
                  <c:v>1.02900325</c:v>
                </c:pt>
                <c:pt idx="709">
                  <c:v>1.03226945</c:v>
                </c:pt>
                <c:pt idx="710">
                  <c:v>1.03561401</c:v>
                </c:pt>
                <c:pt idx="711">
                  <c:v>1.03759766</c:v>
                </c:pt>
                <c:pt idx="712">
                  <c:v>1.04095459</c:v>
                </c:pt>
                <c:pt idx="713">
                  <c:v>1.0446167</c:v>
                </c:pt>
                <c:pt idx="714">
                  <c:v>1.04927063</c:v>
                </c:pt>
                <c:pt idx="715">
                  <c:v>1.05223785</c:v>
                </c:pt>
                <c:pt idx="716">
                  <c:v>1.05552673</c:v>
                </c:pt>
                <c:pt idx="717">
                  <c:v>1.05888367</c:v>
                </c:pt>
                <c:pt idx="718">
                  <c:v>1.061888</c:v>
                </c:pt>
                <c:pt idx="719">
                  <c:v>1.06552124</c:v>
                </c:pt>
                <c:pt idx="720">
                  <c:v>1.0688658</c:v>
                </c:pt>
                <c:pt idx="721">
                  <c:v>1.07220624</c:v>
                </c:pt>
                <c:pt idx="722">
                  <c:v>1.07554668</c:v>
                </c:pt>
                <c:pt idx="723">
                  <c:v>1.07749939</c:v>
                </c:pt>
                <c:pt idx="724">
                  <c:v>1.08222961</c:v>
                </c:pt>
                <c:pt idx="725">
                  <c:v>1.08589172</c:v>
                </c:pt>
                <c:pt idx="726">
                  <c:v>1.08787537</c:v>
                </c:pt>
                <c:pt idx="727">
                  <c:v>1.0912323</c:v>
                </c:pt>
                <c:pt idx="728">
                  <c:v>1.09455006</c:v>
                </c:pt>
                <c:pt idx="729">
                  <c:v>1.09789049</c:v>
                </c:pt>
                <c:pt idx="730">
                  <c:v>1.10123093</c:v>
                </c:pt>
                <c:pt idx="731">
                  <c:v>1.10494253</c:v>
                </c:pt>
                <c:pt idx="732">
                  <c:v>1.10923767</c:v>
                </c:pt>
                <c:pt idx="733">
                  <c:v>1.11129761</c:v>
                </c:pt>
                <c:pt idx="734">
                  <c:v>1.11457825</c:v>
                </c:pt>
                <c:pt idx="735">
                  <c:v>1.11763</c:v>
                </c:pt>
                <c:pt idx="736">
                  <c:v>1.12228394</c:v>
                </c:pt>
                <c:pt idx="737">
                  <c:v>1.12565324</c:v>
                </c:pt>
                <c:pt idx="738">
                  <c:v>1.12869263</c:v>
                </c:pt>
                <c:pt idx="739">
                  <c:v>1.13166603</c:v>
                </c:pt>
                <c:pt idx="740">
                  <c:v>1.13571167</c:v>
                </c:pt>
                <c:pt idx="741">
                  <c:v>1.1390686</c:v>
                </c:pt>
                <c:pt idx="742">
                  <c:v>1.14072233</c:v>
                </c:pt>
                <c:pt idx="743">
                  <c:v>1.14547729</c:v>
                </c:pt>
                <c:pt idx="744">
                  <c:v>1.14851668</c:v>
                </c:pt>
                <c:pt idx="745">
                  <c:v>1.15219116</c:v>
                </c:pt>
                <c:pt idx="746">
                  <c:v>1.15519756</c:v>
                </c:pt>
                <c:pt idx="747">
                  <c:v>1.15824107</c:v>
                </c:pt>
                <c:pt idx="748">
                  <c:v>1.16299191</c:v>
                </c:pt>
                <c:pt idx="749">
                  <c:v>1.16662928</c:v>
                </c:pt>
                <c:pt idx="750">
                  <c:v>1.16937586</c:v>
                </c:pt>
                <c:pt idx="751">
                  <c:v>1.17138012</c:v>
                </c:pt>
                <c:pt idx="752">
                  <c:v>1.17613096</c:v>
                </c:pt>
                <c:pt idx="753">
                  <c:v>1.17984256</c:v>
                </c:pt>
                <c:pt idx="754">
                  <c:v>1.18148804</c:v>
                </c:pt>
                <c:pt idx="755">
                  <c:v>1.183183</c:v>
                </c:pt>
                <c:pt idx="756">
                  <c:v>1.18995667</c:v>
                </c:pt>
                <c:pt idx="757">
                  <c:v>1.19125366</c:v>
                </c:pt>
                <c:pt idx="758">
                  <c:v>1.19606018</c:v>
                </c:pt>
                <c:pt idx="759">
                  <c:v>1.19972229</c:v>
                </c:pt>
                <c:pt idx="760">
                  <c:v>1.20315552</c:v>
                </c:pt>
                <c:pt idx="761">
                  <c:v>1.20552063</c:v>
                </c:pt>
                <c:pt idx="762">
                  <c:v>1.20887756</c:v>
                </c:pt>
                <c:pt idx="763">
                  <c:v>1.2122345</c:v>
                </c:pt>
                <c:pt idx="764">
                  <c:v>1.21569659</c:v>
                </c:pt>
                <c:pt idx="765">
                  <c:v>1.22009277</c:v>
                </c:pt>
                <c:pt idx="766">
                  <c:v>1.22276306</c:v>
                </c:pt>
                <c:pt idx="767">
                  <c:v>1.22650146</c:v>
                </c:pt>
                <c:pt idx="768">
                  <c:v>1.22924805</c:v>
                </c:pt>
                <c:pt idx="769">
                  <c:v>1.23366072</c:v>
                </c:pt>
                <c:pt idx="770">
                  <c:v>1.23703003</c:v>
                </c:pt>
                <c:pt idx="771">
                  <c:v>1.23908997</c:v>
                </c:pt>
                <c:pt idx="772">
                  <c:v>1.24279125</c:v>
                </c:pt>
                <c:pt idx="773">
                  <c:v>1.2461853</c:v>
                </c:pt>
                <c:pt idx="774">
                  <c:v>1.24991752</c:v>
                </c:pt>
                <c:pt idx="775">
                  <c:v>1.25335693</c:v>
                </c:pt>
                <c:pt idx="776">
                  <c:v>1.2563757</c:v>
                </c:pt>
                <c:pt idx="777">
                  <c:v>1.25979037</c:v>
                </c:pt>
                <c:pt idx="778">
                  <c:v>1.26350197</c:v>
                </c:pt>
                <c:pt idx="779">
                  <c:v>1.26691664</c:v>
                </c:pt>
                <c:pt idx="780">
                  <c:v>1.27033131</c:v>
                </c:pt>
                <c:pt idx="781">
                  <c:v>1.27372742</c:v>
                </c:pt>
                <c:pt idx="782">
                  <c:v>1.276474</c:v>
                </c:pt>
                <c:pt idx="783">
                  <c:v>1.28154033</c:v>
                </c:pt>
                <c:pt idx="784">
                  <c:v>1.28356934</c:v>
                </c:pt>
                <c:pt idx="785">
                  <c:v>1.28700256</c:v>
                </c:pt>
                <c:pt idx="786">
                  <c:v>1.29141318</c:v>
                </c:pt>
                <c:pt idx="787">
                  <c:v>1.29486084</c:v>
                </c:pt>
                <c:pt idx="788">
                  <c:v>1.29787136</c:v>
                </c:pt>
                <c:pt idx="789">
                  <c:v>1.30096436</c:v>
                </c:pt>
                <c:pt idx="790">
                  <c:v>1.30507186</c:v>
                </c:pt>
                <c:pt idx="791">
                  <c:v>1.30813599</c:v>
                </c:pt>
                <c:pt idx="792">
                  <c:v>1.3119012</c:v>
                </c:pt>
                <c:pt idx="793">
                  <c:v>1.31355286</c:v>
                </c:pt>
                <c:pt idx="794">
                  <c:v>1.31866455</c:v>
                </c:pt>
                <c:pt idx="795">
                  <c:v>1.32244213</c:v>
                </c:pt>
                <c:pt idx="796">
                  <c:v>1.32446289</c:v>
                </c:pt>
                <c:pt idx="797">
                  <c:v>1.32926941</c:v>
                </c:pt>
                <c:pt idx="798">
                  <c:v>1.33132935</c:v>
                </c:pt>
                <c:pt idx="799">
                  <c:v>1.33476257</c:v>
                </c:pt>
                <c:pt idx="800">
                  <c:v>1.3381793</c:v>
                </c:pt>
                <c:pt idx="801">
                  <c:v>1.34159397</c:v>
                </c:pt>
                <c:pt idx="802">
                  <c:v>1.34500864</c:v>
                </c:pt>
                <c:pt idx="803">
                  <c:v>1.34910583</c:v>
                </c:pt>
                <c:pt idx="804">
                  <c:v>1.35246277</c:v>
                </c:pt>
                <c:pt idx="805">
                  <c:v>1.355896</c:v>
                </c:pt>
                <c:pt idx="806">
                  <c:v>1.35971069</c:v>
                </c:pt>
                <c:pt idx="807">
                  <c:v>1.36306763</c:v>
                </c:pt>
                <c:pt idx="808">
                  <c:v>1.36512756</c:v>
                </c:pt>
                <c:pt idx="809">
                  <c:v>1.37023926</c:v>
                </c:pt>
                <c:pt idx="810">
                  <c:v>1.37195484</c:v>
                </c:pt>
                <c:pt idx="811">
                  <c:v>1.37677992</c:v>
                </c:pt>
                <c:pt idx="812">
                  <c:v>1.38023376</c:v>
                </c:pt>
                <c:pt idx="813">
                  <c:v>1.38298035</c:v>
                </c:pt>
                <c:pt idx="814">
                  <c:v>1.38633728</c:v>
                </c:pt>
                <c:pt idx="815">
                  <c:v>1.39015198</c:v>
                </c:pt>
                <c:pt idx="816">
                  <c:v>1.39358521</c:v>
                </c:pt>
                <c:pt idx="817">
                  <c:v>1.39667408</c:v>
                </c:pt>
                <c:pt idx="818">
                  <c:v>1.40007019</c:v>
                </c:pt>
                <c:pt idx="819">
                  <c:v>1.40350342</c:v>
                </c:pt>
                <c:pt idx="820">
                  <c:v>1.40693665</c:v>
                </c:pt>
                <c:pt idx="821">
                  <c:v>1.41040699</c:v>
                </c:pt>
                <c:pt idx="822">
                  <c:v>1.41349792</c:v>
                </c:pt>
                <c:pt idx="823">
                  <c:v>1.41693115</c:v>
                </c:pt>
                <c:pt idx="824">
                  <c:v>1.4214325</c:v>
                </c:pt>
                <c:pt idx="825">
                  <c:v>1.42451106</c:v>
                </c:pt>
                <c:pt idx="826">
                  <c:v>1.4276123</c:v>
                </c:pt>
                <c:pt idx="827">
                  <c:v>1.43171156</c:v>
                </c:pt>
                <c:pt idx="828">
                  <c:v>1.43445814</c:v>
                </c:pt>
                <c:pt idx="829">
                  <c:v>1.43760681</c:v>
                </c:pt>
                <c:pt idx="830">
                  <c:v>1.44173287</c:v>
                </c:pt>
                <c:pt idx="831">
                  <c:v>1.44447945</c:v>
                </c:pt>
                <c:pt idx="832">
                  <c:v>1.44828796</c:v>
                </c:pt>
                <c:pt idx="833">
                  <c:v>1.45242227</c:v>
                </c:pt>
                <c:pt idx="834">
                  <c:v>1.45622253</c:v>
                </c:pt>
                <c:pt idx="835">
                  <c:v>1.45965576</c:v>
                </c:pt>
                <c:pt idx="836">
                  <c:v>1.4617755</c:v>
                </c:pt>
                <c:pt idx="837">
                  <c:v>1.46519017</c:v>
                </c:pt>
                <c:pt idx="838">
                  <c:v>1.46867907</c:v>
                </c:pt>
                <c:pt idx="839">
                  <c:v>1.47209167</c:v>
                </c:pt>
                <c:pt idx="840">
                  <c:v>1.4759538</c:v>
                </c:pt>
                <c:pt idx="841">
                  <c:v>1.47972107</c:v>
                </c:pt>
                <c:pt idx="842">
                  <c:v>1.48353577</c:v>
                </c:pt>
                <c:pt idx="843">
                  <c:v>1.48628235</c:v>
                </c:pt>
                <c:pt idx="844">
                  <c:v>1.48979187</c:v>
                </c:pt>
                <c:pt idx="845">
                  <c:v>1.493621</c:v>
                </c:pt>
                <c:pt idx="846">
                  <c:v>1.49740683</c:v>
                </c:pt>
                <c:pt idx="847">
                  <c:v>1.50123596</c:v>
                </c:pt>
                <c:pt idx="848">
                  <c:v>1.50260925</c:v>
                </c:pt>
                <c:pt idx="849">
                  <c:v>1.50817046</c:v>
                </c:pt>
                <c:pt idx="850">
                  <c:v>1.51130676</c:v>
                </c:pt>
                <c:pt idx="851">
                  <c:v>1.5133667</c:v>
                </c:pt>
                <c:pt idx="852">
                  <c:v>1.5168556</c:v>
                </c:pt>
                <c:pt idx="853">
                  <c:v>1.5203445</c:v>
                </c:pt>
                <c:pt idx="854">
                  <c:v>1.5238334</c:v>
                </c:pt>
                <c:pt idx="855">
                  <c:v>1.52801514</c:v>
                </c:pt>
                <c:pt idx="856">
                  <c:v>1.53185045</c:v>
                </c:pt>
                <c:pt idx="857">
                  <c:v>1.53467127</c:v>
                </c:pt>
                <c:pt idx="858">
                  <c:v>1.5384571</c:v>
                </c:pt>
                <c:pt idx="859">
                  <c:v>1.54159546</c:v>
                </c:pt>
                <c:pt idx="860">
                  <c:v>1.5454349</c:v>
                </c:pt>
                <c:pt idx="861">
                  <c:v>1.54929496</c:v>
                </c:pt>
                <c:pt idx="862">
                  <c:v>1.55250549</c:v>
                </c:pt>
                <c:pt idx="863">
                  <c:v>1.55560468</c:v>
                </c:pt>
                <c:pt idx="864">
                  <c:v>1.55944824</c:v>
                </c:pt>
                <c:pt idx="865">
                  <c:v>1.56295364</c:v>
                </c:pt>
                <c:pt idx="866">
                  <c:v>1.56651677</c:v>
                </c:pt>
                <c:pt idx="867">
                  <c:v>1.57037683</c:v>
                </c:pt>
                <c:pt idx="868">
                  <c:v>1.57319765</c:v>
                </c:pt>
                <c:pt idx="869">
                  <c:v>1.57668655</c:v>
                </c:pt>
                <c:pt idx="870">
                  <c:v>1.5802002</c:v>
                </c:pt>
                <c:pt idx="871">
                  <c:v>1.58410974</c:v>
                </c:pt>
                <c:pt idx="872">
                  <c:v>1.58693056</c:v>
                </c:pt>
                <c:pt idx="873">
                  <c:v>1.59080505</c:v>
                </c:pt>
                <c:pt idx="874">
                  <c:v>1.59469604</c:v>
                </c:pt>
                <c:pt idx="875">
                  <c:v>1.59889221</c:v>
                </c:pt>
                <c:pt idx="876">
                  <c:v>1.60102844</c:v>
                </c:pt>
                <c:pt idx="877">
                  <c:v>1.60636902</c:v>
                </c:pt>
                <c:pt idx="878">
                  <c:v>1.60987854</c:v>
                </c:pt>
                <c:pt idx="879">
                  <c:v>1.61270142</c:v>
                </c:pt>
                <c:pt idx="880">
                  <c:v>1.6169945</c:v>
                </c:pt>
                <c:pt idx="881">
                  <c:v>1.61981531</c:v>
                </c:pt>
                <c:pt idx="882">
                  <c:v>1.62196804</c:v>
                </c:pt>
                <c:pt idx="883">
                  <c:v>1.62723851</c:v>
                </c:pt>
                <c:pt idx="884">
                  <c:v>1.63080164</c:v>
                </c:pt>
                <c:pt idx="885">
                  <c:v>1.63436477</c:v>
                </c:pt>
                <c:pt idx="886">
                  <c:v>1.63688866</c:v>
                </c:pt>
                <c:pt idx="887">
                  <c:v>1.64045179</c:v>
                </c:pt>
                <c:pt idx="888">
                  <c:v>1.64401493</c:v>
                </c:pt>
                <c:pt idx="889">
                  <c:v>1.64787499</c:v>
                </c:pt>
                <c:pt idx="890">
                  <c:v>1.65143812</c:v>
                </c:pt>
                <c:pt idx="891">
                  <c:v>1.65542603</c:v>
                </c:pt>
                <c:pt idx="892">
                  <c:v>1.65863862</c:v>
                </c:pt>
                <c:pt idx="893">
                  <c:v>1.66290283</c:v>
                </c:pt>
                <c:pt idx="894">
                  <c:v>1.66648865</c:v>
                </c:pt>
                <c:pt idx="895">
                  <c:v>1.66969918</c:v>
                </c:pt>
                <c:pt idx="896">
                  <c:v>1.6733551</c:v>
                </c:pt>
                <c:pt idx="897">
                  <c:v>1.67694092</c:v>
                </c:pt>
                <c:pt idx="898">
                  <c:v>1.68052673</c:v>
                </c:pt>
                <c:pt idx="899">
                  <c:v>1.68410018</c:v>
                </c:pt>
                <c:pt idx="900">
                  <c:v>1.68739319</c:v>
                </c:pt>
                <c:pt idx="901">
                  <c:v>1.690979</c:v>
                </c:pt>
                <c:pt idx="902">
                  <c:v>1.69494629</c:v>
                </c:pt>
                <c:pt idx="903">
                  <c:v>1.69894657</c:v>
                </c:pt>
                <c:pt idx="904">
                  <c:v>1.70219421</c:v>
                </c:pt>
                <c:pt idx="905">
                  <c:v>1.70623779</c:v>
                </c:pt>
                <c:pt idx="906">
                  <c:v>1.70837402</c:v>
                </c:pt>
                <c:pt idx="907">
                  <c:v>1.71275371</c:v>
                </c:pt>
                <c:pt idx="908">
                  <c:v>1.71600342</c:v>
                </c:pt>
                <c:pt idx="909">
                  <c:v>1.72002844</c:v>
                </c:pt>
                <c:pt idx="910">
                  <c:v>1.72439575</c:v>
                </c:pt>
                <c:pt idx="911">
                  <c:v>1.72737122</c:v>
                </c:pt>
                <c:pt idx="912">
                  <c:v>1.73103333</c:v>
                </c:pt>
                <c:pt idx="913">
                  <c:v>1.73500061</c:v>
                </c:pt>
                <c:pt idx="914">
                  <c:v>1.73903182</c:v>
                </c:pt>
                <c:pt idx="915">
                  <c:v>1.74088762</c:v>
                </c:pt>
                <c:pt idx="916">
                  <c:v>1.74636841</c:v>
                </c:pt>
                <c:pt idx="917">
                  <c:v>1.74972122</c:v>
                </c:pt>
                <c:pt idx="918">
                  <c:v>1.75372974</c:v>
                </c:pt>
                <c:pt idx="919">
                  <c:v>1.7578125</c:v>
                </c:pt>
                <c:pt idx="920">
                  <c:v>1.7596683</c:v>
                </c:pt>
                <c:pt idx="921">
                  <c:v>1.76330566</c:v>
                </c:pt>
                <c:pt idx="922">
                  <c:v>1.76738842</c:v>
                </c:pt>
                <c:pt idx="923">
                  <c:v>1.77070618</c:v>
                </c:pt>
                <c:pt idx="924">
                  <c:v>1.77474976</c:v>
                </c:pt>
                <c:pt idx="925">
                  <c:v>1.77993774</c:v>
                </c:pt>
                <c:pt idx="926">
                  <c:v>1.78327406</c:v>
                </c:pt>
                <c:pt idx="927">
                  <c:v>1.78695679</c:v>
                </c:pt>
                <c:pt idx="928">
                  <c:v>1.7906189</c:v>
                </c:pt>
                <c:pt idx="929">
                  <c:v>1.7943573</c:v>
                </c:pt>
                <c:pt idx="930">
                  <c:v>1.79763794</c:v>
                </c:pt>
                <c:pt idx="931">
                  <c:v>1.80175781</c:v>
                </c:pt>
                <c:pt idx="932">
                  <c:v>1.80465286</c:v>
                </c:pt>
                <c:pt idx="933">
                  <c:v>1.80873562</c:v>
                </c:pt>
                <c:pt idx="934">
                  <c:v>1.81282043</c:v>
                </c:pt>
                <c:pt idx="935">
                  <c:v>1.8157959</c:v>
                </c:pt>
                <c:pt idx="936">
                  <c:v>1.8195343</c:v>
                </c:pt>
                <c:pt idx="937">
                  <c:v>1.82434082</c:v>
                </c:pt>
                <c:pt idx="938">
                  <c:v>1.82655334</c:v>
                </c:pt>
                <c:pt idx="939">
                  <c:v>1.83021545</c:v>
                </c:pt>
                <c:pt idx="940">
                  <c:v>1.83433533</c:v>
                </c:pt>
                <c:pt idx="941">
                  <c:v>1.83761184</c:v>
                </c:pt>
                <c:pt idx="942">
                  <c:v>1.84280808</c:v>
                </c:pt>
                <c:pt idx="943">
                  <c:v>1.84616089</c:v>
                </c:pt>
                <c:pt idx="944">
                  <c:v>1.85020447</c:v>
                </c:pt>
                <c:pt idx="945">
                  <c:v>1.85317993</c:v>
                </c:pt>
                <c:pt idx="946">
                  <c:v>1.85691833</c:v>
                </c:pt>
                <c:pt idx="947">
                  <c:v>1.86096191</c:v>
                </c:pt>
                <c:pt idx="948">
                  <c:v>1.86433534</c:v>
                </c:pt>
                <c:pt idx="949">
                  <c:v>1.86767578</c:v>
                </c:pt>
                <c:pt idx="950">
                  <c:v>1.87205547</c:v>
                </c:pt>
                <c:pt idx="951">
                  <c:v>1.87502474</c:v>
                </c:pt>
                <c:pt idx="952">
                  <c:v>1.87873634</c:v>
                </c:pt>
                <c:pt idx="953">
                  <c:v>1.88316345</c:v>
                </c:pt>
                <c:pt idx="954">
                  <c:v>1.88613892</c:v>
                </c:pt>
                <c:pt idx="955">
                  <c:v>1.89024229</c:v>
                </c:pt>
                <c:pt idx="956">
                  <c:v>1.89468384</c:v>
                </c:pt>
                <c:pt idx="957">
                  <c:v>1.89834595</c:v>
                </c:pt>
                <c:pt idx="958">
                  <c:v>1.90167401</c:v>
                </c:pt>
                <c:pt idx="959">
                  <c:v>1.90536499</c:v>
                </c:pt>
                <c:pt idx="960">
                  <c:v>1.90946837</c:v>
                </c:pt>
                <c:pt idx="961">
                  <c:v>1.9127655</c:v>
                </c:pt>
                <c:pt idx="962">
                  <c:v>1.91503576</c:v>
                </c:pt>
                <c:pt idx="963">
                  <c:v>1.91688538</c:v>
                </c:pt>
                <c:pt idx="964">
                  <c:v>1.92276001</c:v>
                </c:pt>
                <c:pt idx="965">
                  <c:v>1.92687988</c:v>
                </c:pt>
                <c:pt idx="966">
                  <c:v>1.93017908</c:v>
                </c:pt>
                <c:pt idx="967">
                  <c:v>1.93389068</c:v>
                </c:pt>
                <c:pt idx="968">
                  <c:v>1.93908691</c:v>
                </c:pt>
                <c:pt idx="969">
                  <c:v>1.94094271</c:v>
                </c:pt>
                <c:pt idx="970">
                  <c:v>1.94621318</c:v>
                </c:pt>
                <c:pt idx="971">
                  <c:v>1.9488113</c:v>
                </c:pt>
                <c:pt idx="972">
                  <c:v>1.9525229</c:v>
                </c:pt>
                <c:pt idx="973">
                  <c:v>1.95623449</c:v>
                </c:pt>
                <c:pt idx="974">
                  <c:v>1.96031725</c:v>
                </c:pt>
                <c:pt idx="975">
                  <c:v>1.96328653</c:v>
                </c:pt>
                <c:pt idx="976">
                  <c:v>1.96739197</c:v>
                </c:pt>
                <c:pt idx="977">
                  <c:v>1.97151184</c:v>
                </c:pt>
                <c:pt idx="978">
                  <c:v>1.97486671</c:v>
                </c:pt>
                <c:pt idx="979">
                  <c:v>1.97865254</c:v>
                </c:pt>
                <c:pt idx="980">
                  <c:v>1.9827353</c:v>
                </c:pt>
                <c:pt idx="981">
                  <c:v>1.98608398</c:v>
                </c:pt>
                <c:pt idx="982">
                  <c:v>1.99097504</c:v>
                </c:pt>
                <c:pt idx="983">
                  <c:v>1.99357316</c:v>
                </c:pt>
                <c:pt idx="984">
                  <c:v>1.9984436</c:v>
                </c:pt>
                <c:pt idx="985">
                  <c:v>2.00181291</c:v>
                </c:pt>
                <c:pt idx="986">
                  <c:v>2.0059699</c:v>
                </c:pt>
                <c:pt idx="987">
                  <c:v>2.00935364</c:v>
                </c:pt>
                <c:pt idx="988">
                  <c:v>2.01309204</c:v>
                </c:pt>
                <c:pt idx="989">
                  <c:v>2.01721191</c:v>
                </c:pt>
                <c:pt idx="990">
                  <c:v>2.02095032</c:v>
                </c:pt>
                <c:pt idx="991">
                  <c:v>2.02468872</c:v>
                </c:pt>
                <c:pt idx="992">
                  <c:v>2.02838795</c:v>
                </c:pt>
                <c:pt idx="993">
                  <c:v>2.03178406</c:v>
                </c:pt>
                <c:pt idx="994">
                  <c:v>2.03514305</c:v>
                </c:pt>
                <c:pt idx="995">
                  <c:v>2.03922581</c:v>
                </c:pt>
                <c:pt idx="996">
                  <c:v>2.04219509</c:v>
                </c:pt>
                <c:pt idx="997">
                  <c:v>2.04590669</c:v>
                </c:pt>
                <c:pt idx="998">
                  <c:v>2.04998944</c:v>
                </c:pt>
                <c:pt idx="999">
                  <c:v>2.05370104</c:v>
                </c:pt>
                <c:pt idx="1000">
                  <c:v>2.05741264</c:v>
                </c:pt>
                <c:pt idx="1001">
                  <c:v>2.06112423</c:v>
                </c:pt>
                <c:pt idx="1002">
                  <c:v>2.06446467</c:v>
                </c:pt>
                <c:pt idx="1003">
                  <c:v>2.06817627</c:v>
                </c:pt>
                <c:pt idx="1004">
                  <c:v>2.07181363</c:v>
                </c:pt>
                <c:pt idx="1005">
                  <c:v>2.07550049</c:v>
                </c:pt>
                <c:pt idx="1006">
                  <c:v>2.07879144</c:v>
                </c:pt>
                <c:pt idx="1007">
                  <c:v>2.08320618</c:v>
                </c:pt>
                <c:pt idx="1008">
                  <c:v>2.08610535</c:v>
                </c:pt>
                <c:pt idx="1009">
                  <c:v>2.08976746</c:v>
                </c:pt>
                <c:pt idx="1010">
                  <c:v>2.09415745</c:v>
                </c:pt>
                <c:pt idx="1011">
                  <c:v>2.09739685</c:v>
                </c:pt>
                <c:pt idx="1012">
                  <c:v>2.10247143</c:v>
                </c:pt>
                <c:pt idx="1013">
                  <c:v>2.10571289</c:v>
                </c:pt>
                <c:pt idx="1014">
                  <c:v>2.10861206</c:v>
                </c:pt>
                <c:pt idx="1015">
                  <c:v>2.11293813</c:v>
                </c:pt>
                <c:pt idx="1016">
                  <c:v>2.11575895</c:v>
                </c:pt>
                <c:pt idx="1017">
                  <c:v>2.11932208</c:v>
                </c:pt>
                <c:pt idx="1018">
                  <c:v>2.12257385</c:v>
                </c:pt>
                <c:pt idx="1019">
                  <c:v>2.12654114</c:v>
                </c:pt>
                <c:pt idx="1020">
                  <c:v>2.13045687</c:v>
                </c:pt>
                <c:pt idx="1021">
                  <c:v>2.13363647</c:v>
                </c:pt>
                <c:pt idx="1022">
                  <c:v>2.13721198</c:v>
                </c:pt>
                <c:pt idx="1023">
                  <c:v>2.14042664</c:v>
                </c:pt>
                <c:pt idx="1024">
                  <c:v>2.14393616</c:v>
                </c:pt>
                <c:pt idx="1025">
                  <c:v>2.14790344</c:v>
                </c:pt>
                <c:pt idx="1026">
                  <c:v>2.15250376</c:v>
                </c:pt>
                <c:pt idx="1027">
                  <c:v>2.15423584</c:v>
                </c:pt>
                <c:pt idx="1028">
                  <c:v>2.15927124</c:v>
                </c:pt>
                <c:pt idx="1029">
                  <c:v>2.16247559</c:v>
                </c:pt>
                <c:pt idx="1030">
                  <c:v>2.16598511</c:v>
                </c:pt>
                <c:pt idx="1031">
                  <c:v>2.16957711</c:v>
                </c:pt>
                <c:pt idx="1032">
                  <c:v>2.17277527</c:v>
                </c:pt>
                <c:pt idx="1033">
                  <c:v>2.17628479</c:v>
                </c:pt>
                <c:pt idx="1034">
                  <c:v>2.17982112</c:v>
                </c:pt>
                <c:pt idx="1035">
                  <c:v>2.1837616</c:v>
                </c:pt>
                <c:pt idx="1036">
                  <c:v>2.18694738</c:v>
                </c:pt>
                <c:pt idx="1037">
                  <c:v>2.19088168</c:v>
                </c:pt>
                <c:pt idx="1038">
                  <c:v>2.19406128</c:v>
                </c:pt>
                <c:pt idx="1039">
                  <c:v>2.19733986</c:v>
                </c:pt>
                <c:pt idx="1040">
                  <c:v>2.20085144</c:v>
                </c:pt>
                <c:pt idx="1041">
                  <c:v>2.20443726</c:v>
                </c:pt>
                <c:pt idx="1042">
                  <c:v>2.20840454</c:v>
                </c:pt>
                <c:pt idx="1043">
                  <c:v>2.21159239</c:v>
                </c:pt>
                <c:pt idx="1044">
                  <c:v>2.21626282</c:v>
                </c:pt>
                <c:pt idx="1045">
                  <c:v>2.21805057</c:v>
                </c:pt>
                <c:pt idx="1046">
                  <c:v>2.22373962</c:v>
                </c:pt>
                <c:pt idx="1047">
                  <c:v>2.2269584</c:v>
                </c:pt>
                <c:pt idx="1048">
                  <c:v>2.22911113</c:v>
                </c:pt>
                <c:pt idx="1049">
                  <c:v>2.23342896</c:v>
                </c:pt>
                <c:pt idx="1050">
                  <c:v>2.23735088</c:v>
                </c:pt>
                <c:pt idx="1051">
                  <c:v>2.24091401</c:v>
                </c:pt>
                <c:pt idx="1052">
                  <c:v>2.24449158</c:v>
                </c:pt>
                <c:pt idx="1053">
                  <c:v>2.24807739</c:v>
                </c:pt>
                <c:pt idx="1054">
                  <c:v>2.25197457</c:v>
                </c:pt>
                <c:pt idx="1055">
                  <c:v>2.25379944</c:v>
                </c:pt>
                <c:pt idx="1056">
                  <c:v>2.25806159</c:v>
                </c:pt>
                <c:pt idx="1057">
                  <c:v>2.26203918</c:v>
                </c:pt>
                <c:pt idx="1058">
                  <c:v>2.26554871</c:v>
                </c:pt>
                <c:pt idx="1059">
                  <c:v>2.26912215</c:v>
                </c:pt>
                <c:pt idx="1060">
                  <c:v>2.27233887</c:v>
                </c:pt>
                <c:pt idx="1061">
                  <c:v>2.27592468</c:v>
                </c:pt>
                <c:pt idx="1062">
                  <c:v>2.27951462</c:v>
                </c:pt>
                <c:pt idx="1063">
                  <c:v>2.28340149</c:v>
                </c:pt>
                <c:pt idx="1064">
                  <c:v>2.28664089</c:v>
                </c:pt>
                <c:pt idx="1065">
                  <c:v>2.29057518</c:v>
                </c:pt>
                <c:pt idx="1066">
                  <c:v>2.29413832</c:v>
                </c:pt>
                <c:pt idx="1067">
                  <c:v>2.29728699</c:v>
                </c:pt>
                <c:pt idx="1068">
                  <c:v>2.30125427</c:v>
                </c:pt>
                <c:pt idx="1069">
                  <c:v>2.30445656</c:v>
                </c:pt>
                <c:pt idx="1070">
                  <c:v>2.30834961</c:v>
                </c:pt>
                <c:pt idx="1071">
                  <c:v>2.31117249</c:v>
                </c:pt>
                <c:pt idx="1072">
                  <c:v>2.31544288</c:v>
                </c:pt>
                <c:pt idx="1073">
                  <c:v>2.31900602</c:v>
                </c:pt>
                <c:pt idx="1074">
                  <c:v>2.32256915</c:v>
                </c:pt>
                <c:pt idx="1075">
                  <c:v>2.3261261</c:v>
                </c:pt>
                <c:pt idx="1076">
                  <c:v>2.32932426</c:v>
                </c:pt>
                <c:pt idx="1077">
                  <c:v>2.33398438</c:v>
                </c:pt>
                <c:pt idx="1078">
                  <c:v>2.33823209</c:v>
                </c:pt>
                <c:pt idx="1079">
                  <c:v>2.3400116</c:v>
                </c:pt>
                <c:pt idx="1080">
                  <c:v>2.34352112</c:v>
                </c:pt>
                <c:pt idx="1081">
                  <c:v>2.34710693</c:v>
                </c:pt>
                <c:pt idx="1082">
                  <c:v>2.35211347</c:v>
                </c:pt>
                <c:pt idx="1083">
                  <c:v>2.35493428</c:v>
                </c:pt>
                <c:pt idx="1084">
                  <c:v>2.35816956</c:v>
                </c:pt>
                <c:pt idx="1085">
                  <c:v>2.36206055</c:v>
                </c:pt>
                <c:pt idx="1086">
                  <c:v>2.36564636</c:v>
                </c:pt>
                <c:pt idx="1087">
                  <c:v>2.36881565</c:v>
                </c:pt>
                <c:pt idx="1088">
                  <c:v>2.37274995</c:v>
                </c:pt>
                <c:pt idx="1089">
                  <c:v>2.37631308</c:v>
                </c:pt>
                <c:pt idx="1090">
                  <c:v>2.37953186</c:v>
                </c:pt>
                <c:pt idx="1091">
                  <c:v>2.38349915</c:v>
                </c:pt>
                <c:pt idx="1092">
                  <c:v>2.38708496</c:v>
                </c:pt>
                <c:pt idx="1093">
                  <c:v>2.39059448</c:v>
                </c:pt>
                <c:pt idx="1094">
                  <c:v>2.39457414</c:v>
                </c:pt>
                <c:pt idx="1095">
                  <c:v>2.39776611</c:v>
                </c:pt>
                <c:pt idx="1096">
                  <c:v>2.40097046</c:v>
                </c:pt>
                <c:pt idx="1097">
                  <c:v>2.40386963</c:v>
                </c:pt>
                <c:pt idx="1098">
                  <c:v>2.40921021</c:v>
                </c:pt>
                <c:pt idx="1099">
                  <c:v>2.41246404</c:v>
                </c:pt>
                <c:pt idx="1100">
                  <c:v>2.41602717</c:v>
                </c:pt>
                <c:pt idx="1101">
                  <c:v>2.41958618</c:v>
                </c:pt>
                <c:pt idx="1102">
                  <c:v>2.42248535</c:v>
                </c:pt>
                <c:pt idx="1103">
                  <c:v>2.42567733</c:v>
                </c:pt>
                <c:pt idx="1104">
                  <c:v>2.43035394</c:v>
                </c:pt>
                <c:pt idx="1105">
                  <c:v>2.43391707</c:v>
                </c:pt>
                <c:pt idx="1106">
                  <c:v>2.43673789</c:v>
                </c:pt>
                <c:pt idx="1107">
                  <c:v>2.44033813</c:v>
                </c:pt>
                <c:pt idx="1108">
                  <c:v>2.44384766</c:v>
                </c:pt>
                <c:pt idx="1109">
                  <c:v>2.44812012</c:v>
                </c:pt>
                <c:pt idx="1110">
                  <c:v>2.4520874</c:v>
                </c:pt>
                <c:pt idx="1111">
                  <c:v>2.45422363</c:v>
                </c:pt>
                <c:pt idx="1112">
                  <c:v>2.45780945</c:v>
                </c:pt>
                <c:pt idx="1113">
                  <c:v>2.46205098</c:v>
                </c:pt>
                <c:pt idx="1114">
                  <c:v>2.46520996</c:v>
                </c:pt>
                <c:pt idx="1115">
                  <c:v>2.46879578</c:v>
                </c:pt>
                <c:pt idx="1116">
                  <c:v>2.47268677</c:v>
                </c:pt>
                <c:pt idx="1117">
                  <c:v>2.47627258</c:v>
                </c:pt>
                <c:pt idx="1118">
                  <c:v>2.47979241</c:v>
                </c:pt>
                <c:pt idx="1119">
                  <c:v>2.48335555</c:v>
                </c:pt>
                <c:pt idx="1120">
                  <c:v>2.48725891</c:v>
                </c:pt>
                <c:pt idx="1121">
                  <c:v>2.49048181</c:v>
                </c:pt>
                <c:pt idx="1122">
                  <c:v>2.49404907</c:v>
                </c:pt>
                <c:pt idx="1123">
                  <c:v>2.49723692</c:v>
                </c:pt>
                <c:pt idx="1124">
                  <c:v>2.50038147</c:v>
                </c:pt>
                <c:pt idx="1125">
                  <c:v>2.50434875</c:v>
                </c:pt>
                <c:pt idx="1126">
                  <c:v>2.50748093</c:v>
                </c:pt>
                <c:pt idx="1127">
                  <c:v>2.51104406</c:v>
                </c:pt>
                <c:pt idx="1128">
                  <c:v>2.51533508</c:v>
                </c:pt>
                <c:pt idx="1129">
                  <c:v>2.5188446</c:v>
                </c:pt>
                <c:pt idx="1130">
                  <c:v>2.52203039</c:v>
                </c:pt>
                <c:pt idx="1131">
                  <c:v>2.52563477</c:v>
                </c:pt>
                <c:pt idx="1132">
                  <c:v>2.52914429</c:v>
                </c:pt>
                <c:pt idx="1133">
                  <c:v>2.5327301</c:v>
                </c:pt>
                <c:pt idx="1134">
                  <c:v>2.53695101</c:v>
                </c:pt>
                <c:pt idx="1135">
                  <c:v>2.54013062</c:v>
                </c:pt>
                <c:pt idx="1136">
                  <c:v>2.54371643</c:v>
                </c:pt>
                <c:pt idx="1137">
                  <c:v>2.54722595</c:v>
                </c:pt>
                <c:pt idx="1138">
                  <c:v>2.5504303</c:v>
                </c:pt>
                <c:pt idx="1139">
                  <c:v>2.55357897</c:v>
                </c:pt>
                <c:pt idx="1140">
                  <c:v>2.55751326</c:v>
                </c:pt>
                <c:pt idx="1141">
                  <c:v>2.56072998</c:v>
                </c:pt>
                <c:pt idx="1142">
                  <c:v>2.5645653</c:v>
                </c:pt>
                <c:pt idx="1143">
                  <c:v>2.56774902</c:v>
                </c:pt>
                <c:pt idx="1144">
                  <c:v>2.57164001</c:v>
                </c:pt>
                <c:pt idx="1145">
                  <c:v>2.57522583</c:v>
                </c:pt>
                <c:pt idx="1146">
                  <c:v>2.57873535</c:v>
                </c:pt>
                <c:pt idx="1147">
                  <c:v>2.58230673</c:v>
                </c:pt>
                <c:pt idx="1148">
                  <c:v>2.58512755</c:v>
                </c:pt>
                <c:pt idx="1149">
                  <c:v>2.59048462</c:v>
                </c:pt>
                <c:pt idx="1150">
                  <c:v>2.59396115</c:v>
                </c:pt>
                <c:pt idx="1151">
                  <c:v>2.59719849</c:v>
                </c:pt>
                <c:pt idx="1152">
                  <c:v>2.6003451</c:v>
                </c:pt>
                <c:pt idx="1153">
                  <c:v>2.60427939</c:v>
                </c:pt>
                <c:pt idx="1154">
                  <c:v>2.60742188</c:v>
                </c:pt>
                <c:pt idx="1155">
                  <c:v>2.61024475</c:v>
                </c:pt>
                <c:pt idx="1156">
                  <c:v>2.6134491</c:v>
                </c:pt>
                <c:pt idx="1157">
                  <c:v>2.61734421</c:v>
                </c:pt>
                <c:pt idx="1158">
                  <c:v>2.62054443</c:v>
                </c:pt>
                <c:pt idx="1159">
                  <c:v>2.62409932</c:v>
                </c:pt>
                <c:pt idx="1160">
                  <c:v>2.62794495</c:v>
                </c:pt>
                <c:pt idx="1161">
                  <c:v>2.63259888</c:v>
                </c:pt>
                <c:pt idx="1162">
                  <c:v>2.63575373</c:v>
                </c:pt>
                <c:pt idx="1163">
                  <c:v>2.63961792</c:v>
                </c:pt>
                <c:pt idx="1164">
                  <c:v>2.64317693</c:v>
                </c:pt>
                <c:pt idx="1165">
                  <c:v>2.64532966</c:v>
                </c:pt>
                <c:pt idx="1166">
                  <c:v>2.64881856</c:v>
                </c:pt>
                <c:pt idx="1167">
                  <c:v>2.65275285</c:v>
                </c:pt>
                <c:pt idx="1168">
                  <c:v>2.65594482</c:v>
                </c:pt>
                <c:pt idx="1169">
                  <c:v>2.66090393</c:v>
                </c:pt>
                <c:pt idx="1170">
                  <c:v>2.66440727</c:v>
                </c:pt>
                <c:pt idx="1171">
                  <c:v>2.6679704</c:v>
                </c:pt>
                <c:pt idx="1172">
                  <c:v>2.67112732</c:v>
                </c:pt>
                <c:pt idx="1173">
                  <c:v>2.67472551</c:v>
                </c:pt>
                <c:pt idx="1174">
                  <c:v>2.67828864</c:v>
                </c:pt>
                <c:pt idx="1175">
                  <c:v>2.68218994</c:v>
                </c:pt>
                <c:pt idx="1176">
                  <c:v>2.68608093</c:v>
                </c:pt>
                <c:pt idx="1177">
                  <c:v>2.68927497</c:v>
                </c:pt>
                <c:pt idx="1178">
                  <c:v>2.69135346</c:v>
                </c:pt>
                <c:pt idx="1179">
                  <c:v>2.69528776</c:v>
                </c:pt>
                <c:pt idx="1180">
                  <c:v>2.69844055</c:v>
                </c:pt>
                <c:pt idx="1181">
                  <c:v>2.70202637</c:v>
                </c:pt>
                <c:pt idx="1182">
                  <c:v>2.70553176</c:v>
                </c:pt>
                <c:pt idx="1183">
                  <c:v>2.71050531</c:v>
                </c:pt>
                <c:pt idx="1184">
                  <c:v>2.71369934</c:v>
                </c:pt>
                <c:pt idx="1185">
                  <c:v>2.71726041</c:v>
                </c:pt>
                <c:pt idx="1186">
                  <c:v>2.71933891</c:v>
                </c:pt>
                <c:pt idx="1187">
                  <c:v>2.72468567</c:v>
                </c:pt>
                <c:pt idx="1188">
                  <c:v>2.72857666</c:v>
                </c:pt>
                <c:pt idx="1189">
                  <c:v>2.73002625</c:v>
                </c:pt>
                <c:pt idx="1190">
                  <c:v>2.73537301</c:v>
                </c:pt>
                <c:pt idx="1191">
                  <c:v>2.73923307</c:v>
                </c:pt>
                <c:pt idx="1192">
                  <c:v>2.74101257</c:v>
                </c:pt>
                <c:pt idx="1193">
                  <c:v>2.74459839</c:v>
                </c:pt>
                <c:pt idx="1194">
                  <c:v>2.74880899</c:v>
                </c:pt>
                <c:pt idx="1195">
                  <c:v>2.75268555</c:v>
                </c:pt>
                <c:pt idx="1196">
                  <c:v>2.75593526</c:v>
                </c:pt>
                <c:pt idx="1197">
                  <c:v>2.75947571</c:v>
                </c:pt>
                <c:pt idx="1198">
                  <c:v>2.76410077</c:v>
                </c:pt>
                <c:pt idx="1199">
                  <c:v>2.76725769</c:v>
                </c:pt>
                <c:pt idx="1200">
                  <c:v>2.77114868</c:v>
                </c:pt>
                <c:pt idx="1201">
                  <c:v>2.77328491</c:v>
                </c:pt>
                <c:pt idx="1202">
                  <c:v>2.77824402</c:v>
                </c:pt>
                <c:pt idx="1203">
                  <c:v>2.78184221</c:v>
                </c:pt>
                <c:pt idx="1204">
                  <c:v>2.78540534</c:v>
                </c:pt>
                <c:pt idx="1205">
                  <c:v>2.78896847</c:v>
                </c:pt>
                <c:pt idx="1206">
                  <c:v>2.79067993</c:v>
                </c:pt>
                <c:pt idx="1207">
                  <c:v>2.79602051</c:v>
                </c:pt>
                <c:pt idx="1208">
                  <c:v>2.79921248</c:v>
                </c:pt>
                <c:pt idx="1209">
                  <c:v>2.8024292</c:v>
                </c:pt>
                <c:pt idx="1210">
                  <c:v>2.80596759</c:v>
                </c:pt>
                <c:pt idx="1211">
                  <c:v>2.80990601</c:v>
                </c:pt>
                <c:pt idx="1212">
                  <c:v>2.81349182</c:v>
                </c:pt>
                <c:pt idx="1213">
                  <c:v>2.81669617</c:v>
                </c:pt>
                <c:pt idx="1214">
                  <c:v>2.82020569</c:v>
                </c:pt>
                <c:pt idx="1215">
                  <c:v>2.8234121</c:v>
                </c:pt>
                <c:pt idx="1216">
                  <c:v>2.82699585</c:v>
                </c:pt>
                <c:pt idx="1217">
                  <c:v>2.83157761</c:v>
                </c:pt>
                <c:pt idx="1218">
                  <c:v>2.83447266</c:v>
                </c:pt>
                <c:pt idx="1219">
                  <c:v>2.83766463</c:v>
                </c:pt>
                <c:pt idx="1220">
                  <c:v>2.84080505</c:v>
                </c:pt>
                <c:pt idx="1221">
                  <c:v>2.84471666</c:v>
                </c:pt>
                <c:pt idx="1222">
                  <c:v>2.84790864</c:v>
                </c:pt>
                <c:pt idx="1223">
                  <c:v>2.85147177</c:v>
                </c:pt>
                <c:pt idx="1224">
                  <c:v>2.85503491</c:v>
                </c:pt>
                <c:pt idx="1225">
                  <c:v>2.85934448</c:v>
                </c:pt>
                <c:pt idx="1226">
                  <c:v>2.86112193</c:v>
                </c:pt>
                <c:pt idx="1227">
                  <c:v>2.86602123</c:v>
                </c:pt>
                <c:pt idx="1228">
                  <c:v>2.86994934</c:v>
                </c:pt>
                <c:pt idx="1229">
                  <c:v>2.87384033</c:v>
                </c:pt>
                <c:pt idx="1230">
                  <c:v>2.87700756</c:v>
                </c:pt>
                <c:pt idx="1231">
                  <c:v>2.88024902</c:v>
                </c:pt>
                <c:pt idx="1232">
                  <c:v>2.88414001</c:v>
                </c:pt>
                <c:pt idx="1233">
                  <c:v>2.88799389</c:v>
                </c:pt>
                <c:pt idx="1234">
                  <c:v>2.89155702</c:v>
                </c:pt>
                <c:pt idx="1235">
                  <c:v>2.89512634</c:v>
                </c:pt>
                <c:pt idx="1236">
                  <c:v>2.89794922</c:v>
                </c:pt>
                <c:pt idx="1237">
                  <c:v>2.90180103</c:v>
                </c:pt>
                <c:pt idx="1238">
                  <c:v>2.90469608</c:v>
                </c:pt>
                <c:pt idx="1239">
                  <c:v>2.90893555</c:v>
                </c:pt>
                <c:pt idx="1240">
                  <c:v>2.91175842</c:v>
                </c:pt>
                <c:pt idx="1241">
                  <c:v>2.91560817</c:v>
                </c:pt>
                <c:pt idx="1242">
                  <c:v>2.91954041</c:v>
                </c:pt>
                <c:pt idx="1243">
                  <c:v>2.9234314</c:v>
                </c:pt>
                <c:pt idx="1244">
                  <c:v>2.9265945</c:v>
                </c:pt>
                <c:pt idx="1245">
                  <c:v>2.92976379</c:v>
                </c:pt>
                <c:pt idx="1246">
                  <c:v>2.9340177</c:v>
                </c:pt>
                <c:pt idx="1247">
                  <c:v>2.93716431</c:v>
                </c:pt>
                <c:pt idx="1248">
                  <c:v>2.94040164</c:v>
                </c:pt>
                <c:pt idx="1249">
                  <c:v>2.94351939</c:v>
                </c:pt>
                <c:pt idx="1250">
                  <c:v>2.94708252</c:v>
                </c:pt>
                <c:pt idx="1251">
                  <c:v>2.95064565</c:v>
                </c:pt>
                <c:pt idx="1252">
                  <c:v>2.95417786</c:v>
                </c:pt>
                <c:pt idx="1253">
                  <c:v>2.95768738</c:v>
                </c:pt>
                <c:pt idx="1254">
                  <c:v>2.96230007</c:v>
                </c:pt>
                <c:pt idx="1255">
                  <c:v>2.96585083</c:v>
                </c:pt>
                <c:pt idx="1256">
                  <c:v>2.96867371</c:v>
                </c:pt>
                <c:pt idx="1257">
                  <c:v>2.97254408</c:v>
                </c:pt>
                <c:pt idx="1258">
                  <c:v>2.97607422</c:v>
                </c:pt>
                <c:pt idx="1259">
                  <c:v>2.97929918</c:v>
                </c:pt>
                <c:pt idx="1260">
                  <c:v>2.9838562</c:v>
                </c:pt>
                <c:pt idx="1261">
                  <c:v>2.98598006</c:v>
                </c:pt>
                <c:pt idx="1262">
                  <c:v>2.98954319</c:v>
                </c:pt>
                <c:pt idx="1263">
                  <c:v>2.99310633</c:v>
                </c:pt>
                <c:pt idx="1264">
                  <c:v>2.99659729</c:v>
                </c:pt>
                <c:pt idx="1265">
                  <c:v>3.00018311</c:v>
                </c:pt>
                <c:pt idx="1266">
                  <c:v>3.00369263</c:v>
                </c:pt>
                <c:pt idx="1267">
                  <c:v>3.00758362</c:v>
                </c:pt>
                <c:pt idx="1268">
                  <c:v>3.01077353</c:v>
                </c:pt>
                <c:pt idx="1269">
                  <c:v>3.01574707</c:v>
                </c:pt>
                <c:pt idx="1270">
                  <c:v>3.01886481</c:v>
                </c:pt>
                <c:pt idx="1271">
                  <c:v>3.02242795</c:v>
                </c:pt>
                <c:pt idx="1272">
                  <c:v>3.02635193</c:v>
                </c:pt>
                <c:pt idx="1273">
                  <c:v>3.02947998</c:v>
                </c:pt>
                <c:pt idx="1274">
                  <c:v>3.03230286</c:v>
                </c:pt>
                <c:pt idx="1275">
                  <c:v>3.03588867</c:v>
                </c:pt>
                <c:pt idx="1276">
                  <c:v>3.03977966</c:v>
                </c:pt>
                <c:pt idx="1277">
                  <c:v>3.04291596</c:v>
                </c:pt>
                <c:pt idx="1278">
                  <c:v>3.0464791</c:v>
                </c:pt>
                <c:pt idx="1279">
                  <c:v>3.04969788</c:v>
                </c:pt>
                <c:pt idx="1280">
                  <c:v>3.05390229</c:v>
                </c:pt>
                <c:pt idx="1281">
                  <c:v>3.05709839</c:v>
                </c:pt>
                <c:pt idx="1282">
                  <c:v>3.06028624</c:v>
                </c:pt>
                <c:pt idx="1283">
                  <c:v>3.06419373</c:v>
                </c:pt>
                <c:pt idx="1284">
                  <c:v>3.06770943</c:v>
                </c:pt>
                <c:pt idx="1285">
                  <c:v>3.07119833</c:v>
                </c:pt>
                <c:pt idx="1286">
                  <c:v>3.07542956</c:v>
                </c:pt>
                <c:pt idx="1287">
                  <c:v>3.07862153</c:v>
                </c:pt>
                <c:pt idx="1288">
                  <c:v>3.08144234</c:v>
                </c:pt>
                <c:pt idx="1289">
                  <c:v>3.08609009</c:v>
                </c:pt>
                <c:pt idx="1290">
                  <c:v>3.08990479</c:v>
                </c:pt>
                <c:pt idx="1291">
                  <c:v>3.09309676</c:v>
                </c:pt>
                <c:pt idx="1292">
                  <c:v>3.09591757</c:v>
                </c:pt>
                <c:pt idx="1293">
                  <c:v>3.09985187</c:v>
                </c:pt>
                <c:pt idx="1294">
                  <c:v>3.10334077</c:v>
                </c:pt>
                <c:pt idx="1295">
                  <c:v>3.10682967</c:v>
                </c:pt>
                <c:pt idx="1296">
                  <c:v>3.11002164</c:v>
                </c:pt>
                <c:pt idx="1297">
                  <c:v>3.11425286</c:v>
                </c:pt>
                <c:pt idx="1298">
                  <c:v>3.1174469</c:v>
                </c:pt>
                <c:pt idx="1299">
                  <c:v>3.12057495</c:v>
                </c:pt>
                <c:pt idx="1300">
                  <c:v>3.12375455</c:v>
                </c:pt>
                <c:pt idx="1301">
                  <c:v>3.12759399</c:v>
                </c:pt>
                <c:pt idx="1302">
                  <c:v>3.13079834</c:v>
                </c:pt>
                <c:pt idx="1303">
                  <c:v>3.13459242</c:v>
                </c:pt>
                <c:pt idx="1304">
                  <c:v>3.13781738</c:v>
                </c:pt>
                <c:pt idx="1305">
                  <c:v>3.14201561</c:v>
                </c:pt>
                <c:pt idx="1306">
                  <c:v>3.14582825</c:v>
                </c:pt>
                <c:pt idx="1307">
                  <c:v>3.14899341</c:v>
                </c:pt>
                <c:pt idx="1308">
                  <c:v>3.15216064</c:v>
                </c:pt>
                <c:pt idx="1309">
                  <c:v>3.15597534</c:v>
                </c:pt>
                <c:pt idx="1310">
                  <c:v>3.15879822</c:v>
                </c:pt>
                <c:pt idx="1311">
                  <c:v>3.16230774</c:v>
                </c:pt>
                <c:pt idx="1312">
                  <c:v>3.16612244</c:v>
                </c:pt>
                <c:pt idx="1313">
                  <c:v>3.16963196</c:v>
                </c:pt>
                <c:pt idx="1314">
                  <c:v>3.17314148</c:v>
                </c:pt>
                <c:pt idx="1315">
                  <c:v>3.17657471</c:v>
                </c:pt>
                <c:pt idx="1316">
                  <c:v>3.1804657</c:v>
                </c:pt>
                <c:pt idx="1317">
                  <c:v>3.1835855</c:v>
                </c:pt>
                <c:pt idx="1318">
                  <c:v>3.1867218</c:v>
                </c:pt>
                <c:pt idx="1319">
                  <c:v>3.19160255</c:v>
                </c:pt>
                <c:pt idx="1320">
                  <c:v>3.19442337</c:v>
                </c:pt>
                <c:pt idx="1321">
                  <c:v>3.19755554</c:v>
                </c:pt>
                <c:pt idx="1322">
                  <c:v>3.20103001</c:v>
                </c:pt>
                <c:pt idx="1323">
                  <c:v>3.20419312</c:v>
                </c:pt>
                <c:pt idx="1324">
                  <c:v>3.20762634</c:v>
                </c:pt>
                <c:pt idx="1325">
                  <c:v>3.21151733</c:v>
                </c:pt>
                <c:pt idx="1326">
                  <c:v>3.21535678</c:v>
                </c:pt>
                <c:pt idx="1327">
                  <c:v>3.21914673</c:v>
                </c:pt>
                <c:pt idx="1328">
                  <c:v>3.22296143</c:v>
                </c:pt>
                <c:pt idx="1329">
                  <c:v>3.22509766</c:v>
                </c:pt>
                <c:pt idx="1330">
                  <c:v>3.22998047</c:v>
                </c:pt>
                <c:pt idx="1331">
                  <c:v>3.2316878</c:v>
                </c:pt>
                <c:pt idx="1332">
                  <c:v>3.23554786</c:v>
                </c:pt>
                <c:pt idx="1333">
                  <c:v>3.24044717</c:v>
                </c:pt>
                <c:pt idx="1334">
                  <c:v>3.24252567</c:v>
                </c:pt>
                <c:pt idx="1335">
                  <c:v>3.24737549</c:v>
                </c:pt>
                <c:pt idx="1336">
                  <c:v>3.25088501</c:v>
                </c:pt>
                <c:pt idx="1337">
                  <c:v>3.25363159</c:v>
                </c:pt>
                <c:pt idx="1338">
                  <c:v>3.25752258</c:v>
                </c:pt>
                <c:pt idx="1339">
                  <c:v>3.26095581</c:v>
                </c:pt>
                <c:pt idx="1340">
                  <c:v>3.26412716</c:v>
                </c:pt>
                <c:pt idx="1341">
                  <c:v>3.26828003</c:v>
                </c:pt>
                <c:pt idx="1342">
                  <c:v>3.27178955</c:v>
                </c:pt>
                <c:pt idx="1343">
                  <c:v>3.27348039</c:v>
                </c:pt>
                <c:pt idx="1344">
                  <c:v>3.27734045</c:v>
                </c:pt>
                <c:pt idx="1345">
                  <c:v>3.28048706</c:v>
                </c:pt>
                <c:pt idx="1346">
                  <c:v>3.28468323</c:v>
                </c:pt>
                <c:pt idx="1347">
                  <c:v>3.28817832</c:v>
                </c:pt>
                <c:pt idx="1348">
                  <c:v>3.29200745</c:v>
                </c:pt>
                <c:pt idx="1349">
                  <c:v>3.29508189</c:v>
                </c:pt>
                <c:pt idx="1350">
                  <c:v>3.29856873</c:v>
                </c:pt>
                <c:pt idx="1351">
                  <c:v>3.30176276</c:v>
                </c:pt>
                <c:pt idx="1352">
                  <c:v>3.30658784</c:v>
                </c:pt>
                <c:pt idx="1353">
                  <c:v>3.30871582</c:v>
                </c:pt>
                <c:pt idx="1354">
                  <c:v>3.31214905</c:v>
                </c:pt>
                <c:pt idx="1355">
                  <c:v>3.31534721</c:v>
                </c:pt>
                <c:pt idx="1356">
                  <c:v>3.31913304</c:v>
                </c:pt>
                <c:pt idx="1357">
                  <c:v>3.32262194</c:v>
                </c:pt>
                <c:pt idx="1358">
                  <c:v>3.32572937</c:v>
                </c:pt>
                <c:pt idx="1359">
                  <c:v>3.33061218</c:v>
                </c:pt>
                <c:pt idx="1360">
                  <c:v>3.33450317</c:v>
                </c:pt>
                <c:pt idx="1361">
                  <c:v>3.33761679</c:v>
                </c:pt>
                <c:pt idx="1362">
                  <c:v>3.34147685</c:v>
                </c:pt>
                <c:pt idx="1363">
                  <c:v>3.34496575</c:v>
                </c:pt>
                <c:pt idx="1364">
                  <c:v>3.3480835</c:v>
                </c:pt>
                <c:pt idx="1365">
                  <c:v>3.3515724</c:v>
                </c:pt>
                <c:pt idx="1366">
                  <c:v>3.3550613</c:v>
                </c:pt>
                <c:pt idx="1367">
                  <c:v>3.3581543</c:v>
                </c:pt>
                <c:pt idx="1368">
                  <c:v>3.36204529</c:v>
                </c:pt>
                <c:pt idx="1369">
                  <c:v>3.36515684</c:v>
                </c:pt>
                <c:pt idx="1370">
                  <c:v>3.36864575</c:v>
                </c:pt>
                <c:pt idx="1371">
                  <c:v>3.37211609</c:v>
                </c:pt>
                <c:pt idx="1372">
                  <c:v>3.37525239</c:v>
                </c:pt>
                <c:pt idx="1373">
                  <c:v>3.37874129</c:v>
                </c:pt>
                <c:pt idx="1374">
                  <c:v>3.38294983</c:v>
                </c:pt>
                <c:pt idx="1375">
                  <c:v>3.38609025</c:v>
                </c:pt>
                <c:pt idx="1376">
                  <c:v>3.38957915</c:v>
                </c:pt>
                <c:pt idx="1377">
                  <c:v>3.39343922</c:v>
                </c:pt>
                <c:pt idx="1378">
                  <c:v>3.39653015</c:v>
                </c:pt>
                <c:pt idx="1379">
                  <c:v>3.40041702</c:v>
                </c:pt>
                <c:pt idx="1380">
                  <c:v>3.40248108</c:v>
                </c:pt>
                <c:pt idx="1381">
                  <c:v>3.40628134</c:v>
                </c:pt>
                <c:pt idx="1382">
                  <c:v>3.41011047</c:v>
                </c:pt>
                <c:pt idx="1383">
                  <c:v>3.41400146</c:v>
                </c:pt>
                <c:pt idx="1384">
                  <c:v>3.4157088</c:v>
                </c:pt>
                <c:pt idx="1385">
                  <c:v>3.42025757</c:v>
                </c:pt>
                <c:pt idx="1386">
                  <c:v>3.42335469</c:v>
                </c:pt>
                <c:pt idx="1387">
                  <c:v>3.42819214</c:v>
                </c:pt>
                <c:pt idx="1388">
                  <c:v>3.43137174</c:v>
                </c:pt>
                <c:pt idx="1389">
                  <c:v>3.43478641</c:v>
                </c:pt>
                <c:pt idx="1390">
                  <c:v>3.43826294</c:v>
                </c:pt>
                <c:pt idx="1391">
                  <c:v>3.44177246</c:v>
                </c:pt>
                <c:pt idx="1392">
                  <c:v>3.44451904</c:v>
                </c:pt>
                <c:pt idx="1393">
                  <c:v>3.4479997</c:v>
                </c:pt>
                <c:pt idx="1394">
                  <c:v>3.45176697</c:v>
                </c:pt>
                <c:pt idx="1395">
                  <c:v>3.45527649</c:v>
                </c:pt>
                <c:pt idx="1396">
                  <c:v>3.45876333</c:v>
                </c:pt>
                <c:pt idx="1397">
                  <c:v>3.462178</c:v>
                </c:pt>
                <c:pt idx="1398">
                  <c:v>3.46603394</c:v>
                </c:pt>
                <c:pt idx="1399">
                  <c:v>3.46984863</c:v>
                </c:pt>
                <c:pt idx="1400">
                  <c:v>3.47190857</c:v>
                </c:pt>
                <c:pt idx="1401">
                  <c:v>3.4753418</c:v>
                </c:pt>
                <c:pt idx="1402">
                  <c:v>3.47917711</c:v>
                </c:pt>
                <c:pt idx="1403">
                  <c:v>3.48258972</c:v>
                </c:pt>
                <c:pt idx="1404">
                  <c:v>3.48570953</c:v>
                </c:pt>
                <c:pt idx="1405">
                  <c:v>3.49060883</c:v>
                </c:pt>
                <c:pt idx="1406">
                  <c:v>3.49365234</c:v>
                </c:pt>
                <c:pt idx="1407">
                  <c:v>3.49714125</c:v>
                </c:pt>
                <c:pt idx="1408">
                  <c:v>3.50028992</c:v>
                </c:pt>
                <c:pt idx="1409">
                  <c:v>3.50402832</c:v>
                </c:pt>
                <c:pt idx="1410">
                  <c:v>3.50753784</c:v>
                </c:pt>
                <c:pt idx="1411">
                  <c:v>3.51028442</c:v>
                </c:pt>
                <c:pt idx="1412">
                  <c:v>3.51369497</c:v>
                </c:pt>
                <c:pt idx="1413">
                  <c:v>3.51753235</c:v>
                </c:pt>
                <c:pt idx="1414">
                  <c:v>3.52096558</c:v>
                </c:pt>
                <c:pt idx="1415">
                  <c:v>3.5244586</c:v>
                </c:pt>
                <c:pt idx="1416">
                  <c:v>3.52752686</c:v>
                </c:pt>
                <c:pt idx="1417">
                  <c:v>3.53136217</c:v>
                </c:pt>
                <c:pt idx="1418">
                  <c:v>3.535148</c:v>
                </c:pt>
                <c:pt idx="1419">
                  <c:v>3.53820801</c:v>
                </c:pt>
                <c:pt idx="1420">
                  <c:v>3.54171753</c:v>
                </c:pt>
                <c:pt idx="1421">
                  <c:v>3.54896545</c:v>
                </c:pt>
                <c:pt idx="1422">
                  <c:v>3.55207289</c:v>
                </c:pt>
                <c:pt idx="1423">
                  <c:v>3.55514526</c:v>
                </c:pt>
                <c:pt idx="1424">
                  <c:v>3.55994147</c:v>
                </c:pt>
                <c:pt idx="1425">
                  <c:v>3.56343037</c:v>
                </c:pt>
                <c:pt idx="1426">
                  <c:v>3.56484078</c:v>
                </c:pt>
                <c:pt idx="1427">
                  <c:v>3.568573</c:v>
                </c:pt>
                <c:pt idx="1428">
                  <c:v>3.57345169</c:v>
                </c:pt>
                <c:pt idx="1429">
                  <c:v>3.57727051</c:v>
                </c:pt>
                <c:pt idx="1430">
                  <c:v>3.58035526</c:v>
                </c:pt>
                <c:pt idx="1431">
                  <c:v>3.5823822</c:v>
                </c:pt>
                <c:pt idx="1432">
                  <c:v>3.58621958</c:v>
                </c:pt>
                <c:pt idx="1433">
                  <c:v>3.5900116</c:v>
                </c:pt>
                <c:pt idx="1434">
                  <c:v>3.59344482</c:v>
                </c:pt>
                <c:pt idx="1435">
                  <c:v>3.59757707</c:v>
                </c:pt>
                <c:pt idx="1436">
                  <c:v>3.60137939</c:v>
                </c:pt>
                <c:pt idx="1437">
                  <c:v>3.60455487</c:v>
                </c:pt>
                <c:pt idx="1438">
                  <c:v>3.6083407</c:v>
                </c:pt>
                <c:pt idx="1439">
                  <c:v>3.6104192</c:v>
                </c:pt>
                <c:pt idx="1440">
                  <c:v>3.61488342</c:v>
                </c:pt>
                <c:pt idx="1441">
                  <c:v>3.61836201</c:v>
                </c:pt>
                <c:pt idx="1442">
                  <c:v>3.62177668</c:v>
                </c:pt>
                <c:pt idx="1443">
                  <c:v>3.62487793</c:v>
                </c:pt>
                <c:pt idx="1444">
                  <c:v>3.62869263</c:v>
                </c:pt>
                <c:pt idx="1445">
                  <c:v>3.63246608</c:v>
                </c:pt>
                <c:pt idx="1446">
                  <c:v>3.6352869</c:v>
                </c:pt>
                <c:pt idx="1447">
                  <c:v>3.63833041</c:v>
                </c:pt>
                <c:pt idx="1448">
                  <c:v>3.64143372</c:v>
                </c:pt>
                <c:pt idx="1449">
                  <c:v>3.64562988</c:v>
                </c:pt>
                <c:pt idx="1450">
                  <c:v>3.64909404</c:v>
                </c:pt>
                <c:pt idx="1451">
                  <c:v>3.65184062</c:v>
                </c:pt>
                <c:pt idx="1452">
                  <c:v>3.65525529</c:v>
                </c:pt>
                <c:pt idx="1453">
                  <c:v>3.65904112</c:v>
                </c:pt>
                <c:pt idx="1454">
                  <c:v>3.66218567</c:v>
                </c:pt>
                <c:pt idx="1455">
                  <c:v>3.66601892</c:v>
                </c:pt>
                <c:pt idx="1456">
                  <c:v>3.66980475</c:v>
                </c:pt>
                <c:pt idx="1457">
                  <c:v>3.67294312</c:v>
                </c:pt>
                <c:pt idx="1458">
                  <c:v>3.67604024</c:v>
                </c:pt>
                <c:pt idx="1459">
                  <c:v>3.68026733</c:v>
                </c:pt>
                <c:pt idx="1460">
                  <c:v>3.68405729</c:v>
                </c:pt>
                <c:pt idx="1461">
                  <c:v>3.68721008</c:v>
                </c:pt>
                <c:pt idx="1462">
                  <c:v>3.69110107</c:v>
                </c:pt>
                <c:pt idx="1463">
                  <c:v>3.69392395</c:v>
                </c:pt>
                <c:pt idx="1464">
                  <c:v>3.69743347</c:v>
                </c:pt>
                <c:pt idx="1465">
                  <c:v>3.70165026</c:v>
                </c:pt>
                <c:pt idx="1466">
                  <c:v>3.70521339</c:v>
                </c:pt>
                <c:pt idx="1467">
                  <c:v>3.70877653</c:v>
                </c:pt>
                <c:pt idx="1468">
                  <c:v>3.71122618</c:v>
                </c:pt>
                <c:pt idx="1469">
                  <c:v>3.71513367</c:v>
                </c:pt>
                <c:pt idx="1470">
                  <c:v>3.71871948</c:v>
                </c:pt>
                <c:pt idx="1471">
                  <c:v>3.7226579</c:v>
                </c:pt>
                <c:pt idx="1472">
                  <c:v>3.72659219</c:v>
                </c:pt>
                <c:pt idx="1473">
                  <c:v>3.72941301</c:v>
                </c:pt>
                <c:pt idx="1474">
                  <c:v>3.73305037</c:v>
                </c:pt>
                <c:pt idx="1475">
                  <c:v>3.73733521</c:v>
                </c:pt>
                <c:pt idx="1476">
                  <c:v>3.7405478</c:v>
                </c:pt>
                <c:pt idx="1477">
                  <c:v>3.74450684</c:v>
                </c:pt>
                <c:pt idx="1478">
                  <c:v>3.74778748</c:v>
                </c:pt>
                <c:pt idx="1479">
                  <c:v>3.75137329</c:v>
                </c:pt>
                <c:pt idx="1480">
                  <c:v>3.75465187</c:v>
                </c:pt>
                <c:pt idx="1481">
                  <c:v>3.758215</c:v>
                </c:pt>
                <c:pt idx="1482">
                  <c:v>3.7625885</c:v>
                </c:pt>
                <c:pt idx="1483">
                  <c:v>3.76548767</c:v>
                </c:pt>
                <c:pt idx="1484">
                  <c:v>3.76907349</c:v>
                </c:pt>
                <c:pt idx="1485">
                  <c:v>3.7726593</c:v>
                </c:pt>
                <c:pt idx="1486">
                  <c:v>3.77662659</c:v>
                </c:pt>
                <c:pt idx="1487">
                  <c:v>3.7802887</c:v>
                </c:pt>
                <c:pt idx="1488">
                  <c:v>3.78387451</c:v>
                </c:pt>
                <c:pt idx="1489">
                  <c:v>3.78707886</c:v>
                </c:pt>
                <c:pt idx="1490">
                  <c:v>3.79109975</c:v>
                </c:pt>
                <c:pt idx="1491">
                  <c:v>3.79432678</c:v>
                </c:pt>
                <c:pt idx="1492">
                  <c:v>3.79755793</c:v>
                </c:pt>
                <c:pt idx="1493">
                  <c:v>3.80156646</c:v>
                </c:pt>
                <c:pt idx="1494">
                  <c:v>3.80554199</c:v>
                </c:pt>
                <c:pt idx="1495">
                  <c:v>3.80699158</c:v>
                </c:pt>
                <c:pt idx="1496">
                  <c:v>3.81270125</c:v>
                </c:pt>
                <c:pt idx="1497">
                  <c:v>3.81633862</c:v>
                </c:pt>
                <c:pt idx="1498">
                  <c:v>3.81997598</c:v>
                </c:pt>
                <c:pt idx="1499">
                  <c:v>3.82354736</c:v>
                </c:pt>
                <c:pt idx="1500">
                  <c:v>3.82713318</c:v>
                </c:pt>
                <c:pt idx="1501">
                  <c:v>3.83111077</c:v>
                </c:pt>
                <c:pt idx="1502">
                  <c:v>3.83400582</c:v>
                </c:pt>
                <c:pt idx="1503">
                  <c:v>3.83794011</c:v>
                </c:pt>
                <c:pt idx="1504">
                  <c:v>3.8419342</c:v>
                </c:pt>
                <c:pt idx="1505">
                  <c:v>3.84514061</c:v>
                </c:pt>
                <c:pt idx="1506">
                  <c:v>3.84914914</c:v>
                </c:pt>
                <c:pt idx="1507">
                  <c:v>3.85130186</c:v>
                </c:pt>
                <c:pt idx="1508">
                  <c:v>3.854865</c:v>
                </c:pt>
                <c:pt idx="1509">
                  <c:v>3.85887352</c:v>
                </c:pt>
                <c:pt idx="1510">
                  <c:v>3.86392129</c:v>
                </c:pt>
                <c:pt idx="1511">
                  <c:v>3.86566162</c:v>
                </c:pt>
                <c:pt idx="1512">
                  <c:v>3.87075063</c:v>
                </c:pt>
                <c:pt idx="1513">
                  <c:v>3.87397766</c:v>
                </c:pt>
                <c:pt idx="1514">
                  <c:v>3.87720881</c:v>
                </c:pt>
                <c:pt idx="1515">
                  <c:v>3.88114311</c:v>
                </c:pt>
                <c:pt idx="1516">
                  <c:v>3.88511658</c:v>
                </c:pt>
                <c:pt idx="1517">
                  <c:v>3.88908592</c:v>
                </c:pt>
                <c:pt idx="1518">
                  <c:v>3.89091492</c:v>
                </c:pt>
                <c:pt idx="1519">
                  <c:v>3.89591526</c:v>
                </c:pt>
                <c:pt idx="1520">
                  <c:v>3.89881031</c:v>
                </c:pt>
                <c:pt idx="1521">
                  <c:v>3.90205383</c:v>
                </c:pt>
                <c:pt idx="1522">
                  <c:v>3.90638197</c:v>
                </c:pt>
                <c:pt idx="1523">
                  <c:v>3.9099451</c:v>
                </c:pt>
                <c:pt idx="1524">
                  <c:v>3.91358247</c:v>
                </c:pt>
                <c:pt idx="1525">
                  <c:v>3.9171456</c:v>
                </c:pt>
                <c:pt idx="1526">
                  <c:v>3.92074585</c:v>
                </c:pt>
                <c:pt idx="1527">
                  <c:v>3.92471726</c:v>
                </c:pt>
                <c:pt idx="1528">
                  <c:v>3.92753807</c:v>
                </c:pt>
                <c:pt idx="1529">
                  <c:v>3.93800478</c:v>
                </c:pt>
                <c:pt idx="1530">
                  <c:v>3.9415741</c:v>
                </c:pt>
                <c:pt idx="1531">
                  <c:v>3.94515991</c:v>
                </c:pt>
                <c:pt idx="1532">
                  <c:v>3.94913957</c:v>
                </c:pt>
                <c:pt idx="1533">
                  <c:v>3.95240577</c:v>
                </c:pt>
                <c:pt idx="1534">
                  <c:v>3.95637512</c:v>
                </c:pt>
                <c:pt idx="1535">
                  <c:v>3.95960627</c:v>
                </c:pt>
                <c:pt idx="1536">
                  <c:v>3.96354057</c:v>
                </c:pt>
                <c:pt idx="1537">
                  <c:v>3.9667511</c:v>
                </c:pt>
                <c:pt idx="1538">
                  <c:v>3.97074107</c:v>
                </c:pt>
                <c:pt idx="1539">
                  <c:v>3.97467536</c:v>
                </c:pt>
                <c:pt idx="1540">
                  <c:v>3.97789001</c:v>
                </c:pt>
                <c:pt idx="1541">
                  <c:v>3.98113354</c:v>
                </c:pt>
                <c:pt idx="1542">
                  <c:v>3.984375</c:v>
                </c:pt>
                <c:pt idx="1543">
                  <c:v>3.98796288</c:v>
                </c:pt>
                <c:pt idx="1544">
                  <c:v>3.99337769</c:v>
                </c:pt>
                <c:pt idx="1545">
                  <c:v>3.99657378</c:v>
                </c:pt>
                <c:pt idx="1546">
                  <c:v>4.00016785</c:v>
                </c:pt>
                <c:pt idx="1547">
                  <c:v>4.00340312</c:v>
                </c:pt>
                <c:pt idx="1548">
                  <c:v>4.00704049</c:v>
                </c:pt>
                <c:pt idx="1549">
                  <c:v>4.01023246</c:v>
                </c:pt>
                <c:pt idx="1550">
                  <c:v>4.01496887</c:v>
                </c:pt>
                <c:pt idx="1551">
                  <c:v>4.01817528</c:v>
                </c:pt>
                <c:pt idx="1552">
                  <c:v>4.02175903</c:v>
                </c:pt>
                <c:pt idx="1553">
                  <c:v>4.02500462</c:v>
                </c:pt>
                <c:pt idx="1554">
                  <c:v>4.02856775</c:v>
                </c:pt>
                <c:pt idx="1555">
                  <c:v>4.03144836</c:v>
                </c:pt>
                <c:pt idx="1556">
                  <c:v>4.03539709</c:v>
                </c:pt>
                <c:pt idx="1557">
                  <c:v>4.03869629</c:v>
                </c:pt>
                <c:pt idx="1558">
                  <c:v>4.0422821</c:v>
                </c:pt>
                <c:pt idx="1559">
                  <c:v>4.04624939</c:v>
                </c:pt>
                <c:pt idx="1560">
                  <c:v>4.04942693</c:v>
                </c:pt>
                <c:pt idx="1561">
                  <c:v>4.05306429</c:v>
                </c:pt>
                <c:pt idx="1562">
                  <c:v>4.05700684</c:v>
                </c:pt>
                <c:pt idx="1563">
                  <c:v>4.06063595</c:v>
                </c:pt>
                <c:pt idx="1564">
                  <c:v>4.06455994</c:v>
                </c:pt>
                <c:pt idx="1565">
                  <c:v>4.06783645</c:v>
                </c:pt>
                <c:pt idx="1566">
                  <c:v>4.07142639</c:v>
                </c:pt>
                <c:pt idx="1567">
                  <c:v>4.07501221</c:v>
                </c:pt>
                <c:pt idx="1568">
                  <c:v>4.07859802</c:v>
                </c:pt>
                <c:pt idx="1569">
                  <c:v>4.08216322</c:v>
                </c:pt>
                <c:pt idx="1570">
                  <c:v>4.08580058</c:v>
                </c:pt>
                <c:pt idx="1571">
                  <c:v>4.08869563</c:v>
                </c:pt>
                <c:pt idx="1572">
                  <c:v>4.09225464</c:v>
                </c:pt>
                <c:pt idx="1573">
                  <c:v>4.09729004</c:v>
                </c:pt>
                <c:pt idx="1574">
                  <c:v>4.0990881</c:v>
                </c:pt>
                <c:pt idx="1575">
                  <c:v>4.10346985</c:v>
                </c:pt>
                <c:pt idx="1576">
                  <c:v>4.10665976</c:v>
                </c:pt>
                <c:pt idx="1577">
                  <c:v>4.11064148</c:v>
                </c:pt>
                <c:pt idx="1578">
                  <c:v>4.11497374</c:v>
                </c:pt>
                <c:pt idx="1579">
                  <c:v>4.11853687</c:v>
                </c:pt>
                <c:pt idx="1580">
                  <c:v>4.12217424</c:v>
                </c:pt>
                <c:pt idx="1581">
                  <c:v>4.12574768</c:v>
                </c:pt>
                <c:pt idx="1582">
                  <c:v>4.12900358</c:v>
                </c:pt>
                <c:pt idx="1583">
                  <c:v>4.13264094</c:v>
                </c:pt>
                <c:pt idx="1584">
                  <c:v>4.13696289</c:v>
                </c:pt>
                <c:pt idx="1585">
                  <c:v>4.14013837</c:v>
                </c:pt>
                <c:pt idx="1586">
                  <c:v>4.14337158</c:v>
                </c:pt>
                <c:pt idx="1587">
                  <c:v>4.14733887</c:v>
                </c:pt>
                <c:pt idx="1588">
                  <c:v>4.15092468</c:v>
                </c:pt>
                <c:pt idx="1589">
                  <c:v>4.15382385</c:v>
                </c:pt>
                <c:pt idx="1590">
                  <c:v>4.15771484</c:v>
                </c:pt>
                <c:pt idx="1591">
                  <c:v>4.16099755</c:v>
                </c:pt>
                <c:pt idx="1592">
                  <c:v>4.16456068</c:v>
                </c:pt>
                <c:pt idx="1593">
                  <c:v>4.16778564</c:v>
                </c:pt>
                <c:pt idx="1594">
                  <c:v>4.17167664</c:v>
                </c:pt>
                <c:pt idx="1595">
                  <c:v>4.17671204</c:v>
                </c:pt>
                <c:pt idx="1596">
                  <c:v>4.17992669</c:v>
                </c:pt>
                <c:pt idx="1597">
                  <c:v>4.18311867</c:v>
                </c:pt>
                <c:pt idx="1598">
                  <c:v>4.18632507</c:v>
                </c:pt>
                <c:pt idx="1599">
                  <c:v>4.18991089</c:v>
                </c:pt>
                <c:pt idx="1600">
                  <c:v>4.19380807</c:v>
                </c:pt>
                <c:pt idx="1601">
                  <c:v>4.1973877</c:v>
                </c:pt>
                <c:pt idx="1602">
                  <c:v>4.20097351</c:v>
                </c:pt>
                <c:pt idx="1603">
                  <c:v>4.20448303</c:v>
                </c:pt>
                <c:pt idx="1604">
                  <c:v>4.20845032</c:v>
                </c:pt>
                <c:pt idx="1605">
                  <c:v>4.21162373</c:v>
                </c:pt>
                <c:pt idx="1606">
                  <c:v>4.21555803</c:v>
                </c:pt>
                <c:pt idx="1607">
                  <c:v>4.21875</c:v>
                </c:pt>
                <c:pt idx="1608">
                  <c:v>4.22194197</c:v>
                </c:pt>
                <c:pt idx="1609">
                  <c:v>4.22587627</c:v>
                </c:pt>
                <c:pt idx="1610">
                  <c:v>4.22904968</c:v>
                </c:pt>
                <c:pt idx="1611">
                  <c:v>4.23226021</c:v>
                </c:pt>
                <c:pt idx="1612">
                  <c:v>4.23619451</c:v>
                </c:pt>
                <c:pt idx="1613">
                  <c:v>4.24079895</c:v>
                </c:pt>
                <c:pt idx="1614">
                  <c:v>4.24398886</c:v>
                </c:pt>
                <c:pt idx="1615">
                  <c:v>4.24792316</c:v>
                </c:pt>
                <c:pt idx="1616">
                  <c:v>4.25109863</c:v>
                </c:pt>
                <c:pt idx="1617">
                  <c:v>4.2543071</c:v>
                </c:pt>
                <c:pt idx="1618">
                  <c:v>4.25816716</c:v>
                </c:pt>
                <c:pt idx="1619">
                  <c:v>4.26139832</c:v>
                </c:pt>
                <c:pt idx="1620">
                  <c:v>4.26462534</c:v>
                </c:pt>
                <c:pt idx="1621">
                  <c:v>4.26780701</c:v>
                </c:pt>
                <c:pt idx="1622">
                  <c:v>4.27314758</c:v>
                </c:pt>
                <c:pt idx="1623">
                  <c:v>4.27635399</c:v>
                </c:pt>
                <c:pt idx="1624">
                  <c:v>4.2777644</c:v>
                </c:pt>
                <c:pt idx="1625">
                  <c:v>4.2816925</c:v>
                </c:pt>
                <c:pt idx="1626">
                  <c:v>4.28592991</c:v>
                </c:pt>
                <c:pt idx="1627">
                  <c:v>4.28949305</c:v>
                </c:pt>
                <c:pt idx="1628">
                  <c:v>4.29336548</c:v>
                </c:pt>
                <c:pt idx="1629">
                  <c:v>4.29733276</c:v>
                </c:pt>
                <c:pt idx="1630">
                  <c:v>4.30047937</c:v>
                </c:pt>
                <c:pt idx="1631">
                  <c:v>4.30404251</c:v>
                </c:pt>
                <c:pt idx="1632">
                  <c:v>4.30763245</c:v>
                </c:pt>
                <c:pt idx="1633">
                  <c:v>4.31114197</c:v>
                </c:pt>
                <c:pt idx="1634">
                  <c:v>4.31472778</c:v>
                </c:pt>
                <c:pt idx="1635">
                  <c:v>4.31861877</c:v>
                </c:pt>
                <c:pt idx="1636">
                  <c:v>4.32185817</c:v>
                </c:pt>
                <c:pt idx="1637">
                  <c:v>4.32542131</c:v>
                </c:pt>
                <c:pt idx="1638">
                  <c:v>4.32898444</c:v>
                </c:pt>
                <c:pt idx="1639">
                  <c:v>4.33291873</c:v>
                </c:pt>
                <c:pt idx="1640">
                  <c:v>4.34356689</c:v>
                </c:pt>
                <c:pt idx="1641">
                  <c:v>4.34715271</c:v>
                </c:pt>
                <c:pt idx="1642">
                  <c:v>4.35073853</c:v>
                </c:pt>
                <c:pt idx="1643">
                  <c:v>4.35392638</c:v>
                </c:pt>
                <c:pt idx="1644">
                  <c:v>4.35786067</c:v>
                </c:pt>
                <c:pt idx="1645">
                  <c:v>4.3614238</c:v>
                </c:pt>
                <c:pt idx="1646">
                  <c:v>4.36317444</c:v>
                </c:pt>
                <c:pt idx="1647">
                  <c:v>4.36855007</c:v>
                </c:pt>
                <c:pt idx="1648">
                  <c:v>4.37099972</c:v>
                </c:pt>
                <c:pt idx="1649">
                  <c:v>4.37456286</c:v>
                </c:pt>
                <c:pt idx="1650">
                  <c:v>4.37850952</c:v>
                </c:pt>
                <c:pt idx="1651">
                  <c:v>4.38176336</c:v>
                </c:pt>
                <c:pt idx="1652">
                  <c:v>4.38569765</c:v>
                </c:pt>
                <c:pt idx="1653">
                  <c:v>4.38926078</c:v>
                </c:pt>
                <c:pt idx="1654">
                  <c:v>4.39319507</c:v>
                </c:pt>
                <c:pt idx="1655">
                  <c:v>4.39712524</c:v>
                </c:pt>
                <c:pt idx="1656">
                  <c:v>4.40063477</c:v>
                </c:pt>
                <c:pt idx="1657">
                  <c:v>4.40460205</c:v>
                </c:pt>
                <c:pt idx="1658">
                  <c:v>4.40781877</c:v>
                </c:pt>
                <c:pt idx="1659">
                  <c:v>4.4113819</c:v>
                </c:pt>
                <c:pt idx="1660">
                  <c:v>4.41497803</c:v>
                </c:pt>
                <c:pt idx="1661">
                  <c:v>4.4178009</c:v>
                </c:pt>
                <c:pt idx="1662">
                  <c:v>4.42138672</c:v>
                </c:pt>
                <c:pt idx="1663">
                  <c:v>4.42459106</c:v>
                </c:pt>
                <c:pt idx="1664">
                  <c:v>4.42810059</c:v>
                </c:pt>
                <c:pt idx="1665">
                  <c:v>4.43201838</c:v>
                </c:pt>
                <c:pt idx="1666">
                  <c:v>4.43557739</c:v>
                </c:pt>
                <c:pt idx="1667">
                  <c:v>4.43916321</c:v>
                </c:pt>
                <c:pt idx="1668">
                  <c:v>4.44267273</c:v>
                </c:pt>
                <c:pt idx="1669">
                  <c:v>4.44587708</c:v>
                </c:pt>
                <c:pt idx="1670">
                  <c:v>4.44983405</c:v>
                </c:pt>
                <c:pt idx="1671">
                  <c:v>4.45365906</c:v>
                </c:pt>
                <c:pt idx="1672">
                  <c:v>4.45762634</c:v>
                </c:pt>
                <c:pt idx="1673">
                  <c:v>4.46113586</c:v>
                </c:pt>
                <c:pt idx="1674">
                  <c:v>4.46464539</c:v>
                </c:pt>
                <c:pt idx="1675">
                  <c:v>4.46816934</c:v>
                </c:pt>
                <c:pt idx="1676">
                  <c:v>4.47173247</c:v>
                </c:pt>
                <c:pt idx="1677">
                  <c:v>4.47486877</c:v>
                </c:pt>
                <c:pt idx="1678">
                  <c:v>4.47915567</c:v>
                </c:pt>
                <c:pt idx="1679">
                  <c:v>4.480896</c:v>
                </c:pt>
                <c:pt idx="1680">
                  <c:v>4.48791504</c:v>
                </c:pt>
                <c:pt idx="1681">
                  <c:v>4.49317932</c:v>
                </c:pt>
                <c:pt idx="1682">
                  <c:v>4.49637748</c:v>
                </c:pt>
                <c:pt idx="1683">
                  <c:v>4.49813843</c:v>
                </c:pt>
                <c:pt idx="1684">
                  <c:v>4.50231604</c:v>
                </c:pt>
                <c:pt idx="1685">
                  <c:v>4.50580494</c:v>
                </c:pt>
                <c:pt idx="1686">
                  <c:v>4.50965881</c:v>
                </c:pt>
                <c:pt idx="1687">
                  <c:v>4.5131539</c:v>
                </c:pt>
                <c:pt idx="1688">
                  <c:v>4.51629639</c:v>
                </c:pt>
                <c:pt idx="1689">
                  <c:v>4.52020594</c:v>
                </c:pt>
                <c:pt idx="1690">
                  <c:v>4.52473408</c:v>
                </c:pt>
                <c:pt idx="1691">
                  <c:v>4.52789307</c:v>
                </c:pt>
                <c:pt idx="1692">
                  <c:v>4.53171189</c:v>
                </c:pt>
                <c:pt idx="1693">
                  <c:v>4.53483582</c:v>
                </c:pt>
                <c:pt idx="1694">
                  <c:v>4.53865051</c:v>
                </c:pt>
                <c:pt idx="1695">
                  <c:v>4.54216003</c:v>
                </c:pt>
                <c:pt idx="1696">
                  <c:v>4.54388593</c:v>
                </c:pt>
                <c:pt idx="1697">
                  <c:v>4.54737483</c:v>
                </c:pt>
                <c:pt idx="1698">
                  <c:v>4.55154419</c:v>
                </c:pt>
                <c:pt idx="1699">
                  <c:v>4.55472379</c:v>
                </c:pt>
                <c:pt idx="1700">
                  <c:v>4.55821269</c:v>
                </c:pt>
                <c:pt idx="1701">
                  <c:v>4.56199852</c:v>
                </c:pt>
                <c:pt idx="1702">
                  <c:v>4.56512451</c:v>
                </c:pt>
                <c:pt idx="1703">
                  <c:v>4.56863403</c:v>
                </c:pt>
                <c:pt idx="1704">
                  <c:v>4.57209407</c:v>
                </c:pt>
                <c:pt idx="1705">
                  <c:v>4.57527161</c:v>
                </c:pt>
                <c:pt idx="1706">
                  <c:v>4.58048228</c:v>
                </c:pt>
                <c:pt idx="1707">
                  <c:v>4.58218961</c:v>
                </c:pt>
                <c:pt idx="1708">
                  <c:v>4.58602905</c:v>
                </c:pt>
                <c:pt idx="1709">
                  <c:v>4.59050359</c:v>
                </c:pt>
                <c:pt idx="1710">
                  <c:v>4.59436365</c:v>
                </c:pt>
                <c:pt idx="1711">
                  <c:v>4.59785255</c:v>
                </c:pt>
                <c:pt idx="1712">
                  <c:v>4.60126722</c:v>
                </c:pt>
                <c:pt idx="1713">
                  <c:v>4.6030426</c:v>
                </c:pt>
                <c:pt idx="1714">
                  <c:v>4.60787387</c:v>
                </c:pt>
                <c:pt idx="1715">
                  <c:v>4.60995236</c:v>
                </c:pt>
                <c:pt idx="1716">
                  <c:v>4.61380005</c:v>
                </c:pt>
                <c:pt idx="1717">
                  <c:v>4.61830139</c:v>
                </c:pt>
                <c:pt idx="1718">
                  <c:v>4.62145831</c:v>
                </c:pt>
                <c:pt idx="1719">
                  <c:v>4.62494721</c:v>
                </c:pt>
                <c:pt idx="1720">
                  <c:v>4.62873304</c:v>
                </c:pt>
                <c:pt idx="1721">
                  <c:v>4.63188171</c:v>
                </c:pt>
                <c:pt idx="1722">
                  <c:v>4.63571085</c:v>
                </c:pt>
                <c:pt idx="1723">
                  <c:v>4.63957091</c:v>
                </c:pt>
                <c:pt idx="1724">
                  <c:v>4.64126587</c:v>
                </c:pt>
                <c:pt idx="1725">
                  <c:v>4.64477539</c:v>
                </c:pt>
                <c:pt idx="1726">
                  <c:v>4.64859009</c:v>
                </c:pt>
                <c:pt idx="1727">
                  <c:v>4.65033454</c:v>
                </c:pt>
                <c:pt idx="1728">
                  <c:v>4.65590193</c:v>
                </c:pt>
                <c:pt idx="1729">
                  <c:v>4.659762</c:v>
                </c:pt>
                <c:pt idx="1730">
                  <c:v>4.6632509</c:v>
                </c:pt>
                <c:pt idx="1731">
                  <c:v>4.66644287</c:v>
                </c:pt>
                <c:pt idx="1732">
                  <c:v>4.67025757</c:v>
                </c:pt>
                <c:pt idx="1733">
                  <c:v>4.67376709</c:v>
                </c:pt>
                <c:pt idx="1734">
                  <c:v>4.67727661</c:v>
                </c:pt>
                <c:pt idx="1735">
                  <c:v>4.68078613</c:v>
                </c:pt>
                <c:pt idx="1736">
                  <c:v>4.68425854</c:v>
                </c:pt>
                <c:pt idx="1737">
                  <c:v>4.68774744</c:v>
                </c:pt>
                <c:pt idx="1738">
                  <c:v>4.69093323</c:v>
                </c:pt>
                <c:pt idx="1739">
                  <c:v>4.69442832</c:v>
                </c:pt>
                <c:pt idx="1740">
                  <c:v>4.69791722</c:v>
                </c:pt>
                <c:pt idx="1741">
                  <c:v>4.70108032</c:v>
                </c:pt>
                <c:pt idx="1742">
                  <c:v>4.70459809</c:v>
                </c:pt>
                <c:pt idx="1743">
                  <c:v>4.70808699</c:v>
                </c:pt>
                <c:pt idx="1744">
                  <c:v>4.71122742</c:v>
                </c:pt>
                <c:pt idx="1745">
                  <c:v>4.7164752</c:v>
                </c:pt>
                <c:pt idx="1746">
                  <c:v>4.71966718</c:v>
                </c:pt>
                <c:pt idx="1747">
                  <c:v>4.72315608</c:v>
                </c:pt>
                <c:pt idx="1748">
                  <c:v>4.72560573</c:v>
                </c:pt>
                <c:pt idx="1749">
                  <c:v>4.72877502</c:v>
                </c:pt>
                <c:pt idx="1750">
                  <c:v>4.73365784</c:v>
                </c:pt>
                <c:pt idx="1751">
                  <c:v>4.73716736</c:v>
                </c:pt>
                <c:pt idx="1752">
                  <c:v>4.74067482</c:v>
                </c:pt>
                <c:pt idx="1753">
                  <c:v>4.74423795</c:v>
                </c:pt>
                <c:pt idx="1754">
                  <c:v>4.74772685</c:v>
                </c:pt>
                <c:pt idx="1755">
                  <c:v>4.75120544</c:v>
                </c:pt>
                <c:pt idx="1756">
                  <c:v>4.75402832</c:v>
                </c:pt>
                <c:pt idx="1757">
                  <c:v>4.75715431</c:v>
                </c:pt>
                <c:pt idx="1758">
                  <c:v>4.76101437</c:v>
                </c:pt>
                <c:pt idx="1759">
                  <c:v>4.76417542</c:v>
                </c:pt>
                <c:pt idx="1760">
                  <c:v>4.76768494</c:v>
                </c:pt>
                <c:pt idx="1761">
                  <c:v>4.77192647</c:v>
                </c:pt>
                <c:pt idx="1762">
                  <c:v>4.77577209</c:v>
                </c:pt>
                <c:pt idx="1763">
                  <c:v>4.77928162</c:v>
                </c:pt>
                <c:pt idx="1764">
                  <c:v>4.78172302</c:v>
                </c:pt>
                <c:pt idx="1765">
                  <c:v>4.78660583</c:v>
                </c:pt>
                <c:pt idx="1766">
                  <c:v>4.78981637</c:v>
                </c:pt>
                <c:pt idx="1767">
                  <c:v>4.7933197</c:v>
                </c:pt>
                <c:pt idx="1768">
                  <c:v>4.79675293</c:v>
                </c:pt>
                <c:pt idx="1769">
                  <c:v>4.79991191</c:v>
                </c:pt>
                <c:pt idx="1770">
                  <c:v>4.80377197</c:v>
                </c:pt>
                <c:pt idx="1771">
                  <c:v>4.80766296</c:v>
                </c:pt>
                <c:pt idx="1772">
                  <c:v>4.81074978</c:v>
                </c:pt>
                <c:pt idx="1773">
                  <c:v>4.81357059</c:v>
                </c:pt>
                <c:pt idx="1774">
                  <c:v>4.81704712</c:v>
                </c:pt>
                <c:pt idx="1775">
                  <c:v>4.82124329</c:v>
                </c:pt>
                <c:pt idx="1776">
                  <c:v>4.82440845</c:v>
                </c:pt>
                <c:pt idx="1777">
                  <c:v>4.82789736</c:v>
                </c:pt>
                <c:pt idx="1778">
                  <c:v>4.83139038</c:v>
                </c:pt>
                <c:pt idx="1779">
                  <c:v>4.8348999</c:v>
                </c:pt>
                <c:pt idx="1780">
                  <c:v>4.8387146</c:v>
                </c:pt>
                <c:pt idx="1781">
                  <c:v>4.84153748</c:v>
                </c:pt>
                <c:pt idx="1782">
                  <c:v>4.845047</c:v>
                </c:pt>
                <c:pt idx="1783">
                  <c:v>4.848905</c:v>
                </c:pt>
                <c:pt idx="1784">
                  <c:v>4.85237122</c:v>
                </c:pt>
                <c:pt idx="1785">
                  <c:v>4.85519409</c:v>
                </c:pt>
                <c:pt idx="1786">
                  <c:v>4.86003979</c:v>
                </c:pt>
                <c:pt idx="1787">
                  <c:v>4.86175537</c:v>
                </c:pt>
                <c:pt idx="1788">
                  <c:v>4.86701759</c:v>
                </c:pt>
                <c:pt idx="1789">
                  <c:v>4.87020957</c:v>
                </c:pt>
                <c:pt idx="1790">
                  <c:v>4.87369847</c:v>
                </c:pt>
                <c:pt idx="1791">
                  <c:v>4.87718737</c:v>
                </c:pt>
                <c:pt idx="1792">
                  <c:v>4.8809732</c:v>
                </c:pt>
                <c:pt idx="1793">
                  <c:v>4.88273621</c:v>
                </c:pt>
                <c:pt idx="1794">
                  <c:v>4.88654059</c:v>
                </c:pt>
                <c:pt idx="1795">
                  <c:v>4.89143372</c:v>
                </c:pt>
                <c:pt idx="1796">
                  <c:v>4.89356995</c:v>
                </c:pt>
                <c:pt idx="1797">
                  <c:v>4.89700317</c:v>
                </c:pt>
                <c:pt idx="1798">
                  <c:v>4.9004962</c:v>
                </c:pt>
                <c:pt idx="1799">
                  <c:v>4.90539551</c:v>
                </c:pt>
                <c:pt idx="1800">
                  <c:v>4.90888441</c:v>
                </c:pt>
                <c:pt idx="1801">
                  <c:v>4.91163099</c:v>
                </c:pt>
                <c:pt idx="1802">
                  <c:v>4.91549105</c:v>
                </c:pt>
                <c:pt idx="1803">
                  <c:v>4.91859436</c:v>
                </c:pt>
                <c:pt idx="1804">
                  <c:v>4.92210388</c:v>
                </c:pt>
                <c:pt idx="1805">
                  <c:v>4.92521544</c:v>
                </c:pt>
                <c:pt idx="1806">
                  <c:v>4.9290755</c:v>
                </c:pt>
                <c:pt idx="1807">
                  <c:v>4.93217468</c:v>
                </c:pt>
                <c:pt idx="1808">
                  <c:v>4.9356842</c:v>
                </c:pt>
                <c:pt idx="1809">
                  <c:v>4.9394989</c:v>
                </c:pt>
                <c:pt idx="1810">
                  <c:v>4.94265995</c:v>
                </c:pt>
                <c:pt idx="1811">
                  <c:v>4.94651794</c:v>
                </c:pt>
                <c:pt idx="1812">
                  <c:v>4.95033264</c:v>
                </c:pt>
                <c:pt idx="1813">
                  <c:v>4.95342358</c:v>
                </c:pt>
                <c:pt idx="1814">
                  <c:v>4.96002197</c:v>
                </c:pt>
                <c:pt idx="1815">
                  <c:v>4.96351912</c:v>
                </c:pt>
                <c:pt idx="1816">
                  <c:v>4.96700802</c:v>
                </c:pt>
                <c:pt idx="1817">
                  <c:v>4.97049693</c:v>
                </c:pt>
                <c:pt idx="1818">
                  <c:v>4.97398376</c:v>
                </c:pt>
                <c:pt idx="1819">
                  <c:v>4.97749329</c:v>
                </c:pt>
                <c:pt idx="1820">
                  <c:v>4.98023987</c:v>
                </c:pt>
                <c:pt idx="1821">
                  <c:v>4.98550415</c:v>
                </c:pt>
                <c:pt idx="1822">
                  <c:v>4.98893738</c:v>
                </c:pt>
                <c:pt idx="1823">
                  <c:v>4.9924469</c:v>
                </c:pt>
                <c:pt idx="1824">
                  <c:v>4.99558732</c:v>
                </c:pt>
                <c:pt idx="1825">
                  <c:v>4.99937315</c:v>
                </c:pt>
                <c:pt idx="1826">
                  <c:v>5.00114441</c:v>
                </c:pt>
                <c:pt idx="1827">
                  <c:v>5.00602722</c:v>
                </c:pt>
                <c:pt idx="1828">
                  <c:v>5.00946045</c:v>
                </c:pt>
                <c:pt idx="1829">
                  <c:v>5.01335144</c:v>
                </c:pt>
                <c:pt idx="1830">
                  <c:v>5.01609802</c:v>
                </c:pt>
                <c:pt idx="1831">
                  <c:v>5.01926731</c:v>
                </c:pt>
                <c:pt idx="1832">
                  <c:v>5.0227356</c:v>
                </c:pt>
                <c:pt idx="1833">
                  <c:v>5.02728436</c:v>
                </c:pt>
                <c:pt idx="1834">
                  <c:v>5.02936286</c:v>
                </c:pt>
                <c:pt idx="1835">
                  <c:v>5.03285176</c:v>
                </c:pt>
                <c:pt idx="1836">
                  <c:v>5.03768921</c:v>
                </c:pt>
                <c:pt idx="1837">
                  <c:v>5.04119873</c:v>
                </c:pt>
                <c:pt idx="1838">
                  <c:v>5.04428348</c:v>
                </c:pt>
                <c:pt idx="1839">
                  <c:v>5.04814354</c:v>
                </c:pt>
                <c:pt idx="1840">
                  <c:v>5.04989624</c:v>
                </c:pt>
                <c:pt idx="1841">
                  <c:v>5.05512134</c:v>
                </c:pt>
                <c:pt idx="1842">
                  <c:v>5.05719984</c:v>
                </c:pt>
                <c:pt idx="1843">
                  <c:v>5.0610599</c:v>
                </c:pt>
                <c:pt idx="1844">
                  <c:v>5.06447457</c:v>
                </c:pt>
                <c:pt idx="1845">
                  <c:v>5.06767273</c:v>
                </c:pt>
                <c:pt idx="1846">
                  <c:v>5.07148743</c:v>
                </c:pt>
                <c:pt idx="1847">
                  <c:v>5.07499695</c:v>
                </c:pt>
                <c:pt idx="1848">
                  <c:v>5.07843018</c:v>
                </c:pt>
                <c:pt idx="1849">
                  <c:v>5.08191908</c:v>
                </c:pt>
                <c:pt idx="1850">
                  <c:v>5.08506775</c:v>
                </c:pt>
                <c:pt idx="1851">
                  <c:v>5.08956497</c:v>
                </c:pt>
                <c:pt idx="1852">
                  <c:v>5.09201462</c:v>
                </c:pt>
                <c:pt idx="1853">
                  <c:v>5.09550352</c:v>
                </c:pt>
                <c:pt idx="1854">
                  <c:v>5.09864807</c:v>
                </c:pt>
                <c:pt idx="1855">
                  <c:v>5.10391235</c:v>
                </c:pt>
                <c:pt idx="1856">
                  <c:v>5.10734558</c:v>
                </c:pt>
                <c:pt idx="1857">
                  <c:v>5.1108551</c:v>
                </c:pt>
                <c:pt idx="1858">
                  <c:v>5.11260986</c:v>
                </c:pt>
                <c:pt idx="1859">
                  <c:v>5.11604309</c:v>
                </c:pt>
                <c:pt idx="1860">
                  <c:v>5.11955261</c:v>
                </c:pt>
                <c:pt idx="1861">
                  <c:v>5.12341474</c:v>
                </c:pt>
                <c:pt idx="1862">
                  <c:v>5.12825012</c:v>
                </c:pt>
                <c:pt idx="1863">
                  <c:v>5.12969971</c:v>
                </c:pt>
                <c:pt idx="1864">
                  <c:v>5.13492069</c:v>
                </c:pt>
                <c:pt idx="1865">
                  <c:v>5.13878075</c:v>
                </c:pt>
                <c:pt idx="1866">
                  <c:v>5.14152733</c:v>
                </c:pt>
                <c:pt idx="1867">
                  <c:v>5.14501623</c:v>
                </c:pt>
                <c:pt idx="1868">
                  <c:v>5.14923096</c:v>
                </c:pt>
                <c:pt idx="1869">
                  <c:v>5.15236519</c:v>
                </c:pt>
                <c:pt idx="1870">
                  <c:v>5.15592833</c:v>
                </c:pt>
                <c:pt idx="1871">
                  <c:v>5.15907288</c:v>
                </c:pt>
                <c:pt idx="1872">
                  <c:v>5.16253497</c:v>
                </c:pt>
                <c:pt idx="1873">
                  <c:v>5.16602387</c:v>
                </c:pt>
                <c:pt idx="1874">
                  <c:v>5.16958701</c:v>
                </c:pt>
                <c:pt idx="1875">
                  <c:v>5.17344707</c:v>
                </c:pt>
                <c:pt idx="1876">
                  <c:v>5.17693597</c:v>
                </c:pt>
                <c:pt idx="1877">
                  <c:v>5.18042487</c:v>
                </c:pt>
                <c:pt idx="1878">
                  <c:v>5.18354261</c:v>
                </c:pt>
                <c:pt idx="1879">
                  <c:v>5.18745422</c:v>
                </c:pt>
                <c:pt idx="1880">
                  <c:v>5.19059465</c:v>
                </c:pt>
                <c:pt idx="1881">
                  <c:v>5.19371033</c:v>
                </c:pt>
                <c:pt idx="1882">
                  <c:v>5.19727552</c:v>
                </c:pt>
                <c:pt idx="1883">
                  <c:v>5.20111084</c:v>
                </c:pt>
                <c:pt idx="1884">
                  <c:v>5.20499565</c:v>
                </c:pt>
                <c:pt idx="1885">
                  <c:v>5.20885571</c:v>
                </c:pt>
                <c:pt idx="1886">
                  <c:v>5.21234461</c:v>
                </c:pt>
                <c:pt idx="1887">
                  <c:v>5.2154541</c:v>
                </c:pt>
                <c:pt idx="1888">
                  <c:v>5.21934509</c:v>
                </c:pt>
                <c:pt idx="1889">
                  <c:v>5.22110398</c:v>
                </c:pt>
                <c:pt idx="1890">
                  <c:v>5.22459288</c:v>
                </c:pt>
                <c:pt idx="1891">
                  <c:v>5.22986335</c:v>
                </c:pt>
                <c:pt idx="1892">
                  <c:v>5.23162842</c:v>
                </c:pt>
                <c:pt idx="1893">
                  <c:v>5.23513794</c:v>
                </c:pt>
                <c:pt idx="1894">
                  <c:v>5.24040222</c:v>
                </c:pt>
                <c:pt idx="1895">
                  <c:v>5.24391174</c:v>
                </c:pt>
                <c:pt idx="1896">
                  <c:v>5.24701093</c:v>
                </c:pt>
                <c:pt idx="1897">
                  <c:v>5.25054932</c:v>
                </c:pt>
                <c:pt idx="1898">
                  <c:v>5.2536918</c:v>
                </c:pt>
                <c:pt idx="1899">
                  <c:v>5.25680542</c:v>
                </c:pt>
                <c:pt idx="1900">
                  <c:v>5.26037268</c:v>
                </c:pt>
                <c:pt idx="1901">
                  <c:v>5.26489258</c:v>
                </c:pt>
                <c:pt idx="1902">
                  <c:v>5.26801857</c:v>
                </c:pt>
                <c:pt idx="1903">
                  <c:v>5.2715817</c:v>
                </c:pt>
                <c:pt idx="1904">
                  <c:v>5.27536753</c:v>
                </c:pt>
                <c:pt idx="1905">
                  <c:v>5.27854919</c:v>
                </c:pt>
                <c:pt idx="1906">
                  <c:v>5.28205872</c:v>
                </c:pt>
                <c:pt idx="1907">
                  <c:v>5.28553731</c:v>
                </c:pt>
                <c:pt idx="1908">
                  <c:v>5.28902621</c:v>
                </c:pt>
                <c:pt idx="1909">
                  <c:v>5.29184702</c:v>
                </c:pt>
                <c:pt idx="1910">
                  <c:v>5.29570708</c:v>
                </c:pt>
                <c:pt idx="1911">
                  <c:v>5.29919599</c:v>
                </c:pt>
                <c:pt idx="1912">
                  <c:v>5.30268489</c:v>
                </c:pt>
                <c:pt idx="1913">
                  <c:v>5.30685425</c:v>
                </c:pt>
                <c:pt idx="1914">
                  <c:v>5.31003385</c:v>
                </c:pt>
                <c:pt idx="1915">
                  <c:v>5.31352275</c:v>
                </c:pt>
                <c:pt idx="1916">
                  <c:v>5.31738281</c:v>
                </c:pt>
                <c:pt idx="1917">
                  <c:v>5.32051086</c:v>
                </c:pt>
                <c:pt idx="1918">
                  <c:v>5.32394409</c:v>
                </c:pt>
                <c:pt idx="1919">
                  <c:v>5.32745361</c:v>
                </c:pt>
                <c:pt idx="1920">
                  <c:v>5.33096726</c:v>
                </c:pt>
                <c:pt idx="1921">
                  <c:v>5.33409119</c:v>
                </c:pt>
                <c:pt idx="1922">
                  <c:v>5.33787083</c:v>
                </c:pt>
                <c:pt idx="1923">
                  <c:v>5.34135973</c:v>
                </c:pt>
                <c:pt idx="1924">
                  <c:v>5.34380939</c:v>
                </c:pt>
                <c:pt idx="1925">
                  <c:v>5.34729829</c:v>
                </c:pt>
                <c:pt idx="1926">
                  <c:v>5.35212336</c:v>
                </c:pt>
                <c:pt idx="1927">
                  <c:v>5.35560608</c:v>
                </c:pt>
                <c:pt idx="1928">
                  <c:v>5.35835266</c:v>
                </c:pt>
                <c:pt idx="1929">
                  <c:v>5.36186218</c:v>
                </c:pt>
                <c:pt idx="1930">
                  <c:v>5.36496549</c:v>
                </c:pt>
                <c:pt idx="1931">
                  <c:v>5.36842346</c:v>
                </c:pt>
                <c:pt idx="1932">
                  <c:v>5.37185669</c:v>
                </c:pt>
                <c:pt idx="1933">
                  <c:v>5.37536621</c:v>
                </c:pt>
                <c:pt idx="1934">
                  <c:v>5.37877263</c:v>
                </c:pt>
                <c:pt idx="1935">
                  <c:v>5.38226153</c:v>
                </c:pt>
                <c:pt idx="1936">
                  <c:v>5.3856762</c:v>
                </c:pt>
                <c:pt idx="1937">
                  <c:v>5.38946203</c:v>
                </c:pt>
                <c:pt idx="1938">
                  <c:v>5.39260864</c:v>
                </c:pt>
                <c:pt idx="1939">
                  <c:v>5.39710792</c:v>
                </c:pt>
                <c:pt idx="1940">
                  <c:v>5.39878845</c:v>
                </c:pt>
                <c:pt idx="1941">
                  <c:v>5.40222993</c:v>
                </c:pt>
                <c:pt idx="1942">
                  <c:v>5.40603638</c:v>
                </c:pt>
                <c:pt idx="1943">
                  <c:v>5.41054391</c:v>
                </c:pt>
                <c:pt idx="1944">
                  <c:v>5.41221619</c:v>
                </c:pt>
                <c:pt idx="1945">
                  <c:v>5.41777761</c:v>
                </c:pt>
                <c:pt idx="1946">
                  <c:v>5.42086215</c:v>
                </c:pt>
                <c:pt idx="1947">
                  <c:v>5.42464407</c:v>
                </c:pt>
                <c:pt idx="1948">
                  <c:v>5.42665224</c:v>
                </c:pt>
                <c:pt idx="1949">
                  <c:v>5.43049863</c:v>
                </c:pt>
                <c:pt idx="1950">
                  <c:v>5.43389571</c:v>
                </c:pt>
                <c:pt idx="1951">
                  <c:v>5.43734164</c:v>
                </c:pt>
                <c:pt idx="1952">
                  <c:v>5.44112356</c:v>
                </c:pt>
                <c:pt idx="1953">
                  <c:v>5.44452065</c:v>
                </c:pt>
                <c:pt idx="1954">
                  <c:v>5.44795681</c:v>
                </c:pt>
                <c:pt idx="1955">
                  <c:v>5.45144571</c:v>
                </c:pt>
                <c:pt idx="1956">
                  <c:v>5.45521786</c:v>
                </c:pt>
                <c:pt idx="1957">
                  <c:v>5.45760305</c:v>
                </c:pt>
                <c:pt idx="1958">
                  <c:v>5.46100014</c:v>
                </c:pt>
                <c:pt idx="1959">
                  <c:v>5.46413937</c:v>
                </c:pt>
                <c:pt idx="1960">
                  <c:v>5.46889022</c:v>
                </c:pt>
                <c:pt idx="1961">
                  <c:v>5.47097457</c:v>
                </c:pt>
                <c:pt idx="1962">
                  <c:v>5.47437166</c:v>
                </c:pt>
                <c:pt idx="1963">
                  <c:v>5.47950538</c:v>
                </c:pt>
                <c:pt idx="1964">
                  <c:v>5.48159951</c:v>
                </c:pt>
                <c:pt idx="1965">
                  <c:v>5.48470162</c:v>
                </c:pt>
                <c:pt idx="1966">
                  <c:v>5.48846596</c:v>
                </c:pt>
                <c:pt idx="1967">
                  <c:v>5.49219905</c:v>
                </c:pt>
                <c:pt idx="1968">
                  <c:v>5.49598488</c:v>
                </c:pt>
                <c:pt idx="1969">
                  <c:v>5.49901862</c:v>
                </c:pt>
                <c:pt idx="1970">
                  <c:v>5.50281422</c:v>
                </c:pt>
                <c:pt idx="1971">
                  <c:v>5.50652581</c:v>
                </c:pt>
                <c:pt idx="1972">
                  <c:v>5.50994048</c:v>
                </c:pt>
                <c:pt idx="1973">
                  <c:v>5.51335515</c:v>
                </c:pt>
                <c:pt idx="1974">
                  <c:v>5.51744963</c:v>
                </c:pt>
                <c:pt idx="1975">
                  <c:v>5.52055565</c:v>
                </c:pt>
                <c:pt idx="1976">
                  <c:v>5.5235933</c:v>
                </c:pt>
                <c:pt idx="1977">
                  <c:v>5.52670127</c:v>
                </c:pt>
                <c:pt idx="1978">
                  <c:v>5.52976041</c:v>
                </c:pt>
                <c:pt idx="1979">
                  <c:v>5.53317508</c:v>
                </c:pt>
                <c:pt idx="1980">
                  <c:v>5.53725393</c:v>
                </c:pt>
                <c:pt idx="1981">
                  <c:v>5.54096944</c:v>
                </c:pt>
                <c:pt idx="1982">
                  <c:v>5.54438411</c:v>
                </c:pt>
                <c:pt idx="1983">
                  <c:v>5.54779878</c:v>
                </c:pt>
                <c:pt idx="1984">
                  <c:v>5.5511314</c:v>
                </c:pt>
                <c:pt idx="1985">
                  <c:v>5.55452849</c:v>
                </c:pt>
                <c:pt idx="1986">
                  <c:v>5.55626122</c:v>
                </c:pt>
                <c:pt idx="1987">
                  <c:v>5.56130899</c:v>
                </c:pt>
                <c:pt idx="1988">
                  <c:v>5.56435836</c:v>
                </c:pt>
                <c:pt idx="1989">
                  <c:v>5.56739601</c:v>
                </c:pt>
                <c:pt idx="1990">
                  <c:v>5.57118184</c:v>
                </c:pt>
                <c:pt idx="1991">
                  <c:v>5.57483874</c:v>
                </c:pt>
                <c:pt idx="1992">
                  <c:v>5.57823583</c:v>
                </c:pt>
                <c:pt idx="1993">
                  <c:v>5.58164854</c:v>
                </c:pt>
                <c:pt idx="1994">
                  <c:v>5.58365281</c:v>
                </c:pt>
                <c:pt idx="1995">
                  <c:v>5.58699324</c:v>
                </c:pt>
                <c:pt idx="1996">
                  <c:v>5.59037861</c:v>
                </c:pt>
                <c:pt idx="1997">
                  <c:v>5.5984738</c:v>
                </c:pt>
                <c:pt idx="1998">
                  <c:v>5.60179861</c:v>
                </c:pt>
                <c:pt idx="1999">
                  <c:v>5.6038439</c:v>
                </c:pt>
                <c:pt idx="2000">
                  <c:v>5.60718433</c:v>
                </c:pt>
                <c:pt idx="2001">
                  <c:v>5.6115562</c:v>
                </c:pt>
                <c:pt idx="2002">
                  <c:v>5.61524241</c:v>
                </c:pt>
                <c:pt idx="2003">
                  <c:v>5.61856722</c:v>
                </c:pt>
                <c:pt idx="2004">
                  <c:v>5.6219643</c:v>
                </c:pt>
                <c:pt idx="2005">
                  <c:v>5.625</c:v>
                </c:pt>
                <c:pt idx="2006">
                  <c:v>5.62863737</c:v>
                </c:pt>
                <c:pt idx="2007">
                  <c:v>5.6319778</c:v>
                </c:pt>
                <c:pt idx="2008">
                  <c:v>5.63497443</c:v>
                </c:pt>
                <c:pt idx="2009">
                  <c:v>5.63829924</c:v>
                </c:pt>
                <c:pt idx="2010">
                  <c:v>5.64198544</c:v>
                </c:pt>
                <c:pt idx="2011">
                  <c:v>5.64363222</c:v>
                </c:pt>
                <c:pt idx="2012">
                  <c:v>5.64870734</c:v>
                </c:pt>
                <c:pt idx="2013">
                  <c:v>5.65031309</c:v>
                </c:pt>
                <c:pt idx="2014">
                  <c:v>5.65402469</c:v>
                </c:pt>
                <c:pt idx="2015">
                  <c:v>5.65862707</c:v>
                </c:pt>
                <c:pt idx="2016">
                  <c:v>5.65996325</c:v>
                </c:pt>
                <c:pt idx="2017">
                  <c:v>5.66530795</c:v>
                </c:pt>
                <c:pt idx="2018">
                  <c:v>5.66728291</c:v>
                </c:pt>
                <c:pt idx="2019">
                  <c:v>5.67094958</c:v>
                </c:pt>
                <c:pt idx="2020">
                  <c:v>5.67393253</c:v>
                </c:pt>
                <c:pt idx="2021">
                  <c:v>5.67761873</c:v>
                </c:pt>
                <c:pt idx="2022">
                  <c:v>5.6819359</c:v>
                </c:pt>
                <c:pt idx="2023">
                  <c:v>5.68460825</c:v>
                </c:pt>
                <c:pt idx="2024">
                  <c:v>5.68824562</c:v>
                </c:pt>
                <c:pt idx="2025">
                  <c:v>5.69185759</c:v>
                </c:pt>
                <c:pt idx="2026">
                  <c:v>5.6951824</c:v>
                </c:pt>
                <c:pt idx="2027">
                  <c:v>5.69715345</c:v>
                </c:pt>
                <c:pt idx="2028">
                  <c:v>5.70116198</c:v>
                </c:pt>
                <c:pt idx="2029">
                  <c:v>5.70414493</c:v>
                </c:pt>
                <c:pt idx="2030">
                  <c:v>5.70746974</c:v>
                </c:pt>
                <c:pt idx="2031">
                  <c:v>5.7107379</c:v>
                </c:pt>
                <c:pt idx="2032">
                  <c:v>5.71407834</c:v>
                </c:pt>
                <c:pt idx="2033">
                  <c:v>5.7170105</c:v>
                </c:pt>
                <c:pt idx="2034">
                  <c:v>5.7190343</c:v>
                </c:pt>
                <c:pt idx="2035">
                  <c:v>5.72394923</c:v>
                </c:pt>
                <c:pt idx="2036">
                  <c:v>5.72692046</c:v>
                </c:pt>
                <c:pt idx="2037">
                  <c:v>5.72994834</c:v>
                </c:pt>
                <c:pt idx="2038">
                  <c:v>5.73389827</c:v>
                </c:pt>
                <c:pt idx="2039">
                  <c:v>5.73716447</c:v>
                </c:pt>
                <c:pt idx="2040">
                  <c:v>5.74050491</c:v>
                </c:pt>
                <c:pt idx="2041">
                  <c:v>5.74414227</c:v>
                </c:pt>
                <c:pt idx="2042">
                  <c:v>5.74707834</c:v>
                </c:pt>
                <c:pt idx="2043">
                  <c:v>5.75074892</c:v>
                </c:pt>
                <c:pt idx="2044">
                  <c:v>5.75437847</c:v>
                </c:pt>
                <c:pt idx="2045">
                  <c:v>5.75765249</c:v>
                </c:pt>
                <c:pt idx="2046">
                  <c:v>5.76059442</c:v>
                </c:pt>
                <c:pt idx="2047">
                  <c:v>5.76425913</c:v>
                </c:pt>
                <c:pt idx="2048">
                  <c:v>5.76589224</c:v>
                </c:pt>
                <c:pt idx="2049">
                  <c:v>5.7711627</c:v>
                </c:pt>
                <c:pt idx="2050">
                  <c:v>5.77376082</c:v>
                </c:pt>
                <c:pt idx="2051">
                  <c:v>5.7767848</c:v>
                </c:pt>
                <c:pt idx="2052">
                  <c:v>5.78039872</c:v>
                </c:pt>
                <c:pt idx="2053">
                  <c:v>5.78365125</c:v>
                </c:pt>
                <c:pt idx="2054">
                  <c:v>5.78697606</c:v>
                </c:pt>
                <c:pt idx="2055">
                  <c:v>5.7909084</c:v>
                </c:pt>
                <c:pt idx="2056">
                  <c:v>5.79417461</c:v>
                </c:pt>
                <c:pt idx="2057">
                  <c:v>5.79579404</c:v>
                </c:pt>
                <c:pt idx="2058">
                  <c:v>5.79976935</c:v>
                </c:pt>
                <c:pt idx="2059">
                  <c:v>5.80300821</c:v>
                </c:pt>
                <c:pt idx="2060">
                  <c:v>5.8059853</c:v>
                </c:pt>
                <c:pt idx="2061">
                  <c:v>5.80894676</c:v>
                </c:pt>
                <c:pt idx="2062">
                  <c:v>5.81384607</c:v>
                </c:pt>
                <c:pt idx="2063">
                  <c:v>5.81711228</c:v>
                </c:pt>
                <c:pt idx="2064">
                  <c:v>5.82000732</c:v>
                </c:pt>
                <c:pt idx="2065">
                  <c:v>5.8229766</c:v>
                </c:pt>
                <c:pt idx="2066">
                  <c:v>5.82594588</c:v>
                </c:pt>
                <c:pt idx="2067">
                  <c:v>5.8288253</c:v>
                </c:pt>
                <c:pt idx="2068">
                  <c:v>5.83215011</c:v>
                </c:pt>
                <c:pt idx="2069">
                  <c:v>5.83540264</c:v>
                </c:pt>
                <c:pt idx="2070">
                  <c:v>5.83894428</c:v>
                </c:pt>
                <c:pt idx="2071">
                  <c:v>5.84219682</c:v>
                </c:pt>
                <c:pt idx="2072">
                  <c:v>5.84517195</c:v>
                </c:pt>
                <c:pt idx="2073">
                  <c:v>5.84873509</c:v>
                </c:pt>
                <c:pt idx="2074">
                  <c:v>5.8523158</c:v>
                </c:pt>
                <c:pt idx="2075">
                  <c:v>5.85491783</c:v>
                </c:pt>
                <c:pt idx="2076">
                  <c:v>5.85882087</c:v>
                </c:pt>
                <c:pt idx="2077">
                  <c:v>5.86243479</c:v>
                </c:pt>
                <c:pt idx="2078">
                  <c:v>5.86536304</c:v>
                </c:pt>
                <c:pt idx="2079">
                  <c:v>5.86855502</c:v>
                </c:pt>
                <c:pt idx="2080">
                  <c:v>5.8721201</c:v>
                </c:pt>
                <c:pt idx="2081">
                  <c:v>5.87538436</c:v>
                </c:pt>
                <c:pt idx="2082">
                  <c:v>5.87833605</c:v>
                </c:pt>
                <c:pt idx="2083">
                  <c:v>5.87956479</c:v>
                </c:pt>
                <c:pt idx="2084">
                  <c:v>5.88505795</c:v>
                </c:pt>
                <c:pt idx="2085">
                  <c:v>5.88800379</c:v>
                </c:pt>
                <c:pt idx="2086">
                  <c:v>5.89084023</c:v>
                </c:pt>
                <c:pt idx="2087">
                  <c:v>5.89438187</c:v>
                </c:pt>
                <c:pt idx="2088">
                  <c:v>5.89728278</c:v>
                </c:pt>
                <c:pt idx="2089">
                  <c:v>5.90074238</c:v>
                </c:pt>
                <c:pt idx="2090">
                  <c:v>5.90428403</c:v>
                </c:pt>
                <c:pt idx="2091">
                  <c:v>5.90715563</c:v>
                </c:pt>
                <c:pt idx="2092">
                  <c:v>5.91094146</c:v>
                </c:pt>
                <c:pt idx="2093">
                  <c:v>5.91252377</c:v>
                </c:pt>
                <c:pt idx="2094">
                  <c:v>5.91695425</c:v>
                </c:pt>
                <c:pt idx="2095">
                  <c:v>5.92007199</c:v>
                </c:pt>
                <c:pt idx="2096">
                  <c:v>5.92318973</c:v>
                </c:pt>
                <c:pt idx="2097">
                  <c:v>5.9247486</c:v>
                </c:pt>
                <c:pt idx="2098">
                  <c:v>5.92972214</c:v>
                </c:pt>
                <c:pt idx="2099">
                  <c:v>5.93254491</c:v>
                </c:pt>
                <c:pt idx="2100">
                  <c:v>5.93442415</c:v>
                </c:pt>
                <c:pt idx="2101">
                  <c:v>5.93904997</c:v>
                </c:pt>
                <c:pt idx="2102">
                  <c:v>5.94182195</c:v>
                </c:pt>
                <c:pt idx="2103">
                  <c:v>5.94461541</c:v>
                </c:pt>
                <c:pt idx="2104">
                  <c:v>5.94768627</c:v>
                </c:pt>
                <c:pt idx="2105">
                  <c:v>5.9510482</c:v>
                </c:pt>
                <c:pt idx="2106">
                  <c:v>5.95408389</c:v>
                </c:pt>
                <c:pt idx="2107">
                  <c:v>5.9568168</c:v>
                </c:pt>
                <c:pt idx="2108">
                  <c:v>5.9604444</c:v>
                </c:pt>
                <c:pt idx="2109">
                  <c:v>5.96193881</c:v>
                </c:pt>
                <c:pt idx="2110">
                  <c:v>5.96498232</c:v>
                </c:pt>
                <c:pt idx="2111">
                  <c:v>5.96825048</c:v>
                </c:pt>
                <c:pt idx="2112">
                  <c:v>5.97157529</c:v>
                </c:pt>
                <c:pt idx="2113">
                  <c:v>5.97485517</c:v>
                </c:pt>
                <c:pt idx="2114">
                  <c:v>5.97750212</c:v>
                </c:pt>
                <c:pt idx="2115">
                  <c:v>5.98049679</c:v>
                </c:pt>
                <c:pt idx="2116">
                  <c:v>5.98346607</c:v>
                </c:pt>
                <c:pt idx="2117">
                  <c:v>5.98668149</c:v>
                </c:pt>
                <c:pt idx="2118">
                  <c:v>5.98962732</c:v>
                </c:pt>
                <c:pt idx="2119">
                  <c:v>5.99224693</c:v>
                </c:pt>
                <c:pt idx="2120">
                  <c:v>5.99489779</c:v>
                </c:pt>
                <c:pt idx="2121">
                  <c:v>5.998164</c:v>
                </c:pt>
                <c:pt idx="2122">
                  <c:v>6.00105904</c:v>
                </c:pt>
                <c:pt idx="2123">
                  <c:v>6.00343446</c:v>
                </c:pt>
                <c:pt idx="2124">
                  <c:v>6.00640374</c:v>
                </c:pt>
                <c:pt idx="2125">
                  <c:v>6.00988288</c:v>
                </c:pt>
                <c:pt idx="2126">
                  <c:v>6.01284629</c:v>
                </c:pt>
                <c:pt idx="2127">
                  <c:v>6.01546004</c:v>
                </c:pt>
                <c:pt idx="2128">
                  <c:v>6.01898996</c:v>
                </c:pt>
                <c:pt idx="2129">
                  <c:v>6.02154706</c:v>
                </c:pt>
                <c:pt idx="2130">
                  <c:v>6.02419401</c:v>
                </c:pt>
                <c:pt idx="2131">
                  <c:v>6.02800524</c:v>
                </c:pt>
                <c:pt idx="2132">
                  <c:v>6.02975946</c:v>
                </c:pt>
                <c:pt idx="2133">
                  <c:v>6.03380705</c:v>
                </c:pt>
                <c:pt idx="2134">
                  <c:v>6.03646768</c:v>
                </c:pt>
                <c:pt idx="2135">
                  <c:v>6.03937249</c:v>
                </c:pt>
                <c:pt idx="2136">
                  <c:v>6.04168541</c:v>
                </c:pt>
                <c:pt idx="2137">
                  <c:v>6.04485589</c:v>
                </c:pt>
                <c:pt idx="2138">
                  <c:v>6.04775094</c:v>
                </c:pt>
                <c:pt idx="2139">
                  <c:v>6.05064794</c:v>
                </c:pt>
                <c:pt idx="2140">
                  <c:v>6.05353908</c:v>
                </c:pt>
                <c:pt idx="2141">
                  <c:v>6.05585199</c:v>
                </c:pt>
                <c:pt idx="2142">
                  <c:v>6.05903224</c:v>
                </c:pt>
                <c:pt idx="2143">
                  <c:v>6.06192338</c:v>
                </c:pt>
                <c:pt idx="2144">
                  <c:v>6.06452736</c:v>
                </c:pt>
                <c:pt idx="2145">
                  <c:v>6.06741654</c:v>
                </c:pt>
                <c:pt idx="2146">
                  <c:v>6.07054014</c:v>
                </c:pt>
                <c:pt idx="2147">
                  <c:v>6.07343519</c:v>
                </c:pt>
                <c:pt idx="2148">
                  <c:v>6.07688502</c:v>
                </c:pt>
                <c:pt idx="2149">
                  <c:v>6.07919793</c:v>
                </c:pt>
                <c:pt idx="2150">
                  <c:v>6.08317325</c:v>
                </c:pt>
                <c:pt idx="2151">
                  <c:v>6.08464421</c:v>
                </c:pt>
                <c:pt idx="2152">
                  <c:v>6.08894967</c:v>
                </c:pt>
                <c:pt idx="2153">
                  <c:v>6.09148527</c:v>
                </c:pt>
                <c:pt idx="2154">
                  <c:v>6.09437641</c:v>
                </c:pt>
                <c:pt idx="2155">
                  <c:v>6.09748439</c:v>
                </c:pt>
                <c:pt idx="2156">
                  <c:v>6.09889675</c:v>
                </c:pt>
                <c:pt idx="2157">
                  <c:v>6.10290527</c:v>
                </c:pt>
                <c:pt idx="2158">
                  <c:v>6.10579641</c:v>
                </c:pt>
                <c:pt idx="2159">
                  <c:v>6.10832421</c:v>
                </c:pt>
                <c:pt idx="2160">
                  <c:v>6.11114502</c:v>
                </c:pt>
                <c:pt idx="2161">
                  <c:v>6.11403616</c:v>
                </c:pt>
                <c:pt idx="2162">
                  <c:v>6.11685502</c:v>
                </c:pt>
                <c:pt idx="2163">
                  <c:v>6.11967388</c:v>
                </c:pt>
                <c:pt idx="2164">
                  <c:v>6.12257674</c:v>
                </c:pt>
                <c:pt idx="2165">
                  <c:v>6.12567299</c:v>
                </c:pt>
                <c:pt idx="2166">
                  <c:v>6.12821837</c:v>
                </c:pt>
                <c:pt idx="2167">
                  <c:v>6.13103918</c:v>
                </c:pt>
                <c:pt idx="2168">
                  <c:v>6.13449097</c:v>
                </c:pt>
                <c:pt idx="2169">
                  <c:v>6.13705197</c:v>
                </c:pt>
                <c:pt idx="2170">
                  <c:v>6.13987278</c:v>
                </c:pt>
                <c:pt idx="2171">
                  <c:v>6.14209974</c:v>
                </c:pt>
                <c:pt idx="2172">
                  <c:v>6.14521748</c:v>
                </c:pt>
                <c:pt idx="2173">
                  <c:v>6.14836843</c:v>
                </c:pt>
                <c:pt idx="2174">
                  <c:v>6.15060907</c:v>
                </c:pt>
                <c:pt idx="2175">
                  <c:v>6.153383</c:v>
                </c:pt>
                <c:pt idx="2176">
                  <c:v>6.15568419</c:v>
                </c:pt>
                <c:pt idx="2177">
                  <c:v>6.15877653</c:v>
                </c:pt>
                <c:pt idx="2178">
                  <c:v>6.16159539</c:v>
                </c:pt>
                <c:pt idx="2179">
                  <c:v>6.16470337</c:v>
                </c:pt>
                <c:pt idx="2180">
                  <c:v>6.16778399</c:v>
                </c:pt>
                <c:pt idx="2181">
                  <c:v>6.17060481</c:v>
                </c:pt>
                <c:pt idx="2182">
                  <c:v>6.17344906</c:v>
                </c:pt>
                <c:pt idx="2183">
                  <c:v>6.17594951</c:v>
                </c:pt>
                <c:pt idx="2184">
                  <c:v>6.17877032</c:v>
                </c:pt>
                <c:pt idx="2185">
                  <c:v>6.18159114</c:v>
                </c:pt>
                <c:pt idx="2186">
                  <c:v>6.18436311</c:v>
                </c:pt>
                <c:pt idx="2187">
                  <c:v>6.18718197</c:v>
                </c:pt>
                <c:pt idx="2188">
                  <c:v>6.19050678</c:v>
                </c:pt>
                <c:pt idx="2189">
                  <c:v>6.19332565</c:v>
                </c:pt>
                <c:pt idx="2190">
                  <c:v>6.1961406</c:v>
                </c:pt>
                <c:pt idx="2191">
                  <c:v>6.19867425</c:v>
                </c:pt>
                <c:pt idx="2192">
                  <c:v>6.20142083</c:v>
                </c:pt>
                <c:pt idx="2193">
                  <c:v>6.20482574</c:v>
                </c:pt>
                <c:pt idx="2194">
                  <c:v>6.20734767</c:v>
                </c:pt>
                <c:pt idx="2195">
                  <c:v>6.21009425</c:v>
                </c:pt>
                <c:pt idx="2196">
                  <c:v>6.21291311</c:v>
                </c:pt>
                <c:pt idx="2197">
                  <c:v>6.2156636</c:v>
                </c:pt>
                <c:pt idx="2198">
                  <c:v>6.21818944</c:v>
                </c:pt>
                <c:pt idx="2199">
                  <c:v>6.22093602</c:v>
                </c:pt>
                <c:pt idx="2200">
                  <c:v>6.224044</c:v>
                </c:pt>
                <c:pt idx="2201">
                  <c:v>6.22679058</c:v>
                </c:pt>
                <c:pt idx="2202">
                  <c:v>6.22903121</c:v>
                </c:pt>
                <c:pt idx="2203">
                  <c:v>6.23206886</c:v>
                </c:pt>
                <c:pt idx="2204">
                  <c:v>6.2351026</c:v>
                </c:pt>
                <c:pt idx="2205">
                  <c:v>6.23785895</c:v>
                </c:pt>
                <c:pt idx="2206">
                  <c:v>6.24067977</c:v>
                </c:pt>
                <c:pt idx="2207">
                  <c:v>6.24312551</c:v>
                </c:pt>
                <c:pt idx="2208">
                  <c:v>6.24646986</c:v>
                </c:pt>
                <c:pt idx="2209">
                  <c:v>6.24782361</c:v>
                </c:pt>
                <c:pt idx="2210">
                  <c:v>6.25064248</c:v>
                </c:pt>
                <c:pt idx="2211">
                  <c:v>6.25396729</c:v>
                </c:pt>
                <c:pt idx="2212">
                  <c:v>6.25649703</c:v>
                </c:pt>
                <c:pt idx="2213">
                  <c:v>6.25931589</c:v>
                </c:pt>
                <c:pt idx="2214">
                  <c:v>6.26294935</c:v>
                </c:pt>
                <c:pt idx="2215">
                  <c:v>6.26614132</c:v>
                </c:pt>
                <c:pt idx="2216">
                  <c:v>6.26871209</c:v>
                </c:pt>
                <c:pt idx="2217">
                  <c:v>6.27133756</c:v>
                </c:pt>
                <c:pt idx="2218">
                  <c:v>6.27485576</c:v>
                </c:pt>
                <c:pt idx="2219">
                  <c:v>6.27749881</c:v>
                </c:pt>
                <c:pt idx="2220">
                  <c:v>6.28046809</c:v>
                </c:pt>
                <c:pt idx="2221">
                  <c:v>6.28343737</c:v>
                </c:pt>
                <c:pt idx="2222">
                  <c:v>6.28642032</c:v>
                </c:pt>
                <c:pt idx="2223">
                  <c:v>6.28938374</c:v>
                </c:pt>
                <c:pt idx="2224">
                  <c:v>6.29241943</c:v>
                </c:pt>
                <c:pt idx="2225">
                  <c:v>6.29545513</c:v>
                </c:pt>
                <c:pt idx="2226">
                  <c:v>6.29877994</c:v>
                </c:pt>
                <c:pt idx="2227">
                  <c:v>6.30036225</c:v>
                </c:pt>
                <c:pt idx="2228">
                  <c:v>6.30340576</c:v>
                </c:pt>
                <c:pt idx="2229">
                  <c:v>6.30771121</c:v>
                </c:pt>
                <c:pt idx="2230">
                  <c:v>6.31077817</c:v>
                </c:pt>
                <c:pt idx="2231">
                  <c:v>6.31416939</c:v>
                </c:pt>
                <c:pt idx="2232">
                  <c:v>6.3156931</c:v>
                </c:pt>
                <c:pt idx="2233">
                  <c:v>6.32002981</c:v>
                </c:pt>
                <c:pt idx="2234">
                  <c:v>6.3234269</c:v>
                </c:pt>
                <c:pt idx="2235">
                  <c:v>6.32619497</c:v>
                </c:pt>
                <c:pt idx="2236">
                  <c:v>6.32923848</c:v>
                </c:pt>
                <c:pt idx="2237">
                  <c:v>6.33109428</c:v>
                </c:pt>
                <c:pt idx="2238">
                  <c:v>6.33477462</c:v>
                </c:pt>
                <c:pt idx="2239">
                  <c:v>6.33874017</c:v>
                </c:pt>
                <c:pt idx="2240">
                  <c:v>6.34149652</c:v>
                </c:pt>
                <c:pt idx="2241">
                  <c:v>6.34337576</c:v>
                </c:pt>
                <c:pt idx="2242">
                  <c:v>6.34824186</c:v>
                </c:pt>
                <c:pt idx="2243">
                  <c:v>6.35069151</c:v>
                </c:pt>
                <c:pt idx="2244">
                  <c:v>6.35373502</c:v>
                </c:pt>
                <c:pt idx="2245">
                  <c:v>6.35681955</c:v>
                </c:pt>
                <c:pt idx="2246">
                  <c:v>6.35952511</c:v>
                </c:pt>
                <c:pt idx="2247">
                  <c:v>6.36256862</c:v>
                </c:pt>
                <c:pt idx="2248">
                  <c:v>6.36561213</c:v>
                </c:pt>
                <c:pt idx="2249">
                  <c:v>6.36932373</c:v>
                </c:pt>
                <c:pt idx="2250">
                  <c:v>6.37199608</c:v>
                </c:pt>
                <c:pt idx="2251">
                  <c:v>6.37387727</c:v>
                </c:pt>
                <c:pt idx="2252">
                  <c:v>6.37845426</c:v>
                </c:pt>
                <c:pt idx="2253">
                  <c:v>6.37994867</c:v>
                </c:pt>
                <c:pt idx="2254">
                  <c:v>6.38446705</c:v>
                </c:pt>
                <c:pt idx="2255">
                  <c:v>6.38724879</c:v>
                </c:pt>
                <c:pt idx="2256">
                  <c:v>6.38934487</c:v>
                </c:pt>
                <c:pt idx="2257">
                  <c:v>6.39238056</c:v>
                </c:pt>
                <c:pt idx="2258">
                  <c:v>6.39515645</c:v>
                </c:pt>
                <c:pt idx="2259">
                  <c:v>6.39849689</c:v>
                </c:pt>
                <c:pt idx="2260">
                  <c:v>6.40272811</c:v>
                </c:pt>
                <c:pt idx="2261">
                  <c:v>6.40546297</c:v>
                </c:pt>
                <c:pt idx="2262">
                  <c:v>6.40849866</c:v>
                </c:pt>
                <c:pt idx="2263">
                  <c:v>6.41156171</c:v>
                </c:pt>
                <c:pt idx="2264">
                  <c:v>6.41485917</c:v>
                </c:pt>
                <c:pt idx="2265">
                  <c:v>6.41731664</c:v>
                </c:pt>
                <c:pt idx="2266">
                  <c:v>6.42032108</c:v>
                </c:pt>
                <c:pt idx="2267">
                  <c:v>6.42309892</c:v>
                </c:pt>
                <c:pt idx="2268">
                  <c:v>6.4264081</c:v>
                </c:pt>
                <c:pt idx="2269">
                  <c:v>6.42917031</c:v>
                </c:pt>
                <c:pt idx="2270">
                  <c:v>6.43219819</c:v>
                </c:pt>
                <c:pt idx="2271">
                  <c:v>6.4352417</c:v>
                </c:pt>
                <c:pt idx="2272">
                  <c:v>6.4382774</c:v>
                </c:pt>
                <c:pt idx="2273">
                  <c:v>6.44131309</c:v>
                </c:pt>
                <c:pt idx="2274">
                  <c:v>6.44369828</c:v>
                </c:pt>
                <c:pt idx="2275">
                  <c:v>6.44704458</c:v>
                </c:pt>
                <c:pt idx="2276">
                  <c:v>6.45038502</c:v>
                </c:pt>
                <c:pt idx="2277">
                  <c:v>6.45342853</c:v>
                </c:pt>
                <c:pt idx="2278">
                  <c:v>6.45620246</c:v>
                </c:pt>
                <c:pt idx="2279">
                  <c:v>6.45923815</c:v>
                </c:pt>
                <c:pt idx="2280">
                  <c:v>6.46226213</c:v>
                </c:pt>
                <c:pt idx="2281">
                  <c:v>6.46530564</c:v>
                </c:pt>
                <c:pt idx="2282">
                  <c:v>6.46805613</c:v>
                </c:pt>
                <c:pt idx="2283">
                  <c:v>6.47168959</c:v>
                </c:pt>
                <c:pt idx="2284">
                  <c:v>6.47473309</c:v>
                </c:pt>
                <c:pt idx="2285">
                  <c:v>6.47752461</c:v>
                </c:pt>
                <c:pt idx="2286">
                  <c:v>6.4805603</c:v>
                </c:pt>
                <c:pt idx="2287">
                  <c:v>6.48423478</c:v>
                </c:pt>
                <c:pt idx="2288">
                  <c:v>6.48692081</c:v>
                </c:pt>
                <c:pt idx="2289">
                  <c:v>6.49091566</c:v>
                </c:pt>
                <c:pt idx="2290">
                  <c:v>6.49270309</c:v>
                </c:pt>
                <c:pt idx="2291">
                  <c:v>6.49581106</c:v>
                </c:pt>
                <c:pt idx="2292">
                  <c:v>6.49974926</c:v>
                </c:pt>
                <c:pt idx="2293">
                  <c:v>6.50246068</c:v>
                </c:pt>
                <c:pt idx="2294">
                  <c:v>6.50585777</c:v>
                </c:pt>
                <c:pt idx="2295">
                  <c:v>6.50889346</c:v>
                </c:pt>
                <c:pt idx="2296">
                  <c:v>6.51222023</c:v>
                </c:pt>
                <c:pt idx="2297">
                  <c:v>6.51525397</c:v>
                </c:pt>
                <c:pt idx="2298">
                  <c:v>6.51682261</c:v>
                </c:pt>
                <c:pt idx="2299">
                  <c:v>6.52016891</c:v>
                </c:pt>
                <c:pt idx="2300">
                  <c:v>6.5232046</c:v>
                </c:pt>
                <c:pt idx="2301">
                  <c:v>6.52660169</c:v>
                </c:pt>
                <c:pt idx="2302">
                  <c:v>6.52963739</c:v>
                </c:pt>
                <c:pt idx="2303">
                  <c:v>6.53325131</c:v>
                </c:pt>
                <c:pt idx="2304">
                  <c:v>6.53599789</c:v>
                </c:pt>
                <c:pt idx="2305">
                  <c:v>6.53938912</c:v>
                </c:pt>
                <c:pt idx="2306">
                  <c:v>6.54243263</c:v>
                </c:pt>
                <c:pt idx="2307">
                  <c:v>6.54517726</c:v>
                </c:pt>
                <c:pt idx="2308">
                  <c:v>6.54881658</c:v>
                </c:pt>
                <c:pt idx="2309">
                  <c:v>6.55067238</c:v>
                </c:pt>
                <c:pt idx="2310">
                  <c:v>6.55497783</c:v>
                </c:pt>
                <c:pt idx="2311">
                  <c:v>6.55768144</c:v>
                </c:pt>
                <c:pt idx="2312">
                  <c:v>6.56107852</c:v>
                </c:pt>
                <c:pt idx="2313">
                  <c:v>6.56288549</c:v>
                </c:pt>
                <c:pt idx="2314">
                  <c:v>6.56685494</c:v>
                </c:pt>
                <c:pt idx="2315">
                  <c:v>6.57019538</c:v>
                </c:pt>
                <c:pt idx="2316">
                  <c:v>6.57323889</c:v>
                </c:pt>
                <c:pt idx="2317">
                  <c:v>6.57481143</c:v>
                </c:pt>
                <c:pt idx="2318">
                  <c:v>6.57940014</c:v>
                </c:pt>
                <c:pt idx="2319">
                  <c:v>6.58124422</c:v>
                </c:pt>
                <c:pt idx="2320">
                  <c:v>6.58427991</c:v>
                </c:pt>
                <c:pt idx="2321">
                  <c:v>6.58731561</c:v>
                </c:pt>
                <c:pt idx="2322">
                  <c:v>6.59038647</c:v>
                </c:pt>
                <c:pt idx="2323">
                  <c:v>6.59461769</c:v>
                </c:pt>
                <c:pt idx="2324">
                  <c:v>6.59620586</c:v>
                </c:pt>
                <c:pt idx="2325">
                  <c:v>6.59924156</c:v>
                </c:pt>
                <c:pt idx="2326">
                  <c:v>6.60293167</c:v>
                </c:pt>
                <c:pt idx="2327">
                  <c:v>6.60567434</c:v>
                </c:pt>
                <c:pt idx="2328">
                  <c:v>6.60871004</c:v>
                </c:pt>
                <c:pt idx="2329">
                  <c:v>6.61203485</c:v>
                </c:pt>
                <c:pt idx="2330">
                  <c:v>6.61480878</c:v>
                </c:pt>
                <c:pt idx="2331">
                  <c:v>6.61817852</c:v>
                </c:pt>
                <c:pt idx="2332">
                  <c:v>6.62150333</c:v>
                </c:pt>
                <c:pt idx="2333">
                  <c:v>6.62423624</c:v>
                </c:pt>
                <c:pt idx="2334">
                  <c:v>6.62727975</c:v>
                </c:pt>
                <c:pt idx="2335">
                  <c:v>6.63039358</c:v>
                </c:pt>
                <c:pt idx="2336">
                  <c:v>6.63342928</c:v>
                </c:pt>
                <c:pt idx="2337">
                  <c:v>6.63618758</c:v>
                </c:pt>
                <c:pt idx="2338">
                  <c:v>6.64015117</c:v>
                </c:pt>
                <c:pt idx="2339">
                  <c:v>6.64316538</c:v>
                </c:pt>
                <c:pt idx="2340">
                  <c:v>6.64651168</c:v>
                </c:pt>
                <c:pt idx="2341">
                  <c:v>6.64774041</c:v>
                </c:pt>
                <c:pt idx="2342">
                  <c:v>6.65259284</c:v>
                </c:pt>
                <c:pt idx="2343">
                  <c:v>6.65532965</c:v>
                </c:pt>
                <c:pt idx="2344">
                  <c:v>6.65867986</c:v>
                </c:pt>
                <c:pt idx="2345">
                  <c:v>6.66176244</c:v>
                </c:pt>
                <c:pt idx="2346">
                  <c:v>6.66479813</c:v>
                </c:pt>
                <c:pt idx="2347">
                  <c:v>6.6672556</c:v>
                </c:pt>
                <c:pt idx="2348">
                  <c:v>6.67026004</c:v>
                </c:pt>
                <c:pt idx="2349">
                  <c:v>6.6729656</c:v>
                </c:pt>
                <c:pt idx="2350">
                  <c:v>6.67634706</c:v>
                </c:pt>
                <c:pt idx="2351">
                  <c:v>6.67910927</c:v>
                </c:pt>
                <c:pt idx="2352">
                  <c:v>6.68213715</c:v>
                </c:pt>
                <c:pt idx="2353">
                  <c:v>6.68518066</c:v>
                </c:pt>
                <c:pt idx="2354">
                  <c:v>6.68814994</c:v>
                </c:pt>
                <c:pt idx="2355">
                  <c:v>6.69119345</c:v>
                </c:pt>
                <c:pt idx="2356">
                  <c:v>6.69453389</c:v>
                </c:pt>
                <c:pt idx="2357">
                  <c:v>6.69790168</c:v>
                </c:pt>
                <c:pt idx="2358">
                  <c:v>6.70121476</c:v>
                </c:pt>
                <c:pt idx="2359">
                  <c:v>6.70366442</c:v>
                </c:pt>
                <c:pt idx="2360">
                  <c:v>6.70700486</c:v>
                </c:pt>
                <c:pt idx="2361">
                  <c:v>6.70997413</c:v>
                </c:pt>
                <c:pt idx="2362">
                  <c:v>6.71182993</c:v>
                </c:pt>
                <c:pt idx="2363">
                  <c:v>6.71546534</c:v>
                </c:pt>
                <c:pt idx="2364">
                  <c:v>6.71850104</c:v>
                </c:pt>
                <c:pt idx="2365">
                  <c:v>6.72146446</c:v>
                </c:pt>
                <c:pt idx="2366">
                  <c:v>6.72478927</c:v>
                </c:pt>
                <c:pt idx="2367">
                  <c:v>6.72782496</c:v>
                </c:pt>
                <c:pt idx="2368">
                  <c:v>6.73053638</c:v>
                </c:pt>
                <c:pt idx="2369">
                  <c:v>6.73324585</c:v>
                </c:pt>
                <c:pt idx="2370">
                  <c:v>6.73657066</c:v>
                </c:pt>
                <c:pt idx="2371">
                  <c:v>6.73929575</c:v>
                </c:pt>
                <c:pt idx="2372">
                  <c:v>6.74322028</c:v>
                </c:pt>
                <c:pt idx="2373">
                  <c:v>6.74531635</c:v>
                </c:pt>
                <c:pt idx="2374">
                  <c:v>6.74864898</c:v>
                </c:pt>
                <c:pt idx="2375">
                  <c:v>6.75169249</c:v>
                </c:pt>
                <c:pt idx="2376">
                  <c:v>6.75442344</c:v>
                </c:pt>
                <c:pt idx="2377">
                  <c:v>6.75740835</c:v>
                </c:pt>
                <c:pt idx="2378">
                  <c:v>6.7612899</c:v>
                </c:pt>
                <c:pt idx="2379">
                  <c:v>6.76401499</c:v>
                </c:pt>
                <c:pt idx="2380">
                  <c:v>6.76676157</c:v>
                </c:pt>
                <c:pt idx="2381">
                  <c:v>6.76973085</c:v>
                </c:pt>
                <c:pt idx="2382">
                  <c:v>6.77277436</c:v>
                </c:pt>
                <c:pt idx="2383">
                  <c:v>6.77545648</c:v>
                </c:pt>
                <c:pt idx="2384">
                  <c:v>6.77967793</c:v>
                </c:pt>
                <c:pt idx="2385">
                  <c:v>6.78264721</c:v>
                </c:pt>
                <c:pt idx="2386">
                  <c:v>6.78535863</c:v>
                </c:pt>
                <c:pt idx="2387">
                  <c:v>6.78806614</c:v>
                </c:pt>
                <c:pt idx="2388">
                  <c:v>6.79140658</c:v>
                </c:pt>
                <c:pt idx="2389">
                  <c:v>6.79437586</c:v>
                </c:pt>
                <c:pt idx="2390">
                  <c:v>6.79706774</c:v>
                </c:pt>
                <c:pt idx="2391">
                  <c:v>6.80039255</c:v>
                </c:pt>
                <c:pt idx="2392">
                  <c:v>6.80219951</c:v>
                </c:pt>
                <c:pt idx="2393">
                  <c:v>6.80669836</c:v>
                </c:pt>
                <c:pt idx="2394">
                  <c:v>6.80937071</c:v>
                </c:pt>
                <c:pt idx="2395">
                  <c:v>6.81267989</c:v>
                </c:pt>
                <c:pt idx="2396">
                  <c:v>6.81571559</c:v>
                </c:pt>
                <c:pt idx="2397">
                  <c:v>6.81716507</c:v>
                </c:pt>
                <c:pt idx="2398">
                  <c:v>6.8205055</c:v>
                </c:pt>
                <c:pt idx="2399">
                  <c:v>6.82347478</c:v>
                </c:pt>
                <c:pt idx="2400">
                  <c:v>6.82614713</c:v>
                </c:pt>
                <c:pt idx="2401">
                  <c:v>6.8294485</c:v>
                </c:pt>
                <c:pt idx="2402">
                  <c:v>6.83334763</c:v>
                </c:pt>
                <c:pt idx="2403">
                  <c:v>6.83639114</c:v>
                </c:pt>
                <c:pt idx="2404">
                  <c:v>6.83935065</c:v>
                </c:pt>
                <c:pt idx="2405">
                  <c:v>6.84115761</c:v>
                </c:pt>
                <c:pt idx="2406">
                  <c:v>6.84448242</c:v>
                </c:pt>
                <c:pt idx="2407">
                  <c:v>6.84774863</c:v>
                </c:pt>
                <c:pt idx="2408">
                  <c:v>6.85071791</c:v>
                </c:pt>
                <c:pt idx="2409">
                  <c:v>6.85344495</c:v>
                </c:pt>
                <c:pt idx="2410">
                  <c:v>6.85613684</c:v>
                </c:pt>
                <c:pt idx="2411">
                  <c:v>6.85973318</c:v>
                </c:pt>
                <c:pt idx="2412">
                  <c:v>6.86363426</c:v>
                </c:pt>
                <c:pt idx="2413">
                  <c:v>6.86541583</c:v>
                </c:pt>
                <c:pt idx="2414">
                  <c:v>6.86838511</c:v>
                </c:pt>
                <c:pt idx="2415">
                  <c:v>6.87165131</c:v>
                </c:pt>
                <c:pt idx="2416">
                  <c:v>6.87469482</c:v>
                </c:pt>
                <c:pt idx="2417">
                  <c:v>6.87794736</c:v>
                </c:pt>
                <c:pt idx="2418">
                  <c:v>6.88091077</c:v>
                </c:pt>
                <c:pt idx="2419">
                  <c:v>6.88456767</c:v>
                </c:pt>
                <c:pt idx="2420">
                  <c:v>6.887199</c:v>
                </c:pt>
                <c:pt idx="2421">
                  <c:v>6.88958419</c:v>
                </c:pt>
                <c:pt idx="2422">
                  <c:v>6.89258472</c:v>
                </c:pt>
                <c:pt idx="2423">
                  <c:v>6.89529419</c:v>
                </c:pt>
                <c:pt idx="2424">
                  <c:v>6.89800366</c:v>
                </c:pt>
                <c:pt idx="2425">
                  <c:v>6.90100419</c:v>
                </c:pt>
                <c:pt idx="2426">
                  <c:v>6.90396761</c:v>
                </c:pt>
                <c:pt idx="2427">
                  <c:v>6.90693102</c:v>
                </c:pt>
                <c:pt idx="2428">
                  <c:v>6.91112318</c:v>
                </c:pt>
                <c:pt idx="2429">
                  <c:v>6.91321925</c:v>
                </c:pt>
                <c:pt idx="2430">
                  <c:v>6.91625495</c:v>
                </c:pt>
                <c:pt idx="2431">
                  <c:v>6.91921836</c:v>
                </c:pt>
                <c:pt idx="2432">
                  <c:v>6.9225002</c:v>
                </c:pt>
                <c:pt idx="2433">
                  <c:v>6.92550659</c:v>
                </c:pt>
                <c:pt idx="2434">
                  <c:v>6.92880991</c:v>
                </c:pt>
                <c:pt idx="2435">
                  <c:v>6.93150571</c:v>
                </c:pt>
                <c:pt idx="2436">
                  <c:v>6.93483052</c:v>
                </c:pt>
                <c:pt idx="2437">
                  <c:v>6.93749505</c:v>
                </c:pt>
                <c:pt idx="2438">
                  <c:v>6.94082963</c:v>
                </c:pt>
                <c:pt idx="2439">
                  <c:v>6.94379305</c:v>
                </c:pt>
                <c:pt idx="2440">
                  <c:v>6.94684828</c:v>
                </c:pt>
                <c:pt idx="2441">
                  <c:v>6.9492237</c:v>
                </c:pt>
                <c:pt idx="2442">
                  <c:v>6.95188823</c:v>
                </c:pt>
                <c:pt idx="2443">
                  <c:v>6.95521304</c:v>
                </c:pt>
                <c:pt idx="2444">
                  <c:v>6.95817646</c:v>
                </c:pt>
                <c:pt idx="2445">
                  <c:v>6.96206583</c:v>
                </c:pt>
                <c:pt idx="2446">
                  <c:v>6.96540626</c:v>
                </c:pt>
                <c:pt idx="2447">
                  <c:v>6.96684988</c:v>
                </c:pt>
                <c:pt idx="2448">
                  <c:v>6.96988558</c:v>
                </c:pt>
                <c:pt idx="2449">
                  <c:v>6.97349755</c:v>
                </c:pt>
                <c:pt idx="2450">
                  <c:v>6.9761738</c:v>
                </c:pt>
                <c:pt idx="2451">
                  <c:v>6.97913722</c:v>
                </c:pt>
                <c:pt idx="2452">
                  <c:v>6.98210064</c:v>
                </c:pt>
                <c:pt idx="2453">
                  <c:v>6.98574582</c:v>
                </c:pt>
                <c:pt idx="2454">
                  <c:v>6.98838886</c:v>
                </c:pt>
                <c:pt idx="2455">
                  <c:v>6.99193051</c:v>
                </c:pt>
                <c:pt idx="2456">
                  <c:v>6.99376287</c:v>
                </c:pt>
                <c:pt idx="2457">
                  <c:v>6.99791986</c:v>
                </c:pt>
                <c:pt idx="2458">
                  <c:v>7.00060393</c:v>
                </c:pt>
                <c:pt idx="2459">
                  <c:v>7.00385646</c:v>
                </c:pt>
                <c:pt idx="2460">
                  <c:v>7.00653076</c:v>
                </c:pt>
                <c:pt idx="2461">
                  <c:v>7.00913279</c:v>
                </c:pt>
                <c:pt idx="2462">
                  <c:v>7.01269201</c:v>
                </c:pt>
                <c:pt idx="2463">
                  <c:v>7.01592696</c:v>
                </c:pt>
                <c:pt idx="2464">
                  <c:v>7.01736863</c:v>
                </c:pt>
                <c:pt idx="2465">
                  <c:v>7.0203379</c:v>
                </c:pt>
                <c:pt idx="2466">
                  <c:v>7.0238776</c:v>
                </c:pt>
                <c:pt idx="2467">
                  <c:v>7.02676873</c:v>
                </c:pt>
                <c:pt idx="2468">
                  <c:v>7.02965987</c:v>
                </c:pt>
                <c:pt idx="2469">
                  <c:v>7.03258618</c:v>
                </c:pt>
                <c:pt idx="2470">
                  <c:v>7.03522532</c:v>
                </c:pt>
                <c:pt idx="2471">
                  <c:v>7.03811646</c:v>
                </c:pt>
                <c:pt idx="2472">
                  <c:v>7.04186517</c:v>
                </c:pt>
                <c:pt idx="2473">
                  <c:v>7.04386943</c:v>
                </c:pt>
                <c:pt idx="2474">
                  <c:v>7.04676448</c:v>
                </c:pt>
                <c:pt idx="2475">
                  <c:v>7.05047607</c:v>
                </c:pt>
                <c:pt idx="2476">
                  <c:v>7.05365633</c:v>
                </c:pt>
                <c:pt idx="2477">
                  <c:v>7.05589696</c:v>
                </c:pt>
                <c:pt idx="2478">
                  <c:v>7.05871582</c:v>
                </c:pt>
                <c:pt idx="2479">
                  <c:v>7.06183356</c:v>
                </c:pt>
                <c:pt idx="2480">
                  <c:v>7.06355848</c:v>
                </c:pt>
                <c:pt idx="2481">
                  <c:v>7.06665864</c:v>
                </c:pt>
                <c:pt idx="2482">
                  <c:v>7.07059293</c:v>
                </c:pt>
                <c:pt idx="2483">
                  <c:v>7.07201506</c:v>
                </c:pt>
                <c:pt idx="2484">
                  <c:v>7.07620721</c:v>
                </c:pt>
                <c:pt idx="2485">
                  <c:v>7.07837557</c:v>
                </c:pt>
                <c:pt idx="2486">
                  <c:v>7.08119443</c:v>
                </c:pt>
                <c:pt idx="2487">
                  <c:v>7.08423012</c:v>
                </c:pt>
                <c:pt idx="2488">
                  <c:v>7.0869767</c:v>
                </c:pt>
                <c:pt idx="2489">
                  <c:v>7.08972329</c:v>
                </c:pt>
                <c:pt idx="2490">
                  <c:v>7.09275898</c:v>
                </c:pt>
                <c:pt idx="2491">
                  <c:v>7.09516371</c:v>
                </c:pt>
                <c:pt idx="2492">
                  <c:v>7.09739066</c:v>
                </c:pt>
                <c:pt idx="2493">
                  <c:v>7.10034822</c:v>
                </c:pt>
                <c:pt idx="2494">
                  <c:v>7.10362615</c:v>
                </c:pt>
                <c:pt idx="2495">
                  <c:v>7.1062985</c:v>
                </c:pt>
                <c:pt idx="2496">
                  <c:v>7.10897085</c:v>
                </c:pt>
                <c:pt idx="2497">
                  <c:v>7.11169594</c:v>
                </c:pt>
                <c:pt idx="2498">
                  <c:v>7.11297937</c:v>
                </c:pt>
                <c:pt idx="2499">
                  <c:v>7.11565172</c:v>
                </c:pt>
                <c:pt idx="2500">
                  <c:v>7.11942974</c:v>
                </c:pt>
                <c:pt idx="2501">
                  <c:v>7.12210404</c:v>
                </c:pt>
                <c:pt idx="2502">
                  <c:v>7.12448533</c:v>
                </c:pt>
                <c:pt idx="2503">
                  <c:v>7.12656382</c:v>
                </c:pt>
                <c:pt idx="2504">
                  <c:v>7.12976556</c:v>
                </c:pt>
                <c:pt idx="2505">
                  <c:v>7.13243986</c:v>
                </c:pt>
                <c:pt idx="2506">
                  <c:v>7.13532319</c:v>
                </c:pt>
                <c:pt idx="2507">
                  <c:v>7.13800531</c:v>
                </c:pt>
                <c:pt idx="2508">
                  <c:v>7.14037096</c:v>
                </c:pt>
                <c:pt idx="2509">
                  <c:v>7.14244946</c:v>
                </c:pt>
                <c:pt idx="2510">
                  <c:v>7.14537771</c:v>
                </c:pt>
                <c:pt idx="2511">
                  <c:v>7.14801685</c:v>
                </c:pt>
                <c:pt idx="2512">
                  <c:v>7.1506892</c:v>
                </c:pt>
                <c:pt idx="2513">
                  <c:v>7.15336155</c:v>
                </c:pt>
                <c:pt idx="2514">
                  <c:v>7.15600265</c:v>
                </c:pt>
                <c:pt idx="2515">
                  <c:v>7.15840932</c:v>
                </c:pt>
                <c:pt idx="2516">
                  <c:v>7.16077303</c:v>
                </c:pt>
                <c:pt idx="2517">
                  <c:v>7.16427365</c:v>
                </c:pt>
                <c:pt idx="2518">
                  <c:v>7.1669167</c:v>
                </c:pt>
                <c:pt idx="2519">
                  <c:v>7.16984104</c:v>
                </c:pt>
                <c:pt idx="2520">
                  <c:v>7.17139992</c:v>
                </c:pt>
                <c:pt idx="2521">
                  <c:v>7.17436919</c:v>
                </c:pt>
                <c:pt idx="2522">
                  <c:v>7.17704154</c:v>
                </c:pt>
                <c:pt idx="2523">
                  <c:v>7.1799991</c:v>
                </c:pt>
                <c:pt idx="2524">
                  <c:v>7.18289024</c:v>
                </c:pt>
                <c:pt idx="2525">
                  <c:v>7.18556454</c:v>
                </c:pt>
                <c:pt idx="2526">
                  <c:v>7.18823885</c:v>
                </c:pt>
                <c:pt idx="2527">
                  <c:v>7.19070022</c:v>
                </c:pt>
                <c:pt idx="2528">
                  <c:v>7.19337062</c:v>
                </c:pt>
                <c:pt idx="2529">
                  <c:v>7.19626762</c:v>
                </c:pt>
                <c:pt idx="2530">
                  <c:v>7.19871923</c:v>
                </c:pt>
                <c:pt idx="2531">
                  <c:v>7.20168264</c:v>
                </c:pt>
                <c:pt idx="2532">
                  <c:v>7.20435695</c:v>
                </c:pt>
                <c:pt idx="2533">
                  <c:v>7.20680855</c:v>
                </c:pt>
                <c:pt idx="2534">
                  <c:v>7.2097036</c:v>
                </c:pt>
                <c:pt idx="2535">
                  <c:v>7.21185633</c:v>
                </c:pt>
                <c:pt idx="2536">
                  <c:v>7.21563239</c:v>
                </c:pt>
                <c:pt idx="2537">
                  <c:v>7.21809181</c:v>
                </c:pt>
                <c:pt idx="2538">
                  <c:v>7.220981</c:v>
                </c:pt>
                <c:pt idx="2539">
                  <c:v>7.22232303</c:v>
                </c:pt>
                <c:pt idx="2540">
                  <c:v>7.22502859</c:v>
                </c:pt>
                <c:pt idx="2541">
                  <c:v>7.22789043</c:v>
                </c:pt>
                <c:pt idx="2542">
                  <c:v>7.23160202</c:v>
                </c:pt>
                <c:pt idx="2543">
                  <c:v>7.23375475</c:v>
                </c:pt>
                <c:pt idx="2544">
                  <c:v>7.23637631</c:v>
                </c:pt>
                <c:pt idx="2545">
                  <c:v>7.23897834</c:v>
                </c:pt>
                <c:pt idx="2546">
                  <c:v>7.2417972</c:v>
                </c:pt>
                <c:pt idx="2547">
                  <c:v>7.24439922</c:v>
                </c:pt>
                <c:pt idx="2548">
                  <c:v>7.24642302</c:v>
                </c:pt>
                <c:pt idx="2549">
                  <c:v>7.24895277</c:v>
                </c:pt>
                <c:pt idx="2550">
                  <c:v>7.25177163</c:v>
                </c:pt>
                <c:pt idx="2551">
                  <c:v>7.25430137</c:v>
                </c:pt>
                <c:pt idx="2552">
                  <c:v>7.25675884</c:v>
                </c:pt>
                <c:pt idx="2553">
                  <c:v>7.25907175</c:v>
                </c:pt>
                <c:pt idx="2554">
                  <c:v>7.2612948</c:v>
                </c:pt>
                <c:pt idx="2555">
                  <c:v>7.26374446</c:v>
                </c:pt>
                <c:pt idx="2556">
                  <c:v>7.26601049</c:v>
                </c:pt>
                <c:pt idx="2557">
                  <c:v>7.26969669</c:v>
                </c:pt>
                <c:pt idx="2558">
                  <c:v>7.27190997</c:v>
                </c:pt>
                <c:pt idx="2559">
                  <c:v>7.27417795</c:v>
                </c:pt>
                <c:pt idx="2560">
                  <c:v>7.27612947</c:v>
                </c:pt>
                <c:pt idx="2561">
                  <c:v>7.27887605</c:v>
                </c:pt>
                <c:pt idx="2562">
                  <c:v>7.28133352</c:v>
                </c:pt>
                <c:pt idx="2563">
                  <c:v>7.28379099</c:v>
                </c:pt>
                <c:pt idx="2564">
                  <c:v>7.28624846</c:v>
                </c:pt>
                <c:pt idx="2565">
                  <c:v>7.28892276</c:v>
                </c:pt>
                <c:pt idx="2566">
                  <c:v>7.29138023</c:v>
                </c:pt>
                <c:pt idx="2567">
                  <c:v>7.29410532</c:v>
                </c:pt>
                <c:pt idx="2568">
                  <c:v>7.29625805</c:v>
                </c:pt>
                <c:pt idx="2569">
                  <c:v>7.2987077</c:v>
                </c:pt>
                <c:pt idx="2570">
                  <c:v>7.30115736</c:v>
                </c:pt>
                <c:pt idx="2571">
                  <c:v>7.30410124</c:v>
                </c:pt>
                <c:pt idx="2572">
                  <c:v>7.30635359</c:v>
                </c:pt>
                <c:pt idx="2573">
                  <c:v>7.30880325</c:v>
                </c:pt>
                <c:pt idx="2574">
                  <c:v>7.3109677</c:v>
                </c:pt>
                <c:pt idx="2575">
                  <c:v>7.31340563</c:v>
                </c:pt>
                <c:pt idx="2576">
                  <c:v>7.31609947</c:v>
                </c:pt>
                <c:pt idx="2577">
                  <c:v>7.31830494</c:v>
                </c:pt>
                <c:pt idx="2578">
                  <c:v>7.32123124</c:v>
                </c:pt>
                <c:pt idx="2579">
                  <c:v>7.32368871</c:v>
                </c:pt>
                <c:pt idx="2580">
                  <c:v>7.32595083</c:v>
                </c:pt>
                <c:pt idx="2581">
                  <c:v>7.32832625</c:v>
                </c:pt>
                <c:pt idx="2582">
                  <c:v>7.33107283</c:v>
                </c:pt>
                <c:pt idx="2583">
                  <c:v>7.33300286</c:v>
                </c:pt>
                <c:pt idx="2584">
                  <c:v>7.33525326</c:v>
                </c:pt>
                <c:pt idx="2585">
                  <c:v>7.33792757</c:v>
                </c:pt>
                <c:pt idx="2586">
                  <c:v>7.34038504</c:v>
                </c:pt>
                <c:pt idx="2587">
                  <c:v>7.34257878</c:v>
                </c:pt>
                <c:pt idx="2588">
                  <c:v>7.34501086</c:v>
                </c:pt>
                <c:pt idx="2589">
                  <c:v>7.34822041</c:v>
                </c:pt>
                <c:pt idx="2590">
                  <c:v>7.35064858</c:v>
                </c:pt>
                <c:pt idx="2591">
                  <c:v>7.35289703</c:v>
                </c:pt>
                <c:pt idx="2592">
                  <c:v>7.35534668</c:v>
                </c:pt>
                <c:pt idx="2593">
                  <c:v>7.35801903</c:v>
                </c:pt>
                <c:pt idx="2594">
                  <c:v>7.35950367</c:v>
                </c:pt>
                <c:pt idx="2595">
                  <c:v>7.36195332</c:v>
                </c:pt>
                <c:pt idx="2596">
                  <c:v>7.36495972</c:v>
                </c:pt>
                <c:pt idx="2597">
                  <c:v>7.36714956</c:v>
                </c:pt>
                <c:pt idx="2598">
                  <c:v>7.3693687</c:v>
                </c:pt>
                <c:pt idx="2599">
                  <c:v>7.37182617</c:v>
                </c:pt>
                <c:pt idx="2600">
                  <c:v>7.37427583</c:v>
                </c:pt>
                <c:pt idx="2601">
                  <c:v>7.37672548</c:v>
                </c:pt>
                <c:pt idx="2602">
                  <c:v>7.38021047</c:v>
                </c:pt>
                <c:pt idx="2603">
                  <c:v>7.38266794</c:v>
                </c:pt>
                <c:pt idx="2604">
                  <c:v>7.38489099</c:v>
                </c:pt>
                <c:pt idx="2605">
                  <c:v>7.38637563</c:v>
                </c:pt>
                <c:pt idx="2606">
                  <c:v>7.390013</c:v>
                </c:pt>
                <c:pt idx="2607">
                  <c:v>7.39201726</c:v>
                </c:pt>
                <c:pt idx="2608">
                  <c:v>7.39394729</c:v>
                </c:pt>
                <c:pt idx="2609">
                  <c:v>7.39640085</c:v>
                </c:pt>
                <c:pt idx="2610">
                  <c:v>7.39987022</c:v>
                </c:pt>
                <c:pt idx="2611">
                  <c:v>7.40232769</c:v>
                </c:pt>
                <c:pt idx="2612">
                  <c:v>7.40478516</c:v>
                </c:pt>
                <c:pt idx="2613">
                  <c:v>7.40723481</c:v>
                </c:pt>
                <c:pt idx="2614">
                  <c:v>7.40968446</c:v>
                </c:pt>
                <c:pt idx="2615">
                  <c:v>7.41186845</c:v>
                </c:pt>
                <c:pt idx="2616">
                  <c:v>7.41436108</c:v>
                </c:pt>
                <c:pt idx="2617">
                  <c:v>7.41700022</c:v>
                </c:pt>
                <c:pt idx="2618">
                  <c:v>7.41851807</c:v>
                </c:pt>
                <c:pt idx="2619">
                  <c:v>7.42096772</c:v>
                </c:pt>
                <c:pt idx="2620">
                  <c:v>7.42364984</c:v>
                </c:pt>
                <c:pt idx="2621">
                  <c:v>7.42603503</c:v>
                </c:pt>
                <c:pt idx="2622">
                  <c:v>7.42874146</c:v>
                </c:pt>
                <c:pt idx="2623">
                  <c:v>7.43141174</c:v>
                </c:pt>
                <c:pt idx="2624">
                  <c:v>7.43385315</c:v>
                </c:pt>
                <c:pt idx="2625">
                  <c:v>7.43603681</c:v>
                </c:pt>
                <c:pt idx="2626">
                  <c:v>7.43870916</c:v>
                </c:pt>
                <c:pt idx="2627">
                  <c:v>7.44094849</c:v>
                </c:pt>
                <c:pt idx="2628">
                  <c:v>7.44360846</c:v>
                </c:pt>
                <c:pt idx="2629">
                  <c:v>7.44628081</c:v>
                </c:pt>
                <c:pt idx="2630">
                  <c:v>7.44850159</c:v>
                </c:pt>
                <c:pt idx="2631">
                  <c:v>7.4506605</c:v>
                </c:pt>
                <c:pt idx="2632">
                  <c:v>7.45340708</c:v>
                </c:pt>
                <c:pt idx="2633">
                  <c:v>7.45585674</c:v>
                </c:pt>
                <c:pt idx="2634">
                  <c:v>7.45803833</c:v>
                </c:pt>
                <c:pt idx="2635">
                  <c:v>7.46075604</c:v>
                </c:pt>
                <c:pt idx="2636">
                  <c:v>7.46290877</c:v>
                </c:pt>
                <c:pt idx="2637">
                  <c:v>7.46513367</c:v>
                </c:pt>
                <c:pt idx="2638">
                  <c:v>7.46765137</c:v>
                </c:pt>
                <c:pt idx="2639">
                  <c:v>7.47032166</c:v>
                </c:pt>
                <c:pt idx="2640">
                  <c:v>7.47255892</c:v>
                </c:pt>
                <c:pt idx="2641">
                  <c:v>7.47528076</c:v>
                </c:pt>
                <c:pt idx="2642">
                  <c:v>7.47795105</c:v>
                </c:pt>
                <c:pt idx="2643">
                  <c:v>7.48039246</c:v>
                </c:pt>
                <c:pt idx="2644">
                  <c:v>7.48291016</c:v>
                </c:pt>
                <c:pt idx="2645">
                  <c:v>7.4848175</c:v>
                </c:pt>
                <c:pt idx="2646">
                  <c:v>7.48756409</c:v>
                </c:pt>
                <c:pt idx="2647">
                  <c:v>7.48954773</c:v>
                </c:pt>
                <c:pt idx="2648">
                  <c:v>7.49298096</c:v>
                </c:pt>
                <c:pt idx="2649">
                  <c:v>7.49542236</c:v>
                </c:pt>
                <c:pt idx="2650">
                  <c:v>7.49787202</c:v>
                </c:pt>
                <c:pt idx="2651">
                  <c:v>7.50032167</c:v>
                </c:pt>
                <c:pt idx="2652">
                  <c:v>7.50282288</c:v>
                </c:pt>
                <c:pt idx="2653">
                  <c:v>7.50499828</c:v>
                </c:pt>
                <c:pt idx="2654">
                  <c:v>7.50744794</c:v>
                </c:pt>
                <c:pt idx="2655">
                  <c:v>7.50989759</c:v>
                </c:pt>
                <c:pt idx="2656">
                  <c:v>7.51212455</c:v>
                </c:pt>
                <c:pt idx="2657">
                  <c:v>7.51405458</c:v>
                </c:pt>
                <c:pt idx="2658">
                  <c:v>7.51680116</c:v>
                </c:pt>
                <c:pt idx="2659">
                  <c:v>7.51925082</c:v>
                </c:pt>
                <c:pt idx="2660">
                  <c:v>7.52170047</c:v>
                </c:pt>
                <c:pt idx="2661">
                  <c:v>7.52415013</c:v>
                </c:pt>
                <c:pt idx="2662">
                  <c:v>7.52630285</c:v>
                </c:pt>
                <c:pt idx="2663">
                  <c:v>7.52875251</c:v>
                </c:pt>
                <c:pt idx="2664">
                  <c:v>7.53120216</c:v>
                </c:pt>
                <c:pt idx="2665">
                  <c:v>7.53394874</c:v>
                </c:pt>
                <c:pt idx="2666">
                  <c:v>7.5363984</c:v>
                </c:pt>
                <c:pt idx="2667">
                  <c:v>7.53884805</c:v>
                </c:pt>
                <c:pt idx="2668">
                  <c:v>7.5415204</c:v>
                </c:pt>
                <c:pt idx="2669">
                  <c:v>7.54371643</c:v>
                </c:pt>
                <c:pt idx="2670">
                  <c:v>7.54597432</c:v>
                </c:pt>
                <c:pt idx="2671">
                  <c:v>7.54890442</c:v>
                </c:pt>
                <c:pt idx="2672">
                  <c:v>7.55109632</c:v>
                </c:pt>
                <c:pt idx="2673">
                  <c:v>7.55332947</c:v>
                </c:pt>
                <c:pt idx="2674">
                  <c:v>7.55577087</c:v>
                </c:pt>
                <c:pt idx="2675">
                  <c:v>7.55844116</c:v>
                </c:pt>
                <c:pt idx="2676">
                  <c:v>7.56111764</c:v>
                </c:pt>
                <c:pt idx="2677">
                  <c:v>7.56332397</c:v>
                </c:pt>
                <c:pt idx="2678">
                  <c:v>7.56599426</c:v>
                </c:pt>
                <c:pt idx="2679">
                  <c:v>7.56843567</c:v>
                </c:pt>
                <c:pt idx="2680">
                  <c:v>7.57054509</c:v>
                </c:pt>
                <c:pt idx="2681">
                  <c:v>7.57301331</c:v>
                </c:pt>
                <c:pt idx="2682">
                  <c:v>7.57537842</c:v>
                </c:pt>
                <c:pt idx="2683">
                  <c:v>7.57827759</c:v>
                </c:pt>
                <c:pt idx="2684">
                  <c:v>7.57972717</c:v>
                </c:pt>
                <c:pt idx="2685">
                  <c:v>7.58232117</c:v>
                </c:pt>
                <c:pt idx="2686">
                  <c:v>7.58476257</c:v>
                </c:pt>
                <c:pt idx="2687">
                  <c:v>7.58712769</c:v>
                </c:pt>
                <c:pt idx="2688">
                  <c:v>7.58972168</c:v>
                </c:pt>
                <c:pt idx="2689">
                  <c:v>7.59216309</c:v>
                </c:pt>
                <c:pt idx="2690">
                  <c:v>7.59526433</c:v>
                </c:pt>
                <c:pt idx="2691">
                  <c:v>7.59643555</c:v>
                </c:pt>
                <c:pt idx="2692">
                  <c:v>7.59902954</c:v>
                </c:pt>
                <c:pt idx="2693">
                  <c:v>7.60139465</c:v>
                </c:pt>
                <c:pt idx="2694">
                  <c:v>7.60446909</c:v>
                </c:pt>
                <c:pt idx="2695">
                  <c:v>7.60714144</c:v>
                </c:pt>
                <c:pt idx="2696">
                  <c:v>7.60951687</c:v>
                </c:pt>
                <c:pt idx="2697">
                  <c:v>7.61189229</c:v>
                </c:pt>
                <c:pt idx="2698">
                  <c:v>7.61419348</c:v>
                </c:pt>
                <c:pt idx="2699">
                  <c:v>7.61566162</c:v>
                </c:pt>
                <c:pt idx="2700">
                  <c:v>7.61894226</c:v>
                </c:pt>
                <c:pt idx="2701">
                  <c:v>7.61993408</c:v>
                </c:pt>
                <c:pt idx="2702">
                  <c:v>7.62298584</c:v>
                </c:pt>
                <c:pt idx="2703">
                  <c:v>7.62607059</c:v>
                </c:pt>
                <c:pt idx="2704">
                  <c:v>7.6272583</c:v>
                </c:pt>
                <c:pt idx="2705">
                  <c:v>7.63076782</c:v>
                </c:pt>
                <c:pt idx="2706">
                  <c:v>7.63289993</c:v>
                </c:pt>
                <c:pt idx="2707">
                  <c:v>7.63404846</c:v>
                </c:pt>
                <c:pt idx="2708">
                  <c:v>7.63779924</c:v>
                </c:pt>
                <c:pt idx="2709">
                  <c:v>7.63972927</c:v>
                </c:pt>
                <c:pt idx="2710">
                  <c:v>7.64228821</c:v>
                </c:pt>
                <c:pt idx="2711">
                  <c:v>7.64396667</c:v>
                </c:pt>
                <c:pt idx="2712">
                  <c:v>7.64655861</c:v>
                </c:pt>
                <c:pt idx="2713">
                  <c:v>7.64862061</c:v>
                </c:pt>
                <c:pt idx="2714">
                  <c:v>7.65101252</c:v>
                </c:pt>
                <c:pt idx="2715">
                  <c:v>7.65331371</c:v>
                </c:pt>
                <c:pt idx="2716">
                  <c:v>7.65541077</c:v>
                </c:pt>
                <c:pt idx="2717">
                  <c:v>7.65899658</c:v>
                </c:pt>
                <c:pt idx="2718">
                  <c:v>7.66036987</c:v>
                </c:pt>
                <c:pt idx="2719">
                  <c:v>7.66340926</c:v>
                </c:pt>
                <c:pt idx="2720">
                  <c:v>7.66555786</c:v>
                </c:pt>
                <c:pt idx="2721">
                  <c:v>7.66807556</c:v>
                </c:pt>
                <c:pt idx="2722">
                  <c:v>7.67044067</c:v>
                </c:pt>
                <c:pt idx="2723">
                  <c:v>7.67280579</c:v>
                </c:pt>
                <c:pt idx="2724">
                  <c:v>7.67513791</c:v>
                </c:pt>
                <c:pt idx="2725">
                  <c:v>7.6774391</c:v>
                </c:pt>
                <c:pt idx="2726">
                  <c:v>7.67981452</c:v>
                </c:pt>
                <c:pt idx="2727">
                  <c:v>7.68211365</c:v>
                </c:pt>
                <c:pt idx="2728">
                  <c:v>7.68447876</c:v>
                </c:pt>
                <c:pt idx="2729">
                  <c:v>7.68656963</c:v>
                </c:pt>
                <c:pt idx="2730">
                  <c:v>7.68864812</c:v>
                </c:pt>
                <c:pt idx="2731">
                  <c:v>7.69119263</c:v>
                </c:pt>
                <c:pt idx="2732">
                  <c:v>7.69348145</c:v>
                </c:pt>
                <c:pt idx="2733">
                  <c:v>7.69562592</c:v>
                </c:pt>
                <c:pt idx="2734">
                  <c:v>7.69790649</c:v>
                </c:pt>
                <c:pt idx="2735">
                  <c:v>7.70027161</c:v>
                </c:pt>
                <c:pt idx="2736">
                  <c:v>7.70256042</c:v>
                </c:pt>
                <c:pt idx="2737">
                  <c:v>7.70490492</c:v>
                </c:pt>
                <c:pt idx="2738">
                  <c:v>7.707901</c:v>
                </c:pt>
                <c:pt idx="2739">
                  <c:v>7.70906191</c:v>
                </c:pt>
                <c:pt idx="2740">
                  <c:v>7.7113631</c:v>
                </c:pt>
                <c:pt idx="2741">
                  <c:v>7.71408081</c:v>
                </c:pt>
                <c:pt idx="2742">
                  <c:v>7.71636963</c:v>
                </c:pt>
                <c:pt idx="2743">
                  <c:v>7.71873474</c:v>
                </c:pt>
                <c:pt idx="2744">
                  <c:v>7.72079055</c:v>
                </c:pt>
                <c:pt idx="2745">
                  <c:v>7.7230835</c:v>
                </c:pt>
                <c:pt idx="2746">
                  <c:v>7.72537231</c:v>
                </c:pt>
                <c:pt idx="2747">
                  <c:v>7.72766113</c:v>
                </c:pt>
                <c:pt idx="2748">
                  <c:v>7.72992108</c:v>
                </c:pt>
                <c:pt idx="2749">
                  <c:v>7.73311306</c:v>
                </c:pt>
                <c:pt idx="2750">
                  <c:v>7.73541425</c:v>
                </c:pt>
                <c:pt idx="2751">
                  <c:v>7.73719581</c:v>
                </c:pt>
                <c:pt idx="2752">
                  <c:v>7.7397197</c:v>
                </c:pt>
                <c:pt idx="2753">
                  <c:v>7.74150127</c:v>
                </c:pt>
                <c:pt idx="2754">
                  <c:v>7.7444458</c:v>
                </c:pt>
                <c:pt idx="2755">
                  <c:v>7.74650574</c:v>
                </c:pt>
                <c:pt idx="2756">
                  <c:v>7.74899869</c:v>
                </c:pt>
                <c:pt idx="2757">
                  <c:v>7.75009155</c:v>
                </c:pt>
                <c:pt idx="2758">
                  <c:v>7.7532959</c:v>
                </c:pt>
                <c:pt idx="2759">
                  <c:v>7.7558136</c:v>
                </c:pt>
                <c:pt idx="2760">
                  <c:v>7.75810242</c:v>
                </c:pt>
                <c:pt idx="2761">
                  <c:v>7.76013349</c:v>
                </c:pt>
                <c:pt idx="2762">
                  <c:v>7.7627316</c:v>
                </c:pt>
                <c:pt idx="2763">
                  <c:v>7.76481628</c:v>
                </c:pt>
                <c:pt idx="2764">
                  <c:v>7.76740822</c:v>
                </c:pt>
                <c:pt idx="2765">
                  <c:v>7.76954651</c:v>
                </c:pt>
                <c:pt idx="2766">
                  <c:v>7.77122498</c:v>
                </c:pt>
                <c:pt idx="2767">
                  <c:v>7.77359009</c:v>
                </c:pt>
                <c:pt idx="2768">
                  <c:v>7.77616759</c:v>
                </c:pt>
                <c:pt idx="2769">
                  <c:v>7.77861724</c:v>
                </c:pt>
                <c:pt idx="2770">
                  <c:v>7.78121536</c:v>
                </c:pt>
                <c:pt idx="2771">
                  <c:v>7.78366501</c:v>
                </c:pt>
                <c:pt idx="2772">
                  <c:v>7.78559504</c:v>
                </c:pt>
                <c:pt idx="2773">
                  <c:v>7.78900146</c:v>
                </c:pt>
                <c:pt idx="2774">
                  <c:v>7.79019742</c:v>
                </c:pt>
                <c:pt idx="2775">
                  <c:v>7.79353786</c:v>
                </c:pt>
                <c:pt idx="2776">
                  <c:v>7.79598752</c:v>
                </c:pt>
                <c:pt idx="2777">
                  <c:v>7.79838562</c:v>
                </c:pt>
                <c:pt idx="2778">
                  <c:v>7.80103529</c:v>
                </c:pt>
                <c:pt idx="2779">
                  <c:v>7.80319214</c:v>
                </c:pt>
                <c:pt idx="2780">
                  <c:v>7.80509949</c:v>
                </c:pt>
                <c:pt idx="2781">
                  <c:v>7.80801309</c:v>
                </c:pt>
                <c:pt idx="2782">
                  <c:v>7.81038851</c:v>
                </c:pt>
                <c:pt idx="2783">
                  <c:v>7.8125</c:v>
                </c:pt>
                <c:pt idx="2784">
                  <c:v>7.81509399</c:v>
                </c:pt>
                <c:pt idx="2785">
                  <c:v>7.81714362</c:v>
                </c:pt>
                <c:pt idx="2786">
                  <c:v>7.81944275</c:v>
                </c:pt>
                <c:pt idx="2787">
                  <c:v>7.82173157</c:v>
                </c:pt>
                <c:pt idx="2788">
                  <c:v>7.82375026</c:v>
                </c:pt>
                <c:pt idx="2789">
                  <c:v>7.82597722</c:v>
                </c:pt>
                <c:pt idx="2790">
                  <c:v>7.82842688</c:v>
                </c:pt>
                <c:pt idx="2791">
                  <c:v>7.8305796</c:v>
                </c:pt>
                <c:pt idx="2792">
                  <c:v>7.83273233</c:v>
                </c:pt>
                <c:pt idx="2793">
                  <c:v>7.83462524</c:v>
                </c:pt>
                <c:pt idx="2794">
                  <c:v>7.83737183</c:v>
                </c:pt>
                <c:pt idx="2795">
                  <c:v>7.83919051</c:v>
                </c:pt>
                <c:pt idx="2796">
                  <c:v>7.84119477</c:v>
                </c:pt>
                <c:pt idx="2797">
                  <c:v>7.84319903</c:v>
                </c:pt>
                <c:pt idx="2798">
                  <c:v>7.84453521</c:v>
                </c:pt>
                <c:pt idx="2799">
                  <c:v>7.84660339</c:v>
                </c:pt>
                <c:pt idx="2800">
                  <c:v>7.84832104</c:v>
                </c:pt>
                <c:pt idx="2801">
                  <c:v>7.85072327</c:v>
                </c:pt>
                <c:pt idx="2802">
                  <c:v>7.85263062</c:v>
                </c:pt>
                <c:pt idx="2803">
                  <c:v>7.85418536</c:v>
                </c:pt>
                <c:pt idx="2804">
                  <c:v>7.8558927</c:v>
                </c:pt>
                <c:pt idx="2805">
                  <c:v>7.85758972</c:v>
                </c:pt>
                <c:pt idx="2806">
                  <c:v>7.85908467</c:v>
                </c:pt>
                <c:pt idx="2807">
                  <c:v>7.86071777</c:v>
                </c:pt>
                <c:pt idx="2808">
                  <c:v>7.86249934</c:v>
                </c:pt>
                <c:pt idx="2809">
                  <c:v>7.86376128</c:v>
                </c:pt>
                <c:pt idx="2810">
                  <c:v>7.86532015</c:v>
                </c:pt>
                <c:pt idx="2811">
                  <c:v>7.86725018</c:v>
                </c:pt>
                <c:pt idx="2812">
                  <c:v>7.86895752</c:v>
                </c:pt>
                <c:pt idx="2813">
                  <c:v>7.86992253</c:v>
                </c:pt>
                <c:pt idx="2814">
                  <c:v>7.87162781</c:v>
                </c:pt>
                <c:pt idx="2815">
                  <c:v>7.87318874</c:v>
                </c:pt>
                <c:pt idx="2816">
                  <c:v>7.87474761</c:v>
                </c:pt>
                <c:pt idx="2817">
                  <c:v>7.87643433</c:v>
                </c:pt>
                <c:pt idx="2818">
                  <c:v>7.87793959</c:v>
                </c:pt>
                <c:pt idx="2819">
                  <c:v>7.87949846</c:v>
                </c:pt>
                <c:pt idx="2820">
                  <c:v>7.88105733</c:v>
                </c:pt>
                <c:pt idx="2821">
                  <c:v>7.88269043</c:v>
                </c:pt>
                <c:pt idx="2822">
                  <c:v>7.8842493</c:v>
                </c:pt>
                <c:pt idx="2823">
                  <c:v>7.88573394</c:v>
                </c:pt>
                <c:pt idx="2824">
                  <c:v>7.88726807</c:v>
                </c:pt>
                <c:pt idx="2825">
                  <c:v>7.88862899</c:v>
                </c:pt>
                <c:pt idx="2826">
                  <c:v>7.89018786</c:v>
                </c:pt>
                <c:pt idx="2827">
                  <c:v>7.8918457</c:v>
                </c:pt>
                <c:pt idx="2828">
                  <c:v>7.89352417</c:v>
                </c:pt>
                <c:pt idx="2829">
                  <c:v>7.89474487</c:v>
                </c:pt>
                <c:pt idx="2830">
                  <c:v>7.89627075</c:v>
                </c:pt>
                <c:pt idx="2831">
                  <c:v>7.89764404</c:v>
                </c:pt>
                <c:pt idx="2832">
                  <c:v>7.89902146</c:v>
                </c:pt>
                <c:pt idx="2833">
                  <c:v>7.90117418</c:v>
                </c:pt>
                <c:pt idx="2834">
                  <c:v>7.9019165</c:v>
                </c:pt>
                <c:pt idx="2835">
                  <c:v>7.90359497</c:v>
                </c:pt>
                <c:pt idx="2836">
                  <c:v>7.90512085</c:v>
                </c:pt>
                <c:pt idx="2837">
                  <c:v>7.90725708</c:v>
                </c:pt>
                <c:pt idx="2838">
                  <c:v>7.90800352</c:v>
                </c:pt>
                <c:pt idx="2839">
                  <c:v>7.90985107</c:v>
                </c:pt>
                <c:pt idx="2840">
                  <c:v>7.9111955</c:v>
                </c:pt>
                <c:pt idx="2841">
                  <c:v>7.91290283</c:v>
                </c:pt>
                <c:pt idx="2842">
                  <c:v>7.91438747</c:v>
                </c:pt>
                <c:pt idx="2843">
                  <c:v>7.91610718</c:v>
                </c:pt>
                <c:pt idx="2844">
                  <c:v>7.91732788</c:v>
                </c:pt>
                <c:pt idx="2845">
                  <c:v>7.91884139</c:v>
                </c:pt>
                <c:pt idx="2846">
                  <c:v>7.92032603</c:v>
                </c:pt>
                <c:pt idx="2847">
                  <c:v>7.9218849</c:v>
                </c:pt>
                <c:pt idx="2848">
                  <c:v>7.92350769</c:v>
                </c:pt>
                <c:pt idx="2849">
                  <c:v>7.92518616</c:v>
                </c:pt>
                <c:pt idx="2850">
                  <c:v>7.92656151</c:v>
                </c:pt>
                <c:pt idx="2851">
                  <c:v>7.92793274</c:v>
                </c:pt>
                <c:pt idx="2852">
                  <c:v>7.93012464</c:v>
                </c:pt>
                <c:pt idx="2853">
                  <c:v>7.93160928</c:v>
                </c:pt>
                <c:pt idx="2854">
                  <c:v>7.93316815</c:v>
                </c:pt>
                <c:pt idx="2855">
                  <c:v>7.93388367</c:v>
                </c:pt>
                <c:pt idx="2856">
                  <c:v>7.93556213</c:v>
                </c:pt>
                <c:pt idx="2857">
                  <c:v>7.93725091</c:v>
                </c:pt>
                <c:pt idx="2858">
                  <c:v>7.93922424</c:v>
                </c:pt>
                <c:pt idx="2859">
                  <c:v>7.93999749</c:v>
                </c:pt>
                <c:pt idx="2860">
                  <c:v>7.94170483</c:v>
                </c:pt>
                <c:pt idx="2861">
                  <c:v>7.94318947</c:v>
                </c:pt>
                <c:pt idx="2862">
                  <c:v>7.94474834</c:v>
                </c:pt>
                <c:pt idx="2863">
                  <c:v>7.94623298</c:v>
                </c:pt>
                <c:pt idx="2864">
                  <c:v>7.94794031</c:v>
                </c:pt>
                <c:pt idx="2865">
                  <c:v>7.94929504</c:v>
                </c:pt>
                <c:pt idx="2866">
                  <c:v>7.95082092</c:v>
                </c:pt>
                <c:pt idx="2867">
                  <c:v>7.9523468</c:v>
                </c:pt>
                <c:pt idx="2868">
                  <c:v>7.95402527</c:v>
                </c:pt>
                <c:pt idx="2869">
                  <c:v>7.95543774</c:v>
                </c:pt>
                <c:pt idx="2870">
                  <c:v>7.95692238</c:v>
                </c:pt>
                <c:pt idx="2871">
                  <c:v>7.95862971</c:v>
                </c:pt>
                <c:pt idx="2872">
                  <c:v>7.96011435</c:v>
                </c:pt>
                <c:pt idx="2873">
                  <c:v>7.96167322</c:v>
                </c:pt>
                <c:pt idx="2874">
                  <c:v>7.96315786</c:v>
                </c:pt>
                <c:pt idx="2875">
                  <c:v>7.96471673</c:v>
                </c:pt>
                <c:pt idx="2876">
                  <c:v>7.9662323</c:v>
                </c:pt>
                <c:pt idx="2877">
                  <c:v>7.967453</c:v>
                </c:pt>
                <c:pt idx="2878">
                  <c:v>7.9697645</c:v>
                </c:pt>
                <c:pt idx="2879">
                  <c:v>7.97050476</c:v>
                </c:pt>
                <c:pt idx="2880">
                  <c:v>7.97279358</c:v>
                </c:pt>
                <c:pt idx="2881">
                  <c:v>7.97424316</c:v>
                </c:pt>
                <c:pt idx="2882">
                  <c:v>7.97546387</c:v>
                </c:pt>
                <c:pt idx="2883">
                  <c:v>7.97714233</c:v>
                </c:pt>
                <c:pt idx="2884">
                  <c:v>7.97866821</c:v>
                </c:pt>
                <c:pt idx="2885">
                  <c:v>7.97988892</c:v>
                </c:pt>
                <c:pt idx="2886">
                  <c:v>7.98141892</c:v>
                </c:pt>
                <c:pt idx="2887">
                  <c:v>7.98290356</c:v>
                </c:pt>
                <c:pt idx="2888">
                  <c:v>7.98423767</c:v>
                </c:pt>
                <c:pt idx="2889">
                  <c:v>7.98498205</c:v>
                </c:pt>
                <c:pt idx="2890">
                  <c:v>7.98780287</c:v>
                </c:pt>
                <c:pt idx="2891">
                  <c:v>7.98858643</c:v>
                </c:pt>
                <c:pt idx="2892">
                  <c:v>7.99064636</c:v>
                </c:pt>
                <c:pt idx="2893">
                  <c:v>7.99217224</c:v>
                </c:pt>
                <c:pt idx="2894">
                  <c:v>7.99316406</c:v>
                </c:pt>
                <c:pt idx="2895">
                  <c:v>7.99455797</c:v>
                </c:pt>
                <c:pt idx="2896">
                  <c:v>7.99613953</c:v>
                </c:pt>
                <c:pt idx="2897">
                  <c:v>7.99760148</c:v>
                </c:pt>
                <c:pt idx="2898">
                  <c:v>7.99908612</c:v>
                </c:pt>
                <c:pt idx="2899">
                  <c:v>7.99997691</c:v>
                </c:pt>
                <c:pt idx="2900">
                  <c:v>8.00216675</c:v>
                </c:pt>
                <c:pt idx="2901">
                  <c:v>8.00376892</c:v>
                </c:pt>
                <c:pt idx="2902">
                  <c:v>8.0052948</c:v>
                </c:pt>
                <c:pt idx="2903">
                  <c:v>8.00598969</c:v>
                </c:pt>
                <c:pt idx="2904">
                  <c:v>8.00997282</c:v>
                </c:pt>
                <c:pt idx="2905">
                  <c:v>8.01170751</c:v>
                </c:pt>
                <c:pt idx="2906">
                  <c:v>8.01385828</c:v>
                </c:pt>
                <c:pt idx="2907">
                  <c:v>8.01489753</c:v>
                </c:pt>
                <c:pt idx="2908">
                  <c:v>8.01690179</c:v>
                </c:pt>
                <c:pt idx="2909">
                  <c:v>8.01821257</c:v>
                </c:pt>
                <c:pt idx="2910">
                  <c:v>8.02016409</c:v>
                </c:pt>
                <c:pt idx="2911">
                  <c:v>8.02892736</c:v>
                </c:pt>
                <c:pt idx="2912">
                  <c:v>8.03145125</c:v>
                </c:pt>
                <c:pt idx="2913">
                  <c:v>8.03223459</c:v>
                </c:pt>
                <c:pt idx="2914">
                  <c:v>8.03483662</c:v>
                </c:pt>
                <c:pt idx="2915">
                  <c:v>8.03560824</c:v>
                </c:pt>
                <c:pt idx="2916">
                  <c:v>8.03736637</c:v>
                </c:pt>
                <c:pt idx="2917">
                  <c:v>8.03813213</c:v>
                </c:pt>
                <c:pt idx="2918">
                  <c:v>8.04021062</c:v>
                </c:pt>
                <c:pt idx="2919">
                  <c:v>8.04155852</c:v>
                </c:pt>
                <c:pt idx="2920">
                  <c:v>8.04249814</c:v>
                </c:pt>
                <c:pt idx="2921">
                  <c:v>8.04379915</c:v>
                </c:pt>
                <c:pt idx="2922">
                  <c:v>8.04978654</c:v>
                </c:pt>
                <c:pt idx="2923">
                  <c:v>8.05117155</c:v>
                </c:pt>
                <c:pt idx="2924">
                  <c:v>8.05211117</c:v>
                </c:pt>
                <c:pt idx="2925">
                  <c:v>8.05377358</c:v>
                </c:pt>
                <c:pt idx="2926">
                  <c:v>8.05464092</c:v>
                </c:pt>
                <c:pt idx="2927">
                  <c:v>8.0583994</c:v>
                </c:pt>
                <c:pt idx="2928">
                  <c:v>8.05973362</c:v>
                </c:pt>
                <c:pt idx="2929">
                  <c:v>8.06129249</c:v>
                </c:pt>
                <c:pt idx="2930">
                  <c:v>8.06277713</c:v>
                </c:pt>
                <c:pt idx="2931">
                  <c:v>8.06439851</c:v>
                </c:pt>
                <c:pt idx="2932">
                  <c:v>8.06548269</c:v>
                </c:pt>
                <c:pt idx="2933">
                  <c:v>8.0688075</c:v>
                </c:pt>
                <c:pt idx="2934">
                  <c:v>8.07039763</c:v>
                </c:pt>
                <c:pt idx="2935">
                  <c:v>8.07191548</c:v>
                </c:pt>
                <c:pt idx="2936">
                  <c:v>8.07343332</c:v>
                </c:pt>
                <c:pt idx="2937">
                  <c:v>8.07487889</c:v>
                </c:pt>
                <c:pt idx="2938">
                  <c:v>8.07834826</c:v>
                </c:pt>
                <c:pt idx="2939">
                  <c:v>8.07892649</c:v>
                </c:pt>
                <c:pt idx="2940">
                  <c:v>8.08058889</c:v>
                </c:pt>
                <c:pt idx="2941">
                  <c:v>8.08268497</c:v>
                </c:pt>
                <c:pt idx="2942">
                  <c:v>8.08564057</c:v>
                </c:pt>
                <c:pt idx="2943">
                  <c:v>8.0869494</c:v>
                </c:pt>
                <c:pt idx="2944">
                  <c:v>8.09005737</c:v>
                </c:pt>
                <c:pt idx="2945">
                  <c:v>8.09070788</c:v>
                </c:pt>
                <c:pt idx="2946">
                  <c:v>8.09410301</c:v>
                </c:pt>
                <c:pt idx="2947">
                  <c:v>8.09764661</c:v>
                </c:pt>
                <c:pt idx="2948">
                  <c:v>8.09851395</c:v>
                </c:pt>
                <c:pt idx="2949">
                  <c:v>8.10026427</c:v>
                </c:pt>
                <c:pt idx="2950">
                  <c:v>8.10486665</c:v>
                </c:pt>
                <c:pt idx="2951">
                  <c:v>8.109428</c:v>
                </c:pt>
                <c:pt idx="2952">
                  <c:v>8.11028558</c:v>
                </c:pt>
                <c:pt idx="2953">
                  <c:v>8.11188547</c:v>
                </c:pt>
                <c:pt idx="2954">
                  <c:v>8.11311421</c:v>
                </c:pt>
                <c:pt idx="2955">
                  <c:v>8.11481373</c:v>
                </c:pt>
                <c:pt idx="2956">
                  <c:v>8.11629837</c:v>
                </c:pt>
                <c:pt idx="2957">
                  <c:v>8.11701724</c:v>
                </c:pt>
                <c:pt idx="2958">
                  <c:v>8.11846281</c:v>
                </c:pt>
                <c:pt idx="2959">
                  <c:v>8.12063117</c:v>
                </c:pt>
                <c:pt idx="2960">
                  <c:v>8.12207674</c:v>
                </c:pt>
                <c:pt idx="2961">
                  <c:v>8.12352231</c:v>
                </c:pt>
                <c:pt idx="2962">
                  <c:v>8.12496788</c:v>
                </c:pt>
                <c:pt idx="2963">
                  <c:v>8.12639391</c:v>
                </c:pt>
                <c:pt idx="2964">
                  <c:v>8.12787855</c:v>
                </c:pt>
                <c:pt idx="2965">
                  <c:v>8.12916003</c:v>
                </c:pt>
                <c:pt idx="2966">
                  <c:v>8.1305509</c:v>
                </c:pt>
                <c:pt idx="2967">
                  <c:v>8.13196131</c:v>
                </c:pt>
                <c:pt idx="2968">
                  <c:v>8.13314902</c:v>
                </c:pt>
                <c:pt idx="2969">
                  <c:v>8.13500482</c:v>
                </c:pt>
                <c:pt idx="2970">
                  <c:v>8.13624332</c:v>
                </c:pt>
                <c:pt idx="2971">
                  <c:v>8.13790572</c:v>
                </c:pt>
                <c:pt idx="2972">
                  <c:v>8.13923604</c:v>
                </c:pt>
                <c:pt idx="2973">
                  <c:v>8.14072068</c:v>
                </c:pt>
                <c:pt idx="2974">
                  <c:v>8.14144737</c:v>
                </c:pt>
                <c:pt idx="2975">
                  <c:v>8.14510036</c:v>
                </c:pt>
                <c:pt idx="2976">
                  <c:v>8.14621384</c:v>
                </c:pt>
                <c:pt idx="2977">
                  <c:v>8.14755002</c:v>
                </c:pt>
                <c:pt idx="2978">
                  <c:v>8.14910889</c:v>
                </c:pt>
                <c:pt idx="2979">
                  <c:v>8.15033762</c:v>
                </c:pt>
                <c:pt idx="2980">
                  <c:v>8.15149408</c:v>
                </c:pt>
                <c:pt idx="2981">
                  <c:v>8.15296895</c:v>
                </c:pt>
                <c:pt idx="2982">
                  <c:v>8.15467433</c:v>
                </c:pt>
                <c:pt idx="2983">
                  <c:v>8.15575851</c:v>
                </c:pt>
                <c:pt idx="2984">
                  <c:v>8.1572744</c:v>
                </c:pt>
                <c:pt idx="2985">
                  <c:v>8.15857737</c:v>
                </c:pt>
                <c:pt idx="2986">
                  <c:v>8.16009521</c:v>
                </c:pt>
                <c:pt idx="2987">
                  <c:v>8.16165409</c:v>
                </c:pt>
                <c:pt idx="2988">
                  <c:v>8.16320319</c:v>
                </c:pt>
                <c:pt idx="2989">
                  <c:v>8.16472104</c:v>
                </c:pt>
                <c:pt idx="2990">
                  <c:v>8.16696167</c:v>
                </c:pt>
                <c:pt idx="2991">
                  <c:v>8.16840724</c:v>
                </c:pt>
                <c:pt idx="2992">
                  <c:v>8.1702142</c:v>
                </c:pt>
                <c:pt idx="2993">
                  <c:v>8.17152693</c:v>
                </c:pt>
                <c:pt idx="2994">
                  <c:v>8.17274395</c:v>
                </c:pt>
                <c:pt idx="2995">
                  <c:v>8.17433407</c:v>
                </c:pt>
                <c:pt idx="2996">
                  <c:v>8.17577964</c:v>
                </c:pt>
                <c:pt idx="2997">
                  <c:v>8.17709433</c:v>
                </c:pt>
                <c:pt idx="2998">
                  <c:v>8.17835627</c:v>
                </c:pt>
                <c:pt idx="2999">
                  <c:v>8.1799718</c:v>
                </c:pt>
                <c:pt idx="3000">
                  <c:v>8.18125132</c:v>
                </c:pt>
                <c:pt idx="3001">
                  <c:v>8.18303289</c:v>
                </c:pt>
                <c:pt idx="3002">
                  <c:v>8.18474217</c:v>
                </c:pt>
                <c:pt idx="3003">
                  <c:v>8.18626002</c:v>
                </c:pt>
                <c:pt idx="3004">
                  <c:v>8.18777787</c:v>
                </c:pt>
                <c:pt idx="3005">
                  <c:v>8.18926837</c:v>
                </c:pt>
                <c:pt idx="3006">
                  <c:v>8.1900185</c:v>
                </c:pt>
                <c:pt idx="3007">
                  <c:v>8.19231188</c:v>
                </c:pt>
                <c:pt idx="3008">
                  <c:v>8.19319876</c:v>
                </c:pt>
                <c:pt idx="3009">
                  <c:v>8.19394498</c:v>
                </c:pt>
                <c:pt idx="3010">
                  <c:v>8.19630673</c:v>
                </c:pt>
                <c:pt idx="3011">
                  <c:v>8.19796914</c:v>
                </c:pt>
                <c:pt idx="3012">
                  <c:v>8.19973507</c:v>
                </c:pt>
                <c:pt idx="3013">
                  <c:v>8.2014385</c:v>
                </c:pt>
                <c:pt idx="3014">
                  <c:v>8.20300128</c:v>
                </c:pt>
                <c:pt idx="3015">
                  <c:v>8.20433746</c:v>
                </c:pt>
                <c:pt idx="3016">
                  <c:v>8.20772673</c:v>
                </c:pt>
                <c:pt idx="3017">
                  <c:v>8.20938523</c:v>
                </c:pt>
                <c:pt idx="3018">
                  <c:v>8.21109256</c:v>
                </c:pt>
                <c:pt idx="3019">
                  <c:v>8.21250297</c:v>
                </c:pt>
                <c:pt idx="3020">
                  <c:v>8.2142103</c:v>
                </c:pt>
                <c:pt idx="3021">
                  <c:v>8.21676154</c:v>
                </c:pt>
                <c:pt idx="3022">
                  <c:v>8.21769921</c:v>
                </c:pt>
                <c:pt idx="3023">
                  <c:v>8.22008635</c:v>
                </c:pt>
                <c:pt idx="3024">
                  <c:v>8.22080913</c:v>
                </c:pt>
                <c:pt idx="3025">
                  <c:v>8.2252904</c:v>
                </c:pt>
                <c:pt idx="3026">
                  <c:v>8.22644685</c:v>
                </c:pt>
                <c:pt idx="3027">
                  <c:v>8.23685495</c:v>
                </c:pt>
                <c:pt idx="3028">
                  <c:v>8.24046888</c:v>
                </c:pt>
                <c:pt idx="3029">
                  <c:v>8.24429964</c:v>
                </c:pt>
                <c:pt idx="3030">
                  <c:v>8.24704622</c:v>
                </c:pt>
                <c:pt idx="3031">
                  <c:v>8.2491423</c:v>
                </c:pt>
                <c:pt idx="3032">
                  <c:v>8.25044331</c:v>
                </c:pt>
                <c:pt idx="3033">
                  <c:v>8.25340477</c:v>
                </c:pt>
                <c:pt idx="3034">
                  <c:v>8.25422132</c:v>
                </c:pt>
                <c:pt idx="3035">
                  <c:v>8.25726483</c:v>
                </c:pt>
                <c:pt idx="3036">
                  <c:v>8.2585385</c:v>
                </c:pt>
                <c:pt idx="3037">
                  <c:v>8.2625353</c:v>
                </c:pt>
                <c:pt idx="3038">
                  <c:v>8.26832539</c:v>
                </c:pt>
                <c:pt idx="3039">
                  <c:v>8.27024761</c:v>
                </c:pt>
                <c:pt idx="3040">
                  <c:v>8.27154862</c:v>
                </c:pt>
                <c:pt idx="3041">
                  <c:v>8.27263085</c:v>
                </c:pt>
                <c:pt idx="3042">
                  <c:v>8.27689723</c:v>
                </c:pt>
                <c:pt idx="3043">
                  <c:v>8.27863191</c:v>
                </c:pt>
                <c:pt idx="3044">
                  <c:v>8.28072213</c:v>
                </c:pt>
                <c:pt idx="3045">
                  <c:v>8.28267951</c:v>
                </c:pt>
                <c:pt idx="3046">
                  <c:v>8.28458219</c:v>
                </c:pt>
                <c:pt idx="3047">
                  <c:v>8.28673492</c:v>
                </c:pt>
                <c:pt idx="3048">
                  <c:v>8.28781128</c:v>
                </c:pt>
                <c:pt idx="3049">
                  <c:v>8.29352128</c:v>
                </c:pt>
                <c:pt idx="3050">
                  <c:v>8.29438862</c:v>
                </c:pt>
                <c:pt idx="3051">
                  <c:v>8.29950281</c:v>
                </c:pt>
                <c:pt idx="3052">
                  <c:v>8.30165554</c:v>
                </c:pt>
                <c:pt idx="3053">
                  <c:v>8.30291748</c:v>
                </c:pt>
                <c:pt idx="3054">
                  <c:v>8.31043444</c:v>
                </c:pt>
                <c:pt idx="3055">
                  <c:v>8.31234494</c:v>
                </c:pt>
                <c:pt idx="3056">
                  <c:v>8.31469887</c:v>
                </c:pt>
                <c:pt idx="3057">
                  <c:v>8.31679885</c:v>
                </c:pt>
                <c:pt idx="3058">
                  <c:v>8.31954153</c:v>
                </c:pt>
                <c:pt idx="3059">
                  <c:v>8.32084254</c:v>
                </c:pt>
                <c:pt idx="3060">
                  <c:v>8.32273741</c:v>
                </c:pt>
                <c:pt idx="3061">
                  <c:v>8.32705849</c:v>
                </c:pt>
                <c:pt idx="3062">
                  <c:v>8.32915457</c:v>
                </c:pt>
                <c:pt idx="3063">
                  <c:v>8.33171948</c:v>
                </c:pt>
                <c:pt idx="3064">
                  <c:v>8.33276849</c:v>
                </c:pt>
                <c:pt idx="3065">
                  <c:v>8.34218618</c:v>
                </c:pt>
                <c:pt idx="3066">
                  <c:v>8.34491127</c:v>
                </c:pt>
                <c:pt idx="3067">
                  <c:v>8.34686279</c:v>
                </c:pt>
                <c:pt idx="3068">
                  <c:v>8.34916398</c:v>
                </c:pt>
                <c:pt idx="3069">
                  <c:v>8.35156089</c:v>
                </c:pt>
                <c:pt idx="3070">
                  <c:v>8.35450868</c:v>
                </c:pt>
                <c:pt idx="3071">
                  <c:v>8.35666141</c:v>
                </c:pt>
                <c:pt idx="3072">
                  <c:v>8.35980064</c:v>
                </c:pt>
                <c:pt idx="3073">
                  <c:v>8.36111533</c:v>
                </c:pt>
                <c:pt idx="3074">
                  <c:v>8.36428191</c:v>
                </c:pt>
                <c:pt idx="3075">
                  <c:v>8.36623342</c:v>
                </c:pt>
                <c:pt idx="3076">
                  <c:v>8.36809313</c:v>
                </c:pt>
                <c:pt idx="3077">
                  <c:v>8.37024586</c:v>
                </c:pt>
                <c:pt idx="3078">
                  <c:v>8.37254705</c:v>
                </c:pt>
                <c:pt idx="3079">
                  <c:v>8.37447317</c:v>
                </c:pt>
                <c:pt idx="3080">
                  <c:v>8.3768525</c:v>
                </c:pt>
                <c:pt idx="3081">
                  <c:v>8.37895444</c:v>
                </c:pt>
                <c:pt idx="3082">
                  <c:v>8.38086102</c:v>
                </c:pt>
                <c:pt idx="3083">
                  <c:v>8.38509811</c:v>
                </c:pt>
                <c:pt idx="3084">
                  <c:v>8.38746767</c:v>
                </c:pt>
                <c:pt idx="3085">
                  <c:v>8.38936254</c:v>
                </c:pt>
                <c:pt idx="3086">
                  <c:v>8.39167545</c:v>
                </c:pt>
                <c:pt idx="3087">
                  <c:v>8.3938438</c:v>
                </c:pt>
                <c:pt idx="3088">
                  <c:v>8.39615281</c:v>
                </c:pt>
                <c:pt idx="3089">
                  <c:v>8.39716861</c:v>
                </c:pt>
                <c:pt idx="3090">
                  <c:v>8.39846962</c:v>
                </c:pt>
                <c:pt idx="3091">
                  <c:v>8.40034886</c:v>
                </c:pt>
                <c:pt idx="3092">
                  <c:v>8.403576</c:v>
                </c:pt>
                <c:pt idx="3093">
                  <c:v>8.40587719</c:v>
                </c:pt>
                <c:pt idx="3094">
                  <c:v>8.40866089</c:v>
                </c:pt>
                <c:pt idx="3095">
                  <c:v>8.4109738</c:v>
                </c:pt>
                <c:pt idx="3096">
                  <c:v>8.41203844</c:v>
                </c:pt>
                <c:pt idx="3097">
                  <c:v>8.41411694</c:v>
                </c:pt>
                <c:pt idx="3098">
                  <c:v>8.41708621</c:v>
                </c:pt>
                <c:pt idx="3099">
                  <c:v>8.41901625</c:v>
                </c:pt>
                <c:pt idx="3100">
                  <c:v>8.42130962</c:v>
                </c:pt>
                <c:pt idx="3101">
                  <c:v>8.42347798</c:v>
                </c:pt>
                <c:pt idx="3102">
                  <c:v>8.42896333</c:v>
                </c:pt>
                <c:pt idx="3103">
                  <c:v>8.43128405</c:v>
                </c:pt>
                <c:pt idx="3104">
                  <c:v>8.43341724</c:v>
                </c:pt>
                <c:pt idx="3105">
                  <c:v>8.43576532</c:v>
                </c:pt>
                <c:pt idx="3106">
                  <c:v>8.43809386</c:v>
                </c:pt>
                <c:pt idx="3107">
                  <c:v>8.44024658</c:v>
                </c:pt>
                <c:pt idx="3108">
                  <c:v>8.44210238</c:v>
                </c:pt>
                <c:pt idx="3109">
                  <c:v>8.44400506</c:v>
                </c:pt>
                <c:pt idx="3110">
                  <c:v>8.44617342</c:v>
                </c:pt>
                <c:pt idx="3111">
                  <c:v>8.44848633</c:v>
                </c:pt>
                <c:pt idx="3112">
                  <c:v>8.4505824</c:v>
                </c:pt>
                <c:pt idx="3113">
                  <c:v>8.45275076</c:v>
                </c:pt>
                <c:pt idx="3114">
                  <c:v>8.45464758</c:v>
                </c:pt>
                <c:pt idx="3115">
                  <c:v>8.45715975</c:v>
                </c:pt>
                <c:pt idx="3116">
                  <c:v>8.4591015</c:v>
                </c:pt>
                <c:pt idx="3117">
                  <c:v>8.46142418</c:v>
                </c:pt>
                <c:pt idx="3118">
                  <c:v>8.46355541</c:v>
                </c:pt>
                <c:pt idx="3119">
                  <c:v>8.46563391</c:v>
                </c:pt>
                <c:pt idx="3120">
                  <c:v>8.4677124</c:v>
                </c:pt>
                <c:pt idx="3121">
                  <c:v>8.47008782</c:v>
                </c:pt>
                <c:pt idx="3122">
                  <c:v>8.47233822</c:v>
                </c:pt>
                <c:pt idx="3123">
                  <c:v>8.47363924</c:v>
                </c:pt>
                <c:pt idx="3124">
                  <c:v>8.47632331</c:v>
                </c:pt>
                <c:pt idx="3125">
                  <c:v>8.4784018</c:v>
                </c:pt>
                <c:pt idx="3126">
                  <c:v>8.48077722</c:v>
                </c:pt>
                <c:pt idx="3127">
                  <c:v>8.48285572</c:v>
                </c:pt>
                <c:pt idx="3128">
                  <c:v>8.48469784</c:v>
                </c:pt>
                <c:pt idx="3129">
                  <c:v>8.48614341</c:v>
                </c:pt>
                <c:pt idx="3130">
                  <c:v>8.48823949</c:v>
                </c:pt>
                <c:pt idx="3131">
                  <c:v>8.49057584</c:v>
                </c:pt>
                <c:pt idx="3132">
                  <c:v>8.49243164</c:v>
                </c:pt>
                <c:pt idx="3133">
                  <c:v>8.49431088</c:v>
                </c:pt>
                <c:pt idx="3134">
                  <c:v>8.49740518</c:v>
                </c:pt>
                <c:pt idx="3135">
                  <c:v>8.49911252</c:v>
                </c:pt>
                <c:pt idx="3136">
                  <c:v>8.50161101</c:v>
                </c:pt>
                <c:pt idx="3137">
                  <c:v>8.50370708</c:v>
                </c:pt>
                <c:pt idx="3138">
                  <c:v>8.50493582</c:v>
                </c:pt>
                <c:pt idx="3139">
                  <c:v>8.50950499</c:v>
                </c:pt>
                <c:pt idx="3140">
                  <c:v>8.51158348</c:v>
                </c:pt>
                <c:pt idx="3141">
                  <c:v>8.51346468</c:v>
                </c:pt>
                <c:pt idx="3142">
                  <c:v>8.51556075</c:v>
                </c:pt>
                <c:pt idx="3143">
                  <c:v>8.51759627</c:v>
                </c:pt>
                <c:pt idx="3144">
                  <c:v>8.51967477</c:v>
                </c:pt>
                <c:pt idx="3145">
                  <c:v>8.5217767</c:v>
                </c:pt>
                <c:pt idx="3146">
                  <c:v>8.52589657</c:v>
                </c:pt>
                <c:pt idx="3147">
                  <c:v>8.5269495</c:v>
                </c:pt>
                <c:pt idx="3148">
                  <c:v>8.53196797</c:v>
                </c:pt>
                <c:pt idx="3149">
                  <c:v>8.53399176</c:v>
                </c:pt>
                <c:pt idx="3150">
                  <c:v>8.53689658</c:v>
                </c:pt>
                <c:pt idx="3151">
                  <c:v>8.53897507</c:v>
                </c:pt>
                <c:pt idx="3152">
                  <c:v>8.54068241</c:v>
                </c:pt>
                <c:pt idx="3153">
                  <c:v>8.54273746</c:v>
                </c:pt>
                <c:pt idx="3154">
                  <c:v>8.54498786</c:v>
                </c:pt>
                <c:pt idx="3155">
                  <c:v>8.54706635</c:v>
                </c:pt>
                <c:pt idx="3156">
                  <c:v>8.54936754</c:v>
                </c:pt>
                <c:pt idx="3157">
                  <c:v>8.55119404</c:v>
                </c:pt>
                <c:pt idx="3158">
                  <c:v>8.55329012</c:v>
                </c:pt>
                <c:pt idx="3159">
                  <c:v>8.55538619</c:v>
                </c:pt>
                <c:pt idx="3160">
                  <c:v>8.55745883</c:v>
                </c:pt>
                <c:pt idx="3161">
                  <c:v>8.55936151</c:v>
                </c:pt>
                <c:pt idx="3162">
                  <c:v>8.56138531</c:v>
                </c:pt>
                <c:pt idx="3163">
                  <c:v>8.56369822</c:v>
                </c:pt>
                <c:pt idx="3164">
                  <c:v>8.56536062</c:v>
                </c:pt>
                <c:pt idx="3165">
                  <c:v>8.56770283</c:v>
                </c:pt>
                <c:pt idx="3166">
                  <c:v>8.56976961</c:v>
                </c:pt>
                <c:pt idx="3167">
                  <c:v>8.57200829</c:v>
                </c:pt>
                <c:pt idx="3168">
                  <c:v>8.57408678</c:v>
                </c:pt>
                <c:pt idx="3169">
                  <c:v>8.57620239</c:v>
                </c:pt>
                <c:pt idx="3170">
                  <c:v>8.57809531</c:v>
                </c:pt>
                <c:pt idx="3171">
                  <c:v>8.57996087</c:v>
                </c:pt>
                <c:pt idx="3172">
                  <c:v>8.58162328</c:v>
                </c:pt>
                <c:pt idx="3173">
                  <c:v>8.58393619</c:v>
                </c:pt>
                <c:pt idx="3174">
                  <c:v>8.58595999</c:v>
                </c:pt>
                <c:pt idx="3175">
                  <c:v>8.58789392</c:v>
                </c:pt>
                <c:pt idx="3176">
                  <c:v>8.59101167</c:v>
                </c:pt>
                <c:pt idx="3177">
                  <c:v>8.59309016</c:v>
                </c:pt>
                <c:pt idx="3178">
                  <c:v>8.59472326</c:v>
                </c:pt>
                <c:pt idx="3179">
                  <c:v>8.59702445</c:v>
                </c:pt>
                <c:pt idx="3180">
                  <c:v>8.59889783</c:v>
                </c:pt>
                <c:pt idx="3181">
                  <c:v>8.60081028</c:v>
                </c:pt>
                <c:pt idx="3182">
                  <c:v>8.60330682</c:v>
                </c:pt>
                <c:pt idx="3183">
                  <c:v>8.60518997</c:v>
                </c:pt>
                <c:pt idx="3184">
                  <c:v>8.6070653</c:v>
                </c:pt>
                <c:pt idx="3185">
                  <c:v>8.60934696</c:v>
                </c:pt>
                <c:pt idx="3186">
                  <c:v>8.61140201</c:v>
                </c:pt>
                <c:pt idx="3187">
                  <c:v>8.61328125</c:v>
                </c:pt>
                <c:pt idx="3188">
                  <c:v>8.61535974</c:v>
                </c:pt>
                <c:pt idx="3189">
                  <c:v>8.61769024</c:v>
                </c:pt>
                <c:pt idx="3190">
                  <c:v>8.61956948</c:v>
                </c:pt>
                <c:pt idx="3191">
                  <c:v>8.62144676</c:v>
                </c:pt>
                <c:pt idx="3192">
                  <c:v>8.62434181</c:v>
                </c:pt>
                <c:pt idx="3193">
                  <c:v>8.62564087</c:v>
                </c:pt>
                <c:pt idx="3194">
                  <c:v>8.62773694</c:v>
                </c:pt>
                <c:pt idx="3195">
                  <c:v>8.63042883</c:v>
                </c:pt>
                <c:pt idx="3196">
                  <c:v>8.63273002</c:v>
                </c:pt>
                <c:pt idx="3197">
                  <c:v>8.6346034</c:v>
                </c:pt>
                <c:pt idx="3198">
                  <c:v>8.63651585</c:v>
                </c:pt>
                <c:pt idx="3199">
                  <c:v>8.63881704</c:v>
                </c:pt>
                <c:pt idx="3200">
                  <c:v>8.64067479</c:v>
                </c:pt>
                <c:pt idx="3201">
                  <c:v>8.6423372</c:v>
                </c:pt>
                <c:pt idx="3202">
                  <c:v>8.64445867</c:v>
                </c:pt>
                <c:pt idx="3203">
                  <c:v>8.64742795</c:v>
                </c:pt>
                <c:pt idx="3204">
                  <c:v>8.64927593</c:v>
                </c:pt>
                <c:pt idx="3205">
                  <c:v>8.65137201</c:v>
                </c:pt>
                <c:pt idx="3206">
                  <c:v>8.65368492</c:v>
                </c:pt>
                <c:pt idx="3207">
                  <c:v>8.65498593</c:v>
                </c:pt>
                <c:pt idx="3208">
                  <c:v>8.65708201</c:v>
                </c:pt>
                <c:pt idx="3209">
                  <c:v>8.65917808</c:v>
                </c:pt>
                <c:pt idx="3210">
                  <c:v>8.66123509</c:v>
                </c:pt>
                <c:pt idx="3211">
                  <c:v>8.6631534</c:v>
                </c:pt>
                <c:pt idx="3212">
                  <c:v>8.66546631</c:v>
                </c:pt>
                <c:pt idx="3213">
                  <c:v>8.66756238</c:v>
                </c:pt>
                <c:pt idx="3214">
                  <c:v>8.6694006</c:v>
                </c:pt>
                <c:pt idx="3215">
                  <c:v>8.6725496</c:v>
                </c:pt>
                <c:pt idx="3216">
                  <c:v>8.67385452</c:v>
                </c:pt>
                <c:pt idx="3217">
                  <c:v>8.67593301</c:v>
                </c:pt>
                <c:pt idx="3218">
                  <c:v>8.67782593</c:v>
                </c:pt>
                <c:pt idx="3219">
                  <c:v>8.68100618</c:v>
                </c:pt>
                <c:pt idx="3220">
                  <c:v>8.68310226</c:v>
                </c:pt>
                <c:pt idx="3221">
                  <c:v>8.68409853</c:v>
                </c:pt>
                <c:pt idx="3222">
                  <c:v>8.68706781</c:v>
                </c:pt>
                <c:pt idx="3223">
                  <c:v>8.6889236</c:v>
                </c:pt>
                <c:pt idx="3224">
                  <c:v>8.69107633</c:v>
                </c:pt>
                <c:pt idx="3225">
                  <c:v>8.6933658</c:v>
                </c:pt>
                <c:pt idx="3226">
                  <c:v>8.69567871</c:v>
                </c:pt>
                <c:pt idx="3227">
                  <c:v>8.69690745</c:v>
                </c:pt>
                <c:pt idx="3228">
                  <c:v>8.69900352</c:v>
                </c:pt>
                <c:pt idx="3229">
                  <c:v>8.70198843</c:v>
                </c:pt>
                <c:pt idx="3230">
                  <c:v>8.70384618</c:v>
                </c:pt>
                <c:pt idx="3231">
                  <c:v>8.70507491</c:v>
                </c:pt>
                <c:pt idx="3232">
                  <c:v>8.70763005</c:v>
                </c:pt>
                <c:pt idx="3233">
                  <c:v>8.70991757</c:v>
                </c:pt>
                <c:pt idx="3234">
                  <c:v>8.71157998</c:v>
                </c:pt>
                <c:pt idx="3235">
                  <c:v>8.71386554</c:v>
                </c:pt>
                <c:pt idx="3236">
                  <c:v>8.71598896</c:v>
                </c:pt>
                <c:pt idx="3237">
                  <c:v>8.71869061</c:v>
                </c:pt>
                <c:pt idx="3238">
                  <c:v>8.71974744</c:v>
                </c:pt>
                <c:pt idx="3239">
                  <c:v>8.72225375</c:v>
                </c:pt>
                <c:pt idx="3240">
                  <c:v>8.72451782</c:v>
                </c:pt>
                <c:pt idx="3241">
                  <c:v>8.7267819</c:v>
                </c:pt>
                <c:pt idx="3242">
                  <c:v>8.72908309</c:v>
                </c:pt>
                <c:pt idx="3243">
                  <c:v>8.73116158</c:v>
                </c:pt>
                <c:pt idx="3244">
                  <c:v>8.73225162</c:v>
                </c:pt>
                <c:pt idx="3245">
                  <c:v>8.73450202</c:v>
                </c:pt>
                <c:pt idx="3246">
                  <c:v>8.73658833</c:v>
                </c:pt>
                <c:pt idx="3247">
                  <c:v>8.7388817</c:v>
                </c:pt>
                <c:pt idx="3248">
                  <c:v>8.74078048</c:v>
                </c:pt>
                <c:pt idx="3249">
                  <c:v>8.74388845</c:v>
                </c:pt>
                <c:pt idx="3250">
                  <c:v>8.74555086</c:v>
                </c:pt>
                <c:pt idx="3251">
                  <c:v>8.74757466</c:v>
                </c:pt>
                <c:pt idx="3252">
                  <c:v>8.74964534</c:v>
                </c:pt>
                <c:pt idx="3253">
                  <c:v>8.75198364</c:v>
                </c:pt>
                <c:pt idx="3254">
                  <c:v>8.75364605</c:v>
                </c:pt>
                <c:pt idx="3255">
                  <c:v>8.75588668</c:v>
                </c:pt>
                <c:pt idx="3256">
                  <c:v>8.75754909</c:v>
                </c:pt>
                <c:pt idx="3257">
                  <c:v>8.75988934</c:v>
                </c:pt>
                <c:pt idx="3258">
                  <c:v>8.76152245</c:v>
                </c:pt>
                <c:pt idx="3259">
                  <c:v>8.76362048</c:v>
                </c:pt>
                <c:pt idx="3260">
                  <c:v>8.76564427</c:v>
                </c:pt>
                <c:pt idx="3261">
                  <c:v>8.76860769</c:v>
                </c:pt>
                <c:pt idx="3262">
                  <c:v>8.77065298</c:v>
                </c:pt>
                <c:pt idx="3263">
                  <c:v>8.77251073</c:v>
                </c:pt>
                <c:pt idx="3264">
                  <c:v>8.77436457</c:v>
                </c:pt>
                <c:pt idx="3265">
                  <c:v>8.77648605</c:v>
                </c:pt>
                <c:pt idx="3266">
                  <c:v>8.77874426</c:v>
                </c:pt>
                <c:pt idx="3267">
                  <c:v>8.78082275</c:v>
                </c:pt>
                <c:pt idx="3268">
                  <c:v>8.78312394</c:v>
                </c:pt>
                <c:pt idx="3269">
                  <c:v>8.78494263</c:v>
                </c:pt>
                <c:pt idx="3270">
                  <c:v>8.7870387</c:v>
                </c:pt>
                <c:pt idx="3271">
                  <c:v>8.78913478</c:v>
                </c:pt>
                <c:pt idx="3272">
                  <c:v>8.79137541</c:v>
                </c:pt>
                <c:pt idx="3273">
                  <c:v>8.79240294</c:v>
                </c:pt>
                <c:pt idx="3274">
                  <c:v>8.79529798</c:v>
                </c:pt>
                <c:pt idx="3275">
                  <c:v>8.80086538</c:v>
                </c:pt>
                <c:pt idx="3276">
                  <c:v>8.80294387</c:v>
                </c:pt>
                <c:pt idx="3277">
                  <c:v>8.80395187</c:v>
                </c:pt>
                <c:pt idx="3278">
                  <c:v>8.81140632</c:v>
                </c:pt>
                <c:pt idx="3279">
                  <c:v>8.81370751</c:v>
                </c:pt>
                <c:pt idx="3280">
                  <c:v>8.81571177</c:v>
                </c:pt>
                <c:pt idx="3281">
                  <c:v>8.81779026</c:v>
                </c:pt>
                <c:pt idx="3282">
                  <c:v>8.81985313</c:v>
                </c:pt>
                <c:pt idx="3283">
                  <c:v>8.82209572</c:v>
                </c:pt>
                <c:pt idx="3284">
                  <c:v>8.823973</c:v>
                </c:pt>
                <c:pt idx="3285">
                  <c:v>8.82640117</c:v>
                </c:pt>
                <c:pt idx="3286">
                  <c:v>8.82830971</c:v>
                </c:pt>
                <c:pt idx="3287">
                  <c:v>8.83011277</c:v>
                </c:pt>
                <c:pt idx="3288">
                  <c:v>8.83219126</c:v>
                </c:pt>
                <c:pt idx="3289">
                  <c:v>8.83441822</c:v>
                </c:pt>
                <c:pt idx="3290">
                  <c:v>8.83605132</c:v>
                </c:pt>
                <c:pt idx="3291">
                  <c:v>8.83812982</c:v>
                </c:pt>
                <c:pt idx="3292">
                  <c:v>8.84059705</c:v>
                </c:pt>
                <c:pt idx="3293">
                  <c:v>8.84243527</c:v>
                </c:pt>
                <c:pt idx="3294">
                  <c:v>8.84428325</c:v>
                </c:pt>
                <c:pt idx="3295">
                  <c:v>8.84636956</c:v>
                </c:pt>
                <c:pt idx="3296">
                  <c:v>8.84818629</c:v>
                </c:pt>
                <c:pt idx="3297">
                  <c:v>8.85045232</c:v>
                </c:pt>
                <c:pt idx="3298">
                  <c:v>8.85230617</c:v>
                </c:pt>
                <c:pt idx="3299">
                  <c:v>8.85438661</c:v>
                </c:pt>
                <c:pt idx="3300">
                  <c:v>8.85664287</c:v>
                </c:pt>
                <c:pt idx="3301">
                  <c:v>8.85928592</c:v>
                </c:pt>
                <c:pt idx="3302">
                  <c:v>8.86114172</c:v>
                </c:pt>
                <c:pt idx="3303">
                  <c:v>8.8629311</c:v>
                </c:pt>
                <c:pt idx="3304">
                  <c:v>8.86477909</c:v>
                </c:pt>
                <c:pt idx="3305">
                  <c:v>8.86726781</c:v>
                </c:pt>
                <c:pt idx="3306">
                  <c:v>8.86908454</c:v>
                </c:pt>
                <c:pt idx="3307">
                  <c:v>8.87095401</c:v>
                </c:pt>
                <c:pt idx="3308">
                  <c:v>8.87319464</c:v>
                </c:pt>
                <c:pt idx="3309">
                  <c:v>8.87529072</c:v>
                </c:pt>
                <c:pt idx="3310">
                  <c:v>8.87754698</c:v>
                </c:pt>
                <c:pt idx="3311">
                  <c:v>8.87955515</c:v>
                </c:pt>
                <c:pt idx="3312">
                  <c:v>8.88157895</c:v>
                </c:pt>
                <c:pt idx="3313">
                  <c:v>8.88367502</c:v>
                </c:pt>
                <c:pt idx="3314">
                  <c:v>8.88569882</c:v>
                </c:pt>
                <c:pt idx="3315">
                  <c:v>8.88793945</c:v>
                </c:pt>
                <c:pt idx="3316">
                  <c:v>8.88979525</c:v>
                </c:pt>
                <c:pt idx="3317">
                  <c:v>8.89162566</c:v>
                </c:pt>
                <c:pt idx="3318">
                  <c:v>8.89372954</c:v>
                </c:pt>
                <c:pt idx="3319">
                  <c:v>8.89596236</c:v>
                </c:pt>
                <c:pt idx="3320">
                  <c:v>8.89798616</c:v>
                </c:pt>
                <c:pt idx="3321">
                  <c:v>8.90022679</c:v>
                </c:pt>
                <c:pt idx="3322">
                  <c:v>8.90145553</c:v>
                </c:pt>
                <c:pt idx="3323">
                  <c:v>8.90330547</c:v>
                </c:pt>
                <c:pt idx="3324">
                  <c:v>8.90579224</c:v>
                </c:pt>
                <c:pt idx="3325">
                  <c:v>8.90781603</c:v>
                </c:pt>
                <c:pt idx="3326">
                  <c:v>8.90983983</c:v>
                </c:pt>
                <c:pt idx="3327">
                  <c:v>8.91228753</c:v>
                </c:pt>
                <c:pt idx="3328">
                  <c:v>8.91417654</c:v>
                </c:pt>
                <c:pt idx="3329">
                  <c:v>8.91620034</c:v>
                </c:pt>
                <c:pt idx="3330">
                  <c:v>8.91822413</c:v>
                </c:pt>
                <c:pt idx="3331">
                  <c:v>8.92030458</c:v>
                </c:pt>
                <c:pt idx="3332">
                  <c:v>8.92212717</c:v>
                </c:pt>
                <c:pt idx="3333">
                  <c:v>8.92394195</c:v>
                </c:pt>
                <c:pt idx="3334">
                  <c:v>8.92660844</c:v>
                </c:pt>
                <c:pt idx="3335">
                  <c:v>8.92861856</c:v>
                </c:pt>
                <c:pt idx="3336">
                  <c:v>8.93087287</c:v>
                </c:pt>
                <c:pt idx="3337">
                  <c:v>8.93188477</c:v>
                </c:pt>
                <c:pt idx="3338">
                  <c:v>8.93434223</c:v>
                </c:pt>
                <c:pt idx="3339">
                  <c:v>8.93619022</c:v>
                </c:pt>
                <c:pt idx="3340">
                  <c:v>8.93802844</c:v>
                </c:pt>
                <c:pt idx="3341">
                  <c:v>8.94026907</c:v>
                </c:pt>
                <c:pt idx="3342">
                  <c:v>8.94308793</c:v>
                </c:pt>
                <c:pt idx="3343">
                  <c:v>8.94413304</c:v>
                </c:pt>
                <c:pt idx="3344">
                  <c:v>8.94612363</c:v>
                </c:pt>
                <c:pt idx="3345">
                  <c:v>8.94836426</c:v>
                </c:pt>
                <c:pt idx="3346">
                  <c:v>8.95044275</c:v>
                </c:pt>
                <c:pt idx="3347">
                  <c:v>8.95266971</c:v>
                </c:pt>
                <c:pt idx="3348">
                  <c:v>8.95467397</c:v>
                </c:pt>
                <c:pt idx="3349">
                  <c:v>8.95667824</c:v>
                </c:pt>
                <c:pt idx="3350">
                  <c:v>8.95875673</c:v>
                </c:pt>
                <c:pt idx="3351">
                  <c:v>8.96072388</c:v>
                </c:pt>
                <c:pt idx="3352">
                  <c:v>8.96274767</c:v>
                </c:pt>
                <c:pt idx="3353">
                  <c:v>8.96477147</c:v>
                </c:pt>
                <c:pt idx="3354">
                  <c:v>8.9670121</c:v>
                </c:pt>
                <c:pt idx="3355">
                  <c:v>8.9690359</c:v>
                </c:pt>
                <c:pt idx="3356">
                  <c:v>8.9710597</c:v>
                </c:pt>
                <c:pt idx="3357">
                  <c:v>8.97322805</c:v>
                </c:pt>
                <c:pt idx="3358">
                  <c:v>8.97510729</c:v>
                </c:pt>
                <c:pt idx="3359">
                  <c:v>8.97705881</c:v>
                </c:pt>
                <c:pt idx="3360">
                  <c:v>8.97908261</c:v>
                </c:pt>
                <c:pt idx="3361">
                  <c:v>8.98096185</c:v>
                </c:pt>
                <c:pt idx="3362">
                  <c:v>8.98258519</c:v>
                </c:pt>
                <c:pt idx="3363">
                  <c:v>8.98429252</c:v>
                </c:pt>
                <c:pt idx="3364">
                  <c:v>8.98585139</c:v>
                </c:pt>
                <c:pt idx="3365">
                  <c:v>8.98748449</c:v>
                </c:pt>
                <c:pt idx="3366">
                  <c:v>8.9891176</c:v>
                </c:pt>
                <c:pt idx="3367">
                  <c:v>8.99082493</c:v>
                </c:pt>
                <c:pt idx="3368">
                  <c:v>8.99245413</c:v>
                </c:pt>
                <c:pt idx="3369">
                  <c:v>8.99379421</c:v>
                </c:pt>
                <c:pt idx="3370">
                  <c:v>8.99520071</c:v>
                </c:pt>
                <c:pt idx="3371">
                  <c:v>8.99650172</c:v>
                </c:pt>
                <c:pt idx="3372">
                  <c:v>8.99765427</c:v>
                </c:pt>
                <c:pt idx="3373">
                  <c:v>8.99861929</c:v>
                </c:pt>
                <c:pt idx="3374">
                  <c:v>8.99995546</c:v>
                </c:pt>
                <c:pt idx="3375">
                  <c:v>9.00119982</c:v>
                </c:pt>
                <c:pt idx="3376">
                  <c:v>9.002284</c:v>
                </c:pt>
                <c:pt idx="3377">
                  <c:v>9.00344046</c:v>
                </c:pt>
                <c:pt idx="3378">
                  <c:v>9.00445235</c:v>
                </c:pt>
                <c:pt idx="3379">
                  <c:v>9.00539197</c:v>
                </c:pt>
                <c:pt idx="3380">
                  <c:v>9.00633159</c:v>
                </c:pt>
                <c:pt idx="3381">
                  <c:v>9.00690982</c:v>
                </c:pt>
                <c:pt idx="3382">
                  <c:v>9.00784944</c:v>
                </c:pt>
                <c:pt idx="3383">
                  <c:v>9.0086406</c:v>
                </c:pt>
                <c:pt idx="3384">
                  <c:v>9.00960561</c:v>
                </c:pt>
                <c:pt idx="3385">
                  <c:v>9.01052375</c:v>
                </c:pt>
                <c:pt idx="3386">
                  <c:v>9.01146141</c:v>
                </c:pt>
                <c:pt idx="3387">
                  <c:v>9.01218615</c:v>
                </c:pt>
                <c:pt idx="3388">
                  <c:v>9.01309452</c:v>
                </c:pt>
                <c:pt idx="3389">
                  <c:v>9.0137626</c:v>
                </c:pt>
                <c:pt idx="3390">
                  <c:v>9.01457915</c:v>
                </c:pt>
                <c:pt idx="3391">
                  <c:v>9.01532147</c:v>
                </c:pt>
                <c:pt idx="3392">
                  <c:v>9.01558324</c:v>
                </c:pt>
                <c:pt idx="3393">
                  <c:v>9.01630602</c:v>
                </c:pt>
                <c:pt idx="3394">
                  <c:v>9.01666742</c:v>
                </c:pt>
                <c:pt idx="3395">
                  <c:v>9.0172515</c:v>
                </c:pt>
                <c:pt idx="3396">
                  <c:v>9.01754843</c:v>
                </c:pt>
                <c:pt idx="3397">
                  <c:v>9.01777113</c:v>
                </c:pt>
                <c:pt idx="3398">
                  <c:v>9.01804071</c:v>
                </c:pt>
                <c:pt idx="3399">
                  <c:v>9.01821652</c:v>
                </c:pt>
                <c:pt idx="3400">
                  <c:v>9.01821652</c:v>
                </c:pt>
                <c:pt idx="3401">
                  <c:v>9.01818526</c:v>
                </c:pt>
                <c:pt idx="3402">
                  <c:v>9.01804071</c:v>
                </c:pt>
                <c:pt idx="3403">
                  <c:v>9.01784536</c:v>
                </c:pt>
                <c:pt idx="3404">
                  <c:v>9.01754843</c:v>
                </c:pt>
                <c:pt idx="3405">
                  <c:v>9.0172515</c:v>
                </c:pt>
                <c:pt idx="3406">
                  <c:v>9.01680611</c:v>
                </c:pt>
                <c:pt idx="3407">
                  <c:v>9.01623375</c:v>
                </c:pt>
                <c:pt idx="3408">
                  <c:v>9.01580007</c:v>
                </c:pt>
                <c:pt idx="3409">
                  <c:v>9.01514957</c:v>
                </c:pt>
                <c:pt idx="3410">
                  <c:v>9.01420995</c:v>
                </c:pt>
                <c:pt idx="3411">
                  <c:v>9.0137626</c:v>
                </c:pt>
                <c:pt idx="3412">
                  <c:v>9.01254754</c:v>
                </c:pt>
                <c:pt idx="3413">
                  <c:v>9.01182476</c:v>
                </c:pt>
                <c:pt idx="3414">
                  <c:v>9.01064486</c:v>
                </c:pt>
                <c:pt idx="3415">
                  <c:v>9.01009008</c:v>
                </c:pt>
                <c:pt idx="3416">
                  <c:v>9.00886329</c:v>
                </c:pt>
                <c:pt idx="3417">
                  <c:v>9.00774982</c:v>
                </c:pt>
                <c:pt idx="3418">
                  <c:v>9.00641364</c:v>
                </c:pt>
                <c:pt idx="3419">
                  <c:v>9.00503058</c:v>
                </c:pt>
                <c:pt idx="3420">
                  <c:v>9.00365729</c:v>
                </c:pt>
                <c:pt idx="3421">
                  <c:v>9.00218242</c:v>
                </c:pt>
                <c:pt idx="3422">
                  <c:v>9.00062355</c:v>
                </c:pt>
                <c:pt idx="3423">
                  <c:v>8.99913891</c:v>
                </c:pt>
                <c:pt idx="3424">
                  <c:v>8.99758004</c:v>
                </c:pt>
                <c:pt idx="3425">
                  <c:v>8.99621261</c:v>
                </c:pt>
                <c:pt idx="3426">
                  <c:v>8.99520462</c:v>
                </c:pt>
                <c:pt idx="3427">
                  <c:v>8.99281552</c:v>
                </c:pt>
                <c:pt idx="3428">
                  <c:v>8.99122539</c:v>
                </c:pt>
                <c:pt idx="3429">
                  <c:v>8.98971145</c:v>
                </c:pt>
                <c:pt idx="3430">
                  <c:v>8.98792989</c:v>
                </c:pt>
                <c:pt idx="3431">
                  <c:v>8.98638274</c:v>
                </c:pt>
                <c:pt idx="3432">
                  <c:v>8.98508172</c:v>
                </c:pt>
                <c:pt idx="3433">
                  <c:v>8.98340174</c:v>
                </c:pt>
                <c:pt idx="3434">
                  <c:v>8.9816944</c:v>
                </c:pt>
                <c:pt idx="3435">
                  <c:v>8.9800613</c:v>
                </c:pt>
                <c:pt idx="3436">
                  <c:v>8.97835982</c:v>
                </c:pt>
                <c:pt idx="3437">
                  <c:v>8.97669742</c:v>
                </c:pt>
                <c:pt idx="3438">
                  <c:v>8.97516199</c:v>
                </c:pt>
                <c:pt idx="3439">
                  <c:v>8.97330619</c:v>
                </c:pt>
                <c:pt idx="3440">
                  <c:v>8.97185476</c:v>
                </c:pt>
                <c:pt idx="3441">
                  <c:v>8.97012008</c:v>
                </c:pt>
                <c:pt idx="3442">
                  <c:v>8.96781303</c:v>
                </c:pt>
                <c:pt idx="3443">
                  <c:v>8.96647685</c:v>
                </c:pt>
                <c:pt idx="3444">
                  <c:v>8.96476952</c:v>
                </c:pt>
                <c:pt idx="3445">
                  <c:v>8.96328488</c:v>
                </c:pt>
                <c:pt idx="3446">
                  <c:v>8.96173578</c:v>
                </c:pt>
                <c:pt idx="3447">
                  <c:v>8.96007337</c:v>
                </c:pt>
                <c:pt idx="3448">
                  <c:v>8.95860827</c:v>
                </c:pt>
                <c:pt idx="3449">
                  <c:v>8.95675247</c:v>
                </c:pt>
                <c:pt idx="3450">
                  <c:v>8.95511936</c:v>
                </c:pt>
                <c:pt idx="3451">
                  <c:v>8.95327919</c:v>
                </c:pt>
                <c:pt idx="3452">
                  <c:v>8.95147223</c:v>
                </c:pt>
                <c:pt idx="3453">
                  <c:v>8.94999736</c:v>
                </c:pt>
                <c:pt idx="3454">
                  <c:v>8.94829003</c:v>
                </c:pt>
                <c:pt idx="3455">
                  <c:v>8.94662957</c:v>
                </c:pt>
                <c:pt idx="3456">
                  <c:v>8.94517228</c:v>
                </c:pt>
                <c:pt idx="3457">
                  <c:v>8.94337704</c:v>
                </c:pt>
                <c:pt idx="3458">
                  <c:v>8.94190608</c:v>
                </c:pt>
                <c:pt idx="3459">
                  <c:v>8.93990768</c:v>
                </c:pt>
                <c:pt idx="3460">
                  <c:v>8.93841718</c:v>
                </c:pt>
                <c:pt idx="3461">
                  <c:v>8.93678407</c:v>
                </c:pt>
                <c:pt idx="3462">
                  <c:v>8.93500251</c:v>
                </c:pt>
                <c:pt idx="3463">
                  <c:v>8.93354717</c:v>
                </c:pt>
                <c:pt idx="3464">
                  <c:v>8.93188477</c:v>
                </c:pt>
                <c:pt idx="3465">
                  <c:v>8.93047436</c:v>
                </c:pt>
                <c:pt idx="3466">
                  <c:v>8.92819856</c:v>
                </c:pt>
                <c:pt idx="3467">
                  <c:v>8.92718666</c:v>
                </c:pt>
                <c:pt idx="3468">
                  <c:v>8.92512966</c:v>
                </c:pt>
                <c:pt idx="3469">
                  <c:v>8.92415097</c:v>
                </c:pt>
                <c:pt idx="3470">
                  <c:v>8.92256084</c:v>
                </c:pt>
                <c:pt idx="3471">
                  <c:v>8.92045305</c:v>
                </c:pt>
                <c:pt idx="3472">
                  <c:v>8.91874571</c:v>
                </c:pt>
                <c:pt idx="3473">
                  <c:v>8.91728451</c:v>
                </c:pt>
                <c:pt idx="3474">
                  <c:v>8.91585067</c:v>
                </c:pt>
                <c:pt idx="3475">
                  <c:v>8.91424882</c:v>
                </c:pt>
                <c:pt idx="3476">
                  <c:v>8.91265869</c:v>
                </c:pt>
                <c:pt idx="3477">
                  <c:v>8.91124828</c:v>
                </c:pt>
                <c:pt idx="3478">
                  <c:v>8.90918932</c:v>
                </c:pt>
                <c:pt idx="3479">
                  <c:v>8.90745464</c:v>
                </c:pt>
                <c:pt idx="3480">
                  <c:v>8.90586451</c:v>
                </c:pt>
                <c:pt idx="3481">
                  <c:v>8.90427439</c:v>
                </c:pt>
                <c:pt idx="3482">
                  <c:v>8.90352816</c:v>
                </c:pt>
                <c:pt idx="3483">
                  <c:v>8.90167236</c:v>
                </c:pt>
                <c:pt idx="3484">
                  <c:v>8.90008224</c:v>
                </c:pt>
                <c:pt idx="3485">
                  <c:v>8.89849211</c:v>
                </c:pt>
                <c:pt idx="3486">
                  <c:v>8.89699575</c:v>
                </c:pt>
                <c:pt idx="3487">
                  <c:v>8.89552869</c:v>
                </c:pt>
                <c:pt idx="3488">
                  <c:v>8.89387801</c:v>
                </c:pt>
                <c:pt idx="3489">
                  <c:v>8.8921316</c:v>
                </c:pt>
                <c:pt idx="3490">
                  <c:v>8.8906118</c:v>
                </c:pt>
                <c:pt idx="3491">
                  <c:v>8.88924047</c:v>
                </c:pt>
                <c:pt idx="3492">
                  <c:v>8.88765034</c:v>
                </c:pt>
                <c:pt idx="3493">
                  <c:v>8.88613249</c:v>
                </c:pt>
                <c:pt idx="3494">
                  <c:v>8.8847592</c:v>
                </c:pt>
                <c:pt idx="3495">
                  <c:v>8.88304014</c:v>
                </c:pt>
                <c:pt idx="3496">
                  <c:v>8.88148127</c:v>
                </c:pt>
                <c:pt idx="3497">
                  <c:v>8.87962743</c:v>
                </c:pt>
                <c:pt idx="3498">
                  <c:v>8.8782893</c:v>
                </c:pt>
                <c:pt idx="3499">
                  <c:v>8.87659173</c:v>
                </c:pt>
                <c:pt idx="3500">
                  <c:v>8.87492933</c:v>
                </c:pt>
                <c:pt idx="3501">
                  <c:v>8.87353846</c:v>
                </c:pt>
                <c:pt idx="3502">
                  <c:v>8.87189363</c:v>
                </c:pt>
                <c:pt idx="3503">
                  <c:v>8.87052034</c:v>
                </c:pt>
                <c:pt idx="3504">
                  <c:v>8.86900249</c:v>
                </c:pt>
                <c:pt idx="3505">
                  <c:v>8.86748464</c:v>
                </c:pt>
                <c:pt idx="3506">
                  <c:v>8.8659668</c:v>
                </c:pt>
                <c:pt idx="3507">
                  <c:v>8.86423211</c:v>
                </c:pt>
                <c:pt idx="3508">
                  <c:v>8.86351714</c:v>
                </c:pt>
                <c:pt idx="3509">
                  <c:v>8.86188404</c:v>
                </c:pt>
                <c:pt idx="3510">
                  <c:v>8.86018452</c:v>
                </c:pt>
                <c:pt idx="3511">
                  <c:v>8.85884053</c:v>
                </c:pt>
                <c:pt idx="3512">
                  <c:v>8.85720743</c:v>
                </c:pt>
                <c:pt idx="3513">
                  <c:v>8.85584781</c:v>
                </c:pt>
                <c:pt idx="3514">
                  <c:v>8.85432996</c:v>
                </c:pt>
                <c:pt idx="3515">
                  <c:v>8.85281211</c:v>
                </c:pt>
                <c:pt idx="3516">
                  <c:v>8.8508606</c:v>
                </c:pt>
                <c:pt idx="3517">
                  <c:v>8.84934275</c:v>
                </c:pt>
                <c:pt idx="3518">
                  <c:v>8.84789718</c:v>
                </c:pt>
                <c:pt idx="3519">
                  <c:v>8.84696342</c:v>
                </c:pt>
                <c:pt idx="3520">
                  <c:v>8.84547878</c:v>
                </c:pt>
                <c:pt idx="3521">
                  <c:v>8.84399414</c:v>
                </c:pt>
                <c:pt idx="3522">
                  <c:v>8.84236104</c:v>
                </c:pt>
                <c:pt idx="3523">
                  <c:v>8.84066933</c:v>
                </c:pt>
                <c:pt idx="3524">
                  <c:v>8.83872367</c:v>
                </c:pt>
                <c:pt idx="3525">
                  <c:v>8.83785047</c:v>
                </c:pt>
                <c:pt idx="3526">
                  <c:v>8.83590286</c:v>
                </c:pt>
                <c:pt idx="3527">
                  <c:v>8.83423655</c:v>
                </c:pt>
                <c:pt idx="3528">
                  <c:v>8.83308009</c:v>
                </c:pt>
                <c:pt idx="3529">
                  <c:v>8.83141769</c:v>
                </c:pt>
                <c:pt idx="3530">
                  <c:v>8.83011277</c:v>
                </c:pt>
                <c:pt idx="3531">
                  <c:v>8.82874338</c:v>
                </c:pt>
                <c:pt idx="3532">
                  <c:v>8.82708098</c:v>
                </c:pt>
                <c:pt idx="3533">
                  <c:v>8.82551039</c:v>
                </c:pt>
                <c:pt idx="3534">
                  <c:v>8.82402575</c:v>
                </c:pt>
                <c:pt idx="3535">
                  <c:v>8.82239264</c:v>
                </c:pt>
                <c:pt idx="3536">
                  <c:v>8.82090801</c:v>
                </c:pt>
                <c:pt idx="3537">
                  <c:v>8.82014224</c:v>
                </c:pt>
                <c:pt idx="3538">
                  <c:v>8.81847984</c:v>
                </c:pt>
                <c:pt idx="3539">
                  <c:v>8.81674516</c:v>
                </c:pt>
                <c:pt idx="3540">
                  <c:v>8.81511791</c:v>
                </c:pt>
                <c:pt idx="3541">
                  <c:v>8.81363718</c:v>
                </c:pt>
                <c:pt idx="3542">
                  <c:v>8.8122971</c:v>
                </c:pt>
                <c:pt idx="3543">
                  <c:v>8.81110939</c:v>
                </c:pt>
                <c:pt idx="3544">
                  <c:v>8.80962475</c:v>
                </c:pt>
                <c:pt idx="3545">
                  <c:v>8.80799165</c:v>
                </c:pt>
                <c:pt idx="3546">
                  <c:v>8.80640933</c:v>
                </c:pt>
                <c:pt idx="3547">
                  <c:v>8.8050966</c:v>
                </c:pt>
                <c:pt idx="3548">
                  <c:v>8.80330136</c:v>
                </c:pt>
                <c:pt idx="3549">
                  <c:v>8.80205309</c:v>
                </c:pt>
                <c:pt idx="3550">
                  <c:v>8.80056845</c:v>
                </c:pt>
                <c:pt idx="3551">
                  <c:v>8.79925376</c:v>
                </c:pt>
                <c:pt idx="3552">
                  <c:v>8.79766364</c:v>
                </c:pt>
                <c:pt idx="3553">
                  <c:v>8.79641146</c:v>
                </c:pt>
                <c:pt idx="3554">
                  <c:v>8.79484478</c:v>
                </c:pt>
                <c:pt idx="3555">
                  <c:v>8.79359065</c:v>
                </c:pt>
                <c:pt idx="3556">
                  <c:v>8.79203178</c:v>
                </c:pt>
                <c:pt idx="3557">
                  <c:v>8.79062137</c:v>
                </c:pt>
                <c:pt idx="3558">
                  <c:v>8.7890625</c:v>
                </c:pt>
                <c:pt idx="3559">
                  <c:v>8.78812288</c:v>
                </c:pt>
                <c:pt idx="3560">
                  <c:v>8.78646047</c:v>
                </c:pt>
                <c:pt idx="3561">
                  <c:v>8.78520244</c:v>
                </c:pt>
                <c:pt idx="3562">
                  <c:v>8.78364357</c:v>
                </c:pt>
                <c:pt idx="3563">
                  <c:v>8.78241288</c:v>
                </c:pt>
                <c:pt idx="3564">
                  <c:v>8.78111187</c:v>
                </c:pt>
                <c:pt idx="3565">
                  <c:v>8.77985774</c:v>
                </c:pt>
                <c:pt idx="3566">
                  <c:v>8.7783731</c:v>
                </c:pt>
                <c:pt idx="3567">
                  <c:v>8.7766306</c:v>
                </c:pt>
                <c:pt idx="3568">
                  <c:v>8.77540382</c:v>
                </c:pt>
                <c:pt idx="3569">
                  <c:v>8.77424541</c:v>
                </c:pt>
                <c:pt idx="3570">
                  <c:v>8.77287994</c:v>
                </c:pt>
                <c:pt idx="3571">
                  <c:v>8.77236031</c:v>
                </c:pt>
                <c:pt idx="3572">
                  <c:v>8.76889681</c:v>
                </c:pt>
                <c:pt idx="3573">
                  <c:v>8.76759579</c:v>
                </c:pt>
                <c:pt idx="3574">
                  <c:v>8.76687301</c:v>
                </c:pt>
                <c:pt idx="3575">
                  <c:v>8.76383731</c:v>
                </c:pt>
                <c:pt idx="3576">
                  <c:v>8.76282541</c:v>
                </c:pt>
                <c:pt idx="3577">
                  <c:v>8.76094617</c:v>
                </c:pt>
                <c:pt idx="3578">
                  <c:v>8.75966665</c:v>
                </c:pt>
                <c:pt idx="3579">
                  <c:v>8.75840471</c:v>
                </c:pt>
                <c:pt idx="3580">
                  <c:v>8.75758815</c:v>
                </c:pt>
                <c:pt idx="3581">
                  <c:v>8.75603124</c:v>
                </c:pt>
                <c:pt idx="3582">
                  <c:v>8.75461888</c:v>
                </c:pt>
                <c:pt idx="3583">
                  <c:v>8.75321238</c:v>
                </c:pt>
                <c:pt idx="3584">
                  <c:v>8.75198364</c:v>
                </c:pt>
                <c:pt idx="3585">
                  <c:v>8.75133314</c:v>
                </c:pt>
                <c:pt idx="3586">
                  <c:v>8.74706871</c:v>
                </c:pt>
                <c:pt idx="3587">
                  <c:v>8.74556258</c:v>
                </c:pt>
                <c:pt idx="3588">
                  <c:v>8.7443944</c:v>
                </c:pt>
                <c:pt idx="3589">
                  <c:v>8.74326139</c:v>
                </c:pt>
                <c:pt idx="3590">
                  <c:v>8.74128643</c:v>
                </c:pt>
                <c:pt idx="3591">
                  <c:v>8.73940133</c:v>
                </c:pt>
                <c:pt idx="3592">
                  <c:v>8.73832301</c:v>
                </c:pt>
                <c:pt idx="3593">
                  <c:v>8.73716656</c:v>
                </c:pt>
                <c:pt idx="3594">
                  <c:v>8.7349982</c:v>
                </c:pt>
                <c:pt idx="3595">
                  <c:v>8.73362491</c:v>
                </c:pt>
                <c:pt idx="3596">
                  <c:v>8.73257199</c:v>
                </c:pt>
                <c:pt idx="3597">
                  <c:v>8.73182967</c:v>
                </c:pt>
                <c:pt idx="3598">
                  <c:v>8.72982541</c:v>
                </c:pt>
                <c:pt idx="3599">
                  <c:v>8.72834858</c:v>
                </c:pt>
                <c:pt idx="3600">
                  <c:v>8.72730152</c:v>
                </c:pt>
                <c:pt idx="3601">
                  <c:v>8.72603958</c:v>
                </c:pt>
                <c:pt idx="3602">
                  <c:v>8.72365048</c:v>
                </c:pt>
                <c:pt idx="3603">
                  <c:v>8.7229277</c:v>
                </c:pt>
                <c:pt idx="3604">
                  <c:v>8.72024949</c:v>
                </c:pt>
                <c:pt idx="3605">
                  <c:v>8.71906177</c:v>
                </c:pt>
                <c:pt idx="3606">
                  <c:v>8.71779983</c:v>
                </c:pt>
                <c:pt idx="3607">
                  <c:v>8.71646366</c:v>
                </c:pt>
                <c:pt idx="3608">
                  <c:v>8.71541073</c:v>
                </c:pt>
                <c:pt idx="3609">
                  <c:v>8.71379131</c:v>
                </c:pt>
                <c:pt idx="3610">
                  <c:v>8.71273643</c:v>
                </c:pt>
                <c:pt idx="3611">
                  <c:v>8.71136314</c:v>
                </c:pt>
                <c:pt idx="3612">
                  <c:v>8.71042352</c:v>
                </c:pt>
                <c:pt idx="3613">
                  <c:v>8.70933739</c:v>
                </c:pt>
                <c:pt idx="3614">
                  <c:v>8.70814968</c:v>
                </c:pt>
                <c:pt idx="3615">
                  <c:v>8.7068135</c:v>
                </c:pt>
                <c:pt idx="3616">
                  <c:v>8.70555156</c:v>
                </c:pt>
                <c:pt idx="3617">
                  <c:v>8.70427985</c:v>
                </c:pt>
                <c:pt idx="3618">
                  <c:v>8.70290656</c:v>
                </c:pt>
                <c:pt idx="3619">
                  <c:v>8.70167782</c:v>
                </c:pt>
                <c:pt idx="3620">
                  <c:v>8.70065225</c:v>
                </c:pt>
                <c:pt idx="3621">
                  <c:v>8.70001542</c:v>
                </c:pt>
                <c:pt idx="3622">
                  <c:v>8.69799162</c:v>
                </c:pt>
                <c:pt idx="3623">
                  <c:v>8.69748567</c:v>
                </c:pt>
                <c:pt idx="3624">
                  <c:v>8.69553025</c:v>
                </c:pt>
                <c:pt idx="3625">
                  <c:v>8.69444998</c:v>
                </c:pt>
                <c:pt idx="3626">
                  <c:v>8.69337752</c:v>
                </c:pt>
                <c:pt idx="3627">
                  <c:v>8.69213707</c:v>
                </c:pt>
                <c:pt idx="3628">
                  <c:v>8.69098061</c:v>
                </c:pt>
                <c:pt idx="3629">
                  <c:v>8.68988862</c:v>
                </c:pt>
                <c:pt idx="3630">
                  <c:v>8.68881226</c:v>
                </c:pt>
                <c:pt idx="3631">
                  <c:v>8.68743896</c:v>
                </c:pt>
                <c:pt idx="3632">
                  <c:v>8.68610279</c:v>
                </c:pt>
                <c:pt idx="3633">
                  <c:v>8.68513777</c:v>
                </c:pt>
                <c:pt idx="3634">
                  <c:v>8.68375276</c:v>
                </c:pt>
                <c:pt idx="3635">
                  <c:v>8.68261389</c:v>
                </c:pt>
                <c:pt idx="3636">
                  <c:v>8.68164887</c:v>
                </c:pt>
                <c:pt idx="3637">
                  <c:v>8.68038693</c:v>
                </c:pt>
                <c:pt idx="3638">
                  <c:v>8.6792715</c:v>
                </c:pt>
                <c:pt idx="3639">
                  <c:v>8.67811504</c:v>
                </c:pt>
                <c:pt idx="3640">
                  <c:v>8.67674175</c:v>
                </c:pt>
                <c:pt idx="3641">
                  <c:v>8.6755853</c:v>
                </c:pt>
                <c:pt idx="3642">
                  <c:v>8.67392289</c:v>
                </c:pt>
                <c:pt idx="3643">
                  <c:v>8.67341694</c:v>
                </c:pt>
                <c:pt idx="3644">
                  <c:v>8.67207295</c:v>
                </c:pt>
                <c:pt idx="3645">
                  <c:v>8.67088524</c:v>
                </c:pt>
                <c:pt idx="3646">
                  <c:v>8.66958618</c:v>
                </c:pt>
                <c:pt idx="3647">
                  <c:v>8.66843559</c:v>
                </c:pt>
                <c:pt idx="3648">
                  <c:v>8.66724788</c:v>
                </c:pt>
                <c:pt idx="3649">
                  <c:v>8.66635709</c:v>
                </c:pt>
                <c:pt idx="3650">
                  <c:v>8.66509515</c:v>
                </c:pt>
                <c:pt idx="3651">
                  <c:v>8.6638039</c:v>
                </c:pt>
                <c:pt idx="3652">
                  <c:v>8.66257126</c:v>
                </c:pt>
                <c:pt idx="3653">
                  <c:v>8.66127416</c:v>
                </c:pt>
                <c:pt idx="3654">
                  <c:v>8.66004542</c:v>
                </c:pt>
                <c:pt idx="3655">
                  <c:v>8.6591058</c:v>
                </c:pt>
                <c:pt idx="3656">
                  <c:v>8.65811735</c:v>
                </c:pt>
                <c:pt idx="3657">
                  <c:v>8.65700973</c:v>
                </c:pt>
                <c:pt idx="3658">
                  <c:v>8.65585327</c:v>
                </c:pt>
                <c:pt idx="3659">
                  <c:v>8.65485114</c:v>
                </c:pt>
                <c:pt idx="3660">
                  <c:v>8.65325125</c:v>
                </c:pt>
                <c:pt idx="3661">
                  <c:v>8.65216707</c:v>
                </c:pt>
                <c:pt idx="3662">
                  <c:v>8.65113954</c:v>
                </c:pt>
                <c:pt idx="3663">
                  <c:v>8.65039722</c:v>
                </c:pt>
                <c:pt idx="3664">
                  <c:v>8.64928374</c:v>
                </c:pt>
                <c:pt idx="3665">
                  <c:v>8.6480472</c:v>
                </c:pt>
                <c:pt idx="3666">
                  <c:v>8.64696302</c:v>
                </c:pt>
                <c:pt idx="3667">
                  <c:v>8.64572061</c:v>
                </c:pt>
                <c:pt idx="3668">
                  <c:v>8.64460713</c:v>
                </c:pt>
                <c:pt idx="3669">
                  <c:v>8.64393904</c:v>
                </c:pt>
                <c:pt idx="3670">
                  <c:v>8.64238017</c:v>
                </c:pt>
                <c:pt idx="3671">
                  <c:v>8.64183125</c:v>
                </c:pt>
                <c:pt idx="3672">
                  <c:v>8.64067284</c:v>
                </c:pt>
                <c:pt idx="3673">
                  <c:v>8.63955936</c:v>
                </c:pt>
                <c:pt idx="3674">
                  <c:v>8.63821732</c:v>
                </c:pt>
                <c:pt idx="3675">
                  <c:v>8.6373324</c:v>
                </c:pt>
                <c:pt idx="3676">
                  <c:v>8.63629315</c:v>
                </c:pt>
                <c:pt idx="3677">
                  <c:v>8.63525391</c:v>
                </c:pt>
                <c:pt idx="3678">
                  <c:v>8.63436312</c:v>
                </c:pt>
                <c:pt idx="3679">
                  <c:v>8.63344694</c:v>
                </c:pt>
                <c:pt idx="3680">
                  <c:v>8.63250732</c:v>
                </c:pt>
                <c:pt idx="3681">
                  <c:v>8.63146808</c:v>
                </c:pt>
                <c:pt idx="3682">
                  <c:v>8.63050306</c:v>
                </c:pt>
                <c:pt idx="3683">
                  <c:v>8.62953805</c:v>
                </c:pt>
                <c:pt idx="3684">
                  <c:v>8.62842457</c:v>
                </c:pt>
                <c:pt idx="3685">
                  <c:v>8.62745955</c:v>
                </c:pt>
                <c:pt idx="3686">
                  <c:v>8.62649454</c:v>
                </c:pt>
                <c:pt idx="3687">
                  <c:v>8.62545529</c:v>
                </c:pt>
                <c:pt idx="3688">
                  <c:v>8.62455669</c:v>
                </c:pt>
                <c:pt idx="3689">
                  <c:v>8.62367372</c:v>
                </c:pt>
                <c:pt idx="3690">
                  <c:v>8.62282201</c:v>
                </c:pt>
                <c:pt idx="3691">
                  <c:v>8.62174369</c:v>
                </c:pt>
                <c:pt idx="3692">
                  <c:v>8.62087049</c:v>
                </c:pt>
                <c:pt idx="3693">
                  <c:v>8.61993087</c:v>
                </c:pt>
                <c:pt idx="3694">
                  <c:v>8.61884669</c:v>
                </c:pt>
                <c:pt idx="3695">
                  <c:v>8.61812391</c:v>
                </c:pt>
                <c:pt idx="3696">
                  <c:v>8.61721554</c:v>
                </c:pt>
                <c:pt idx="3697">
                  <c:v>8.61588328</c:v>
                </c:pt>
                <c:pt idx="3698">
                  <c:v>8.61506282</c:v>
                </c:pt>
                <c:pt idx="3699">
                  <c:v>8.6143205</c:v>
                </c:pt>
                <c:pt idx="3700">
                  <c:v>8.61320702</c:v>
                </c:pt>
                <c:pt idx="3701">
                  <c:v>8.61231623</c:v>
                </c:pt>
                <c:pt idx="3702">
                  <c:v>8.61140201</c:v>
                </c:pt>
                <c:pt idx="3703">
                  <c:v>8.61046044</c:v>
                </c:pt>
                <c:pt idx="3704">
                  <c:v>8.60923366</c:v>
                </c:pt>
                <c:pt idx="3705">
                  <c:v>8.60829404</c:v>
                </c:pt>
                <c:pt idx="3706">
                  <c:v>8.60734269</c:v>
                </c:pt>
                <c:pt idx="3707">
                  <c:v>8.60655935</c:v>
                </c:pt>
                <c:pt idx="3708">
                  <c:v>8.60570959</c:v>
                </c:pt>
                <c:pt idx="3709">
                  <c:v>8.60468011</c:v>
                </c:pt>
                <c:pt idx="3710">
                  <c:v>8.60355686</c:v>
                </c:pt>
                <c:pt idx="3711">
                  <c:v>8.60272859</c:v>
                </c:pt>
                <c:pt idx="3712">
                  <c:v>8.60178897</c:v>
                </c:pt>
                <c:pt idx="3713">
                  <c:v>8.6007048</c:v>
                </c:pt>
                <c:pt idx="3714">
                  <c:v>8.60029066</c:v>
                </c:pt>
                <c:pt idx="3715">
                  <c:v>8.59895448</c:v>
                </c:pt>
                <c:pt idx="3716">
                  <c:v>8.59813793</c:v>
                </c:pt>
                <c:pt idx="3717">
                  <c:v>8.59717292</c:v>
                </c:pt>
                <c:pt idx="3718">
                  <c:v>8.5964306</c:v>
                </c:pt>
                <c:pt idx="3719">
                  <c:v>8.59539135</c:v>
                </c:pt>
                <c:pt idx="3720">
                  <c:v>8.59434429</c:v>
                </c:pt>
                <c:pt idx="3721">
                  <c:v>8.5936215</c:v>
                </c:pt>
                <c:pt idx="3722">
                  <c:v>8.59264477</c:v>
                </c:pt>
                <c:pt idx="3723">
                  <c:v>8.59145315</c:v>
                </c:pt>
                <c:pt idx="3724">
                  <c:v>8.59056627</c:v>
                </c:pt>
                <c:pt idx="3725">
                  <c:v>8.58856201</c:v>
                </c:pt>
                <c:pt idx="3726">
                  <c:v>8.587597</c:v>
                </c:pt>
                <c:pt idx="3727">
                  <c:v>8.58655775</c:v>
                </c:pt>
                <c:pt idx="3728">
                  <c:v>8.58574315</c:v>
                </c:pt>
                <c:pt idx="3729">
                  <c:v>8.58473125</c:v>
                </c:pt>
                <c:pt idx="3730">
                  <c:v>8.58381117</c:v>
                </c:pt>
                <c:pt idx="3731">
                  <c:v>8.58299462</c:v>
                </c:pt>
                <c:pt idx="3732">
                  <c:v>8.58210383</c:v>
                </c:pt>
                <c:pt idx="3733">
                  <c:v>8.58106459</c:v>
                </c:pt>
                <c:pt idx="3734">
                  <c:v>8.58017771</c:v>
                </c:pt>
                <c:pt idx="3735">
                  <c:v>8.57935725</c:v>
                </c:pt>
                <c:pt idx="3736">
                  <c:v>8.578318</c:v>
                </c:pt>
                <c:pt idx="3737">
                  <c:v>8.57728657</c:v>
                </c:pt>
                <c:pt idx="3738">
                  <c:v>8.5764622</c:v>
                </c:pt>
                <c:pt idx="3739">
                  <c:v>8.57562416</c:v>
                </c:pt>
                <c:pt idx="3740">
                  <c:v>8.57468064</c:v>
                </c:pt>
                <c:pt idx="3741">
                  <c:v>8.57364139</c:v>
                </c:pt>
                <c:pt idx="3742">
                  <c:v>8.57267638</c:v>
                </c:pt>
                <c:pt idx="3743">
                  <c:v>8.57157657</c:v>
                </c:pt>
                <c:pt idx="3744">
                  <c:v>8.57085379</c:v>
                </c:pt>
                <c:pt idx="3745">
                  <c:v>8.56991417</c:v>
                </c:pt>
                <c:pt idx="3746">
                  <c:v>8.56890227</c:v>
                </c:pt>
                <c:pt idx="3747">
                  <c:v>8.56796265</c:v>
                </c:pt>
                <c:pt idx="3748">
                  <c:v>8.56710898</c:v>
                </c:pt>
                <c:pt idx="3749">
                  <c:v>8.56614396</c:v>
                </c:pt>
                <c:pt idx="3750">
                  <c:v>8.56528834</c:v>
                </c:pt>
                <c:pt idx="3751">
                  <c:v>8.56451086</c:v>
                </c:pt>
                <c:pt idx="3752">
                  <c:v>8.56347161</c:v>
                </c:pt>
                <c:pt idx="3753">
                  <c:v>8.56258083</c:v>
                </c:pt>
                <c:pt idx="3754">
                  <c:v>8.56183851</c:v>
                </c:pt>
                <c:pt idx="3755">
                  <c:v>8.56079926</c:v>
                </c:pt>
                <c:pt idx="3756">
                  <c:v>8.56001201</c:v>
                </c:pt>
                <c:pt idx="3757">
                  <c:v>8.55928923</c:v>
                </c:pt>
                <c:pt idx="3758">
                  <c:v>8.5580605</c:v>
                </c:pt>
                <c:pt idx="3759">
                  <c:v>8.55723613</c:v>
                </c:pt>
                <c:pt idx="3760">
                  <c:v>8.55597419</c:v>
                </c:pt>
                <c:pt idx="3761">
                  <c:v>8.55545847</c:v>
                </c:pt>
                <c:pt idx="3762">
                  <c:v>8.55456378</c:v>
                </c:pt>
                <c:pt idx="3763">
                  <c:v>8.55350695</c:v>
                </c:pt>
                <c:pt idx="3764">
                  <c:v>8.55248529</c:v>
                </c:pt>
                <c:pt idx="3765">
                  <c:v>8.55144604</c:v>
                </c:pt>
                <c:pt idx="3766">
                  <c:v>8.55055525</c:v>
                </c:pt>
                <c:pt idx="3767">
                  <c:v>8.54967619</c:v>
                </c:pt>
                <c:pt idx="3768">
                  <c:v>8.54877369</c:v>
                </c:pt>
                <c:pt idx="3769">
                  <c:v>8.54750784</c:v>
                </c:pt>
                <c:pt idx="3770">
                  <c:v>8.54706635</c:v>
                </c:pt>
                <c:pt idx="3771">
                  <c:v>8.54591771</c:v>
                </c:pt>
                <c:pt idx="3772">
                  <c:v>8.54497809</c:v>
                </c:pt>
                <c:pt idx="3773">
                  <c:v>8.54409708</c:v>
                </c:pt>
                <c:pt idx="3774">
                  <c:v>8.54305783</c:v>
                </c:pt>
                <c:pt idx="3775">
                  <c:v>8.54223151</c:v>
                </c:pt>
                <c:pt idx="3776">
                  <c:v>8.54129189</c:v>
                </c:pt>
                <c:pt idx="3777">
                  <c:v>8.54045971</c:v>
                </c:pt>
                <c:pt idx="3778">
                  <c:v>8.53942046</c:v>
                </c:pt>
                <c:pt idx="3779">
                  <c:v>8.53818391</c:v>
                </c:pt>
                <c:pt idx="3780">
                  <c:v>8.5374162</c:v>
                </c:pt>
                <c:pt idx="3781">
                  <c:v>8.53637695</c:v>
                </c:pt>
                <c:pt idx="3782">
                  <c:v>8.53558189</c:v>
                </c:pt>
                <c:pt idx="3783">
                  <c:v>8.53511501</c:v>
                </c:pt>
              </c:numCache>
            </c:numRef>
          </c:xVal>
          <c:yVal>
            <c:numRef>
              <c:f>'Chart Data'!$D$2:$D$3785</c:f>
              <c:numCache>
                <c:formatCode>0.0</c:formatCode>
                <c:ptCount val="3784"/>
                <c:pt idx="0">
                  <c:v>51.47763062</c:v>
                </c:pt>
                <c:pt idx="1">
                  <c:v>51.47765079</c:v>
                </c:pt>
                <c:pt idx="2">
                  <c:v>51.47765079</c:v>
                </c:pt>
                <c:pt idx="3">
                  <c:v>51.47765079</c:v>
                </c:pt>
                <c:pt idx="4">
                  <c:v>51.47765079</c:v>
                </c:pt>
                <c:pt idx="5">
                  <c:v>51.47763062</c:v>
                </c:pt>
                <c:pt idx="6">
                  <c:v>51.47763062</c:v>
                </c:pt>
                <c:pt idx="7">
                  <c:v>51.47765079</c:v>
                </c:pt>
                <c:pt idx="8">
                  <c:v>51.47765079</c:v>
                </c:pt>
                <c:pt idx="9">
                  <c:v>51.47763062</c:v>
                </c:pt>
                <c:pt idx="10">
                  <c:v>51.47760424</c:v>
                </c:pt>
                <c:pt idx="11">
                  <c:v>51.47760424</c:v>
                </c:pt>
                <c:pt idx="12">
                  <c:v>51.47763062</c:v>
                </c:pt>
                <c:pt idx="13">
                  <c:v>51.47760424</c:v>
                </c:pt>
                <c:pt idx="14">
                  <c:v>51.47760424</c:v>
                </c:pt>
                <c:pt idx="15">
                  <c:v>51.47758484</c:v>
                </c:pt>
                <c:pt idx="16">
                  <c:v>51.47760424</c:v>
                </c:pt>
                <c:pt idx="17">
                  <c:v>51.47758484</c:v>
                </c:pt>
                <c:pt idx="18">
                  <c:v>51.47755768</c:v>
                </c:pt>
                <c:pt idx="19">
                  <c:v>51.47758484</c:v>
                </c:pt>
                <c:pt idx="20">
                  <c:v>51.47755768</c:v>
                </c:pt>
                <c:pt idx="21">
                  <c:v>51.47755768</c:v>
                </c:pt>
                <c:pt idx="22">
                  <c:v>51.47755768</c:v>
                </c:pt>
                <c:pt idx="23">
                  <c:v>51.47755768</c:v>
                </c:pt>
                <c:pt idx="24">
                  <c:v>51.47758484</c:v>
                </c:pt>
                <c:pt idx="25">
                  <c:v>51.47760424</c:v>
                </c:pt>
                <c:pt idx="26">
                  <c:v>51.47758484</c:v>
                </c:pt>
                <c:pt idx="27">
                  <c:v>51.47758484</c:v>
                </c:pt>
                <c:pt idx="28">
                  <c:v>51.47758484</c:v>
                </c:pt>
                <c:pt idx="29">
                  <c:v>51.47753906</c:v>
                </c:pt>
                <c:pt idx="30">
                  <c:v>51.47755768</c:v>
                </c:pt>
                <c:pt idx="31">
                  <c:v>51.47751113</c:v>
                </c:pt>
                <c:pt idx="32">
                  <c:v>51.47751113</c:v>
                </c:pt>
                <c:pt idx="33">
                  <c:v>51.47746458</c:v>
                </c:pt>
                <c:pt idx="34">
                  <c:v>51.47746458</c:v>
                </c:pt>
                <c:pt idx="35">
                  <c:v>51.47746458</c:v>
                </c:pt>
                <c:pt idx="36">
                  <c:v>51.47741803</c:v>
                </c:pt>
                <c:pt idx="37">
                  <c:v>51.47741803</c:v>
                </c:pt>
                <c:pt idx="38">
                  <c:v>51.47740173</c:v>
                </c:pt>
                <c:pt idx="39">
                  <c:v>51.47737147</c:v>
                </c:pt>
                <c:pt idx="40">
                  <c:v>51.47737147</c:v>
                </c:pt>
                <c:pt idx="41">
                  <c:v>51.47735596</c:v>
                </c:pt>
                <c:pt idx="42">
                  <c:v>51.47731018</c:v>
                </c:pt>
                <c:pt idx="43">
                  <c:v>51.47732492</c:v>
                </c:pt>
                <c:pt idx="44">
                  <c:v>51.4772644</c:v>
                </c:pt>
                <c:pt idx="45">
                  <c:v>51.47727837</c:v>
                </c:pt>
                <c:pt idx="46">
                  <c:v>51.4772644</c:v>
                </c:pt>
                <c:pt idx="47">
                  <c:v>51.47723182</c:v>
                </c:pt>
                <c:pt idx="48">
                  <c:v>51.47723182</c:v>
                </c:pt>
                <c:pt idx="49">
                  <c:v>51.47717285</c:v>
                </c:pt>
                <c:pt idx="50">
                  <c:v>51.47709216</c:v>
                </c:pt>
                <c:pt idx="51">
                  <c:v>51.47699906</c:v>
                </c:pt>
                <c:pt idx="52">
                  <c:v>51.47689819</c:v>
                </c:pt>
                <c:pt idx="53">
                  <c:v>51.47676086</c:v>
                </c:pt>
                <c:pt idx="54">
                  <c:v>51.47653198</c:v>
                </c:pt>
                <c:pt idx="55">
                  <c:v>51.47634733</c:v>
                </c:pt>
                <c:pt idx="56">
                  <c:v>51.47616112</c:v>
                </c:pt>
                <c:pt idx="57">
                  <c:v>51.47574215</c:v>
                </c:pt>
                <c:pt idx="58">
                  <c:v>51.47547913</c:v>
                </c:pt>
                <c:pt idx="59">
                  <c:v>51.47513697</c:v>
                </c:pt>
                <c:pt idx="60">
                  <c:v>51.47476455</c:v>
                </c:pt>
                <c:pt idx="61">
                  <c:v>51.47434558</c:v>
                </c:pt>
                <c:pt idx="62">
                  <c:v>51.47410583</c:v>
                </c:pt>
                <c:pt idx="63">
                  <c:v>51.47355419</c:v>
                </c:pt>
                <c:pt idx="64">
                  <c:v>51.47304212</c:v>
                </c:pt>
                <c:pt idx="65">
                  <c:v>51.47253004</c:v>
                </c:pt>
                <c:pt idx="66">
                  <c:v>51.47177124</c:v>
                </c:pt>
                <c:pt idx="67">
                  <c:v>51.47122658</c:v>
                </c:pt>
                <c:pt idx="68">
                  <c:v>51.4706214</c:v>
                </c:pt>
                <c:pt idx="69">
                  <c:v>51.47001622</c:v>
                </c:pt>
                <c:pt idx="70">
                  <c:v>51.46939087</c:v>
                </c:pt>
                <c:pt idx="71">
                  <c:v>51.46865845</c:v>
                </c:pt>
                <c:pt idx="72">
                  <c:v>51.46792137</c:v>
                </c:pt>
                <c:pt idx="73">
                  <c:v>51.4671936</c:v>
                </c:pt>
                <c:pt idx="74">
                  <c:v>51.46604919</c:v>
                </c:pt>
                <c:pt idx="75">
                  <c:v>51.46517479</c:v>
                </c:pt>
                <c:pt idx="76">
                  <c:v>51.4644765</c:v>
                </c:pt>
                <c:pt idx="77">
                  <c:v>51.46362305</c:v>
                </c:pt>
                <c:pt idx="78">
                  <c:v>51.46270752</c:v>
                </c:pt>
                <c:pt idx="79">
                  <c:v>51.46172992</c:v>
                </c:pt>
                <c:pt idx="80">
                  <c:v>51.46064758</c:v>
                </c:pt>
                <c:pt idx="81">
                  <c:v>51.45973206</c:v>
                </c:pt>
                <c:pt idx="82">
                  <c:v>51.45884368</c:v>
                </c:pt>
                <c:pt idx="83">
                  <c:v>51.457901</c:v>
                </c:pt>
                <c:pt idx="84">
                  <c:v>51.45675659</c:v>
                </c:pt>
                <c:pt idx="85">
                  <c:v>51.45570374</c:v>
                </c:pt>
                <c:pt idx="86">
                  <c:v>51.4546051</c:v>
                </c:pt>
                <c:pt idx="87">
                  <c:v>51.45355225</c:v>
                </c:pt>
                <c:pt idx="88">
                  <c:v>51.45231628</c:v>
                </c:pt>
                <c:pt idx="89">
                  <c:v>51.45121765</c:v>
                </c:pt>
                <c:pt idx="90">
                  <c:v>51.45011902</c:v>
                </c:pt>
                <c:pt idx="91">
                  <c:v>51.44888306</c:v>
                </c:pt>
                <c:pt idx="92">
                  <c:v>51.44785736</c:v>
                </c:pt>
                <c:pt idx="93">
                  <c:v>51.44664001</c:v>
                </c:pt>
                <c:pt idx="94">
                  <c:v>51.44540405</c:v>
                </c:pt>
                <c:pt idx="95">
                  <c:v>51.44441249</c:v>
                </c:pt>
                <c:pt idx="96">
                  <c:v>51.44334179</c:v>
                </c:pt>
                <c:pt idx="97">
                  <c:v>51.44213143</c:v>
                </c:pt>
                <c:pt idx="98">
                  <c:v>51.44152625</c:v>
                </c:pt>
                <c:pt idx="99">
                  <c:v>51.44045555</c:v>
                </c:pt>
                <c:pt idx="100">
                  <c:v>51.43917847</c:v>
                </c:pt>
                <c:pt idx="101">
                  <c:v>51.43822104</c:v>
                </c:pt>
                <c:pt idx="102">
                  <c:v>51.43730164</c:v>
                </c:pt>
                <c:pt idx="103">
                  <c:v>51.43574524</c:v>
                </c:pt>
                <c:pt idx="104">
                  <c:v>51.43473816</c:v>
                </c:pt>
                <c:pt idx="105">
                  <c:v>51.43386841</c:v>
                </c:pt>
                <c:pt idx="106">
                  <c:v>51.4329071</c:v>
                </c:pt>
                <c:pt idx="107">
                  <c:v>51.4319458</c:v>
                </c:pt>
                <c:pt idx="108">
                  <c:v>51.43139648</c:v>
                </c:pt>
                <c:pt idx="109">
                  <c:v>51.4303894</c:v>
                </c:pt>
                <c:pt idx="110">
                  <c:v>51.42942267</c:v>
                </c:pt>
                <c:pt idx="111">
                  <c:v>51.42853818</c:v>
                </c:pt>
                <c:pt idx="112">
                  <c:v>51.4276886</c:v>
                </c:pt>
                <c:pt idx="113">
                  <c:v>51.42686462</c:v>
                </c:pt>
                <c:pt idx="114">
                  <c:v>51.42608643</c:v>
                </c:pt>
                <c:pt idx="115">
                  <c:v>51.425354</c:v>
                </c:pt>
                <c:pt idx="116">
                  <c:v>51.42425537</c:v>
                </c:pt>
                <c:pt idx="117">
                  <c:v>51.42347717</c:v>
                </c:pt>
                <c:pt idx="118">
                  <c:v>51.42299846</c:v>
                </c:pt>
                <c:pt idx="119">
                  <c:v>51.42192776</c:v>
                </c:pt>
                <c:pt idx="120">
                  <c:v>51.42123413</c:v>
                </c:pt>
                <c:pt idx="121">
                  <c:v>51.42043809</c:v>
                </c:pt>
                <c:pt idx="122">
                  <c:v>51.41969325</c:v>
                </c:pt>
                <c:pt idx="123">
                  <c:v>51.41894842</c:v>
                </c:pt>
                <c:pt idx="124">
                  <c:v>51.41815703</c:v>
                </c:pt>
                <c:pt idx="125">
                  <c:v>51.41731909</c:v>
                </c:pt>
                <c:pt idx="126">
                  <c:v>51.41661072</c:v>
                </c:pt>
                <c:pt idx="127">
                  <c:v>51.41583252</c:v>
                </c:pt>
                <c:pt idx="128">
                  <c:v>51.41503803</c:v>
                </c:pt>
                <c:pt idx="129">
                  <c:v>51.4143863</c:v>
                </c:pt>
                <c:pt idx="130">
                  <c:v>51.41358948</c:v>
                </c:pt>
                <c:pt idx="131">
                  <c:v>51.41285007</c:v>
                </c:pt>
                <c:pt idx="132">
                  <c:v>51.41212463</c:v>
                </c:pt>
                <c:pt idx="133">
                  <c:v>51.41112764</c:v>
                </c:pt>
                <c:pt idx="134">
                  <c:v>51.4102478</c:v>
                </c:pt>
                <c:pt idx="135">
                  <c:v>51.40945176</c:v>
                </c:pt>
                <c:pt idx="136">
                  <c:v>51.40846252</c:v>
                </c:pt>
                <c:pt idx="137">
                  <c:v>51.40768277</c:v>
                </c:pt>
                <c:pt idx="138">
                  <c:v>51.40679828</c:v>
                </c:pt>
                <c:pt idx="139">
                  <c:v>51.40582068</c:v>
                </c:pt>
                <c:pt idx="140">
                  <c:v>51.40493619</c:v>
                </c:pt>
                <c:pt idx="141">
                  <c:v>51.40397644</c:v>
                </c:pt>
                <c:pt idx="142">
                  <c:v>51.40349307</c:v>
                </c:pt>
                <c:pt idx="143">
                  <c:v>51.40242004</c:v>
                </c:pt>
                <c:pt idx="144">
                  <c:v>51.40155029</c:v>
                </c:pt>
                <c:pt idx="145">
                  <c:v>51.40063477</c:v>
                </c:pt>
                <c:pt idx="146">
                  <c:v>51.39981079</c:v>
                </c:pt>
                <c:pt idx="147">
                  <c:v>51.39889526</c:v>
                </c:pt>
                <c:pt idx="148">
                  <c:v>51.39758094</c:v>
                </c:pt>
                <c:pt idx="149">
                  <c:v>51.39715576</c:v>
                </c:pt>
                <c:pt idx="150">
                  <c:v>51.3957654</c:v>
                </c:pt>
                <c:pt idx="151">
                  <c:v>51.39518738</c:v>
                </c:pt>
                <c:pt idx="152">
                  <c:v>51.39418263</c:v>
                </c:pt>
                <c:pt idx="153">
                  <c:v>51.39325158</c:v>
                </c:pt>
                <c:pt idx="154">
                  <c:v>51.39232054</c:v>
                </c:pt>
                <c:pt idx="155">
                  <c:v>51.39129639</c:v>
                </c:pt>
                <c:pt idx="156">
                  <c:v>51.39024353</c:v>
                </c:pt>
                <c:pt idx="157">
                  <c:v>51.38929464</c:v>
                </c:pt>
                <c:pt idx="158">
                  <c:v>51.3885498</c:v>
                </c:pt>
                <c:pt idx="159">
                  <c:v>51.38761876</c:v>
                </c:pt>
                <c:pt idx="160">
                  <c:v>51.38667297</c:v>
                </c:pt>
                <c:pt idx="161">
                  <c:v>51.38571167</c:v>
                </c:pt>
                <c:pt idx="162">
                  <c:v>51.38487218</c:v>
                </c:pt>
                <c:pt idx="163">
                  <c:v>51.38401794</c:v>
                </c:pt>
                <c:pt idx="164">
                  <c:v>51.38259888</c:v>
                </c:pt>
                <c:pt idx="165">
                  <c:v>51.3821256</c:v>
                </c:pt>
                <c:pt idx="166">
                  <c:v>51.38108826</c:v>
                </c:pt>
                <c:pt idx="167">
                  <c:v>51.3800354</c:v>
                </c:pt>
                <c:pt idx="168">
                  <c:v>51.37896004</c:v>
                </c:pt>
                <c:pt idx="169">
                  <c:v>51.37792969</c:v>
                </c:pt>
                <c:pt idx="170">
                  <c:v>51.37705994</c:v>
                </c:pt>
                <c:pt idx="171">
                  <c:v>51.37632751</c:v>
                </c:pt>
                <c:pt idx="172">
                  <c:v>51.37509621</c:v>
                </c:pt>
                <c:pt idx="173">
                  <c:v>51.37439792</c:v>
                </c:pt>
                <c:pt idx="174">
                  <c:v>51.37335205</c:v>
                </c:pt>
                <c:pt idx="175">
                  <c:v>51.37243652</c:v>
                </c:pt>
                <c:pt idx="176">
                  <c:v>51.37146513</c:v>
                </c:pt>
                <c:pt idx="177">
                  <c:v>51.37042236</c:v>
                </c:pt>
                <c:pt idx="178">
                  <c:v>51.36955649</c:v>
                </c:pt>
                <c:pt idx="179">
                  <c:v>51.36862545</c:v>
                </c:pt>
                <c:pt idx="180">
                  <c:v>51.36736854</c:v>
                </c:pt>
                <c:pt idx="181">
                  <c:v>51.36643749</c:v>
                </c:pt>
                <c:pt idx="182">
                  <c:v>51.36593628</c:v>
                </c:pt>
                <c:pt idx="183">
                  <c:v>51.36480816</c:v>
                </c:pt>
                <c:pt idx="184">
                  <c:v>51.36364436</c:v>
                </c:pt>
                <c:pt idx="185">
                  <c:v>51.36277771</c:v>
                </c:pt>
                <c:pt idx="186">
                  <c:v>51.36182882</c:v>
                </c:pt>
                <c:pt idx="187">
                  <c:v>51.36089778</c:v>
                </c:pt>
                <c:pt idx="188">
                  <c:v>51.35992018</c:v>
                </c:pt>
                <c:pt idx="189">
                  <c:v>51.35897827</c:v>
                </c:pt>
                <c:pt idx="190">
                  <c:v>51.35791843</c:v>
                </c:pt>
                <c:pt idx="191">
                  <c:v>51.35705566</c:v>
                </c:pt>
                <c:pt idx="192">
                  <c:v>51.35610289</c:v>
                </c:pt>
                <c:pt idx="193">
                  <c:v>51.3550415</c:v>
                </c:pt>
                <c:pt idx="194">
                  <c:v>51.3540802</c:v>
                </c:pt>
                <c:pt idx="195">
                  <c:v>51.35339355</c:v>
                </c:pt>
                <c:pt idx="196">
                  <c:v>51.35206604</c:v>
                </c:pt>
                <c:pt idx="197">
                  <c:v>51.35116836</c:v>
                </c:pt>
                <c:pt idx="198">
                  <c:v>51.3506012</c:v>
                </c:pt>
                <c:pt idx="199">
                  <c:v>51.34963989</c:v>
                </c:pt>
                <c:pt idx="200">
                  <c:v>51.34856143</c:v>
                </c:pt>
                <c:pt idx="201">
                  <c:v>51.34749073</c:v>
                </c:pt>
                <c:pt idx="202">
                  <c:v>51.34655969</c:v>
                </c:pt>
                <c:pt idx="203">
                  <c:v>51.34565735</c:v>
                </c:pt>
                <c:pt idx="204">
                  <c:v>51.34442139</c:v>
                </c:pt>
                <c:pt idx="205">
                  <c:v>51.34334758</c:v>
                </c:pt>
                <c:pt idx="206">
                  <c:v>51.342453</c:v>
                </c:pt>
                <c:pt idx="207">
                  <c:v>51.3414917</c:v>
                </c:pt>
                <c:pt idx="208">
                  <c:v>51.34043884</c:v>
                </c:pt>
                <c:pt idx="209">
                  <c:v>51.33947754</c:v>
                </c:pt>
                <c:pt idx="210">
                  <c:v>51.33897167</c:v>
                </c:pt>
                <c:pt idx="211">
                  <c:v>51.33752855</c:v>
                </c:pt>
                <c:pt idx="212">
                  <c:v>51.33655096</c:v>
                </c:pt>
                <c:pt idx="213">
                  <c:v>51.33599233</c:v>
                </c:pt>
                <c:pt idx="214">
                  <c:v>51.33485413</c:v>
                </c:pt>
                <c:pt idx="215">
                  <c:v>51.33384705</c:v>
                </c:pt>
                <c:pt idx="216">
                  <c:v>51.33288574</c:v>
                </c:pt>
                <c:pt idx="217">
                  <c:v>51.33175607</c:v>
                </c:pt>
                <c:pt idx="218">
                  <c:v>51.33087158</c:v>
                </c:pt>
                <c:pt idx="219">
                  <c:v>51.33009338</c:v>
                </c:pt>
                <c:pt idx="220">
                  <c:v>51.32922363</c:v>
                </c:pt>
                <c:pt idx="221">
                  <c:v>51.32835776</c:v>
                </c:pt>
                <c:pt idx="222">
                  <c:v>51.32700775</c:v>
                </c:pt>
                <c:pt idx="223">
                  <c:v>51.32603015</c:v>
                </c:pt>
                <c:pt idx="224">
                  <c:v>51.32495945</c:v>
                </c:pt>
                <c:pt idx="225">
                  <c:v>51.32398185</c:v>
                </c:pt>
                <c:pt idx="226">
                  <c:v>51.3230896</c:v>
                </c:pt>
                <c:pt idx="227">
                  <c:v>51.32211976</c:v>
                </c:pt>
                <c:pt idx="228">
                  <c:v>51.32125854</c:v>
                </c:pt>
                <c:pt idx="229">
                  <c:v>51.32029724</c:v>
                </c:pt>
                <c:pt idx="230">
                  <c:v>51.31932663</c:v>
                </c:pt>
                <c:pt idx="231">
                  <c:v>51.31834903</c:v>
                </c:pt>
                <c:pt idx="232">
                  <c:v>51.31750488</c:v>
                </c:pt>
                <c:pt idx="233">
                  <c:v>51.3166266</c:v>
                </c:pt>
                <c:pt idx="234">
                  <c:v>51.31562805</c:v>
                </c:pt>
                <c:pt idx="235">
                  <c:v>51.3145783</c:v>
                </c:pt>
                <c:pt idx="236">
                  <c:v>51.3136007</c:v>
                </c:pt>
                <c:pt idx="237">
                  <c:v>51.31242371</c:v>
                </c:pt>
                <c:pt idx="238">
                  <c:v>51.3115524</c:v>
                </c:pt>
                <c:pt idx="239">
                  <c:v>51.31062136</c:v>
                </c:pt>
                <c:pt idx="240">
                  <c:v>51.30944824</c:v>
                </c:pt>
                <c:pt idx="241">
                  <c:v>51.30885315</c:v>
                </c:pt>
                <c:pt idx="242">
                  <c:v>51.30796788</c:v>
                </c:pt>
                <c:pt idx="243">
                  <c:v>51.30702209</c:v>
                </c:pt>
                <c:pt idx="244">
                  <c:v>51.30601501</c:v>
                </c:pt>
                <c:pt idx="245">
                  <c:v>51.30505371</c:v>
                </c:pt>
                <c:pt idx="246">
                  <c:v>51.30396439</c:v>
                </c:pt>
                <c:pt idx="247">
                  <c:v>51.30289369</c:v>
                </c:pt>
                <c:pt idx="248">
                  <c:v>51.30191609</c:v>
                </c:pt>
                <c:pt idx="249">
                  <c:v>51.30093849</c:v>
                </c:pt>
                <c:pt idx="250">
                  <c:v>51.29986779</c:v>
                </c:pt>
                <c:pt idx="251">
                  <c:v>51.29901123</c:v>
                </c:pt>
                <c:pt idx="252">
                  <c:v>51.2979126</c:v>
                </c:pt>
                <c:pt idx="253">
                  <c:v>51.29695129</c:v>
                </c:pt>
                <c:pt idx="254">
                  <c:v>51.2958643</c:v>
                </c:pt>
                <c:pt idx="255">
                  <c:v>51.29534912</c:v>
                </c:pt>
                <c:pt idx="256">
                  <c:v>51.293816</c:v>
                </c:pt>
                <c:pt idx="257">
                  <c:v>51.29292297</c:v>
                </c:pt>
                <c:pt idx="258">
                  <c:v>51.29204702</c:v>
                </c:pt>
                <c:pt idx="259">
                  <c:v>51.29086304</c:v>
                </c:pt>
                <c:pt idx="260">
                  <c:v>51.29037114</c:v>
                </c:pt>
                <c:pt idx="261">
                  <c:v>51.28902112</c:v>
                </c:pt>
                <c:pt idx="262">
                  <c:v>51.28811646</c:v>
                </c:pt>
                <c:pt idx="263">
                  <c:v>51.28725214</c:v>
                </c:pt>
                <c:pt idx="264">
                  <c:v>51.28642273</c:v>
                </c:pt>
                <c:pt idx="265">
                  <c:v>51.2855297</c:v>
                </c:pt>
                <c:pt idx="266">
                  <c:v>51.28483142</c:v>
                </c:pt>
                <c:pt idx="267">
                  <c:v>51.28385925</c:v>
                </c:pt>
                <c:pt idx="268">
                  <c:v>51.28282967</c:v>
                </c:pt>
                <c:pt idx="269">
                  <c:v>51.28207397</c:v>
                </c:pt>
                <c:pt idx="270">
                  <c:v>51.28129578</c:v>
                </c:pt>
                <c:pt idx="271">
                  <c:v>51.28045551</c:v>
                </c:pt>
                <c:pt idx="272">
                  <c:v>51.27973938</c:v>
                </c:pt>
                <c:pt idx="273">
                  <c:v>51.27864075</c:v>
                </c:pt>
                <c:pt idx="274">
                  <c:v>51.27827454</c:v>
                </c:pt>
                <c:pt idx="275">
                  <c:v>51.27742961</c:v>
                </c:pt>
                <c:pt idx="276">
                  <c:v>51.27635891</c:v>
                </c:pt>
                <c:pt idx="277">
                  <c:v>51.27566528</c:v>
                </c:pt>
                <c:pt idx="278">
                  <c:v>51.27488708</c:v>
                </c:pt>
                <c:pt idx="279">
                  <c:v>51.27421751</c:v>
                </c:pt>
                <c:pt idx="280">
                  <c:v>51.27337646</c:v>
                </c:pt>
                <c:pt idx="281">
                  <c:v>51.2727356</c:v>
                </c:pt>
                <c:pt idx="282">
                  <c:v>51.27207611</c:v>
                </c:pt>
                <c:pt idx="283">
                  <c:v>51.27131653</c:v>
                </c:pt>
                <c:pt idx="284">
                  <c:v>51.27058411</c:v>
                </c:pt>
                <c:pt idx="285">
                  <c:v>51.26985168</c:v>
                </c:pt>
                <c:pt idx="286">
                  <c:v>51.26909676</c:v>
                </c:pt>
                <c:pt idx="287">
                  <c:v>51.26843262</c:v>
                </c:pt>
                <c:pt idx="288">
                  <c:v>51.2677002</c:v>
                </c:pt>
                <c:pt idx="289">
                  <c:v>51.2668157</c:v>
                </c:pt>
                <c:pt idx="290">
                  <c:v>51.26609802</c:v>
                </c:pt>
                <c:pt idx="291">
                  <c:v>51.2653656</c:v>
                </c:pt>
                <c:pt idx="292">
                  <c:v>51.26454163</c:v>
                </c:pt>
                <c:pt idx="293">
                  <c:v>51.26383636</c:v>
                </c:pt>
                <c:pt idx="294">
                  <c:v>51.26298523</c:v>
                </c:pt>
                <c:pt idx="295">
                  <c:v>51.26220703</c:v>
                </c:pt>
                <c:pt idx="296">
                  <c:v>51.2614622</c:v>
                </c:pt>
                <c:pt idx="297">
                  <c:v>51.26099667</c:v>
                </c:pt>
                <c:pt idx="298">
                  <c:v>51.26019287</c:v>
                </c:pt>
                <c:pt idx="299">
                  <c:v>51.25932079</c:v>
                </c:pt>
                <c:pt idx="300">
                  <c:v>51.25857596</c:v>
                </c:pt>
                <c:pt idx="301">
                  <c:v>51.25769146</c:v>
                </c:pt>
                <c:pt idx="302">
                  <c:v>51.25698853</c:v>
                </c:pt>
                <c:pt idx="303">
                  <c:v>51.25616455</c:v>
                </c:pt>
                <c:pt idx="304">
                  <c:v>51.25503799</c:v>
                </c:pt>
                <c:pt idx="305">
                  <c:v>51.2542466</c:v>
                </c:pt>
                <c:pt idx="306">
                  <c:v>51.25359487</c:v>
                </c:pt>
                <c:pt idx="307">
                  <c:v>51.25271037</c:v>
                </c:pt>
                <c:pt idx="308">
                  <c:v>51.25187243</c:v>
                </c:pt>
                <c:pt idx="309">
                  <c:v>51.25108105</c:v>
                </c:pt>
                <c:pt idx="310">
                  <c:v>51.2502594</c:v>
                </c:pt>
                <c:pt idx="311">
                  <c:v>51.24943542</c:v>
                </c:pt>
                <c:pt idx="312">
                  <c:v>51.24879456</c:v>
                </c:pt>
                <c:pt idx="313">
                  <c:v>51.24787903</c:v>
                </c:pt>
                <c:pt idx="314">
                  <c:v>51.24717066</c:v>
                </c:pt>
                <c:pt idx="315">
                  <c:v>51.24627686</c:v>
                </c:pt>
                <c:pt idx="316">
                  <c:v>51.24536133</c:v>
                </c:pt>
                <c:pt idx="317">
                  <c:v>51.24461029</c:v>
                </c:pt>
                <c:pt idx="318">
                  <c:v>51.24377235</c:v>
                </c:pt>
                <c:pt idx="319">
                  <c:v>51.24298096</c:v>
                </c:pt>
                <c:pt idx="320">
                  <c:v>51.24215698</c:v>
                </c:pt>
                <c:pt idx="321">
                  <c:v>51.24125852</c:v>
                </c:pt>
                <c:pt idx="322">
                  <c:v>51.24050903</c:v>
                </c:pt>
                <c:pt idx="323">
                  <c:v>51.23948954</c:v>
                </c:pt>
                <c:pt idx="324">
                  <c:v>51.23876953</c:v>
                </c:pt>
                <c:pt idx="325">
                  <c:v>51.23804642</c:v>
                </c:pt>
                <c:pt idx="326">
                  <c:v>51.23725891</c:v>
                </c:pt>
                <c:pt idx="327">
                  <c:v>51.23643494</c:v>
                </c:pt>
                <c:pt idx="328">
                  <c:v>51.23576536</c:v>
                </c:pt>
                <c:pt idx="329">
                  <c:v>51.23501587</c:v>
                </c:pt>
                <c:pt idx="330">
                  <c:v>51.23432922</c:v>
                </c:pt>
                <c:pt idx="331">
                  <c:v>51.23364258</c:v>
                </c:pt>
                <c:pt idx="332">
                  <c:v>51.23297223</c:v>
                </c:pt>
                <c:pt idx="333">
                  <c:v>51.23222351</c:v>
                </c:pt>
                <c:pt idx="334">
                  <c:v>51.23190308</c:v>
                </c:pt>
                <c:pt idx="335">
                  <c:v>51.23138945</c:v>
                </c:pt>
                <c:pt idx="336">
                  <c:v>51.23083082</c:v>
                </c:pt>
                <c:pt idx="337">
                  <c:v>51.23013254</c:v>
                </c:pt>
                <c:pt idx="338">
                  <c:v>51.22998047</c:v>
                </c:pt>
                <c:pt idx="339">
                  <c:v>51.2293396</c:v>
                </c:pt>
                <c:pt idx="340">
                  <c:v>51.22915494</c:v>
                </c:pt>
                <c:pt idx="341">
                  <c:v>51.22879028</c:v>
                </c:pt>
                <c:pt idx="342">
                  <c:v>51.22850321</c:v>
                </c:pt>
                <c:pt idx="343">
                  <c:v>51.2282239</c:v>
                </c:pt>
                <c:pt idx="344">
                  <c:v>51.22796631</c:v>
                </c:pt>
                <c:pt idx="345">
                  <c:v>51.22773743</c:v>
                </c:pt>
                <c:pt idx="346">
                  <c:v>51.22757217</c:v>
                </c:pt>
                <c:pt idx="347">
                  <c:v>51.22738596</c:v>
                </c:pt>
                <c:pt idx="348">
                  <c:v>51.2272463</c:v>
                </c:pt>
                <c:pt idx="349">
                  <c:v>51.22710664</c:v>
                </c:pt>
                <c:pt idx="350">
                  <c:v>51.22696699</c:v>
                </c:pt>
                <c:pt idx="351">
                  <c:v>51.22677612</c:v>
                </c:pt>
                <c:pt idx="352">
                  <c:v>51.22663879</c:v>
                </c:pt>
                <c:pt idx="353">
                  <c:v>51.22650146</c:v>
                </c:pt>
                <c:pt idx="354">
                  <c:v>51.22636414</c:v>
                </c:pt>
                <c:pt idx="355">
                  <c:v>51.22622681</c:v>
                </c:pt>
                <c:pt idx="356">
                  <c:v>51.22612905</c:v>
                </c:pt>
                <c:pt idx="357">
                  <c:v>51.22598939</c:v>
                </c:pt>
                <c:pt idx="358">
                  <c:v>51.22581482</c:v>
                </c:pt>
                <c:pt idx="359">
                  <c:v>51.22572327</c:v>
                </c:pt>
                <c:pt idx="360">
                  <c:v>51.22557042</c:v>
                </c:pt>
                <c:pt idx="361">
                  <c:v>51.22543076</c:v>
                </c:pt>
                <c:pt idx="362">
                  <c:v>51.22533766</c:v>
                </c:pt>
                <c:pt idx="363">
                  <c:v>51.22521973</c:v>
                </c:pt>
                <c:pt idx="364">
                  <c:v>51.2251049</c:v>
                </c:pt>
                <c:pt idx="365">
                  <c:v>51.22499084</c:v>
                </c:pt>
                <c:pt idx="366">
                  <c:v>51.22489929</c:v>
                </c:pt>
                <c:pt idx="367">
                  <c:v>51.22477903</c:v>
                </c:pt>
                <c:pt idx="368">
                  <c:v>51.22468593</c:v>
                </c:pt>
                <c:pt idx="369">
                  <c:v>51.22454627</c:v>
                </c:pt>
                <c:pt idx="370">
                  <c:v>51.22444153</c:v>
                </c:pt>
                <c:pt idx="371">
                  <c:v>51.22434998</c:v>
                </c:pt>
                <c:pt idx="372">
                  <c:v>51.22422041</c:v>
                </c:pt>
                <c:pt idx="373">
                  <c:v>51.2241273</c:v>
                </c:pt>
                <c:pt idx="374">
                  <c:v>51.22398376</c:v>
                </c:pt>
                <c:pt idx="375">
                  <c:v>51.22389454</c:v>
                </c:pt>
                <c:pt idx="376">
                  <c:v>51.22375488</c:v>
                </c:pt>
                <c:pt idx="377">
                  <c:v>51.22366333</c:v>
                </c:pt>
                <c:pt idx="378">
                  <c:v>51.22356867</c:v>
                </c:pt>
                <c:pt idx="379">
                  <c:v>51.22342902</c:v>
                </c:pt>
                <c:pt idx="380">
                  <c:v>51.22328936</c:v>
                </c:pt>
                <c:pt idx="381">
                  <c:v>51.22324281</c:v>
                </c:pt>
                <c:pt idx="382">
                  <c:v>51.22311401</c:v>
                </c:pt>
                <c:pt idx="383">
                  <c:v>51.22302246</c:v>
                </c:pt>
                <c:pt idx="384">
                  <c:v>51.22287039</c:v>
                </c:pt>
                <c:pt idx="385">
                  <c:v>51.2227478</c:v>
                </c:pt>
                <c:pt idx="386">
                  <c:v>51.22263763</c:v>
                </c:pt>
                <c:pt idx="387">
                  <c:v>51.22249797</c:v>
                </c:pt>
                <c:pt idx="388">
                  <c:v>51.22238159</c:v>
                </c:pt>
                <c:pt idx="389">
                  <c:v>51.22226521</c:v>
                </c:pt>
                <c:pt idx="390">
                  <c:v>51.22217211</c:v>
                </c:pt>
                <c:pt idx="391">
                  <c:v>51.22203245</c:v>
                </c:pt>
                <c:pt idx="392">
                  <c:v>51.22189279</c:v>
                </c:pt>
                <c:pt idx="393">
                  <c:v>51.22184624</c:v>
                </c:pt>
                <c:pt idx="394">
                  <c:v>51.22169495</c:v>
                </c:pt>
                <c:pt idx="395">
                  <c:v>51.22161348</c:v>
                </c:pt>
                <c:pt idx="396">
                  <c:v>51.22146606</c:v>
                </c:pt>
                <c:pt idx="397">
                  <c:v>51.22137451</c:v>
                </c:pt>
                <c:pt idx="398">
                  <c:v>51.22119141</c:v>
                </c:pt>
                <c:pt idx="399">
                  <c:v>51.22105485</c:v>
                </c:pt>
                <c:pt idx="400">
                  <c:v>51.22096175</c:v>
                </c:pt>
                <c:pt idx="401">
                  <c:v>51.22087097</c:v>
                </c:pt>
                <c:pt idx="402">
                  <c:v>51.22068787</c:v>
                </c:pt>
                <c:pt idx="403">
                  <c:v>51.22059631</c:v>
                </c:pt>
                <c:pt idx="404">
                  <c:v>51.22054278</c:v>
                </c:pt>
                <c:pt idx="405">
                  <c:v>51.22035657</c:v>
                </c:pt>
                <c:pt idx="406">
                  <c:v>51.22026346</c:v>
                </c:pt>
                <c:pt idx="407">
                  <c:v>51.22017036</c:v>
                </c:pt>
                <c:pt idx="408">
                  <c:v>51.220047</c:v>
                </c:pt>
                <c:pt idx="409">
                  <c:v>51.21989105</c:v>
                </c:pt>
                <c:pt idx="410">
                  <c:v>51.21979794</c:v>
                </c:pt>
                <c:pt idx="411">
                  <c:v>51.21963501</c:v>
                </c:pt>
                <c:pt idx="412">
                  <c:v>51.21949768</c:v>
                </c:pt>
                <c:pt idx="413">
                  <c:v>51.21940613</c:v>
                </c:pt>
                <c:pt idx="414">
                  <c:v>51.2192688</c:v>
                </c:pt>
                <c:pt idx="415">
                  <c:v>51.21917725</c:v>
                </c:pt>
                <c:pt idx="416">
                  <c:v>51.21903992</c:v>
                </c:pt>
                <c:pt idx="417">
                  <c:v>51.21891345</c:v>
                </c:pt>
                <c:pt idx="418">
                  <c:v>51.21877379</c:v>
                </c:pt>
                <c:pt idx="419">
                  <c:v>51.21868069</c:v>
                </c:pt>
                <c:pt idx="420">
                  <c:v>51.21853638</c:v>
                </c:pt>
                <c:pt idx="421">
                  <c:v>51.21844482</c:v>
                </c:pt>
                <c:pt idx="422">
                  <c:v>51.2183075</c:v>
                </c:pt>
                <c:pt idx="423">
                  <c:v>51.21821517</c:v>
                </c:pt>
                <c:pt idx="424">
                  <c:v>51.21807861</c:v>
                </c:pt>
                <c:pt idx="425">
                  <c:v>51.21794128</c:v>
                </c:pt>
                <c:pt idx="426">
                  <c:v>51.21780396</c:v>
                </c:pt>
                <c:pt idx="427">
                  <c:v>51.21770309</c:v>
                </c:pt>
                <c:pt idx="428">
                  <c:v>51.21756344</c:v>
                </c:pt>
                <c:pt idx="429">
                  <c:v>51.21743774</c:v>
                </c:pt>
                <c:pt idx="430">
                  <c:v>51.21733067</c:v>
                </c:pt>
                <c:pt idx="431">
                  <c:v>51.21723757</c:v>
                </c:pt>
                <c:pt idx="432">
                  <c:v>51.21707153</c:v>
                </c:pt>
                <c:pt idx="433">
                  <c:v>51.21695826</c:v>
                </c:pt>
                <c:pt idx="434">
                  <c:v>51.2168186</c:v>
                </c:pt>
                <c:pt idx="435">
                  <c:v>51.21670532</c:v>
                </c:pt>
                <c:pt idx="436">
                  <c:v>51.21661377</c:v>
                </c:pt>
                <c:pt idx="437">
                  <c:v>51.21647644</c:v>
                </c:pt>
                <c:pt idx="438">
                  <c:v>51.21633911</c:v>
                </c:pt>
                <c:pt idx="439">
                  <c:v>51.21621342</c:v>
                </c:pt>
                <c:pt idx="440">
                  <c:v>51.21612032</c:v>
                </c:pt>
                <c:pt idx="441">
                  <c:v>51.21601868</c:v>
                </c:pt>
                <c:pt idx="442">
                  <c:v>51.21588755</c:v>
                </c:pt>
                <c:pt idx="443">
                  <c:v>51.21574402</c:v>
                </c:pt>
                <c:pt idx="444">
                  <c:v>51.21560669</c:v>
                </c:pt>
                <c:pt idx="445">
                  <c:v>51.21546858</c:v>
                </c:pt>
                <c:pt idx="446">
                  <c:v>51.21532893</c:v>
                </c:pt>
                <c:pt idx="447">
                  <c:v>51.21523582</c:v>
                </c:pt>
                <c:pt idx="448">
                  <c:v>51.21505737</c:v>
                </c:pt>
                <c:pt idx="449">
                  <c:v>51.2150116</c:v>
                </c:pt>
                <c:pt idx="450">
                  <c:v>51.21487427</c:v>
                </c:pt>
                <c:pt idx="451">
                  <c:v>51.2146772</c:v>
                </c:pt>
                <c:pt idx="452">
                  <c:v>51.21463064</c:v>
                </c:pt>
                <c:pt idx="453">
                  <c:v>51.21446228</c:v>
                </c:pt>
                <c:pt idx="454">
                  <c:v>51.21435133</c:v>
                </c:pt>
                <c:pt idx="455">
                  <c:v>51.21421167</c:v>
                </c:pt>
                <c:pt idx="456">
                  <c:v>51.21405029</c:v>
                </c:pt>
                <c:pt idx="457">
                  <c:v>51.21393236</c:v>
                </c:pt>
                <c:pt idx="458">
                  <c:v>51.21386719</c:v>
                </c:pt>
                <c:pt idx="459">
                  <c:v>51.21372986</c:v>
                </c:pt>
                <c:pt idx="460">
                  <c:v>51.21354675</c:v>
                </c:pt>
                <c:pt idx="461">
                  <c:v>51.21340942</c:v>
                </c:pt>
                <c:pt idx="462">
                  <c:v>51.21331787</c:v>
                </c:pt>
                <c:pt idx="463">
                  <c:v>51.21318054</c:v>
                </c:pt>
                <c:pt idx="464">
                  <c:v>51.21304787</c:v>
                </c:pt>
                <c:pt idx="465">
                  <c:v>51.21290821</c:v>
                </c:pt>
                <c:pt idx="466">
                  <c:v>51.21281433</c:v>
                </c:pt>
                <c:pt idx="467">
                  <c:v>51.21267545</c:v>
                </c:pt>
                <c:pt idx="468">
                  <c:v>51.21253967</c:v>
                </c:pt>
                <c:pt idx="469">
                  <c:v>51.21240234</c:v>
                </c:pt>
                <c:pt idx="470">
                  <c:v>51.21230303</c:v>
                </c:pt>
                <c:pt idx="471">
                  <c:v>51.21212769</c:v>
                </c:pt>
                <c:pt idx="472">
                  <c:v>51.21202372</c:v>
                </c:pt>
                <c:pt idx="473">
                  <c:v>51.21183751</c:v>
                </c:pt>
                <c:pt idx="474">
                  <c:v>51.21174441</c:v>
                </c:pt>
                <c:pt idx="475">
                  <c:v>51.21160475</c:v>
                </c:pt>
                <c:pt idx="476">
                  <c:v>51.21146509</c:v>
                </c:pt>
                <c:pt idx="477">
                  <c:v>51.21132544</c:v>
                </c:pt>
                <c:pt idx="478">
                  <c:v>51.21118578</c:v>
                </c:pt>
                <c:pt idx="479">
                  <c:v>51.21104612</c:v>
                </c:pt>
                <c:pt idx="480">
                  <c:v>51.2109375</c:v>
                </c:pt>
                <c:pt idx="481">
                  <c:v>51.21081336</c:v>
                </c:pt>
                <c:pt idx="482">
                  <c:v>51.2106737</c:v>
                </c:pt>
                <c:pt idx="483">
                  <c:v>51.2105806</c:v>
                </c:pt>
                <c:pt idx="484">
                  <c:v>51.21039439</c:v>
                </c:pt>
                <c:pt idx="485">
                  <c:v>51.21025085</c:v>
                </c:pt>
                <c:pt idx="486">
                  <c:v>51.2101593</c:v>
                </c:pt>
                <c:pt idx="487">
                  <c:v>51.21002197</c:v>
                </c:pt>
                <c:pt idx="488">
                  <c:v>51.20983576</c:v>
                </c:pt>
                <c:pt idx="489">
                  <c:v>51.20969611</c:v>
                </c:pt>
                <c:pt idx="490">
                  <c:v>51.20956421</c:v>
                </c:pt>
                <c:pt idx="491">
                  <c:v>51.20942688</c:v>
                </c:pt>
                <c:pt idx="492">
                  <c:v>51.20937024</c:v>
                </c:pt>
                <c:pt idx="493">
                  <c:v>51.20918403</c:v>
                </c:pt>
                <c:pt idx="494">
                  <c:v>51.20904438</c:v>
                </c:pt>
                <c:pt idx="495">
                  <c:v>51.20892334</c:v>
                </c:pt>
                <c:pt idx="496">
                  <c:v>51.20878601</c:v>
                </c:pt>
                <c:pt idx="497">
                  <c:v>51.20864868</c:v>
                </c:pt>
                <c:pt idx="498">
                  <c:v>51.20848575</c:v>
                </c:pt>
                <c:pt idx="499">
                  <c:v>51.20839264</c:v>
                </c:pt>
                <c:pt idx="500">
                  <c:v>51.20823669</c:v>
                </c:pt>
                <c:pt idx="501">
                  <c:v>51.20811333</c:v>
                </c:pt>
                <c:pt idx="502">
                  <c:v>51.20797367</c:v>
                </c:pt>
                <c:pt idx="503">
                  <c:v>51.20787048</c:v>
                </c:pt>
                <c:pt idx="504">
                  <c:v>51.20773315</c:v>
                </c:pt>
                <c:pt idx="505">
                  <c:v>51.20759583</c:v>
                </c:pt>
                <c:pt idx="506">
                  <c:v>51.2074616</c:v>
                </c:pt>
                <c:pt idx="507">
                  <c:v>51.20732194</c:v>
                </c:pt>
                <c:pt idx="508">
                  <c:v>51.20718229</c:v>
                </c:pt>
                <c:pt idx="509">
                  <c:v>51.20704651</c:v>
                </c:pt>
                <c:pt idx="510">
                  <c:v>51.20690297</c:v>
                </c:pt>
                <c:pt idx="511">
                  <c:v>51.20676332</c:v>
                </c:pt>
                <c:pt idx="512">
                  <c:v>51.20662366</c:v>
                </c:pt>
                <c:pt idx="513">
                  <c:v>51.20649719</c:v>
                </c:pt>
                <c:pt idx="514">
                  <c:v>51.20634435</c:v>
                </c:pt>
                <c:pt idx="515">
                  <c:v>51.20620469</c:v>
                </c:pt>
                <c:pt idx="516">
                  <c:v>51.20608521</c:v>
                </c:pt>
                <c:pt idx="517">
                  <c:v>51.20594788</c:v>
                </c:pt>
                <c:pt idx="518">
                  <c:v>51.20581055</c:v>
                </c:pt>
                <c:pt idx="519">
                  <c:v>51.20567322</c:v>
                </c:pt>
                <c:pt idx="520">
                  <c:v>51.20553589</c:v>
                </c:pt>
                <c:pt idx="521">
                  <c:v>51.2054133</c:v>
                </c:pt>
                <c:pt idx="522">
                  <c:v>51.20527364</c:v>
                </c:pt>
                <c:pt idx="523">
                  <c:v>51.20513399</c:v>
                </c:pt>
                <c:pt idx="524">
                  <c:v>51.20503235</c:v>
                </c:pt>
                <c:pt idx="525">
                  <c:v>51.20484924</c:v>
                </c:pt>
                <c:pt idx="526">
                  <c:v>51.20471502</c:v>
                </c:pt>
                <c:pt idx="527">
                  <c:v>51.20462036</c:v>
                </c:pt>
                <c:pt idx="528">
                  <c:v>51.20448303</c:v>
                </c:pt>
                <c:pt idx="529">
                  <c:v>51.20429993</c:v>
                </c:pt>
                <c:pt idx="530">
                  <c:v>51.2041626</c:v>
                </c:pt>
                <c:pt idx="531">
                  <c:v>51.20407104</c:v>
                </c:pt>
                <c:pt idx="532">
                  <c:v>51.20388794</c:v>
                </c:pt>
                <c:pt idx="533">
                  <c:v>51.20378397</c:v>
                </c:pt>
                <c:pt idx="534">
                  <c:v>51.20361328</c:v>
                </c:pt>
                <c:pt idx="535">
                  <c:v>51.20350466</c:v>
                </c:pt>
                <c:pt idx="536">
                  <c:v>51.20333862</c:v>
                </c:pt>
                <c:pt idx="537">
                  <c:v>51.20320129</c:v>
                </c:pt>
                <c:pt idx="538">
                  <c:v>51.20303914</c:v>
                </c:pt>
                <c:pt idx="539">
                  <c:v>51.20289948</c:v>
                </c:pt>
                <c:pt idx="540">
                  <c:v>51.20278931</c:v>
                </c:pt>
                <c:pt idx="541">
                  <c:v>51.20265198</c:v>
                </c:pt>
                <c:pt idx="542">
                  <c:v>51.20246887</c:v>
                </c:pt>
                <c:pt idx="543">
                  <c:v>51.20234085</c:v>
                </c:pt>
                <c:pt idx="544">
                  <c:v>51.20219421</c:v>
                </c:pt>
                <c:pt idx="545">
                  <c:v>51.20205688</c:v>
                </c:pt>
                <c:pt idx="546">
                  <c:v>51.20191956</c:v>
                </c:pt>
                <c:pt idx="547">
                  <c:v>51.20178223</c:v>
                </c:pt>
                <c:pt idx="548">
                  <c:v>51.20169067</c:v>
                </c:pt>
                <c:pt idx="549">
                  <c:v>51.20154947</c:v>
                </c:pt>
                <c:pt idx="550">
                  <c:v>51.20141602</c:v>
                </c:pt>
                <c:pt idx="551">
                  <c:v>51.20127015</c:v>
                </c:pt>
                <c:pt idx="552">
                  <c:v>51.20117705</c:v>
                </c:pt>
                <c:pt idx="553">
                  <c:v>51.2010498</c:v>
                </c:pt>
                <c:pt idx="554">
                  <c:v>51.20091248</c:v>
                </c:pt>
                <c:pt idx="555">
                  <c:v>51.20080463</c:v>
                </c:pt>
                <c:pt idx="556">
                  <c:v>51.20068359</c:v>
                </c:pt>
                <c:pt idx="557">
                  <c:v>51.20054626</c:v>
                </c:pt>
                <c:pt idx="558">
                  <c:v>51.20043221</c:v>
                </c:pt>
                <c:pt idx="559">
                  <c:v>51.20029255</c:v>
                </c:pt>
                <c:pt idx="560">
                  <c:v>51.20019945</c:v>
                </c:pt>
                <c:pt idx="561">
                  <c:v>51.20005979</c:v>
                </c:pt>
                <c:pt idx="562">
                  <c:v>51.19992014</c:v>
                </c:pt>
                <c:pt idx="563">
                  <c:v>51.19978048</c:v>
                </c:pt>
                <c:pt idx="564">
                  <c:v>51.19964082</c:v>
                </c:pt>
                <c:pt idx="565">
                  <c:v>51.19949341</c:v>
                </c:pt>
                <c:pt idx="566">
                  <c:v>51.19940806</c:v>
                </c:pt>
                <c:pt idx="567">
                  <c:v>51.19926453</c:v>
                </c:pt>
                <c:pt idx="568">
                  <c:v>51.1991753</c:v>
                </c:pt>
                <c:pt idx="569">
                  <c:v>51.19903564</c:v>
                </c:pt>
                <c:pt idx="570">
                  <c:v>51.19889832</c:v>
                </c:pt>
                <c:pt idx="571">
                  <c:v>51.19876099</c:v>
                </c:pt>
                <c:pt idx="572">
                  <c:v>51.19866323</c:v>
                </c:pt>
                <c:pt idx="573">
                  <c:v>51.1985321</c:v>
                </c:pt>
                <c:pt idx="574">
                  <c:v>51.19838391</c:v>
                </c:pt>
                <c:pt idx="575">
                  <c:v>51.19825745</c:v>
                </c:pt>
                <c:pt idx="576">
                  <c:v>51.19812012</c:v>
                </c:pt>
                <c:pt idx="577">
                  <c:v>51.19798279</c:v>
                </c:pt>
                <c:pt idx="578">
                  <c:v>51.19784546</c:v>
                </c:pt>
                <c:pt idx="579">
                  <c:v>51.19770813</c:v>
                </c:pt>
                <c:pt idx="580">
                  <c:v>51.1975708</c:v>
                </c:pt>
                <c:pt idx="581">
                  <c:v>51.19745287</c:v>
                </c:pt>
                <c:pt idx="582">
                  <c:v>51.19731321</c:v>
                </c:pt>
                <c:pt idx="583">
                  <c:v>51.19717356</c:v>
                </c:pt>
                <c:pt idx="584">
                  <c:v>51.19706726</c:v>
                </c:pt>
                <c:pt idx="585">
                  <c:v>51.19692993</c:v>
                </c:pt>
                <c:pt idx="586">
                  <c:v>51.19680114</c:v>
                </c:pt>
                <c:pt idx="587">
                  <c:v>51.19665527</c:v>
                </c:pt>
                <c:pt idx="588">
                  <c:v>51.19652182</c:v>
                </c:pt>
                <c:pt idx="589">
                  <c:v>51.19638062</c:v>
                </c:pt>
                <c:pt idx="590">
                  <c:v>51.19624251</c:v>
                </c:pt>
                <c:pt idx="591">
                  <c:v>51.19610596</c:v>
                </c:pt>
                <c:pt idx="592">
                  <c:v>51.1959632</c:v>
                </c:pt>
                <c:pt idx="593">
                  <c:v>51.19582354</c:v>
                </c:pt>
                <c:pt idx="594">
                  <c:v>51.19568388</c:v>
                </c:pt>
                <c:pt idx="595">
                  <c:v>51.19555664</c:v>
                </c:pt>
                <c:pt idx="596">
                  <c:v>51.19541931</c:v>
                </c:pt>
                <c:pt idx="597">
                  <c:v>51.19528198</c:v>
                </c:pt>
                <c:pt idx="598">
                  <c:v>51.19514465</c:v>
                </c:pt>
                <c:pt idx="599">
                  <c:v>51.19503215</c:v>
                </c:pt>
                <c:pt idx="600">
                  <c:v>51.19484594</c:v>
                </c:pt>
                <c:pt idx="601">
                  <c:v>51.19475284</c:v>
                </c:pt>
                <c:pt idx="602">
                  <c:v>51.19461318</c:v>
                </c:pt>
                <c:pt idx="603">
                  <c:v>51.19447353</c:v>
                </c:pt>
                <c:pt idx="604">
                  <c:v>51.19436646</c:v>
                </c:pt>
                <c:pt idx="605">
                  <c:v>51.19424076</c:v>
                </c:pt>
                <c:pt idx="606">
                  <c:v>51.1940918</c:v>
                </c:pt>
                <c:pt idx="607">
                  <c:v>51.1939149</c:v>
                </c:pt>
                <c:pt idx="608">
                  <c:v>51.19377136</c:v>
                </c:pt>
                <c:pt idx="609">
                  <c:v>51.19363403</c:v>
                </c:pt>
                <c:pt idx="610">
                  <c:v>51.19354248</c:v>
                </c:pt>
                <c:pt idx="611">
                  <c:v>51.19340515</c:v>
                </c:pt>
                <c:pt idx="612">
                  <c:v>51.19326782</c:v>
                </c:pt>
                <c:pt idx="613">
                  <c:v>51.19312351</c:v>
                </c:pt>
                <c:pt idx="614">
                  <c:v>51.19298385</c:v>
                </c:pt>
                <c:pt idx="615">
                  <c:v>51.19281006</c:v>
                </c:pt>
                <c:pt idx="616">
                  <c:v>51.19267273</c:v>
                </c:pt>
                <c:pt idx="617">
                  <c:v>51.19256488</c:v>
                </c:pt>
                <c:pt idx="618">
                  <c:v>51.19242523</c:v>
                </c:pt>
                <c:pt idx="619">
                  <c:v>51.19226074</c:v>
                </c:pt>
                <c:pt idx="620">
                  <c:v>51.19214591</c:v>
                </c:pt>
                <c:pt idx="621">
                  <c:v>51.19198608</c:v>
                </c:pt>
                <c:pt idx="622">
                  <c:v>51.19184875</c:v>
                </c:pt>
                <c:pt idx="623">
                  <c:v>51.1917735</c:v>
                </c:pt>
                <c:pt idx="624">
                  <c:v>51.19161987</c:v>
                </c:pt>
                <c:pt idx="625">
                  <c:v>51.19143677</c:v>
                </c:pt>
                <c:pt idx="626">
                  <c:v>51.19130797</c:v>
                </c:pt>
                <c:pt idx="627">
                  <c:v>51.19116832</c:v>
                </c:pt>
                <c:pt idx="628">
                  <c:v>51.19102478</c:v>
                </c:pt>
                <c:pt idx="629">
                  <c:v>51.19084167</c:v>
                </c:pt>
                <c:pt idx="630">
                  <c:v>51.19074935</c:v>
                </c:pt>
                <c:pt idx="631">
                  <c:v>51.19061279</c:v>
                </c:pt>
                <c:pt idx="632">
                  <c:v>51.19047546</c:v>
                </c:pt>
                <c:pt idx="633">
                  <c:v>51.19038391</c:v>
                </c:pt>
                <c:pt idx="634">
                  <c:v>51.19019072</c:v>
                </c:pt>
                <c:pt idx="635">
                  <c:v>51.19005106</c:v>
                </c:pt>
                <c:pt idx="636">
                  <c:v>51.18992615</c:v>
                </c:pt>
                <c:pt idx="637">
                  <c:v>51.18978882</c:v>
                </c:pt>
                <c:pt idx="638">
                  <c:v>51.18965149</c:v>
                </c:pt>
                <c:pt idx="639">
                  <c:v>51.18951416</c:v>
                </c:pt>
                <c:pt idx="640">
                  <c:v>51.18942261</c:v>
                </c:pt>
                <c:pt idx="641">
                  <c:v>51.18928528</c:v>
                </c:pt>
                <c:pt idx="642">
                  <c:v>51.18916657</c:v>
                </c:pt>
                <c:pt idx="643">
                  <c:v>51.18898036</c:v>
                </c:pt>
                <c:pt idx="644">
                  <c:v>51.1888407</c:v>
                </c:pt>
                <c:pt idx="645">
                  <c:v>51.18870105</c:v>
                </c:pt>
                <c:pt idx="646">
                  <c:v>51.18860794</c:v>
                </c:pt>
                <c:pt idx="647">
                  <c:v>51.18846829</c:v>
                </c:pt>
                <c:pt idx="648">
                  <c:v>51.1882782</c:v>
                </c:pt>
                <c:pt idx="649">
                  <c:v>51.18814242</c:v>
                </c:pt>
                <c:pt idx="650">
                  <c:v>51.18800276</c:v>
                </c:pt>
                <c:pt idx="651">
                  <c:v>51.18782043</c:v>
                </c:pt>
                <c:pt idx="652">
                  <c:v>51.18777466</c:v>
                </c:pt>
                <c:pt idx="653">
                  <c:v>51.18763733</c:v>
                </c:pt>
                <c:pt idx="654">
                  <c:v>51.18745422</c:v>
                </c:pt>
                <c:pt idx="655">
                  <c:v>51.18735103</c:v>
                </c:pt>
                <c:pt idx="656">
                  <c:v>51.18721138</c:v>
                </c:pt>
                <c:pt idx="657">
                  <c:v>51.18702517</c:v>
                </c:pt>
                <c:pt idx="658">
                  <c:v>51.18690491</c:v>
                </c:pt>
                <c:pt idx="659">
                  <c:v>51.18676758</c:v>
                </c:pt>
                <c:pt idx="660">
                  <c:v>51.18658447</c:v>
                </c:pt>
                <c:pt idx="661">
                  <c:v>51.18646654</c:v>
                </c:pt>
                <c:pt idx="662">
                  <c:v>51.18630981</c:v>
                </c:pt>
                <c:pt idx="663">
                  <c:v>51.18617249</c:v>
                </c:pt>
                <c:pt idx="664">
                  <c:v>51.18598938</c:v>
                </c:pt>
                <c:pt idx="665">
                  <c:v>51.18595447</c:v>
                </c:pt>
                <c:pt idx="666">
                  <c:v>51.1857217</c:v>
                </c:pt>
                <c:pt idx="667">
                  <c:v>51.18562317</c:v>
                </c:pt>
                <c:pt idx="668">
                  <c:v>51.18548584</c:v>
                </c:pt>
                <c:pt idx="669">
                  <c:v>51.18530273</c:v>
                </c:pt>
                <c:pt idx="670">
                  <c:v>51.18511963</c:v>
                </c:pt>
                <c:pt idx="671">
                  <c:v>51.18502342</c:v>
                </c:pt>
                <c:pt idx="672">
                  <c:v>51.18488376</c:v>
                </c:pt>
                <c:pt idx="673">
                  <c:v>51.18470764</c:v>
                </c:pt>
                <c:pt idx="674">
                  <c:v>51.18457031</c:v>
                </c:pt>
                <c:pt idx="675">
                  <c:v>51.18447876</c:v>
                </c:pt>
                <c:pt idx="676">
                  <c:v>51.18427859</c:v>
                </c:pt>
                <c:pt idx="677">
                  <c:v>51.18411255</c:v>
                </c:pt>
                <c:pt idx="678">
                  <c:v>51.18397522</c:v>
                </c:pt>
                <c:pt idx="679">
                  <c:v>51.18385962</c:v>
                </c:pt>
                <c:pt idx="680">
                  <c:v>51.18371996</c:v>
                </c:pt>
                <c:pt idx="681">
                  <c:v>51.18351746</c:v>
                </c:pt>
                <c:pt idx="682">
                  <c:v>51.18338013</c:v>
                </c:pt>
                <c:pt idx="683">
                  <c:v>51.18325444</c:v>
                </c:pt>
                <c:pt idx="684">
                  <c:v>51.18310547</c:v>
                </c:pt>
                <c:pt idx="685">
                  <c:v>51.18292236</c:v>
                </c:pt>
                <c:pt idx="686">
                  <c:v>51.18278891</c:v>
                </c:pt>
                <c:pt idx="687">
                  <c:v>51.18264771</c:v>
                </c:pt>
                <c:pt idx="688">
                  <c:v>51.1824646</c:v>
                </c:pt>
                <c:pt idx="689">
                  <c:v>51.18236994</c:v>
                </c:pt>
                <c:pt idx="690">
                  <c:v>51.18223029</c:v>
                </c:pt>
                <c:pt idx="691">
                  <c:v>51.18209839</c:v>
                </c:pt>
                <c:pt idx="692">
                  <c:v>51.18186951</c:v>
                </c:pt>
                <c:pt idx="693">
                  <c:v>51.18177795</c:v>
                </c:pt>
                <c:pt idx="694">
                  <c:v>51.18157856</c:v>
                </c:pt>
                <c:pt idx="695">
                  <c:v>51.1814389</c:v>
                </c:pt>
                <c:pt idx="696">
                  <c:v>51.18132019</c:v>
                </c:pt>
                <c:pt idx="697">
                  <c:v>51.18113708</c:v>
                </c:pt>
                <c:pt idx="698">
                  <c:v>51.18095398</c:v>
                </c:pt>
                <c:pt idx="699">
                  <c:v>51.18083372</c:v>
                </c:pt>
                <c:pt idx="700">
                  <c:v>51.18064751</c:v>
                </c:pt>
                <c:pt idx="701">
                  <c:v>51.18054199</c:v>
                </c:pt>
                <c:pt idx="702">
                  <c:v>51.18040466</c:v>
                </c:pt>
                <c:pt idx="703">
                  <c:v>51.18027509</c:v>
                </c:pt>
                <c:pt idx="704">
                  <c:v>51.18013544</c:v>
                </c:pt>
                <c:pt idx="705">
                  <c:v>51.17990112</c:v>
                </c:pt>
                <c:pt idx="706">
                  <c:v>51.17985535</c:v>
                </c:pt>
                <c:pt idx="707">
                  <c:v>51.17962336</c:v>
                </c:pt>
                <c:pt idx="708">
                  <c:v>51.17948914</c:v>
                </c:pt>
                <c:pt idx="709">
                  <c:v>51.17930603</c:v>
                </c:pt>
                <c:pt idx="710">
                  <c:v>51.17915784</c:v>
                </c:pt>
                <c:pt idx="711">
                  <c:v>51.17906473</c:v>
                </c:pt>
                <c:pt idx="712">
                  <c:v>51.17892508</c:v>
                </c:pt>
                <c:pt idx="713">
                  <c:v>51.17878542</c:v>
                </c:pt>
                <c:pt idx="714">
                  <c:v>51.17855266</c:v>
                </c:pt>
                <c:pt idx="715">
                  <c:v>51.17843628</c:v>
                </c:pt>
                <c:pt idx="716">
                  <c:v>51.17827335</c:v>
                </c:pt>
                <c:pt idx="717">
                  <c:v>51.17813369</c:v>
                </c:pt>
                <c:pt idx="718">
                  <c:v>51.17797852</c:v>
                </c:pt>
                <c:pt idx="719">
                  <c:v>51.17780782</c:v>
                </c:pt>
                <c:pt idx="720">
                  <c:v>51.17765808</c:v>
                </c:pt>
                <c:pt idx="721">
                  <c:v>51.17752075</c:v>
                </c:pt>
                <c:pt idx="722">
                  <c:v>51.17733765</c:v>
                </c:pt>
                <c:pt idx="723">
                  <c:v>51.1772492</c:v>
                </c:pt>
                <c:pt idx="724">
                  <c:v>51.17701644</c:v>
                </c:pt>
                <c:pt idx="725">
                  <c:v>51.17687678</c:v>
                </c:pt>
                <c:pt idx="726">
                  <c:v>51.17678367</c:v>
                </c:pt>
                <c:pt idx="727">
                  <c:v>51.17659747</c:v>
                </c:pt>
                <c:pt idx="728">
                  <c:v>51.1764679</c:v>
                </c:pt>
                <c:pt idx="729">
                  <c:v>51.17628479</c:v>
                </c:pt>
                <c:pt idx="730">
                  <c:v>51.17614746</c:v>
                </c:pt>
                <c:pt idx="731">
                  <c:v>51.17596436</c:v>
                </c:pt>
                <c:pt idx="732">
                  <c:v>51.17575953</c:v>
                </c:pt>
                <c:pt idx="733">
                  <c:v>51.17566642</c:v>
                </c:pt>
                <c:pt idx="734">
                  <c:v>51.17552676</c:v>
                </c:pt>
                <c:pt idx="735">
                  <c:v>51.17538711</c:v>
                </c:pt>
                <c:pt idx="736">
                  <c:v>51.17515435</c:v>
                </c:pt>
                <c:pt idx="737">
                  <c:v>51.17500305</c:v>
                </c:pt>
                <c:pt idx="738">
                  <c:v>51.17487503</c:v>
                </c:pt>
                <c:pt idx="739">
                  <c:v>51.17472839</c:v>
                </c:pt>
                <c:pt idx="740">
                  <c:v>51.17454917</c:v>
                </c:pt>
                <c:pt idx="741">
                  <c:v>51.17440951</c:v>
                </c:pt>
                <c:pt idx="742">
                  <c:v>51.17431641</c:v>
                </c:pt>
                <c:pt idx="743">
                  <c:v>51.17408365</c:v>
                </c:pt>
                <c:pt idx="744">
                  <c:v>51.1739502</c:v>
                </c:pt>
                <c:pt idx="745">
                  <c:v>51.17380433</c:v>
                </c:pt>
                <c:pt idx="746">
                  <c:v>51.17362976</c:v>
                </c:pt>
                <c:pt idx="747">
                  <c:v>51.17349243</c:v>
                </c:pt>
                <c:pt idx="748">
                  <c:v>51.17330933</c:v>
                </c:pt>
                <c:pt idx="749">
                  <c:v>51.17312622</c:v>
                </c:pt>
                <c:pt idx="750">
                  <c:v>51.17298889</c:v>
                </c:pt>
                <c:pt idx="751">
                  <c:v>51.17289734</c:v>
                </c:pt>
                <c:pt idx="752">
                  <c:v>51.17266846</c:v>
                </c:pt>
                <c:pt idx="753">
                  <c:v>51.17248535</c:v>
                </c:pt>
                <c:pt idx="754">
                  <c:v>51.17240776</c:v>
                </c:pt>
                <c:pt idx="755">
                  <c:v>51.17234802</c:v>
                </c:pt>
                <c:pt idx="756">
                  <c:v>51.17203535</c:v>
                </c:pt>
                <c:pt idx="757">
                  <c:v>51.17194224</c:v>
                </c:pt>
                <c:pt idx="758">
                  <c:v>51.17175603</c:v>
                </c:pt>
                <c:pt idx="759">
                  <c:v>51.17156982</c:v>
                </c:pt>
                <c:pt idx="760">
                  <c:v>51.17143017</c:v>
                </c:pt>
                <c:pt idx="761">
                  <c:v>51.17129051</c:v>
                </c:pt>
                <c:pt idx="762">
                  <c:v>51.17115085</c:v>
                </c:pt>
                <c:pt idx="763">
                  <c:v>51.17096465</c:v>
                </c:pt>
                <c:pt idx="764">
                  <c:v>51.1708374</c:v>
                </c:pt>
                <c:pt idx="765">
                  <c:v>51.17063878</c:v>
                </c:pt>
                <c:pt idx="766">
                  <c:v>51.17049912</c:v>
                </c:pt>
                <c:pt idx="767">
                  <c:v>51.17031291</c:v>
                </c:pt>
                <c:pt idx="768">
                  <c:v>51.17017326</c:v>
                </c:pt>
                <c:pt idx="769">
                  <c:v>51.16996765</c:v>
                </c:pt>
                <c:pt idx="770">
                  <c:v>51.16984739</c:v>
                </c:pt>
                <c:pt idx="771">
                  <c:v>51.16975429</c:v>
                </c:pt>
                <c:pt idx="772">
                  <c:v>51.16955566</c:v>
                </c:pt>
                <c:pt idx="773">
                  <c:v>51.16938187</c:v>
                </c:pt>
                <c:pt idx="774">
                  <c:v>51.16923523</c:v>
                </c:pt>
                <c:pt idx="775">
                  <c:v>51.169056</c:v>
                </c:pt>
                <c:pt idx="776">
                  <c:v>51.16891479</c:v>
                </c:pt>
                <c:pt idx="777">
                  <c:v>51.16877747</c:v>
                </c:pt>
                <c:pt idx="778">
                  <c:v>51.16859436</c:v>
                </c:pt>
                <c:pt idx="779">
                  <c:v>51.16845703</c:v>
                </c:pt>
                <c:pt idx="780">
                  <c:v>51.16827393</c:v>
                </c:pt>
                <c:pt idx="781">
                  <c:v>51.16812496</c:v>
                </c:pt>
                <c:pt idx="782">
                  <c:v>51.1679853</c:v>
                </c:pt>
                <c:pt idx="783">
                  <c:v>51.16777039</c:v>
                </c:pt>
                <c:pt idx="784">
                  <c:v>51.16765944</c:v>
                </c:pt>
                <c:pt idx="785">
                  <c:v>51.16747323</c:v>
                </c:pt>
                <c:pt idx="786">
                  <c:v>51.16726685</c:v>
                </c:pt>
                <c:pt idx="787">
                  <c:v>51.16714736</c:v>
                </c:pt>
                <c:pt idx="788">
                  <c:v>51.16699219</c:v>
                </c:pt>
                <c:pt idx="789">
                  <c:v>51.1668215</c:v>
                </c:pt>
                <c:pt idx="790">
                  <c:v>51.16662598</c:v>
                </c:pt>
                <c:pt idx="791">
                  <c:v>51.16649563</c:v>
                </c:pt>
                <c:pt idx="792">
                  <c:v>51.16630554</c:v>
                </c:pt>
                <c:pt idx="793">
                  <c:v>51.16621632</c:v>
                </c:pt>
                <c:pt idx="794">
                  <c:v>51.16598356</c:v>
                </c:pt>
                <c:pt idx="795">
                  <c:v>51.165802</c:v>
                </c:pt>
                <c:pt idx="796">
                  <c:v>51.16570424</c:v>
                </c:pt>
                <c:pt idx="797">
                  <c:v>51.16547148</c:v>
                </c:pt>
                <c:pt idx="798">
                  <c:v>51.16537838</c:v>
                </c:pt>
                <c:pt idx="799">
                  <c:v>51.16523872</c:v>
                </c:pt>
                <c:pt idx="800">
                  <c:v>51.16506958</c:v>
                </c:pt>
                <c:pt idx="801">
                  <c:v>51.16488647</c:v>
                </c:pt>
                <c:pt idx="802">
                  <c:v>51.16474915</c:v>
                </c:pt>
                <c:pt idx="803">
                  <c:v>51.16454044</c:v>
                </c:pt>
                <c:pt idx="804">
                  <c:v>51.16435423</c:v>
                </c:pt>
                <c:pt idx="805">
                  <c:v>51.16421457</c:v>
                </c:pt>
                <c:pt idx="806">
                  <c:v>51.16402836</c:v>
                </c:pt>
                <c:pt idx="807">
                  <c:v>51.16384215</c:v>
                </c:pt>
                <c:pt idx="808">
                  <c:v>51.16374905</c:v>
                </c:pt>
                <c:pt idx="809">
                  <c:v>51.16351629</c:v>
                </c:pt>
                <c:pt idx="810">
                  <c:v>51.16342163</c:v>
                </c:pt>
                <c:pt idx="811">
                  <c:v>51.16319275</c:v>
                </c:pt>
                <c:pt idx="812">
                  <c:v>51.16305076</c:v>
                </c:pt>
                <c:pt idx="813">
                  <c:v>51.16291111</c:v>
                </c:pt>
                <c:pt idx="814">
                  <c:v>51.1627249</c:v>
                </c:pt>
                <c:pt idx="815">
                  <c:v>51.16253869</c:v>
                </c:pt>
                <c:pt idx="816">
                  <c:v>51.16239903</c:v>
                </c:pt>
                <c:pt idx="817">
                  <c:v>51.16223145</c:v>
                </c:pt>
                <c:pt idx="818">
                  <c:v>51.16207317</c:v>
                </c:pt>
                <c:pt idx="819">
                  <c:v>51.16188696</c:v>
                </c:pt>
                <c:pt idx="820">
                  <c:v>51.1617473</c:v>
                </c:pt>
                <c:pt idx="821">
                  <c:v>51.1615448</c:v>
                </c:pt>
                <c:pt idx="822">
                  <c:v>51.16142144</c:v>
                </c:pt>
                <c:pt idx="823">
                  <c:v>51.16123523</c:v>
                </c:pt>
                <c:pt idx="824">
                  <c:v>51.16104902</c:v>
                </c:pt>
                <c:pt idx="825">
                  <c:v>51.16085815</c:v>
                </c:pt>
                <c:pt idx="826">
                  <c:v>51.16072315</c:v>
                </c:pt>
                <c:pt idx="827">
                  <c:v>51.16053772</c:v>
                </c:pt>
                <c:pt idx="828">
                  <c:v>51.16040039</c:v>
                </c:pt>
                <c:pt idx="829">
                  <c:v>51.16025763</c:v>
                </c:pt>
                <c:pt idx="830">
                  <c:v>51.16003418</c:v>
                </c:pt>
                <c:pt idx="831">
                  <c:v>51.15989685</c:v>
                </c:pt>
                <c:pt idx="832">
                  <c:v>51.15974556</c:v>
                </c:pt>
                <c:pt idx="833">
                  <c:v>51.15953064</c:v>
                </c:pt>
                <c:pt idx="834">
                  <c:v>51.15932659</c:v>
                </c:pt>
                <c:pt idx="835">
                  <c:v>51.15918693</c:v>
                </c:pt>
                <c:pt idx="836">
                  <c:v>51.15907288</c:v>
                </c:pt>
                <c:pt idx="837">
                  <c:v>51.15888977</c:v>
                </c:pt>
                <c:pt idx="838">
                  <c:v>51.15870667</c:v>
                </c:pt>
                <c:pt idx="839">
                  <c:v>51.1585352</c:v>
                </c:pt>
                <c:pt idx="840">
                  <c:v>51.15838623</c:v>
                </c:pt>
                <c:pt idx="841">
                  <c:v>51.15816278</c:v>
                </c:pt>
                <c:pt idx="842">
                  <c:v>51.15797657</c:v>
                </c:pt>
                <c:pt idx="843">
                  <c:v>51.15783691</c:v>
                </c:pt>
                <c:pt idx="844">
                  <c:v>51.15769726</c:v>
                </c:pt>
                <c:pt idx="845">
                  <c:v>51.1574707</c:v>
                </c:pt>
                <c:pt idx="846">
                  <c:v>51.1572876</c:v>
                </c:pt>
                <c:pt idx="847">
                  <c:v>51.15709208</c:v>
                </c:pt>
                <c:pt idx="848">
                  <c:v>51.15704553</c:v>
                </c:pt>
                <c:pt idx="849">
                  <c:v>51.15678406</c:v>
                </c:pt>
                <c:pt idx="850">
                  <c:v>51.15662656</c:v>
                </c:pt>
                <c:pt idx="851">
                  <c:v>51.15653345</c:v>
                </c:pt>
                <c:pt idx="852">
                  <c:v>51.15632629</c:v>
                </c:pt>
                <c:pt idx="853">
                  <c:v>51.15618896</c:v>
                </c:pt>
                <c:pt idx="854">
                  <c:v>51.15600586</c:v>
                </c:pt>
                <c:pt idx="855">
                  <c:v>51.15578862</c:v>
                </c:pt>
                <c:pt idx="856">
                  <c:v>51.15559387</c:v>
                </c:pt>
                <c:pt idx="857">
                  <c:v>51.15545654</c:v>
                </c:pt>
                <c:pt idx="858">
                  <c:v>51.15527344</c:v>
                </c:pt>
                <c:pt idx="859">
                  <c:v>51.15509033</c:v>
                </c:pt>
                <c:pt idx="860">
                  <c:v>51.15490723</c:v>
                </c:pt>
                <c:pt idx="861">
                  <c:v>51.15472412</c:v>
                </c:pt>
                <c:pt idx="862">
                  <c:v>51.15457826</c:v>
                </c:pt>
                <c:pt idx="863">
                  <c:v>51.15440369</c:v>
                </c:pt>
                <c:pt idx="864">
                  <c:v>51.15420584</c:v>
                </c:pt>
                <c:pt idx="865">
                  <c:v>51.15403748</c:v>
                </c:pt>
                <c:pt idx="866">
                  <c:v>51.15385437</c:v>
                </c:pt>
                <c:pt idx="867">
                  <c:v>51.15367126</c:v>
                </c:pt>
                <c:pt idx="868">
                  <c:v>51.15353394</c:v>
                </c:pt>
                <c:pt idx="869">
                  <c:v>51.15335083</c:v>
                </c:pt>
                <c:pt idx="870">
                  <c:v>51.15318169</c:v>
                </c:pt>
                <c:pt idx="871">
                  <c:v>51.15298462</c:v>
                </c:pt>
                <c:pt idx="872">
                  <c:v>51.15280151</c:v>
                </c:pt>
                <c:pt idx="873">
                  <c:v>51.15262306</c:v>
                </c:pt>
                <c:pt idx="874">
                  <c:v>51.15243685</c:v>
                </c:pt>
                <c:pt idx="875">
                  <c:v>51.15220409</c:v>
                </c:pt>
                <c:pt idx="876">
                  <c:v>51.15211099</c:v>
                </c:pt>
                <c:pt idx="877">
                  <c:v>51.15183168</c:v>
                </c:pt>
                <c:pt idx="878">
                  <c:v>51.15164547</c:v>
                </c:pt>
                <c:pt idx="879">
                  <c:v>51.15150581</c:v>
                </c:pt>
                <c:pt idx="880">
                  <c:v>51.15129089</c:v>
                </c:pt>
                <c:pt idx="881">
                  <c:v>51.15115356</c:v>
                </c:pt>
                <c:pt idx="882">
                  <c:v>51.15106201</c:v>
                </c:pt>
                <c:pt idx="883">
                  <c:v>51.15078735</c:v>
                </c:pt>
                <c:pt idx="884">
                  <c:v>51.15060425</c:v>
                </c:pt>
                <c:pt idx="885">
                  <c:v>51.15042114</c:v>
                </c:pt>
                <c:pt idx="886">
                  <c:v>51.15032959</c:v>
                </c:pt>
                <c:pt idx="887">
                  <c:v>51.15014648</c:v>
                </c:pt>
                <c:pt idx="888">
                  <c:v>51.14996338</c:v>
                </c:pt>
                <c:pt idx="889">
                  <c:v>51.14978027</c:v>
                </c:pt>
                <c:pt idx="890">
                  <c:v>51.14959717</c:v>
                </c:pt>
                <c:pt idx="891">
                  <c:v>51.14936441</c:v>
                </c:pt>
                <c:pt idx="892">
                  <c:v>51.14923096</c:v>
                </c:pt>
                <c:pt idx="893">
                  <c:v>51.14899199</c:v>
                </c:pt>
                <c:pt idx="894">
                  <c:v>51.14880578</c:v>
                </c:pt>
                <c:pt idx="895">
                  <c:v>51.14863586</c:v>
                </c:pt>
                <c:pt idx="896">
                  <c:v>51.14847991</c:v>
                </c:pt>
                <c:pt idx="897">
                  <c:v>51.14829371</c:v>
                </c:pt>
                <c:pt idx="898">
                  <c:v>51.1481075</c:v>
                </c:pt>
                <c:pt idx="899">
                  <c:v>51.14790344</c:v>
                </c:pt>
                <c:pt idx="900">
                  <c:v>51.14773508</c:v>
                </c:pt>
                <c:pt idx="901">
                  <c:v>51.14754887</c:v>
                </c:pt>
                <c:pt idx="902">
                  <c:v>51.14736266</c:v>
                </c:pt>
                <c:pt idx="903">
                  <c:v>51.14712524</c:v>
                </c:pt>
                <c:pt idx="904">
                  <c:v>51.14699024</c:v>
                </c:pt>
                <c:pt idx="905">
                  <c:v>51.14675748</c:v>
                </c:pt>
                <c:pt idx="906">
                  <c:v>51.14666438</c:v>
                </c:pt>
                <c:pt idx="907">
                  <c:v>51.1464386</c:v>
                </c:pt>
                <c:pt idx="908">
                  <c:v>51.14624541</c:v>
                </c:pt>
                <c:pt idx="909">
                  <c:v>51.14607239</c:v>
                </c:pt>
                <c:pt idx="910">
                  <c:v>51.14582644</c:v>
                </c:pt>
                <c:pt idx="911">
                  <c:v>51.14568678</c:v>
                </c:pt>
                <c:pt idx="912">
                  <c:v>51.14550057</c:v>
                </c:pt>
                <c:pt idx="913">
                  <c:v>51.14531436</c:v>
                </c:pt>
                <c:pt idx="914">
                  <c:v>51.14506531</c:v>
                </c:pt>
                <c:pt idx="915">
                  <c:v>51.14497375</c:v>
                </c:pt>
                <c:pt idx="916">
                  <c:v>51.14470918</c:v>
                </c:pt>
                <c:pt idx="917">
                  <c:v>51.14451599</c:v>
                </c:pt>
                <c:pt idx="918">
                  <c:v>51.14433289</c:v>
                </c:pt>
                <c:pt idx="919">
                  <c:v>51.144104</c:v>
                </c:pt>
                <c:pt idx="920">
                  <c:v>51.14401245</c:v>
                </c:pt>
                <c:pt idx="921">
                  <c:v>51.14382469</c:v>
                </c:pt>
                <c:pt idx="922">
                  <c:v>51.14364624</c:v>
                </c:pt>
                <c:pt idx="923">
                  <c:v>51.14345227</c:v>
                </c:pt>
                <c:pt idx="924">
                  <c:v>51.14326606</c:v>
                </c:pt>
                <c:pt idx="925">
                  <c:v>51.14298675</c:v>
                </c:pt>
                <c:pt idx="926">
                  <c:v>51.14282227</c:v>
                </c:pt>
                <c:pt idx="927">
                  <c:v>51.14261433</c:v>
                </c:pt>
                <c:pt idx="928">
                  <c:v>51.14242812</c:v>
                </c:pt>
                <c:pt idx="929">
                  <c:v>51.14224191</c:v>
                </c:pt>
                <c:pt idx="930">
                  <c:v>51.14205571</c:v>
                </c:pt>
                <c:pt idx="931">
                  <c:v>51.14186096</c:v>
                </c:pt>
                <c:pt idx="932">
                  <c:v>51.14172363</c:v>
                </c:pt>
                <c:pt idx="933">
                  <c:v>51.14149475</c:v>
                </c:pt>
                <c:pt idx="934">
                  <c:v>51.14131087</c:v>
                </c:pt>
                <c:pt idx="935">
                  <c:v>51.14112466</c:v>
                </c:pt>
                <c:pt idx="936">
                  <c:v>51.14093845</c:v>
                </c:pt>
                <c:pt idx="937">
                  <c:v>51.14070569</c:v>
                </c:pt>
                <c:pt idx="938">
                  <c:v>51.14061259</c:v>
                </c:pt>
                <c:pt idx="939">
                  <c:v>51.14042638</c:v>
                </c:pt>
                <c:pt idx="940">
                  <c:v>51.14019362</c:v>
                </c:pt>
                <c:pt idx="941">
                  <c:v>51.14002991</c:v>
                </c:pt>
                <c:pt idx="942">
                  <c:v>51.13975525</c:v>
                </c:pt>
                <c:pt idx="943">
                  <c:v>51.13958844</c:v>
                </c:pt>
                <c:pt idx="944">
                  <c:v>51.13935568</c:v>
                </c:pt>
                <c:pt idx="945">
                  <c:v>51.13921602</c:v>
                </c:pt>
                <c:pt idx="946">
                  <c:v>51.13902981</c:v>
                </c:pt>
                <c:pt idx="947">
                  <c:v>51.13879705</c:v>
                </c:pt>
                <c:pt idx="948">
                  <c:v>51.13865662</c:v>
                </c:pt>
                <c:pt idx="949">
                  <c:v>51.13847118</c:v>
                </c:pt>
                <c:pt idx="950">
                  <c:v>51.13824463</c:v>
                </c:pt>
                <c:pt idx="951">
                  <c:v>51.13806152</c:v>
                </c:pt>
                <c:pt idx="952">
                  <c:v>51.13787842</c:v>
                </c:pt>
                <c:pt idx="953">
                  <c:v>51.13763324</c:v>
                </c:pt>
                <c:pt idx="954">
                  <c:v>51.13749359</c:v>
                </c:pt>
                <c:pt idx="955">
                  <c:v>51.13728333</c:v>
                </c:pt>
                <c:pt idx="956">
                  <c:v>51.13702806</c:v>
                </c:pt>
                <c:pt idx="957">
                  <c:v>51.13684185</c:v>
                </c:pt>
                <c:pt idx="958">
                  <c:v>51.13664246</c:v>
                </c:pt>
                <c:pt idx="959">
                  <c:v>51.13646944</c:v>
                </c:pt>
                <c:pt idx="960">
                  <c:v>51.13623047</c:v>
                </c:pt>
                <c:pt idx="961">
                  <c:v>51.13609702</c:v>
                </c:pt>
                <c:pt idx="962">
                  <c:v>51.13595581</c:v>
                </c:pt>
                <c:pt idx="963">
                  <c:v>51.13586426</c:v>
                </c:pt>
                <c:pt idx="964">
                  <c:v>51.13553839</c:v>
                </c:pt>
                <c:pt idx="965">
                  <c:v>51.13530563</c:v>
                </c:pt>
                <c:pt idx="966">
                  <c:v>51.13513184</c:v>
                </c:pt>
                <c:pt idx="967">
                  <c:v>51.13494873</c:v>
                </c:pt>
                <c:pt idx="968">
                  <c:v>51.13470045</c:v>
                </c:pt>
                <c:pt idx="969">
                  <c:v>51.13458252</c:v>
                </c:pt>
                <c:pt idx="970">
                  <c:v>51.13430786</c:v>
                </c:pt>
                <c:pt idx="971">
                  <c:v>51.13417053</c:v>
                </c:pt>
                <c:pt idx="972">
                  <c:v>51.13398743</c:v>
                </c:pt>
                <c:pt idx="973">
                  <c:v>51.13375854</c:v>
                </c:pt>
                <c:pt idx="974">
                  <c:v>51.13352966</c:v>
                </c:pt>
                <c:pt idx="975">
                  <c:v>51.13339233</c:v>
                </c:pt>
                <c:pt idx="976">
                  <c:v>51.13316423</c:v>
                </c:pt>
                <c:pt idx="977">
                  <c:v>51.13293147</c:v>
                </c:pt>
                <c:pt idx="978">
                  <c:v>51.13275146</c:v>
                </c:pt>
                <c:pt idx="979">
                  <c:v>51.13256836</c:v>
                </c:pt>
                <c:pt idx="980">
                  <c:v>51.13233948</c:v>
                </c:pt>
                <c:pt idx="981">
                  <c:v>51.13218663</c:v>
                </c:pt>
                <c:pt idx="982">
                  <c:v>51.13192749</c:v>
                </c:pt>
                <c:pt idx="983">
                  <c:v>51.13174438</c:v>
                </c:pt>
                <c:pt idx="984">
                  <c:v>51.13148835</c:v>
                </c:pt>
                <c:pt idx="985">
                  <c:v>51.13128662</c:v>
                </c:pt>
                <c:pt idx="986">
                  <c:v>51.13101196</c:v>
                </c:pt>
                <c:pt idx="987">
                  <c:v>51.13083662</c:v>
                </c:pt>
                <c:pt idx="988">
                  <c:v>51.1305573</c:v>
                </c:pt>
                <c:pt idx="989">
                  <c:v>51.13027799</c:v>
                </c:pt>
                <c:pt idx="990">
                  <c:v>51.13004523</c:v>
                </c:pt>
                <c:pt idx="991">
                  <c:v>51.12976591</c:v>
                </c:pt>
                <c:pt idx="992">
                  <c:v>51.12950134</c:v>
                </c:pt>
                <c:pt idx="993">
                  <c:v>51.12925384</c:v>
                </c:pt>
                <c:pt idx="994">
                  <c:v>51.12895203</c:v>
                </c:pt>
                <c:pt idx="995">
                  <c:v>51.12863159</c:v>
                </c:pt>
                <c:pt idx="996">
                  <c:v>51.12840271</c:v>
                </c:pt>
                <c:pt idx="997">
                  <c:v>51.12808228</c:v>
                </c:pt>
                <c:pt idx="998">
                  <c:v>51.12771606</c:v>
                </c:pt>
                <c:pt idx="999">
                  <c:v>51.12739563</c:v>
                </c:pt>
                <c:pt idx="1000">
                  <c:v>51.12702942</c:v>
                </c:pt>
                <c:pt idx="1001">
                  <c:v>51.12670898</c:v>
                </c:pt>
                <c:pt idx="1002">
                  <c:v>51.12638855</c:v>
                </c:pt>
                <c:pt idx="1003">
                  <c:v>51.12602234</c:v>
                </c:pt>
                <c:pt idx="1004">
                  <c:v>51.12561035</c:v>
                </c:pt>
                <c:pt idx="1005">
                  <c:v>51.12525035</c:v>
                </c:pt>
                <c:pt idx="1006">
                  <c:v>51.12487793</c:v>
                </c:pt>
                <c:pt idx="1007">
                  <c:v>51.12441241</c:v>
                </c:pt>
                <c:pt idx="1008">
                  <c:v>51.12408654</c:v>
                </c:pt>
                <c:pt idx="1009">
                  <c:v>51.12371412</c:v>
                </c:pt>
                <c:pt idx="1010">
                  <c:v>51.1231842</c:v>
                </c:pt>
                <c:pt idx="1011">
                  <c:v>51.12282963</c:v>
                </c:pt>
                <c:pt idx="1012">
                  <c:v>51.1222229</c:v>
                </c:pt>
                <c:pt idx="1013">
                  <c:v>51.12180548</c:v>
                </c:pt>
                <c:pt idx="1014">
                  <c:v>51.12147962</c:v>
                </c:pt>
                <c:pt idx="1015">
                  <c:v>51.12094116</c:v>
                </c:pt>
                <c:pt idx="1016">
                  <c:v>51.12057495</c:v>
                </c:pt>
                <c:pt idx="1017">
                  <c:v>51.12011719</c:v>
                </c:pt>
                <c:pt idx="1018">
                  <c:v>51.11971063</c:v>
                </c:pt>
                <c:pt idx="1019">
                  <c:v>51.11919856</c:v>
                </c:pt>
                <c:pt idx="1020">
                  <c:v>51.11865234</c:v>
                </c:pt>
                <c:pt idx="1021">
                  <c:v>51.11822096</c:v>
                </c:pt>
                <c:pt idx="1022">
                  <c:v>51.11773682</c:v>
                </c:pt>
                <c:pt idx="1023">
                  <c:v>51.11728991</c:v>
                </c:pt>
                <c:pt idx="1024">
                  <c:v>51.11677784</c:v>
                </c:pt>
                <c:pt idx="1025">
                  <c:v>51.11621921</c:v>
                </c:pt>
                <c:pt idx="1026">
                  <c:v>51.11553955</c:v>
                </c:pt>
                <c:pt idx="1027">
                  <c:v>51.11528817</c:v>
                </c:pt>
                <c:pt idx="1028">
                  <c:v>51.11454333</c:v>
                </c:pt>
                <c:pt idx="1029">
                  <c:v>51.11407781</c:v>
                </c:pt>
                <c:pt idx="1030">
                  <c:v>51.11351918</c:v>
                </c:pt>
                <c:pt idx="1031">
                  <c:v>51.11297607</c:v>
                </c:pt>
                <c:pt idx="1032">
                  <c:v>51.11249503</c:v>
                </c:pt>
                <c:pt idx="1033">
                  <c:v>51.11193641</c:v>
                </c:pt>
                <c:pt idx="1034">
                  <c:v>51.1113739</c:v>
                </c:pt>
                <c:pt idx="1035">
                  <c:v>51.1107726</c:v>
                </c:pt>
                <c:pt idx="1036">
                  <c:v>51.11027527</c:v>
                </c:pt>
                <c:pt idx="1037">
                  <c:v>51.1096344</c:v>
                </c:pt>
                <c:pt idx="1038">
                  <c:v>51.10914327</c:v>
                </c:pt>
                <c:pt idx="1039">
                  <c:v>51.10862732</c:v>
                </c:pt>
                <c:pt idx="1040">
                  <c:v>51.10807257</c:v>
                </c:pt>
                <c:pt idx="1041">
                  <c:v>51.10751394</c:v>
                </c:pt>
                <c:pt idx="1042">
                  <c:v>51.10690877</c:v>
                </c:pt>
                <c:pt idx="1043">
                  <c:v>51.10643005</c:v>
                </c:pt>
                <c:pt idx="1044">
                  <c:v>51.10569841</c:v>
                </c:pt>
                <c:pt idx="1045">
                  <c:v>51.10542297</c:v>
                </c:pt>
                <c:pt idx="1046">
                  <c:v>51.1045346</c:v>
                </c:pt>
                <c:pt idx="1047">
                  <c:v>51.10404968</c:v>
                </c:pt>
                <c:pt idx="1048">
                  <c:v>51.10368347</c:v>
                </c:pt>
                <c:pt idx="1049">
                  <c:v>51.10304493</c:v>
                </c:pt>
                <c:pt idx="1050">
                  <c:v>51.10240173</c:v>
                </c:pt>
                <c:pt idx="1051">
                  <c:v>51.10185242</c:v>
                </c:pt>
                <c:pt idx="1052">
                  <c:v>51.1013225</c:v>
                </c:pt>
                <c:pt idx="1053">
                  <c:v>51.10076387</c:v>
                </c:pt>
                <c:pt idx="1054">
                  <c:v>51.10015869</c:v>
                </c:pt>
                <c:pt idx="1055">
                  <c:v>51.09987938</c:v>
                </c:pt>
                <c:pt idx="1056">
                  <c:v>51.09924316</c:v>
                </c:pt>
                <c:pt idx="1057">
                  <c:v>51.09862247</c:v>
                </c:pt>
                <c:pt idx="1058">
                  <c:v>51.09806384</c:v>
                </c:pt>
                <c:pt idx="1059">
                  <c:v>51.09750366</c:v>
                </c:pt>
                <c:pt idx="1060">
                  <c:v>51.09703969</c:v>
                </c:pt>
                <c:pt idx="1061">
                  <c:v>51.09648106</c:v>
                </c:pt>
                <c:pt idx="1062">
                  <c:v>51.09590149</c:v>
                </c:pt>
                <c:pt idx="1063">
                  <c:v>51.09531726</c:v>
                </c:pt>
                <c:pt idx="1064">
                  <c:v>51.09480286</c:v>
                </c:pt>
                <c:pt idx="1065">
                  <c:v>51.09420776</c:v>
                </c:pt>
                <c:pt idx="1066">
                  <c:v>51.09365845</c:v>
                </c:pt>
                <c:pt idx="1067">
                  <c:v>51.09317586</c:v>
                </c:pt>
                <c:pt idx="1068">
                  <c:v>51.09257068</c:v>
                </c:pt>
                <c:pt idx="1069">
                  <c:v>51.09205627</c:v>
                </c:pt>
                <c:pt idx="1070">
                  <c:v>51.09145342</c:v>
                </c:pt>
                <c:pt idx="1071">
                  <c:v>51.0909879</c:v>
                </c:pt>
                <c:pt idx="1072">
                  <c:v>51.09036255</c:v>
                </c:pt>
                <c:pt idx="1073">
                  <c:v>51.08981323</c:v>
                </c:pt>
                <c:pt idx="1074">
                  <c:v>51.08926392</c:v>
                </c:pt>
                <c:pt idx="1075">
                  <c:v>51.08870684</c:v>
                </c:pt>
                <c:pt idx="1076">
                  <c:v>51.08821106</c:v>
                </c:pt>
                <c:pt idx="1077">
                  <c:v>51.08744993</c:v>
                </c:pt>
                <c:pt idx="1078">
                  <c:v>51.08679199</c:v>
                </c:pt>
                <c:pt idx="1079">
                  <c:v>51.08651889</c:v>
                </c:pt>
                <c:pt idx="1080">
                  <c:v>51.08596026</c:v>
                </c:pt>
                <c:pt idx="1081">
                  <c:v>51.08540163</c:v>
                </c:pt>
                <c:pt idx="1082">
                  <c:v>51.0846405</c:v>
                </c:pt>
                <c:pt idx="1083">
                  <c:v>51.08418274</c:v>
                </c:pt>
                <c:pt idx="1084">
                  <c:v>51.0836792</c:v>
                </c:pt>
                <c:pt idx="1085">
                  <c:v>51.08307402</c:v>
                </c:pt>
                <c:pt idx="1086">
                  <c:v>51.08251539</c:v>
                </c:pt>
                <c:pt idx="1087">
                  <c:v>51.08203125</c:v>
                </c:pt>
                <c:pt idx="1088">
                  <c:v>51.08139038</c:v>
                </c:pt>
                <c:pt idx="1089">
                  <c:v>51.08084106</c:v>
                </c:pt>
                <c:pt idx="1090">
                  <c:v>51.08032744</c:v>
                </c:pt>
                <c:pt idx="1091">
                  <c:v>51.07972226</c:v>
                </c:pt>
                <c:pt idx="1092">
                  <c:v>51.07911708</c:v>
                </c:pt>
                <c:pt idx="1093">
                  <c:v>51.07855845</c:v>
                </c:pt>
                <c:pt idx="1094">
                  <c:v>51.07795715</c:v>
                </c:pt>
                <c:pt idx="1095">
                  <c:v>51.07745361</c:v>
                </c:pt>
                <c:pt idx="1096">
                  <c:v>51.07692912</c:v>
                </c:pt>
                <c:pt idx="1097">
                  <c:v>51.0764636</c:v>
                </c:pt>
                <c:pt idx="1098">
                  <c:v>51.07562566</c:v>
                </c:pt>
                <c:pt idx="1099">
                  <c:v>51.07511902</c:v>
                </c:pt>
                <c:pt idx="1100">
                  <c:v>51.0745697</c:v>
                </c:pt>
                <c:pt idx="1101">
                  <c:v>51.07399633</c:v>
                </c:pt>
                <c:pt idx="1102">
                  <c:v>51.07353081</c:v>
                </c:pt>
                <c:pt idx="1103">
                  <c:v>51.07305908</c:v>
                </c:pt>
                <c:pt idx="1104">
                  <c:v>51.07232666</c:v>
                </c:pt>
                <c:pt idx="1105">
                  <c:v>51.07173157</c:v>
                </c:pt>
                <c:pt idx="1106">
                  <c:v>51.07131958</c:v>
                </c:pt>
                <c:pt idx="1107">
                  <c:v>51.07073768</c:v>
                </c:pt>
                <c:pt idx="1108">
                  <c:v>51.07017905</c:v>
                </c:pt>
                <c:pt idx="1109">
                  <c:v>51.06952732</c:v>
                </c:pt>
                <c:pt idx="1110">
                  <c:v>51.06892214</c:v>
                </c:pt>
                <c:pt idx="1111">
                  <c:v>51.06854972</c:v>
                </c:pt>
                <c:pt idx="1112">
                  <c:v>51.0679911</c:v>
                </c:pt>
                <c:pt idx="1113">
                  <c:v>51.06733704</c:v>
                </c:pt>
                <c:pt idx="1114">
                  <c:v>51.06682729</c:v>
                </c:pt>
                <c:pt idx="1115">
                  <c:v>51.06626866</c:v>
                </c:pt>
                <c:pt idx="1116">
                  <c:v>51.06566348</c:v>
                </c:pt>
                <c:pt idx="1117">
                  <c:v>51.06510486</c:v>
                </c:pt>
                <c:pt idx="1118">
                  <c:v>51.06454468</c:v>
                </c:pt>
                <c:pt idx="1119">
                  <c:v>51.06399536</c:v>
                </c:pt>
                <c:pt idx="1120">
                  <c:v>51.06338242</c:v>
                </c:pt>
                <c:pt idx="1121">
                  <c:v>51.06289673</c:v>
                </c:pt>
                <c:pt idx="1122">
                  <c:v>51.06231172</c:v>
                </c:pt>
                <c:pt idx="1123">
                  <c:v>51.06184387</c:v>
                </c:pt>
                <c:pt idx="1124">
                  <c:v>51.06133413</c:v>
                </c:pt>
                <c:pt idx="1125">
                  <c:v>51.06072895</c:v>
                </c:pt>
                <c:pt idx="1126">
                  <c:v>51.0602417</c:v>
                </c:pt>
                <c:pt idx="1127">
                  <c:v>51.05964661</c:v>
                </c:pt>
                <c:pt idx="1128">
                  <c:v>51.05900651</c:v>
                </c:pt>
                <c:pt idx="1129">
                  <c:v>51.05844789</c:v>
                </c:pt>
                <c:pt idx="1130">
                  <c:v>51.05795288</c:v>
                </c:pt>
                <c:pt idx="1131">
                  <c:v>51.05737718</c:v>
                </c:pt>
                <c:pt idx="1132">
                  <c:v>51.05681856</c:v>
                </c:pt>
                <c:pt idx="1133">
                  <c:v>51.05625993</c:v>
                </c:pt>
                <c:pt idx="1134">
                  <c:v>51.05557251</c:v>
                </c:pt>
                <c:pt idx="1135">
                  <c:v>51.05509613</c:v>
                </c:pt>
                <c:pt idx="1136">
                  <c:v>51.0545375</c:v>
                </c:pt>
                <c:pt idx="1137">
                  <c:v>51.05397887</c:v>
                </c:pt>
                <c:pt idx="1138">
                  <c:v>51.0534668</c:v>
                </c:pt>
                <c:pt idx="1139">
                  <c:v>51.05296326</c:v>
                </c:pt>
                <c:pt idx="1140">
                  <c:v>51.05232239</c:v>
                </c:pt>
                <c:pt idx="1141">
                  <c:v>51.05183747</c:v>
                </c:pt>
                <c:pt idx="1142">
                  <c:v>51.05122375</c:v>
                </c:pt>
                <c:pt idx="1143">
                  <c:v>51.05072021</c:v>
                </c:pt>
                <c:pt idx="1144">
                  <c:v>51.05011504</c:v>
                </c:pt>
                <c:pt idx="1145">
                  <c:v>51.04950986</c:v>
                </c:pt>
                <c:pt idx="1146">
                  <c:v>51.04895123</c:v>
                </c:pt>
                <c:pt idx="1147">
                  <c:v>51.0484314</c:v>
                </c:pt>
                <c:pt idx="1148">
                  <c:v>51.04797363</c:v>
                </c:pt>
                <c:pt idx="1149">
                  <c:v>51.04713569</c:v>
                </c:pt>
                <c:pt idx="1150">
                  <c:v>51.04655457</c:v>
                </c:pt>
                <c:pt idx="1151">
                  <c:v>51.04606499</c:v>
                </c:pt>
                <c:pt idx="1152">
                  <c:v>51.04554749</c:v>
                </c:pt>
                <c:pt idx="1153">
                  <c:v>51.04495239</c:v>
                </c:pt>
                <c:pt idx="1154">
                  <c:v>51.04443566</c:v>
                </c:pt>
                <c:pt idx="1155">
                  <c:v>51.04397014</c:v>
                </c:pt>
                <c:pt idx="1156">
                  <c:v>51.04345807</c:v>
                </c:pt>
                <c:pt idx="1157">
                  <c:v>51.04284668</c:v>
                </c:pt>
                <c:pt idx="1158">
                  <c:v>51.04234081</c:v>
                </c:pt>
                <c:pt idx="1159">
                  <c:v>51.04179382</c:v>
                </c:pt>
                <c:pt idx="1160">
                  <c:v>51.04117701</c:v>
                </c:pt>
                <c:pt idx="1161">
                  <c:v>51.04043217</c:v>
                </c:pt>
                <c:pt idx="1162">
                  <c:v>51.03991699</c:v>
                </c:pt>
                <c:pt idx="1163">
                  <c:v>51.03931492</c:v>
                </c:pt>
                <c:pt idx="1164">
                  <c:v>51.03872681</c:v>
                </c:pt>
                <c:pt idx="1165">
                  <c:v>51.03840637</c:v>
                </c:pt>
                <c:pt idx="1166">
                  <c:v>51.03781128</c:v>
                </c:pt>
                <c:pt idx="1167">
                  <c:v>51.03721619</c:v>
                </c:pt>
                <c:pt idx="1168">
                  <c:v>51.03670799</c:v>
                </c:pt>
                <c:pt idx="1169">
                  <c:v>51.0359166</c:v>
                </c:pt>
                <c:pt idx="1170">
                  <c:v>51.03533936</c:v>
                </c:pt>
                <c:pt idx="1171">
                  <c:v>51.03479004</c:v>
                </c:pt>
                <c:pt idx="1172">
                  <c:v>51.03424072</c:v>
                </c:pt>
                <c:pt idx="1173">
                  <c:v>51.03369141</c:v>
                </c:pt>
                <c:pt idx="1174">
                  <c:v>51.03314209</c:v>
                </c:pt>
                <c:pt idx="1175">
                  <c:v>51.03251829</c:v>
                </c:pt>
                <c:pt idx="1176">
                  <c:v>51.03186656</c:v>
                </c:pt>
                <c:pt idx="1177">
                  <c:v>51.03135681</c:v>
                </c:pt>
                <c:pt idx="1178">
                  <c:v>51.03103638</c:v>
                </c:pt>
                <c:pt idx="1179">
                  <c:v>51.03039551</c:v>
                </c:pt>
                <c:pt idx="1180">
                  <c:v>51.02991136</c:v>
                </c:pt>
                <c:pt idx="1181">
                  <c:v>51.02935274</c:v>
                </c:pt>
                <c:pt idx="1182">
                  <c:v>51.02874756</c:v>
                </c:pt>
                <c:pt idx="1183">
                  <c:v>51.02796936</c:v>
                </c:pt>
                <c:pt idx="1184">
                  <c:v>51.0274441</c:v>
                </c:pt>
                <c:pt idx="1185">
                  <c:v>51.0269165</c:v>
                </c:pt>
                <c:pt idx="1186">
                  <c:v>51.02655029</c:v>
                </c:pt>
                <c:pt idx="1187">
                  <c:v>51.02572166</c:v>
                </c:pt>
                <c:pt idx="1188">
                  <c:v>51.02506993</c:v>
                </c:pt>
                <c:pt idx="1189">
                  <c:v>51.02483717</c:v>
                </c:pt>
                <c:pt idx="1190">
                  <c:v>51.02398682</c:v>
                </c:pt>
                <c:pt idx="1191">
                  <c:v>51.02339172</c:v>
                </c:pt>
                <c:pt idx="1192">
                  <c:v>51.02306819</c:v>
                </c:pt>
                <c:pt idx="1193">
                  <c:v>51.02250956</c:v>
                </c:pt>
                <c:pt idx="1194">
                  <c:v>51.02183533</c:v>
                </c:pt>
                <c:pt idx="1195">
                  <c:v>51.0212061</c:v>
                </c:pt>
                <c:pt idx="1196">
                  <c:v>51.02069092</c:v>
                </c:pt>
                <c:pt idx="1197">
                  <c:v>51.02013539</c:v>
                </c:pt>
                <c:pt idx="1198">
                  <c:v>51.01940918</c:v>
                </c:pt>
                <c:pt idx="1199">
                  <c:v>51.01887848</c:v>
                </c:pt>
                <c:pt idx="1200">
                  <c:v>51.01827331</c:v>
                </c:pt>
                <c:pt idx="1201">
                  <c:v>51.01790089</c:v>
                </c:pt>
                <c:pt idx="1202">
                  <c:v>51.0171095</c:v>
                </c:pt>
                <c:pt idx="1203">
                  <c:v>51.01657104</c:v>
                </c:pt>
                <c:pt idx="1204">
                  <c:v>51.01597595</c:v>
                </c:pt>
                <c:pt idx="1205">
                  <c:v>51.01542664</c:v>
                </c:pt>
                <c:pt idx="1206">
                  <c:v>51.01510775</c:v>
                </c:pt>
                <c:pt idx="1207">
                  <c:v>51.01426981</c:v>
                </c:pt>
                <c:pt idx="1208">
                  <c:v>51.01377869</c:v>
                </c:pt>
                <c:pt idx="1209">
                  <c:v>51.01324566</c:v>
                </c:pt>
                <c:pt idx="1210">
                  <c:v>51.01268005</c:v>
                </c:pt>
                <c:pt idx="1211">
                  <c:v>51.01203531</c:v>
                </c:pt>
                <c:pt idx="1212">
                  <c:v>51.01147668</c:v>
                </c:pt>
                <c:pt idx="1213">
                  <c:v>51.0109646</c:v>
                </c:pt>
                <c:pt idx="1214">
                  <c:v>51.01040598</c:v>
                </c:pt>
                <c:pt idx="1215">
                  <c:v>51.0098877</c:v>
                </c:pt>
                <c:pt idx="1216">
                  <c:v>51.00933528</c:v>
                </c:pt>
                <c:pt idx="1217">
                  <c:v>51.00860596</c:v>
                </c:pt>
                <c:pt idx="1218">
                  <c:v>51.00814819</c:v>
                </c:pt>
                <c:pt idx="1219">
                  <c:v>51.00759888</c:v>
                </c:pt>
                <c:pt idx="1220">
                  <c:v>51.00710077</c:v>
                </c:pt>
                <c:pt idx="1221">
                  <c:v>51.00645447</c:v>
                </c:pt>
                <c:pt idx="1222">
                  <c:v>51.00595093</c:v>
                </c:pt>
                <c:pt idx="1223">
                  <c:v>51.00540161</c:v>
                </c:pt>
                <c:pt idx="1224">
                  <c:v>51.00480652</c:v>
                </c:pt>
                <c:pt idx="1225">
                  <c:v>51.00412142</c:v>
                </c:pt>
                <c:pt idx="1226">
                  <c:v>51.00384521</c:v>
                </c:pt>
                <c:pt idx="1227">
                  <c:v>51.00306702</c:v>
                </c:pt>
                <c:pt idx="1228">
                  <c:v>51.00244554</c:v>
                </c:pt>
                <c:pt idx="1229">
                  <c:v>51.00179381</c:v>
                </c:pt>
                <c:pt idx="1230">
                  <c:v>51.00128174</c:v>
                </c:pt>
                <c:pt idx="1231">
                  <c:v>51.00076966</c:v>
                </c:pt>
                <c:pt idx="1232">
                  <c:v>51.00016448</c:v>
                </c:pt>
                <c:pt idx="1233">
                  <c:v>50.99954224</c:v>
                </c:pt>
                <c:pt idx="1234">
                  <c:v>50.99899292</c:v>
                </c:pt>
                <c:pt idx="1235">
                  <c:v>50.9983955</c:v>
                </c:pt>
                <c:pt idx="1236">
                  <c:v>50.99792998</c:v>
                </c:pt>
                <c:pt idx="1237">
                  <c:v>50.99734497</c:v>
                </c:pt>
                <c:pt idx="1238">
                  <c:v>50.99688721</c:v>
                </c:pt>
                <c:pt idx="1239">
                  <c:v>50.99620754</c:v>
                </c:pt>
                <c:pt idx="1240">
                  <c:v>50.99574202</c:v>
                </c:pt>
                <c:pt idx="1241">
                  <c:v>50.99510193</c:v>
                </c:pt>
                <c:pt idx="1242">
                  <c:v>50.99448511</c:v>
                </c:pt>
                <c:pt idx="1243">
                  <c:v>50.99383338</c:v>
                </c:pt>
                <c:pt idx="1244">
                  <c:v>50.99336243</c:v>
                </c:pt>
                <c:pt idx="1245">
                  <c:v>50.99280923</c:v>
                </c:pt>
                <c:pt idx="1246">
                  <c:v>50.99212646</c:v>
                </c:pt>
                <c:pt idx="1247">
                  <c:v>50.99164543</c:v>
                </c:pt>
                <c:pt idx="1248">
                  <c:v>50.99111938</c:v>
                </c:pt>
                <c:pt idx="1249">
                  <c:v>50.99061584</c:v>
                </c:pt>
                <c:pt idx="1250">
                  <c:v>50.99002075</c:v>
                </c:pt>
                <c:pt idx="1251">
                  <c:v>50.98947144</c:v>
                </c:pt>
                <c:pt idx="1252">
                  <c:v>50.98889884</c:v>
                </c:pt>
                <c:pt idx="1253">
                  <c:v>50.98829366</c:v>
                </c:pt>
                <c:pt idx="1254">
                  <c:v>50.98754883</c:v>
                </c:pt>
                <c:pt idx="1255">
                  <c:v>50.9869902</c:v>
                </c:pt>
                <c:pt idx="1256">
                  <c:v>50.98652468</c:v>
                </c:pt>
                <c:pt idx="1257">
                  <c:v>50.98590088</c:v>
                </c:pt>
                <c:pt idx="1258">
                  <c:v>50.98531432</c:v>
                </c:pt>
                <c:pt idx="1259">
                  <c:v>50.98480225</c:v>
                </c:pt>
                <c:pt idx="1260">
                  <c:v>50.98405741</c:v>
                </c:pt>
                <c:pt idx="1261">
                  <c:v>50.98370361</c:v>
                </c:pt>
                <c:pt idx="1262">
                  <c:v>50.9831543</c:v>
                </c:pt>
                <c:pt idx="1263">
                  <c:v>50.9825592</c:v>
                </c:pt>
                <c:pt idx="1264">
                  <c:v>50.98196256</c:v>
                </c:pt>
                <c:pt idx="1265">
                  <c:v>50.98140393</c:v>
                </c:pt>
                <c:pt idx="1266">
                  <c:v>50.98084531</c:v>
                </c:pt>
                <c:pt idx="1267">
                  <c:v>50.98019357</c:v>
                </c:pt>
                <c:pt idx="1268">
                  <c:v>50.97967529</c:v>
                </c:pt>
                <c:pt idx="1269">
                  <c:v>50.97885132</c:v>
                </c:pt>
                <c:pt idx="1270">
                  <c:v>50.97834778</c:v>
                </c:pt>
                <c:pt idx="1271">
                  <c:v>50.97775269</c:v>
                </c:pt>
                <c:pt idx="1272">
                  <c:v>50.97712113</c:v>
                </c:pt>
                <c:pt idx="1273">
                  <c:v>50.97660905</c:v>
                </c:pt>
                <c:pt idx="1274">
                  <c:v>50.97614353</c:v>
                </c:pt>
                <c:pt idx="1275">
                  <c:v>50.9755849</c:v>
                </c:pt>
                <c:pt idx="1276">
                  <c:v>50.97493317</c:v>
                </c:pt>
                <c:pt idx="1277">
                  <c:v>50.97441101</c:v>
                </c:pt>
                <c:pt idx="1278">
                  <c:v>50.97386169</c:v>
                </c:pt>
                <c:pt idx="1279">
                  <c:v>50.97330384</c:v>
                </c:pt>
                <c:pt idx="1280">
                  <c:v>50.97262573</c:v>
                </c:pt>
                <c:pt idx="1281">
                  <c:v>50.97209349</c:v>
                </c:pt>
                <c:pt idx="1282">
                  <c:v>50.97157288</c:v>
                </c:pt>
                <c:pt idx="1283">
                  <c:v>50.97092968</c:v>
                </c:pt>
                <c:pt idx="1284">
                  <c:v>50.97038269</c:v>
                </c:pt>
                <c:pt idx="1285">
                  <c:v>50.9697876</c:v>
                </c:pt>
                <c:pt idx="1286">
                  <c:v>50.96910095</c:v>
                </c:pt>
                <c:pt idx="1287">
                  <c:v>50.96859741</c:v>
                </c:pt>
                <c:pt idx="1288">
                  <c:v>50.96809387</c:v>
                </c:pt>
                <c:pt idx="1289">
                  <c:v>50.96734516</c:v>
                </c:pt>
                <c:pt idx="1290">
                  <c:v>50.96673998</c:v>
                </c:pt>
                <c:pt idx="1291">
                  <c:v>50.96621704</c:v>
                </c:pt>
                <c:pt idx="1292">
                  <c:v>50.96575928</c:v>
                </c:pt>
                <c:pt idx="1293">
                  <c:v>50.96511841</c:v>
                </c:pt>
                <c:pt idx="1294">
                  <c:v>50.96452332</c:v>
                </c:pt>
                <c:pt idx="1295">
                  <c:v>50.963974</c:v>
                </c:pt>
                <c:pt idx="1296">
                  <c:v>50.96347046</c:v>
                </c:pt>
                <c:pt idx="1297">
                  <c:v>50.96273804</c:v>
                </c:pt>
                <c:pt idx="1298">
                  <c:v>50.96222441</c:v>
                </c:pt>
                <c:pt idx="1299">
                  <c:v>50.96171234</c:v>
                </c:pt>
                <c:pt idx="1300">
                  <c:v>50.96122742</c:v>
                </c:pt>
                <c:pt idx="1301">
                  <c:v>50.96059508</c:v>
                </c:pt>
                <c:pt idx="1302">
                  <c:v>50.96003646</c:v>
                </c:pt>
                <c:pt idx="1303">
                  <c:v>50.95944214</c:v>
                </c:pt>
                <c:pt idx="1304">
                  <c:v>50.9589192</c:v>
                </c:pt>
                <c:pt idx="1305">
                  <c:v>50.95820618</c:v>
                </c:pt>
                <c:pt idx="1306">
                  <c:v>50.95756919</c:v>
                </c:pt>
                <c:pt idx="1307">
                  <c:v>50.95706177</c:v>
                </c:pt>
                <c:pt idx="1308">
                  <c:v>50.95654504</c:v>
                </c:pt>
                <c:pt idx="1309">
                  <c:v>50.95593986</c:v>
                </c:pt>
                <c:pt idx="1310">
                  <c:v>50.95547434</c:v>
                </c:pt>
                <c:pt idx="1311">
                  <c:v>50.95486916</c:v>
                </c:pt>
                <c:pt idx="1312">
                  <c:v>50.95426398</c:v>
                </c:pt>
                <c:pt idx="1313">
                  <c:v>50.95370535</c:v>
                </c:pt>
                <c:pt idx="1314">
                  <c:v>50.95310017</c:v>
                </c:pt>
                <c:pt idx="1315">
                  <c:v>50.95254155</c:v>
                </c:pt>
                <c:pt idx="1316">
                  <c:v>50.95188981</c:v>
                </c:pt>
                <c:pt idx="1317">
                  <c:v>50.9513855</c:v>
                </c:pt>
                <c:pt idx="1318">
                  <c:v>50.95086566</c:v>
                </c:pt>
                <c:pt idx="1319">
                  <c:v>50.95005798</c:v>
                </c:pt>
                <c:pt idx="1320">
                  <c:v>50.94960022</c:v>
                </c:pt>
                <c:pt idx="1321">
                  <c:v>50.94909668</c:v>
                </c:pt>
                <c:pt idx="1322">
                  <c:v>50.94850159</c:v>
                </c:pt>
                <c:pt idx="1323">
                  <c:v>50.94802598</c:v>
                </c:pt>
                <c:pt idx="1324">
                  <c:v>50.9474208</c:v>
                </c:pt>
                <c:pt idx="1325">
                  <c:v>50.94681562</c:v>
                </c:pt>
                <c:pt idx="1326">
                  <c:v>50.94616699</c:v>
                </c:pt>
                <c:pt idx="1327">
                  <c:v>50.94555871</c:v>
                </c:pt>
                <c:pt idx="1328">
                  <c:v>50.94490698</c:v>
                </c:pt>
                <c:pt idx="1329">
                  <c:v>50.94458111</c:v>
                </c:pt>
                <c:pt idx="1330">
                  <c:v>50.94378972</c:v>
                </c:pt>
                <c:pt idx="1331">
                  <c:v>50.94346619</c:v>
                </c:pt>
                <c:pt idx="1332">
                  <c:v>50.94287109</c:v>
                </c:pt>
                <c:pt idx="1333">
                  <c:v>50.94204712</c:v>
                </c:pt>
                <c:pt idx="1334">
                  <c:v>50.94172668</c:v>
                </c:pt>
                <c:pt idx="1335">
                  <c:v>50.94090349</c:v>
                </c:pt>
                <c:pt idx="1336">
                  <c:v>50.94034486</c:v>
                </c:pt>
                <c:pt idx="1337">
                  <c:v>50.93987934</c:v>
                </c:pt>
                <c:pt idx="1338">
                  <c:v>50.93922761</c:v>
                </c:pt>
                <c:pt idx="1339">
                  <c:v>50.93866898</c:v>
                </c:pt>
                <c:pt idx="1340">
                  <c:v>50.93815613</c:v>
                </c:pt>
                <c:pt idx="1341">
                  <c:v>50.93745862</c:v>
                </c:pt>
                <c:pt idx="1342">
                  <c:v>50.93689999</c:v>
                </c:pt>
                <c:pt idx="1343">
                  <c:v>50.93659973</c:v>
                </c:pt>
                <c:pt idx="1344">
                  <c:v>50.93595886</c:v>
                </c:pt>
                <c:pt idx="1345">
                  <c:v>50.93545687</c:v>
                </c:pt>
                <c:pt idx="1346">
                  <c:v>50.93475859</c:v>
                </c:pt>
                <c:pt idx="1347">
                  <c:v>50.93417358</c:v>
                </c:pt>
                <c:pt idx="1348">
                  <c:v>50.93354823</c:v>
                </c:pt>
                <c:pt idx="1349">
                  <c:v>50.93302917</c:v>
                </c:pt>
                <c:pt idx="1350">
                  <c:v>50.93247753</c:v>
                </c:pt>
                <c:pt idx="1351">
                  <c:v>50.93193054</c:v>
                </c:pt>
                <c:pt idx="1352">
                  <c:v>50.93115234</c:v>
                </c:pt>
                <c:pt idx="1353">
                  <c:v>50.93080165</c:v>
                </c:pt>
                <c:pt idx="1354">
                  <c:v>50.93019647</c:v>
                </c:pt>
                <c:pt idx="1355">
                  <c:v>50.9296875</c:v>
                </c:pt>
                <c:pt idx="1356">
                  <c:v>50.92904663</c:v>
                </c:pt>
                <c:pt idx="1357">
                  <c:v>50.92849731</c:v>
                </c:pt>
                <c:pt idx="1358">
                  <c:v>50.92796196</c:v>
                </c:pt>
                <c:pt idx="1359">
                  <c:v>50.92717058</c:v>
                </c:pt>
                <c:pt idx="1360">
                  <c:v>50.92651884</c:v>
                </c:pt>
                <c:pt idx="1361">
                  <c:v>50.92597961</c:v>
                </c:pt>
                <c:pt idx="1362">
                  <c:v>50.92533875</c:v>
                </c:pt>
                <c:pt idx="1363">
                  <c:v>50.92478943</c:v>
                </c:pt>
                <c:pt idx="1364">
                  <c:v>50.92423778</c:v>
                </c:pt>
                <c:pt idx="1365">
                  <c:v>50.9236908</c:v>
                </c:pt>
                <c:pt idx="1366">
                  <c:v>50.9230957</c:v>
                </c:pt>
                <c:pt idx="1367">
                  <c:v>50.9225619</c:v>
                </c:pt>
                <c:pt idx="1368">
                  <c:v>50.92195673</c:v>
                </c:pt>
                <c:pt idx="1369">
                  <c:v>50.92140198</c:v>
                </c:pt>
                <c:pt idx="1370">
                  <c:v>50.92085266</c:v>
                </c:pt>
                <c:pt idx="1371">
                  <c:v>50.92023429</c:v>
                </c:pt>
                <c:pt idx="1372">
                  <c:v>50.91975403</c:v>
                </c:pt>
                <c:pt idx="1373">
                  <c:v>50.91915894</c:v>
                </c:pt>
                <c:pt idx="1374">
                  <c:v>50.91846531</c:v>
                </c:pt>
                <c:pt idx="1375">
                  <c:v>50.91792297</c:v>
                </c:pt>
                <c:pt idx="1376">
                  <c:v>50.91737366</c:v>
                </c:pt>
                <c:pt idx="1377">
                  <c:v>50.91673279</c:v>
                </c:pt>
                <c:pt idx="1378">
                  <c:v>50.91618425</c:v>
                </c:pt>
                <c:pt idx="1379">
                  <c:v>50.9155426</c:v>
                </c:pt>
                <c:pt idx="1380">
                  <c:v>50.91520665</c:v>
                </c:pt>
                <c:pt idx="1381">
                  <c:v>50.9145813</c:v>
                </c:pt>
                <c:pt idx="1382">
                  <c:v>50.91394974</c:v>
                </c:pt>
                <c:pt idx="1383">
                  <c:v>50.91329801</c:v>
                </c:pt>
                <c:pt idx="1384">
                  <c:v>50.9130249</c:v>
                </c:pt>
                <c:pt idx="1385">
                  <c:v>50.91227386</c:v>
                </c:pt>
                <c:pt idx="1386">
                  <c:v>50.91174316</c:v>
                </c:pt>
                <c:pt idx="1387">
                  <c:v>50.91092384</c:v>
                </c:pt>
                <c:pt idx="1388">
                  <c:v>50.91041565</c:v>
                </c:pt>
                <c:pt idx="1389">
                  <c:v>50.90982056</c:v>
                </c:pt>
                <c:pt idx="1390">
                  <c:v>50.90924796</c:v>
                </c:pt>
                <c:pt idx="1391">
                  <c:v>50.90868934</c:v>
                </c:pt>
                <c:pt idx="1392">
                  <c:v>50.90822381</c:v>
                </c:pt>
                <c:pt idx="1393">
                  <c:v>50.90762329</c:v>
                </c:pt>
                <c:pt idx="1394">
                  <c:v>50.90701346</c:v>
                </c:pt>
                <c:pt idx="1395">
                  <c:v>50.90645483</c:v>
                </c:pt>
                <c:pt idx="1396">
                  <c:v>50.90583801</c:v>
                </c:pt>
                <c:pt idx="1397">
                  <c:v>50.9052887</c:v>
                </c:pt>
                <c:pt idx="1398">
                  <c:v>50.90463929</c:v>
                </c:pt>
                <c:pt idx="1399">
                  <c:v>50.90403411</c:v>
                </c:pt>
                <c:pt idx="1400">
                  <c:v>50.9036617</c:v>
                </c:pt>
                <c:pt idx="1401">
                  <c:v>50.90310307</c:v>
                </c:pt>
                <c:pt idx="1402">
                  <c:v>50.90245056</c:v>
                </c:pt>
                <c:pt idx="1403">
                  <c:v>50.90189271</c:v>
                </c:pt>
                <c:pt idx="1404">
                  <c:v>50.90135193</c:v>
                </c:pt>
                <c:pt idx="1405">
                  <c:v>50.90057373</c:v>
                </c:pt>
                <c:pt idx="1406">
                  <c:v>50.90002441</c:v>
                </c:pt>
                <c:pt idx="1407">
                  <c:v>50.8994751</c:v>
                </c:pt>
                <c:pt idx="1408">
                  <c:v>50.89895992</c:v>
                </c:pt>
                <c:pt idx="1409">
                  <c:v>50.89830819</c:v>
                </c:pt>
                <c:pt idx="1410">
                  <c:v>50.89774956</c:v>
                </c:pt>
                <c:pt idx="1411">
                  <c:v>50.89728404</c:v>
                </c:pt>
                <c:pt idx="1412">
                  <c:v>50.89668274</c:v>
                </c:pt>
                <c:pt idx="1413">
                  <c:v>50.89602713</c:v>
                </c:pt>
                <c:pt idx="1414">
                  <c:v>50.8954685</c:v>
                </c:pt>
                <c:pt idx="1415">
                  <c:v>50.89489746</c:v>
                </c:pt>
                <c:pt idx="1416">
                  <c:v>50.89435125</c:v>
                </c:pt>
                <c:pt idx="1417">
                  <c:v>50.89370728</c:v>
                </c:pt>
                <c:pt idx="1418">
                  <c:v>50.89306641</c:v>
                </c:pt>
                <c:pt idx="1419">
                  <c:v>50.89258226</c:v>
                </c:pt>
                <c:pt idx="1420">
                  <c:v>50.89197708</c:v>
                </c:pt>
                <c:pt idx="1421">
                  <c:v>50.89076673</c:v>
                </c:pt>
                <c:pt idx="1422">
                  <c:v>50.89022827</c:v>
                </c:pt>
                <c:pt idx="1423">
                  <c:v>50.88969602</c:v>
                </c:pt>
                <c:pt idx="1424">
                  <c:v>50.88890076</c:v>
                </c:pt>
                <c:pt idx="1425">
                  <c:v>50.88830566</c:v>
                </c:pt>
                <c:pt idx="1426">
                  <c:v>50.88807678</c:v>
                </c:pt>
                <c:pt idx="1427">
                  <c:v>50.88741496</c:v>
                </c:pt>
                <c:pt idx="1428">
                  <c:v>50.88661194</c:v>
                </c:pt>
                <c:pt idx="1429">
                  <c:v>50.88597185</c:v>
                </c:pt>
                <c:pt idx="1430">
                  <c:v>50.88546753</c:v>
                </c:pt>
                <c:pt idx="1431">
                  <c:v>50.88508735</c:v>
                </c:pt>
                <c:pt idx="1432">
                  <c:v>50.88446045</c:v>
                </c:pt>
                <c:pt idx="1433">
                  <c:v>50.88383044</c:v>
                </c:pt>
                <c:pt idx="1434">
                  <c:v>50.88322526</c:v>
                </c:pt>
                <c:pt idx="1435">
                  <c:v>50.88253784</c:v>
                </c:pt>
                <c:pt idx="1436">
                  <c:v>50.8819218</c:v>
                </c:pt>
                <c:pt idx="1437">
                  <c:v>50.88139343</c:v>
                </c:pt>
                <c:pt idx="1438">
                  <c:v>50.88075256</c:v>
                </c:pt>
                <c:pt idx="1439">
                  <c:v>50.88038635</c:v>
                </c:pt>
                <c:pt idx="1440">
                  <c:v>50.87964074</c:v>
                </c:pt>
                <c:pt idx="1441">
                  <c:v>50.87905884</c:v>
                </c:pt>
                <c:pt idx="1442">
                  <c:v>50.87846375</c:v>
                </c:pt>
                <c:pt idx="1443">
                  <c:v>50.87796486</c:v>
                </c:pt>
                <c:pt idx="1444">
                  <c:v>50.87731313</c:v>
                </c:pt>
                <c:pt idx="1445">
                  <c:v>50.87667847</c:v>
                </c:pt>
                <c:pt idx="1446">
                  <c:v>50.8762207</c:v>
                </c:pt>
                <c:pt idx="1447">
                  <c:v>50.87567139</c:v>
                </c:pt>
                <c:pt idx="1448">
                  <c:v>50.87512517</c:v>
                </c:pt>
                <c:pt idx="1449">
                  <c:v>50.87442689</c:v>
                </c:pt>
                <c:pt idx="1450">
                  <c:v>50.87388611</c:v>
                </c:pt>
                <c:pt idx="1451">
                  <c:v>50.87338257</c:v>
                </c:pt>
                <c:pt idx="1452">
                  <c:v>50.87283325</c:v>
                </c:pt>
                <c:pt idx="1453">
                  <c:v>50.87219238</c:v>
                </c:pt>
                <c:pt idx="1454">
                  <c:v>50.87163376</c:v>
                </c:pt>
                <c:pt idx="1455">
                  <c:v>50.8710022</c:v>
                </c:pt>
                <c:pt idx="1456">
                  <c:v>50.8704071</c:v>
                </c:pt>
                <c:pt idx="1457">
                  <c:v>50.86991132</c:v>
                </c:pt>
                <c:pt idx="1458">
                  <c:v>50.86940002</c:v>
                </c:pt>
                <c:pt idx="1459">
                  <c:v>50.86874752</c:v>
                </c:pt>
                <c:pt idx="1460">
                  <c:v>50.86816406</c:v>
                </c:pt>
                <c:pt idx="1461">
                  <c:v>50.86772337</c:v>
                </c:pt>
                <c:pt idx="1462">
                  <c:v>50.86721129</c:v>
                </c:pt>
                <c:pt idx="1463">
                  <c:v>50.86679232</c:v>
                </c:pt>
                <c:pt idx="1464">
                  <c:v>50.8663268</c:v>
                </c:pt>
                <c:pt idx="1465">
                  <c:v>50.86578369</c:v>
                </c:pt>
                <c:pt idx="1466">
                  <c:v>50.8653717</c:v>
                </c:pt>
                <c:pt idx="1467">
                  <c:v>50.86491394</c:v>
                </c:pt>
                <c:pt idx="1468">
                  <c:v>50.86463928</c:v>
                </c:pt>
                <c:pt idx="1469">
                  <c:v>50.8641854</c:v>
                </c:pt>
                <c:pt idx="1470">
                  <c:v>50.86381298</c:v>
                </c:pt>
                <c:pt idx="1471">
                  <c:v>50.86340332</c:v>
                </c:pt>
                <c:pt idx="1472">
                  <c:v>50.86299133</c:v>
                </c:pt>
                <c:pt idx="1473">
                  <c:v>50.86276245</c:v>
                </c:pt>
                <c:pt idx="1474">
                  <c:v>50.86239624</c:v>
                </c:pt>
                <c:pt idx="1475">
                  <c:v>50.86204399</c:v>
                </c:pt>
                <c:pt idx="1476">
                  <c:v>50.86175537</c:v>
                </c:pt>
                <c:pt idx="1477">
                  <c:v>50.86143882</c:v>
                </c:pt>
                <c:pt idx="1478">
                  <c:v>50.8611595</c:v>
                </c:pt>
                <c:pt idx="1479">
                  <c:v>50.86088019</c:v>
                </c:pt>
                <c:pt idx="1480">
                  <c:v>50.86065674</c:v>
                </c:pt>
                <c:pt idx="1481">
                  <c:v>50.86038208</c:v>
                </c:pt>
                <c:pt idx="1482">
                  <c:v>50.8600888</c:v>
                </c:pt>
                <c:pt idx="1483">
                  <c:v>50.85985604</c:v>
                </c:pt>
                <c:pt idx="1484">
                  <c:v>50.85962328</c:v>
                </c:pt>
                <c:pt idx="1485">
                  <c:v>50.85934397</c:v>
                </c:pt>
                <c:pt idx="1486">
                  <c:v>50.8591112</c:v>
                </c:pt>
                <c:pt idx="1487">
                  <c:v>50.85883189</c:v>
                </c:pt>
                <c:pt idx="1488">
                  <c:v>50.85859913</c:v>
                </c:pt>
                <c:pt idx="1489">
                  <c:v>50.85836637</c:v>
                </c:pt>
                <c:pt idx="1490">
                  <c:v>50.85809326</c:v>
                </c:pt>
                <c:pt idx="1491">
                  <c:v>50.85785429</c:v>
                </c:pt>
                <c:pt idx="1492">
                  <c:v>50.8576355</c:v>
                </c:pt>
                <c:pt idx="1493">
                  <c:v>50.85736084</c:v>
                </c:pt>
                <c:pt idx="1494">
                  <c:v>50.85710946</c:v>
                </c:pt>
                <c:pt idx="1495">
                  <c:v>50.85701635</c:v>
                </c:pt>
                <c:pt idx="1496">
                  <c:v>50.85662842</c:v>
                </c:pt>
                <c:pt idx="1497">
                  <c:v>50.85635376</c:v>
                </c:pt>
                <c:pt idx="1498">
                  <c:v>50.85612488</c:v>
                </c:pt>
                <c:pt idx="1499">
                  <c:v>50.8558991</c:v>
                </c:pt>
                <c:pt idx="1500">
                  <c:v>50.85561979</c:v>
                </c:pt>
                <c:pt idx="1501">
                  <c:v>50.85534668</c:v>
                </c:pt>
                <c:pt idx="1502">
                  <c:v>50.85516357</c:v>
                </c:pt>
                <c:pt idx="1503">
                  <c:v>50.85488892</c:v>
                </c:pt>
                <c:pt idx="1504">
                  <c:v>50.85459564</c:v>
                </c:pt>
                <c:pt idx="1505">
                  <c:v>50.85438538</c:v>
                </c:pt>
                <c:pt idx="1506">
                  <c:v>50.85411072</c:v>
                </c:pt>
                <c:pt idx="1507">
                  <c:v>50.85397339</c:v>
                </c:pt>
                <c:pt idx="1508">
                  <c:v>50.85369873</c:v>
                </c:pt>
                <c:pt idx="1509">
                  <c:v>50.85342407</c:v>
                </c:pt>
                <c:pt idx="1510">
                  <c:v>50.85305786</c:v>
                </c:pt>
                <c:pt idx="1511">
                  <c:v>50.85296631</c:v>
                </c:pt>
                <c:pt idx="1512">
                  <c:v>50.8526001</c:v>
                </c:pt>
                <c:pt idx="1513">
                  <c:v>50.85236113</c:v>
                </c:pt>
                <c:pt idx="1514">
                  <c:v>50.85214233</c:v>
                </c:pt>
                <c:pt idx="1515">
                  <c:v>50.85186768</c:v>
                </c:pt>
                <c:pt idx="1516">
                  <c:v>50.85156974</c:v>
                </c:pt>
                <c:pt idx="1517">
                  <c:v>50.85131836</c:v>
                </c:pt>
                <c:pt idx="1518">
                  <c:v>50.85115077</c:v>
                </c:pt>
                <c:pt idx="1519">
                  <c:v>50.85081482</c:v>
                </c:pt>
                <c:pt idx="1520">
                  <c:v>50.85058594</c:v>
                </c:pt>
                <c:pt idx="1521">
                  <c:v>50.85035938</c:v>
                </c:pt>
                <c:pt idx="1522">
                  <c:v>50.8500824</c:v>
                </c:pt>
                <c:pt idx="1523">
                  <c:v>50.84980774</c:v>
                </c:pt>
                <c:pt idx="1524">
                  <c:v>50.84953308</c:v>
                </c:pt>
                <c:pt idx="1525">
                  <c:v>50.8493042</c:v>
                </c:pt>
                <c:pt idx="1526">
                  <c:v>50.84905592</c:v>
                </c:pt>
                <c:pt idx="1527">
                  <c:v>50.84875488</c:v>
                </c:pt>
                <c:pt idx="1528">
                  <c:v>50.84857178</c:v>
                </c:pt>
                <c:pt idx="1529">
                  <c:v>50.84779358</c:v>
                </c:pt>
                <c:pt idx="1530">
                  <c:v>50.84756625</c:v>
                </c:pt>
                <c:pt idx="1531">
                  <c:v>50.84728694</c:v>
                </c:pt>
                <c:pt idx="1532">
                  <c:v>50.84701538</c:v>
                </c:pt>
                <c:pt idx="1533">
                  <c:v>50.8467865</c:v>
                </c:pt>
                <c:pt idx="1534">
                  <c:v>50.84649555</c:v>
                </c:pt>
                <c:pt idx="1535">
                  <c:v>50.84623718</c:v>
                </c:pt>
                <c:pt idx="1536">
                  <c:v>50.84596252</c:v>
                </c:pt>
                <c:pt idx="1537">
                  <c:v>50.84575071</c:v>
                </c:pt>
                <c:pt idx="1538">
                  <c:v>50.84545898</c:v>
                </c:pt>
                <c:pt idx="1539">
                  <c:v>50.84518433</c:v>
                </c:pt>
                <c:pt idx="1540">
                  <c:v>50.84491277</c:v>
                </c:pt>
                <c:pt idx="1541">
                  <c:v>50.84468079</c:v>
                </c:pt>
                <c:pt idx="1542">
                  <c:v>50.84444725</c:v>
                </c:pt>
                <c:pt idx="1543">
                  <c:v>50.84422302</c:v>
                </c:pt>
                <c:pt idx="1544">
                  <c:v>50.84384207</c:v>
                </c:pt>
                <c:pt idx="1545">
                  <c:v>50.84358215</c:v>
                </c:pt>
                <c:pt idx="1546">
                  <c:v>50.84333</c:v>
                </c:pt>
                <c:pt idx="1547">
                  <c:v>50.84307861</c:v>
                </c:pt>
                <c:pt idx="1548">
                  <c:v>50.84284973</c:v>
                </c:pt>
                <c:pt idx="1549">
                  <c:v>50.84262085</c:v>
                </c:pt>
                <c:pt idx="1550">
                  <c:v>50.84225929</c:v>
                </c:pt>
                <c:pt idx="1551">
                  <c:v>50.84202576</c:v>
                </c:pt>
                <c:pt idx="1552">
                  <c:v>50.84179377</c:v>
                </c:pt>
                <c:pt idx="1553">
                  <c:v>50.84156799</c:v>
                </c:pt>
                <c:pt idx="1554">
                  <c:v>50.84129333</c:v>
                </c:pt>
                <c:pt idx="1555">
                  <c:v>50.84109549</c:v>
                </c:pt>
                <c:pt idx="1556">
                  <c:v>50.84078979</c:v>
                </c:pt>
                <c:pt idx="1557">
                  <c:v>50.84053686</c:v>
                </c:pt>
                <c:pt idx="1558">
                  <c:v>50.8403041</c:v>
                </c:pt>
                <c:pt idx="1559">
                  <c:v>50.84002479</c:v>
                </c:pt>
                <c:pt idx="1560">
                  <c:v>50.83978271</c:v>
                </c:pt>
                <c:pt idx="1561">
                  <c:v>50.83950806</c:v>
                </c:pt>
                <c:pt idx="1562">
                  <c:v>50.8392334</c:v>
                </c:pt>
                <c:pt idx="1563">
                  <c:v>50.83895874</c:v>
                </c:pt>
                <c:pt idx="1564">
                  <c:v>50.83867477</c:v>
                </c:pt>
                <c:pt idx="1565">
                  <c:v>50.8384552</c:v>
                </c:pt>
                <c:pt idx="1566">
                  <c:v>50.83820925</c:v>
                </c:pt>
                <c:pt idx="1567">
                  <c:v>50.83792994</c:v>
                </c:pt>
                <c:pt idx="1568">
                  <c:v>50.83765062</c:v>
                </c:pt>
                <c:pt idx="1569">
                  <c:v>50.83740234</c:v>
                </c:pt>
                <c:pt idx="1570">
                  <c:v>50.83717346</c:v>
                </c:pt>
                <c:pt idx="1571">
                  <c:v>50.83694458</c:v>
                </c:pt>
                <c:pt idx="1572">
                  <c:v>50.83667303</c:v>
                </c:pt>
                <c:pt idx="1573">
                  <c:v>50.83634716</c:v>
                </c:pt>
                <c:pt idx="1574">
                  <c:v>50.83621216</c:v>
                </c:pt>
                <c:pt idx="1575">
                  <c:v>50.83588164</c:v>
                </c:pt>
                <c:pt idx="1576">
                  <c:v>50.83566284</c:v>
                </c:pt>
                <c:pt idx="1577">
                  <c:v>50.83536956</c:v>
                </c:pt>
                <c:pt idx="1578">
                  <c:v>50.83506775</c:v>
                </c:pt>
                <c:pt idx="1579">
                  <c:v>50.83479309</c:v>
                </c:pt>
                <c:pt idx="1580">
                  <c:v>50.83456421</c:v>
                </c:pt>
                <c:pt idx="1581">
                  <c:v>50.83429886</c:v>
                </c:pt>
                <c:pt idx="1582">
                  <c:v>50.83406067</c:v>
                </c:pt>
                <c:pt idx="1583">
                  <c:v>50.83378601</c:v>
                </c:pt>
                <c:pt idx="1584">
                  <c:v>50.83346092</c:v>
                </c:pt>
                <c:pt idx="1585">
                  <c:v>50.83319092</c:v>
                </c:pt>
                <c:pt idx="1586">
                  <c:v>50.83294885</c:v>
                </c:pt>
                <c:pt idx="1587">
                  <c:v>50.83262298</c:v>
                </c:pt>
                <c:pt idx="1588">
                  <c:v>50.83234367</c:v>
                </c:pt>
                <c:pt idx="1589">
                  <c:v>50.83206435</c:v>
                </c:pt>
                <c:pt idx="1590">
                  <c:v>50.83173849</c:v>
                </c:pt>
                <c:pt idx="1591">
                  <c:v>50.83145142</c:v>
                </c:pt>
                <c:pt idx="1592">
                  <c:v>50.83108521</c:v>
                </c:pt>
                <c:pt idx="1593">
                  <c:v>50.83080744</c:v>
                </c:pt>
                <c:pt idx="1594">
                  <c:v>50.83043503</c:v>
                </c:pt>
                <c:pt idx="1595">
                  <c:v>50.82992295</c:v>
                </c:pt>
                <c:pt idx="1596">
                  <c:v>50.82962036</c:v>
                </c:pt>
                <c:pt idx="1597">
                  <c:v>50.82925415</c:v>
                </c:pt>
                <c:pt idx="1598">
                  <c:v>50.82894535</c:v>
                </c:pt>
                <c:pt idx="1599">
                  <c:v>50.82852638</c:v>
                </c:pt>
                <c:pt idx="1600">
                  <c:v>50.82810974</c:v>
                </c:pt>
                <c:pt idx="1601">
                  <c:v>50.827735</c:v>
                </c:pt>
                <c:pt idx="1602">
                  <c:v>50.82731603</c:v>
                </c:pt>
                <c:pt idx="1603">
                  <c:v>50.82689706</c:v>
                </c:pt>
                <c:pt idx="1604">
                  <c:v>50.82643153</c:v>
                </c:pt>
                <c:pt idx="1605">
                  <c:v>50.82600403</c:v>
                </c:pt>
                <c:pt idx="1606">
                  <c:v>50.82554626</c:v>
                </c:pt>
                <c:pt idx="1607">
                  <c:v>50.82512807</c:v>
                </c:pt>
                <c:pt idx="1608">
                  <c:v>50.82476807</c:v>
                </c:pt>
                <c:pt idx="1609">
                  <c:v>50.82426453</c:v>
                </c:pt>
                <c:pt idx="1610">
                  <c:v>50.82387116</c:v>
                </c:pt>
                <c:pt idx="1611">
                  <c:v>50.82344055</c:v>
                </c:pt>
                <c:pt idx="1612">
                  <c:v>50.82298279</c:v>
                </c:pt>
                <c:pt idx="1613">
                  <c:v>50.82238149</c:v>
                </c:pt>
                <c:pt idx="1614">
                  <c:v>50.82197571</c:v>
                </c:pt>
                <c:pt idx="1615">
                  <c:v>50.82147217</c:v>
                </c:pt>
                <c:pt idx="1616">
                  <c:v>50.82107803</c:v>
                </c:pt>
                <c:pt idx="1617">
                  <c:v>50.82064819</c:v>
                </c:pt>
                <c:pt idx="1618">
                  <c:v>50.82019043</c:v>
                </c:pt>
                <c:pt idx="1619">
                  <c:v>50.81977456</c:v>
                </c:pt>
                <c:pt idx="1620">
                  <c:v>50.81936646</c:v>
                </c:pt>
                <c:pt idx="1621">
                  <c:v>50.81898317</c:v>
                </c:pt>
                <c:pt idx="1622">
                  <c:v>50.81828489</c:v>
                </c:pt>
                <c:pt idx="1623">
                  <c:v>50.81790161</c:v>
                </c:pt>
                <c:pt idx="1624">
                  <c:v>50.81771851</c:v>
                </c:pt>
                <c:pt idx="1625">
                  <c:v>50.81721419</c:v>
                </c:pt>
                <c:pt idx="1626">
                  <c:v>50.81666565</c:v>
                </c:pt>
                <c:pt idx="1627">
                  <c:v>50.81625366</c:v>
                </c:pt>
                <c:pt idx="1628">
                  <c:v>50.81572452</c:v>
                </c:pt>
                <c:pt idx="1629">
                  <c:v>50.815259</c:v>
                </c:pt>
                <c:pt idx="1630">
                  <c:v>50.81483459</c:v>
                </c:pt>
                <c:pt idx="1631">
                  <c:v>50.81442261</c:v>
                </c:pt>
                <c:pt idx="1632">
                  <c:v>50.81395553</c:v>
                </c:pt>
                <c:pt idx="1633">
                  <c:v>50.81353656</c:v>
                </c:pt>
                <c:pt idx="1634">
                  <c:v>50.81307104</c:v>
                </c:pt>
                <c:pt idx="1635">
                  <c:v>50.81260552</c:v>
                </c:pt>
                <c:pt idx="1636">
                  <c:v>50.81217957</c:v>
                </c:pt>
                <c:pt idx="1637">
                  <c:v>50.81176758</c:v>
                </c:pt>
                <c:pt idx="1638">
                  <c:v>50.81130981</c:v>
                </c:pt>
                <c:pt idx="1639">
                  <c:v>50.81080627</c:v>
                </c:pt>
                <c:pt idx="1640">
                  <c:v>50.80948652</c:v>
                </c:pt>
                <c:pt idx="1641">
                  <c:v>50.80906755</c:v>
                </c:pt>
                <c:pt idx="1642">
                  <c:v>50.80860203</c:v>
                </c:pt>
                <c:pt idx="1643">
                  <c:v>50.80819702</c:v>
                </c:pt>
                <c:pt idx="1644">
                  <c:v>50.80773926</c:v>
                </c:pt>
                <c:pt idx="1645">
                  <c:v>50.80728149</c:v>
                </c:pt>
                <c:pt idx="1646">
                  <c:v>50.8070658</c:v>
                </c:pt>
                <c:pt idx="1647">
                  <c:v>50.80641174</c:v>
                </c:pt>
                <c:pt idx="1648">
                  <c:v>50.80609131</c:v>
                </c:pt>
                <c:pt idx="1649">
                  <c:v>50.80563354</c:v>
                </c:pt>
                <c:pt idx="1650">
                  <c:v>50.80515716</c:v>
                </c:pt>
                <c:pt idx="1651">
                  <c:v>50.80476379</c:v>
                </c:pt>
                <c:pt idx="1652">
                  <c:v>50.80426025</c:v>
                </c:pt>
                <c:pt idx="1653">
                  <c:v>50.80384827</c:v>
                </c:pt>
                <c:pt idx="1654">
                  <c:v>50.80334473</c:v>
                </c:pt>
                <c:pt idx="1655">
                  <c:v>50.8028761</c:v>
                </c:pt>
                <c:pt idx="1656">
                  <c:v>50.80241058</c:v>
                </c:pt>
                <c:pt idx="1657">
                  <c:v>50.80194506</c:v>
                </c:pt>
                <c:pt idx="1658">
                  <c:v>50.80151367</c:v>
                </c:pt>
                <c:pt idx="1659">
                  <c:v>50.80110168</c:v>
                </c:pt>
                <c:pt idx="1660">
                  <c:v>50.80064159</c:v>
                </c:pt>
                <c:pt idx="1661">
                  <c:v>50.80031573</c:v>
                </c:pt>
                <c:pt idx="1662">
                  <c:v>50.79985021</c:v>
                </c:pt>
                <c:pt idx="1663">
                  <c:v>50.79947779</c:v>
                </c:pt>
                <c:pt idx="1664">
                  <c:v>50.79901226</c:v>
                </c:pt>
                <c:pt idx="1665">
                  <c:v>50.79853821</c:v>
                </c:pt>
                <c:pt idx="1666">
                  <c:v>50.79808122</c:v>
                </c:pt>
                <c:pt idx="1667">
                  <c:v>50.79766225</c:v>
                </c:pt>
                <c:pt idx="1668">
                  <c:v>50.79719673</c:v>
                </c:pt>
                <c:pt idx="1669">
                  <c:v>50.79682431</c:v>
                </c:pt>
                <c:pt idx="1670">
                  <c:v>50.79634094</c:v>
                </c:pt>
                <c:pt idx="1671">
                  <c:v>50.79584671</c:v>
                </c:pt>
                <c:pt idx="1672">
                  <c:v>50.79538119</c:v>
                </c:pt>
                <c:pt idx="1673">
                  <c:v>50.79496222</c:v>
                </c:pt>
                <c:pt idx="1674">
                  <c:v>50.7944967</c:v>
                </c:pt>
                <c:pt idx="1675">
                  <c:v>50.79405212</c:v>
                </c:pt>
                <c:pt idx="1676">
                  <c:v>50.79364014</c:v>
                </c:pt>
                <c:pt idx="1677">
                  <c:v>50.79323979</c:v>
                </c:pt>
                <c:pt idx="1678">
                  <c:v>50.79272461</c:v>
                </c:pt>
                <c:pt idx="1679">
                  <c:v>50.79249495</c:v>
                </c:pt>
                <c:pt idx="1680">
                  <c:v>50.79161046</c:v>
                </c:pt>
                <c:pt idx="1681">
                  <c:v>50.79095873</c:v>
                </c:pt>
                <c:pt idx="1682">
                  <c:v>50.79057312</c:v>
                </c:pt>
                <c:pt idx="1683">
                  <c:v>50.79035355</c:v>
                </c:pt>
                <c:pt idx="1684">
                  <c:v>50.7898407</c:v>
                </c:pt>
                <c:pt idx="1685">
                  <c:v>50.78942871</c:v>
                </c:pt>
                <c:pt idx="1686">
                  <c:v>50.78895698</c:v>
                </c:pt>
                <c:pt idx="1687">
                  <c:v>50.78851318</c:v>
                </c:pt>
                <c:pt idx="1688">
                  <c:v>50.78811904</c:v>
                </c:pt>
                <c:pt idx="1689">
                  <c:v>50.78764343</c:v>
                </c:pt>
                <c:pt idx="1690">
                  <c:v>50.78709412</c:v>
                </c:pt>
                <c:pt idx="1691">
                  <c:v>50.78667592</c:v>
                </c:pt>
                <c:pt idx="1692">
                  <c:v>50.78622437</c:v>
                </c:pt>
                <c:pt idx="1693">
                  <c:v>50.78583798</c:v>
                </c:pt>
                <c:pt idx="1694">
                  <c:v>50.78537246</c:v>
                </c:pt>
                <c:pt idx="1695">
                  <c:v>50.78490694</c:v>
                </c:pt>
                <c:pt idx="1696">
                  <c:v>50.78471375</c:v>
                </c:pt>
                <c:pt idx="1697">
                  <c:v>50.78425598</c:v>
                </c:pt>
                <c:pt idx="1698">
                  <c:v>50.78374313</c:v>
                </c:pt>
                <c:pt idx="1699">
                  <c:v>50.78334045</c:v>
                </c:pt>
                <c:pt idx="1700">
                  <c:v>50.78292847</c:v>
                </c:pt>
                <c:pt idx="1701">
                  <c:v>50.7824707</c:v>
                </c:pt>
                <c:pt idx="1702">
                  <c:v>50.78206725</c:v>
                </c:pt>
                <c:pt idx="1703">
                  <c:v>50.78164828</c:v>
                </c:pt>
                <c:pt idx="1704">
                  <c:v>50.78118896</c:v>
                </c:pt>
                <c:pt idx="1705">
                  <c:v>50.78081034</c:v>
                </c:pt>
                <c:pt idx="1706">
                  <c:v>50.78018188</c:v>
                </c:pt>
                <c:pt idx="1707">
                  <c:v>50.779953</c:v>
                </c:pt>
                <c:pt idx="1708">
                  <c:v>50.77950688</c:v>
                </c:pt>
                <c:pt idx="1709">
                  <c:v>50.77894592</c:v>
                </c:pt>
                <c:pt idx="1710">
                  <c:v>50.77844238</c:v>
                </c:pt>
                <c:pt idx="1711">
                  <c:v>50.7780304</c:v>
                </c:pt>
                <c:pt idx="1712">
                  <c:v>50.77757263</c:v>
                </c:pt>
                <c:pt idx="1713">
                  <c:v>50.77736547</c:v>
                </c:pt>
                <c:pt idx="1714">
                  <c:v>50.77679443</c:v>
                </c:pt>
                <c:pt idx="1715">
                  <c:v>50.77651978</c:v>
                </c:pt>
                <c:pt idx="1716">
                  <c:v>50.77606201</c:v>
                </c:pt>
                <c:pt idx="1717">
                  <c:v>50.77550338</c:v>
                </c:pt>
                <c:pt idx="1718">
                  <c:v>50.77510071</c:v>
                </c:pt>
                <c:pt idx="1719">
                  <c:v>50.77464294</c:v>
                </c:pt>
                <c:pt idx="1720">
                  <c:v>50.77418518</c:v>
                </c:pt>
                <c:pt idx="1721">
                  <c:v>50.77378095</c:v>
                </c:pt>
                <c:pt idx="1722">
                  <c:v>50.77331543</c:v>
                </c:pt>
                <c:pt idx="1723">
                  <c:v>50.77285767</c:v>
                </c:pt>
                <c:pt idx="1724">
                  <c:v>50.77261715</c:v>
                </c:pt>
                <c:pt idx="1725">
                  <c:v>50.77219818</c:v>
                </c:pt>
                <c:pt idx="1726">
                  <c:v>50.77173265</c:v>
                </c:pt>
                <c:pt idx="1727">
                  <c:v>50.77148438</c:v>
                </c:pt>
                <c:pt idx="1728">
                  <c:v>50.77079773</c:v>
                </c:pt>
                <c:pt idx="1729">
                  <c:v>50.77033997</c:v>
                </c:pt>
                <c:pt idx="1730">
                  <c:v>50.7698822</c:v>
                </c:pt>
                <c:pt idx="1731">
                  <c:v>50.76949815</c:v>
                </c:pt>
                <c:pt idx="1732">
                  <c:v>50.76903262</c:v>
                </c:pt>
                <c:pt idx="1733">
                  <c:v>50.7685671</c:v>
                </c:pt>
                <c:pt idx="1734">
                  <c:v>50.76814813</c:v>
                </c:pt>
                <c:pt idx="1735">
                  <c:v>50.76772916</c:v>
                </c:pt>
                <c:pt idx="1736">
                  <c:v>50.76727295</c:v>
                </c:pt>
                <c:pt idx="1737">
                  <c:v>50.76681519</c:v>
                </c:pt>
                <c:pt idx="1738">
                  <c:v>50.7664257</c:v>
                </c:pt>
                <c:pt idx="1739">
                  <c:v>50.76599121</c:v>
                </c:pt>
                <c:pt idx="1740">
                  <c:v>50.76553345</c:v>
                </c:pt>
                <c:pt idx="1741">
                  <c:v>50.76516879</c:v>
                </c:pt>
                <c:pt idx="1742">
                  <c:v>50.76470947</c:v>
                </c:pt>
                <c:pt idx="1743">
                  <c:v>50.76429749</c:v>
                </c:pt>
                <c:pt idx="1744">
                  <c:v>50.76386533</c:v>
                </c:pt>
                <c:pt idx="1745">
                  <c:v>50.76319885</c:v>
                </c:pt>
                <c:pt idx="1746">
                  <c:v>50.76283264</c:v>
                </c:pt>
                <c:pt idx="1747">
                  <c:v>50.76237488</c:v>
                </c:pt>
                <c:pt idx="1748">
                  <c:v>50.76205444</c:v>
                </c:pt>
                <c:pt idx="1749">
                  <c:v>50.76167737</c:v>
                </c:pt>
                <c:pt idx="1750">
                  <c:v>50.76107219</c:v>
                </c:pt>
                <c:pt idx="1751">
                  <c:v>50.76060667</c:v>
                </c:pt>
                <c:pt idx="1752">
                  <c:v>50.76017761</c:v>
                </c:pt>
                <c:pt idx="1753">
                  <c:v>50.75971985</c:v>
                </c:pt>
                <c:pt idx="1754">
                  <c:v>50.75930786</c:v>
                </c:pt>
                <c:pt idx="1755">
                  <c:v>50.75883768</c:v>
                </c:pt>
                <c:pt idx="1756">
                  <c:v>50.75851182</c:v>
                </c:pt>
                <c:pt idx="1757">
                  <c:v>50.75811768</c:v>
                </c:pt>
                <c:pt idx="1758">
                  <c:v>50.75761414</c:v>
                </c:pt>
                <c:pt idx="1759">
                  <c:v>50.75720836</c:v>
                </c:pt>
                <c:pt idx="1760">
                  <c:v>50.75678939</c:v>
                </c:pt>
                <c:pt idx="1761">
                  <c:v>50.75624084</c:v>
                </c:pt>
                <c:pt idx="1762">
                  <c:v>50.75576524</c:v>
                </c:pt>
                <c:pt idx="1763">
                  <c:v>50.75529971</c:v>
                </c:pt>
                <c:pt idx="1764">
                  <c:v>50.7550204</c:v>
                </c:pt>
                <c:pt idx="1765">
                  <c:v>50.75436867</c:v>
                </c:pt>
                <c:pt idx="1766">
                  <c:v>50.7539978</c:v>
                </c:pt>
                <c:pt idx="1767">
                  <c:v>50.75353073</c:v>
                </c:pt>
                <c:pt idx="1768">
                  <c:v>50.75311176</c:v>
                </c:pt>
                <c:pt idx="1769">
                  <c:v>50.75271606</c:v>
                </c:pt>
                <c:pt idx="1770">
                  <c:v>50.75222727</c:v>
                </c:pt>
                <c:pt idx="1771">
                  <c:v>50.75171519</c:v>
                </c:pt>
                <c:pt idx="1772">
                  <c:v>50.75134277</c:v>
                </c:pt>
                <c:pt idx="1773">
                  <c:v>50.75097656</c:v>
                </c:pt>
                <c:pt idx="1774">
                  <c:v>50.75050483</c:v>
                </c:pt>
                <c:pt idx="1775">
                  <c:v>50.74999276</c:v>
                </c:pt>
                <c:pt idx="1776">
                  <c:v>50.74960327</c:v>
                </c:pt>
                <c:pt idx="1777">
                  <c:v>50.74914551</c:v>
                </c:pt>
                <c:pt idx="1778">
                  <c:v>50.7486893</c:v>
                </c:pt>
                <c:pt idx="1779">
                  <c:v>50.74827033</c:v>
                </c:pt>
                <c:pt idx="1780">
                  <c:v>50.74775825</c:v>
                </c:pt>
                <c:pt idx="1781">
                  <c:v>50.74738583</c:v>
                </c:pt>
                <c:pt idx="1782">
                  <c:v>50.74696686</c:v>
                </c:pt>
                <c:pt idx="1783">
                  <c:v>50.74649048</c:v>
                </c:pt>
                <c:pt idx="1784">
                  <c:v>50.74603582</c:v>
                </c:pt>
                <c:pt idx="1785">
                  <c:v>50.7456634</c:v>
                </c:pt>
                <c:pt idx="1786">
                  <c:v>50.74502563</c:v>
                </c:pt>
                <c:pt idx="1787">
                  <c:v>50.74482546</c:v>
                </c:pt>
                <c:pt idx="1788">
                  <c:v>50.74415588</c:v>
                </c:pt>
                <c:pt idx="1789">
                  <c:v>50.7437439</c:v>
                </c:pt>
                <c:pt idx="1790">
                  <c:v>50.74328613</c:v>
                </c:pt>
                <c:pt idx="1791">
                  <c:v>50.74287415</c:v>
                </c:pt>
                <c:pt idx="1792">
                  <c:v>50.74237061</c:v>
                </c:pt>
                <c:pt idx="1793">
                  <c:v>50.74212543</c:v>
                </c:pt>
                <c:pt idx="1794">
                  <c:v>50.74163818</c:v>
                </c:pt>
                <c:pt idx="1795">
                  <c:v>50.74100818</c:v>
                </c:pt>
                <c:pt idx="1796">
                  <c:v>50.74072886</c:v>
                </c:pt>
                <c:pt idx="1797">
                  <c:v>50.74030989</c:v>
                </c:pt>
                <c:pt idx="1798">
                  <c:v>50.73985291</c:v>
                </c:pt>
                <c:pt idx="1799">
                  <c:v>50.73921204</c:v>
                </c:pt>
                <c:pt idx="1800">
                  <c:v>50.73875427</c:v>
                </c:pt>
                <c:pt idx="1801">
                  <c:v>50.73843384</c:v>
                </c:pt>
                <c:pt idx="1802">
                  <c:v>50.7379303</c:v>
                </c:pt>
                <c:pt idx="1803">
                  <c:v>50.73751676</c:v>
                </c:pt>
                <c:pt idx="1804">
                  <c:v>50.73705124</c:v>
                </c:pt>
                <c:pt idx="1805">
                  <c:v>50.73664856</c:v>
                </c:pt>
                <c:pt idx="1806">
                  <c:v>50.7361908</c:v>
                </c:pt>
                <c:pt idx="1807">
                  <c:v>50.73574777</c:v>
                </c:pt>
                <c:pt idx="1808">
                  <c:v>50.7353288</c:v>
                </c:pt>
                <c:pt idx="1809">
                  <c:v>50.73481673</c:v>
                </c:pt>
                <c:pt idx="1810">
                  <c:v>50.73440552</c:v>
                </c:pt>
                <c:pt idx="1811">
                  <c:v>50.73393224</c:v>
                </c:pt>
                <c:pt idx="1812">
                  <c:v>50.73342016</c:v>
                </c:pt>
                <c:pt idx="1813">
                  <c:v>50.73303223</c:v>
                </c:pt>
                <c:pt idx="1814">
                  <c:v>50.73216325</c:v>
                </c:pt>
                <c:pt idx="1815">
                  <c:v>50.73170471</c:v>
                </c:pt>
                <c:pt idx="1816">
                  <c:v>50.73124695</c:v>
                </c:pt>
                <c:pt idx="1817">
                  <c:v>50.73078918</c:v>
                </c:pt>
                <c:pt idx="1818">
                  <c:v>50.73034771</c:v>
                </c:pt>
                <c:pt idx="1819">
                  <c:v>50.72988219</c:v>
                </c:pt>
                <c:pt idx="1820">
                  <c:v>50.72950977</c:v>
                </c:pt>
                <c:pt idx="1821">
                  <c:v>50.72885804</c:v>
                </c:pt>
                <c:pt idx="1822">
                  <c:v>50.72839252</c:v>
                </c:pt>
                <c:pt idx="1823">
                  <c:v>50.727927</c:v>
                </c:pt>
                <c:pt idx="1824">
                  <c:v>50.72753906</c:v>
                </c:pt>
                <c:pt idx="1825">
                  <c:v>50.72703552</c:v>
                </c:pt>
                <c:pt idx="1826">
                  <c:v>50.72680974</c:v>
                </c:pt>
                <c:pt idx="1827">
                  <c:v>50.72615801</c:v>
                </c:pt>
                <c:pt idx="1828">
                  <c:v>50.72569249</c:v>
                </c:pt>
                <c:pt idx="1829">
                  <c:v>50.72522697</c:v>
                </c:pt>
                <c:pt idx="1830">
                  <c:v>50.72485455</c:v>
                </c:pt>
                <c:pt idx="1831">
                  <c:v>50.72442627</c:v>
                </c:pt>
                <c:pt idx="1832">
                  <c:v>50.72397006</c:v>
                </c:pt>
                <c:pt idx="1833">
                  <c:v>50.72337341</c:v>
                </c:pt>
                <c:pt idx="1834">
                  <c:v>50.72309875</c:v>
                </c:pt>
                <c:pt idx="1835">
                  <c:v>50.72264099</c:v>
                </c:pt>
                <c:pt idx="1836">
                  <c:v>50.72201486</c:v>
                </c:pt>
                <c:pt idx="1837">
                  <c:v>50.72154934</c:v>
                </c:pt>
                <c:pt idx="1838">
                  <c:v>50.72113037</c:v>
                </c:pt>
                <c:pt idx="1839">
                  <c:v>50.72062683</c:v>
                </c:pt>
                <c:pt idx="1840">
                  <c:v>50.72043209</c:v>
                </c:pt>
                <c:pt idx="1841">
                  <c:v>50.7197113</c:v>
                </c:pt>
                <c:pt idx="1842">
                  <c:v>50.71943665</c:v>
                </c:pt>
                <c:pt idx="1843">
                  <c:v>50.71893311</c:v>
                </c:pt>
                <c:pt idx="1844">
                  <c:v>50.71852112</c:v>
                </c:pt>
                <c:pt idx="1845">
                  <c:v>50.71810448</c:v>
                </c:pt>
                <c:pt idx="1846">
                  <c:v>50.7175924</c:v>
                </c:pt>
                <c:pt idx="1847">
                  <c:v>50.71712688</c:v>
                </c:pt>
                <c:pt idx="1848">
                  <c:v>50.71666136</c:v>
                </c:pt>
                <c:pt idx="1849">
                  <c:v>50.7162323</c:v>
                </c:pt>
                <c:pt idx="1850">
                  <c:v>50.71577686</c:v>
                </c:pt>
                <c:pt idx="1851">
                  <c:v>50.71517944</c:v>
                </c:pt>
                <c:pt idx="1852">
                  <c:v>50.71485901</c:v>
                </c:pt>
                <c:pt idx="1853">
                  <c:v>50.71440125</c:v>
                </c:pt>
                <c:pt idx="1854">
                  <c:v>50.71400788</c:v>
                </c:pt>
                <c:pt idx="1855">
                  <c:v>50.7133096</c:v>
                </c:pt>
                <c:pt idx="1856">
                  <c:v>50.71284407</c:v>
                </c:pt>
                <c:pt idx="1857">
                  <c:v>50.71237855</c:v>
                </c:pt>
                <c:pt idx="1858">
                  <c:v>50.71214579</c:v>
                </c:pt>
                <c:pt idx="1859">
                  <c:v>50.71172682</c:v>
                </c:pt>
                <c:pt idx="1860">
                  <c:v>50.7112613</c:v>
                </c:pt>
                <c:pt idx="1861">
                  <c:v>50.71073914</c:v>
                </c:pt>
                <c:pt idx="1862">
                  <c:v>50.71009749</c:v>
                </c:pt>
                <c:pt idx="1863">
                  <c:v>50.70991128</c:v>
                </c:pt>
                <c:pt idx="1864">
                  <c:v>50.70922852</c:v>
                </c:pt>
                <c:pt idx="1865">
                  <c:v>50.7086792</c:v>
                </c:pt>
                <c:pt idx="1866">
                  <c:v>50.70831299</c:v>
                </c:pt>
                <c:pt idx="1867">
                  <c:v>50.70785522</c:v>
                </c:pt>
                <c:pt idx="1868">
                  <c:v>50.70730436</c:v>
                </c:pt>
                <c:pt idx="1869">
                  <c:v>50.70689392</c:v>
                </c:pt>
                <c:pt idx="1870">
                  <c:v>50.70643616</c:v>
                </c:pt>
                <c:pt idx="1871">
                  <c:v>50.70600089</c:v>
                </c:pt>
                <c:pt idx="1872">
                  <c:v>50.70552063</c:v>
                </c:pt>
                <c:pt idx="1873">
                  <c:v>50.70506287</c:v>
                </c:pt>
                <c:pt idx="1874">
                  <c:v>50.7046051</c:v>
                </c:pt>
                <c:pt idx="1875">
                  <c:v>50.70410156</c:v>
                </c:pt>
                <c:pt idx="1876">
                  <c:v>50.7036438</c:v>
                </c:pt>
                <c:pt idx="1877">
                  <c:v>50.70314026</c:v>
                </c:pt>
                <c:pt idx="1878">
                  <c:v>50.70272827</c:v>
                </c:pt>
                <c:pt idx="1879">
                  <c:v>50.70223016</c:v>
                </c:pt>
                <c:pt idx="1880">
                  <c:v>50.70181274</c:v>
                </c:pt>
                <c:pt idx="1881">
                  <c:v>50.70139222</c:v>
                </c:pt>
                <c:pt idx="1882">
                  <c:v>50.70089722</c:v>
                </c:pt>
                <c:pt idx="1883">
                  <c:v>50.70036807</c:v>
                </c:pt>
                <c:pt idx="1884">
                  <c:v>50.69984436</c:v>
                </c:pt>
                <c:pt idx="1885">
                  <c:v>50.69934082</c:v>
                </c:pt>
                <c:pt idx="1886">
                  <c:v>50.69888306</c:v>
                </c:pt>
                <c:pt idx="1887">
                  <c:v>50.69845943</c:v>
                </c:pt>
                <c:pt idx="1888">
                  <c:v>50.69794736</c:v>
                </c:pt>
                <c:pt idx="1889">
                  <c:v>50.69769287</c:v>
                </c:pt>
                <c:pt idx="1890">
                  <c:v>50.69723511</c:v>
                </c:pt>
                <c:pt idx="1891">
                  <c:v>50.69650269</c:v>
                </c:pt>
                <c:pt idx="1892">
                  <c:v>50.69627148</c:v>
                </c:pt>
                <c:pt idx="1893">
                  <c:v>50.69580595</c:v>
                </c:pt>
                <c:pt idx="1894">
                  <c:v>50.69510767</c:v>
                </c:pt>
                <c:pt idx="1895">
                  <c:v>50.69464215</c:v>
                </c:pt>
                <c:pt idx="1896">
                  <c:v>50.69421387</c:v>
                </c:pt>
                <c:pt idx="1897">
                  <c:v>50.69375766</c:v>
                </c:pt>
                <c:pt idx="1898">
                  <c:v>50.69334412</c:v>
                </c:pt>
                <c:pt idx="1899">
                  <c:v>50.69291971</c:v>
                </c:pt>
                <c:pt idx="1900">
                  <c:v>50.69242859</c:v>
                </c:pt>
                <c:pt idx="1901">
                  <c:v>50.69180246</c:v>
                </c:pt>
                <c:pt idx="1902">
                  <c:v>50.69137573</c:v>
                </c:pt>
                <c:pt idx="1903">
                  <c:v>50.69091797</c:v>
                </c:pt>
                <c:pt idx="1904">
                  <c:v>50.69041443</c:v>
                </c:pt>
                <c:pt idx="1905">
                  <c:v>50.68998692</c:v>
                </c:pt>
                <c:pt idx="1906">
                  <c:v>50.6895214</c:v>
                </c:pt>
                <c:pt idx="1907">
                  <c:v>50.68904114</c:v>
                </c:pt>
                <c:pt idx="1908">
                  <c:v>50.6885376</c:v>
                </c:pt>
                <c:pt idx="1909">
                  <c:v>50.68817139</c:v>
                </c:pt>
                <c:pt idx="1910">
                  <c:v>50.68766785</c:v>
                </c:pt>
                <c:pt idx="1911">
                  <c:v>50.68716431</c:v>
                </c:pt>
                <c:pt idx="1912">
                  <c:v>50.68670654</c:v>
                </c:pt>
                <c:pt idx="1913">
                  <c:v>50.68612309</c:v>
                </c:pt>
                <c:pt idx="1914">
                  <c:v>50.68569946</c:v>
                </c:pt>
                <c:pt idx="1915">
                  <c:v>50.6852417</c:v>
                </c:pt>
                <c:pt idx="1916">
                  <c:v>50.68473816</c:v>
                </c:pt>
                <c:pt idx="1917">
                  <c:v>50.68430755</c:v>
                </c:pt>
                <c:pt idx="1918">
                  <c:v>50.68384203</c:v>
                </c:pt>
                <c:pt idx="1919">
                  <c:v>50.68337651</c:v>
                </c:pt>
                <c:pt idx="1920">
                  <c:v>50.6829071</c:v>
                </c:pt>
                <c:pt idx="1921">
                  <c:v>50.68244546</c:v>
                </c:pt>
                <c:pt idx="1922">
                  <c:v>50.6819458</c:v>
                </c:pt>
                <c:pt idx="1923">
                  <c:v>50.68148804</c:v>
                </c:pt>
                <c:pt idx="1924">
                  <c:v>50.68112183</c:v>
                </c:pt>
                <c:pt idx="1925">
                  <c:v>50.68066406</c:v>
                </c:pt>
                <c:pt idx="1926">
                  <c:v>50.68002319</c:v>
                </c:pt>
                <c:pt idx="1927">
                  <c:v>50.67955922</c:v>
                </c:pt>
                <c:pt idx="1928">
                  <c:v>50.67914025</c:v>
                </c:pt>
                <c:pt idx="1929">
                  <c:v>50.67867473</c:v>
                </c:pt>
                <c:pt idx="1930">
                  <c:v>50.67828369</c:v>
                </c:pt>
                <c:pt idx="1931">
                  <c:v>50.67779024</c:v>
                </c:pt>
                <c:pt idx="1932">
                  <c:v>50.67732472</c:v>
                </c:pt>
                <c:pt idx="1933">
                  <c:v>50.67685919</c:v>
                </c:pt>
                <c:pt idx="1934">
                  <c:v>50.67636108</c:v>
                </c:pt>
                <c:pt idx="1935">
                  <c:v>50.67590332</c:v>
                </c:pt>
                <c:pt idx="1936">
                  <c:v>50.67544556</c:v>
                </c:pt>
                <c:pt idx="1937">
                  <c:v>50.67489624</c:v>
                </c:pt>
                <c:pt idx="1938">
                  <c:v>50.67448503</c:v>
                </c:pt>
                <c:pt idx="1939">
                  <c:v>50.67384338</c:v>
                </c:pt>
                <c:pt idx="1940">
                  <c:v>50.67364709</c:v>
                </c:pt>
                <c:pt idx="1941">
                  <c:v>50.67315674</c:v>
                </c:pt>
                <c:pt idx="1942">
                  <c:v>50.67262294</c:v>
                </c:pt>
                <c:pt idx="1943">
                  <c:v>50.67201233</c:v>
                </c:pt>
                <c:pt idx="1944">
                  <c:v>50.671785</c:v>
                </c:pt>
                <c:pt idx="1945">
                  <c:v>50.67105103</c:v>
                </c:pt>
                <c:pt idx="1946">
                  <c:v>50.67062119</c:v>
                </c:pt>
                <c:pt idx="1947">
                  <c:v>50.67008972</c:v>
                </c:pt>
                <c:pt idx="1948">
                  <c:v>50.66982981</c:v>
                </c:pt>
                <c:pt idx="1949">
                  <c:v>50.66931152</c:v>
                </c:pt>
                <c:pt idx="1950">
                  <c:v>50.66880798</c:v>
                </c:pt>
                <c:pt idx="1951">
                  <c:v>50.66834013</c:v>
                </c:pt>
                <c:pt idx="1952">
                  <c:v>50.66784668</c:v>
                </c:pt>
                <c:pt idx="1953">
                  <c:v>50.66738892</c:v>
                </c:pt>
                <c:pt idx="1954">
                  <c:v>50.66689701</c:v>
                </c:pt>
                <c:pt idx="1955">
                  <c:v>50.66643149</c:v>
                </c:pt>
                <c:pt idx="1956">
                  <c:v>50.66592407</c:v>
                </c:pt>
                <c:pt idx="1957">
                  <c:v>50.66555786</c:v>
                </c:pt>
                <c:pt idx="1958">
                  <c:v>50.6651001</c:v>
                </c:pt>
                <c:pt idx="1959">
                  <c:v>50.66466251</c:v>
                </c:pt>
                <c:pt idx="1960">
                  <c:v>50.66401078</c:v>
                </c:pt>
                <c:pt idx="1961">
                  <c:v>50.66372681</c:v>
                </c:pt>
                <c:pt idx="1962">
                  <c:v>50.66326904</c:v>
                </c:pt>
                <c:pt idx="1963">
                  <c:v>50.66256766</c:v>
                </c:pt>
                <c:pt idx="1964">
                  <c:v>50.66226196</c:v>
                </c:pt>
                <c:pt idx="1965">
                  <c:v>50.66182282</c:v>
                </c:pt>
                <c:pt idx="1966">
                  <c:v>50.66130066</c:v>
                </c:pt>
                <c:pt idx="1967">
                  <c:v>50.66079867</c:v>
                </c:pt>
                <c:pt idx="1968">
                  <c:v>50.66024004</c:v>
                </c:pt>
                <c:pt idx="1969">
                  <c:v>50.65983582</c:v>
                </c:pt>
                <c:pt idx="1970">
                  <c:v>50.659309</c:v>
                </c:pt>
                <c:pt idx="1971">
                  <c:v>50.65879692</c:v>
                </c:pt>
                <c:pt idx="1972">
                  <c:v>50.65828485</c:v>
                </c:pt>
                <c:pt idx="1973">
                  <c:v>50.65781933</c:v>
                </c:pt>
                <c:pt idx="1974">
                  <c:v>50.65727234</c:v>
                </c:pt>
                <c:pt idx="1975">
                  <c:v>50.65684173</c:v>
                </c:pt>
                <c:pt idx="1976">
                  <c:v>50.65640259</c:v>
                </c:pt>
                <c:pt idx="1977">
                  <c:v>50.65594482</c:v>
                </c:pt>
                <c:pt idx="1978">
                  <c:v>50.65553827</c:v>
                </c:pt>
                <c:pt idx="1979">
                  <c:v>50.65502619</c:v>
                </c:pt>
                <c:pt idx="1980">
                  <c:v>50.65447998</c:v>
                </c:pt>
                <c:pt idx="1981">
                  <c:v>50.65395549</c:v>
                </c:pt>
                <c:pt idx="1982">
                  <c:v>50.65344342</c:v>
                </c:pt>
                <c:pt idx="1983">
                  <c:v>50.65297789</c:v>
                </c:pt>
                <c:pt idx="1984">
                  <c:v>50.6525116</c:v>
                </c:pt>
                <c:pt idx="1985">
                  <c:v>50.65205383</c:v>
                </c:pt>
                <c:pt idx="1986">
                  <c:v>50.65181409</c:v>
                </c:pt>
                <c:pt idx="1987">
                  <c:v>50.65106925</c:v>
                </c:pt>
                <c:pt idx="1988">
                  <c:v>50.65063477</c:v>
                </c:pt>
                <c:pt idx="1989">
                  <c:v>50.65023131</c:v>
                </c:pt>
                <c:pt idx="1990">
                  <c:v>50.64967269</c:v>
                </c:pt>
                <c:pt idx="1991">
                  <c:v>50.64916992</c:v>
                </c:pt>
                <c:pt idx="1992">
                  <c:v>50.64871216</c:v>
                </c:pt>
                <c:pt idx="1993">
                  <c:v>50.64822957</c:v>
                </c:pt>
                <c:pt idx="1994">
                  <c:v>50.64795025</c:v>
                </c:pt>
                <c:pt idx="1995">
                  <c:v>50.64748473</c:v>
                </c:pt>
                <c:pt idx="1996">
                  <c:v>50.64697266</c:v>
                </c:pt>
                <c:pt idx="1997">
                  <c:v>50.64587402</c:v>
                </c:pt>
                <c:pt idx="1998">
                  <c:v>50.64537048</c:v>
                </c:pt>
                <c:pt idx="1999">
                  <c:v>50.64511057</c:v>
                </c:pt>
                <c:pt idx="2000">
                  <c:v>50.64464504</c:v>
                </c:pt>
                <c:pt idx="2001">
                  <c:v>50.64399719</c:v>
                </c:pt>
                <c:pt idx="2002">
                  <c:v>50.64349365</c:v>
                </c:pt>
                <c:pt idx="2003">
                  <c:v>50.64303589</c:v>
                </c:pt>
                <c:pt idx="2004">
                  <c:v>50.64253235</c:v>
                </c:pt>
                <c:pt idx="2005">
                  <c:v>50.64213122</c:v>
                </c:pt>
                <c:pt idx="2006">
                  <c:v>50.64161915</c:v>
                </c:pt>
                <c:pt idx="2007">
                  <c:v>50.64115363</c:v>
                </c:pt>
                <c:pt idx="2008">
                  <c:v>50.64070129</c:v>
                </c:pt>
                <c:pt idx="2009">
                  <c:v>50.64024353</c:v>
                </c:pt>
                <c:pt idx="2010">
                  <c:v>50.63973999</c:v>
                </c:pt>
                <c:pt idx="2011">
                  <c:v>50.6395243</c:v>
                </c:pt>
                <c:pt idx="2012">
                  <c:v>50.63882446</c:v>
                </c:pt>
                <c:pt idx="2013">
                  <c:v>50.63859325</c:v>
                </c:pt>
                <c:pt idx="2014">
                  <c:v>50.63803463</c:v>
                </c:pt>
                <c:pt idx="2015">
                  <c:v>50.6373829</c:v>
                </c:pt>
                <c:pt idx="2016">
                  <c:v>50.63719669</c:v>
                </c:pt>
                <c:pt idx="2017">
                  <c:v>50.6364984</c:v>
                </c:pt>
                <c:pt idx="2018">
                  <c:v>50.63621521</c:v>
                </c:pt>
                <c:pt idx="2019">
                  <c:v>50.63570701</c:v>
                </c:pt>
                <c:pt idx="2020">
                  <c:v>50.63525391</c:v>
                </c:pt>
                <c:pt idx="2021">
                  <c:v>50.63475037</c:v>
                </c:pt>
                <c:pt idx="2022">
                  <c:v>50.63417079</c:v>
                </c:pt>
                <c:pt idx="2023">
                  <c:v>50.63379837</c:v>
                </c:pt>
                <c:pt idx="2024">
                  <c:v>50.6332863</c:v>
                </c:pt>
                <c:pt idx="2025">
                  <c:v>50.63278198</c:v>
                </c:pt>
                <c:pt idx="2026">
                  <c:v>50.63227844</c:v>
                </c:pt>
                <c:pt idx="2027">
                  <c:v>50.63202939</c:v>
                </c:pt>
                <c:pt idx="2028">
                  <c:v>50.63147076</c:v>
                </c:pt>
                <c:pt idx="2029">
                  <c:v>50.63104248</c:v>
                </c:pt>
                <c:pt idx="2030">
                  <c:v>50.63058472</c:v>
                </c:pt>
                <c:pt idx="2031">
                  <c:v>50.63012075</c:v>
                </c:pt>
                <c:pt idx="2032">
                  <c:v>50.62965522</c:v>
                </c:pt>
                <c:pt idx="2033">
                  <c:v>50.62921143</c:v>
                </c:pt>
                <c:pt idx="2034">
                  <c:v>50.62893677</c:v>
                </c:pt>
                <c:pt idx="2035">
                  <c:v>50.62825012</c:v>
                </c:pt>
                <c:pt idx="2036">
                  <c:v>50.62783969</c:v>
                </c:pt>
                <c:pt idx="2037">
                  <c:v>50.62742615</c:v>
                </c:pt>
                <c:pt idx="2038">
                  <c:v>50.62686209</c:v>
                </c:pt>
                <c:pt idx="2039">
                  <c:v>50.62639657</c:v>
                </c:pt>
                <c:pt idx="2040">
                  <c:v>50.62593104</c:v>
                </c:pt>
                <c:pt idx="2041">
                  <c:v>50.62541897</c:v>
                </c:pt>
                <c:pt idx="2042">
                  <c:v>50.625</c:v>
                </c:pt>
                <c:pt idx="2043">
                  <c:v>50.62453448</c:v>
                </c:pt>
                <c:pt idx="2044">
                  <c:v>50.62399292</c:v>
                </c:pt>
                <c:pt idx="2045">
                  <c:v>50.62355688</c:v>
                </c:pt>
                <c:pt idx="2046">
                  <c:v>50.62312317</c:v>
                </c:pt>
                <c:pt idx="2047">
                  <c:v>50.62262584</c:v>
                </c:pt>
                <c:pt idx="2048">
                  <c:v>50.62243963</c:v>
                </c:pt>
                <c:pt idx="2049">
                  <c:v>50.62169479</c:v>
                </c:pt>
                <c:pt idx="2050">
                  <c:v>50.62132237</c:v>
                </c:pt>
                <c:pt idx="2051">
                  <c:v>50.6209259</c:v>
                </c:pt>
                <c:pt idx="2052">
                  <c:v>50.62042236</c:v>
                </c:pt>
                <c:pt idx="2053">
                  <c:v>50.6199646</c:v>
                </c:pt>
                <c:pt idx="2054">
                  <c:v>50.61950684</c:v>
                </c:pt>
                <c:pt idx="2055">
                  <c:v>50.61899476</c:v>
                </c:pt>
                <c:pt idx="2056">
                  <c:v>50.61852924</c:v>
                </c:pt>
                <c:pt idx="2057">
                  <c:v>50.61831665</c:v>
                </c:pt>
                <c:pt idx="2058">
                  <c:v>50.61776733</c:v>
                </c:pt>
                <c:pt idx="2059">
                  <c:v>50.61731888</c:v>
                </c:pt>
                <c:pt idx="2060">
                  <c:v>50.61689758</c:v>
                </c:pt>
                <c:pt idx="2061">
                  <c:v>50.61652749</c:v>
                </c:pt>
                <c:pt idx="2062">
                  <c:v>50.61582921</c:v>
                </c:pt>
                <c:pt idx="2063">
                  <c:v>50.61536369</c:v>
                </c:pt>
                <c:pt idx="2064">
                  <c:v>50.61497498</c:v>
                </c:pt>
                <c:pt idx="2065">
                  <c:v>50.6145723</c:v>
                </c:pt>
                <c:pt idx="2066">
                  <c:v>50.61415333</c:v>
                </c:pt>
                <c:pt idx="2067">
                  <c:v>50.61373901</c:v>
                </c:pt>
                <c:pt idx="2068">
                  <c:v>50.61328125</c:v>
                </c:pt>
                <c:pt idx="2069">
                  <c:v>50.61282349</c:v>
                </c:pt>
                <c:pt idx="2070">
                  <c:v>50.61236572</c:v>
                </c:pt>
                <c:pt idx="2071">
                  <c:v>50.61190796</c:v>
                </c:pt>
                <c:pt idx="2072">
                  <c:v>50.61149985</c:v>
                </c:pt>
                <c:pt idx="2073">
                  <c:v>50.61098778</c:v>
                </c:pt>
                <c:pt idx="2074">
                  <c:v>50.61048889</c:v>
                </c:pt>
                <c:pt idx="2075">
                  <c:v>50.61012268</c:v>
                </c:pt>
                <c:pt idx="2076">
                  <c:v>50.60961914</c:v>
                </c:pt>
                <c:pt idx="2077">
                  <c:v>50.6091156</c:v>
                </c:pt>
                <c:pt idx="2078">
                  <c:v>50.60870672</c:v>
                </c:pt>
                <c:pt idx="2079">
                  <c:v>50.60824119</c:v>
                </c:pt>
                <c:pt idx="2080">
                  <c:v>50.60774231</c:v>
                </c:pt>
                <c:pt idx="2081">
                  <c:v>50.60731015</c:v>
                </c:pt>
                <c:pt idx="2082">
                  <c:v>50.60687256</c:v>
                </c:pt>
                <c:pt idx="2083">
                  <c:v>50.60668945</c:v>
                </c:pt>
                <c:pt idx="2084">
                  <c:v>50.60591125</c:v>
                </c:pt>
                <c:pt idx="2085">
                  <c:v>50.60544806</c:v>
                </c:pt>
                <c:pt idx="2086">
                  <c:v>50.60499573</c:v>
                </c:pt>
                <c:pt idx="2087">
                  <c:v>50.60444641</c:v>
                </c:pt>
                <c:pt idx="2088">
                  <c:v>50.60400494</c:v>
                </c:pt>
                <c:pt idx="2089">
                  <c:v>50.60339355</c:v>
                </c:pt>
                <c:pt idx="2090">
                  <c:v>50.60284424</c:v>
                </c:pt>
                <c:pt idx="2091">
                  <c:v>50.60232906</c:v>
                </c:pt>
                <c:pt idx="2092">
                  <c:v>50.60167733</c:v>
                </c:pt>
                <c:pt idx="2093">
                  <c:v>50.60137939</c:v>
                </c:pt>
                <c:pt idx="2094">
                  <c:v>50.60056008</c:v>
                </c:pt>
                <c:pt idx="2095">
                  <c:v>50.60000145</c:v>
                </c:pt>
                <c:pt idx="2096">
                  <c:v>50.59939627</c:v>
                </c:pt>
                <c:pt idx="2097">
                  <c:v>50.5990704</c:v>
                </c:pt>
                <c:pt idx="2098">
                  <c:v>50.59809281</c:v>
                </c:pt>
                <c:pt idx="2099">
                  <c:v>50.59753418</c:v>
                </c:pt>
                <c:pt idx="2100">
                  <c:v>50.59716797</c:v>
                </c:pt>
                <c:pt idx="2101">
                  <c:v>50.59620667</c:v>
                </c:pt>
                <c:pt idx="2102">
                  <c:v>50.59557899</c:v>
                </c:pt>
                <c:pt idx="2103">
                  <c:v>50.5949707</c:v>
                </c:pt>
                <c:pt idx="2104">
                  <c:v>50.59432208</c:v>
                </c:pt>
                <c:pt idx="2105">
                  <c:v>50.59355164</c:v>
                </c:pt>
                <c:pt idx="2106">
                  <c:v>50.59286499</c:v>
                </c:pt>
                <c:pt idx="2107">
                  <c:v>50.59222722</c:v>
                </c:pt>
                <c:pt idx="2108">
                  <c:v>50.59135437</c:v>
                </c:pt>
                <c:pt idx="2109">
                  <c:v>50.59097031</c:v>
                </c:pt>
                <c:pt idx="2110">
                  <c:v>50.59027203</c:v>
                </c:pt>
                <c:pt idx="2111">
                  <c:v>50.58943176</c:v>
                </c:pt>
                <c:pt idx="2112">
                  <c:v>50.58860779</c:v>
                </c:pt>
                <c:pt idx="2113">
                  <c:v>50.58775821</c:v>
                </c:pt>
                <c:pt idx="2114">
                  <c:v>50.58709717</c:v>
                </c:pt>
                <c:pt idx="2115">
                  <c:v>50.58631509</c:v>
                </c:pt>
                <c:pt idx="2116">
                  <c:v>50.5855237</c:v>
                </c:pt>
                <c:pt idx="2117">
                  <c:v>50.58467102</c:v>
                </c:pt>
                <c:pt idx="2118">
                  <c:v>50.58384782</c:v>
                </c:pt>
                <c:pt idx="2119">
                  <c:v>50.5831604</c:v>
                </c:pt>
                <c:pt idx="2120">
                  <c:v>50.58245125</c:v>
                </c:pt>
                <c:pt idx="2121">
                  <c:v>50.58156676</c:v>
                </c:pt>
                <c:pt idx="2122">
                  <c:v>50.58077537</c:v>
                </c:pt>
                <c:pt idx="2123">
                  <c:v>50.58017019</c:v>
                </c:pt>
                <c:pt idx="2124">
                  <c:v>50.57937881</c:v>
                </c:pt>
                <c:pt idx="2125">
                  <c:v>50.57844543</c:v>
                </c:pt>
                <c:pt idx="2126">
                  <c:v>50.57766724</c:v>
                </c:pt>
                <c:pt idx="2127">
                  <c:v>50.57695809</c:v>
                </c:pt>
                <c:pt idx="2128">
                  <c:v>50.57597351</c:v>
                </c:pt>
                <c:pt idx="2129">
                  <c:v>50.57528221</c:v>
                </c:pt>
                <c:pt idx="2130">
                  <c:v>50.57460022</c:v>
                </c:pt>
                <c:pt idx="2131">
                  <c:v>50.57355978</c:v>
                </c:pt>
                <c:pt idx="2132">
                  <c:v>50.5730896</c:v>
                </c:pt>
                <c:pt idx="2133">
                  <c:v>50.57199097</c:v>
                </c:pt>
                <c:pt idx="2134">
                  <c:v>50.57127872</c:v>
                </c:pt>
                <c:pt idx="2135">
                  <c:v>50.57052612</c:v>
                </c:pt>
                <c:pt idx="2136">
                  <c:v>50.56988525</c:v>
                </c:pt>
                <c:pt idx="2137">
                  <c:v>50.56904421</c:v>
                </c:pt>
                <c:pt idx="2138">
                  <c:v>50.56825282</c:v>
                </c:pt>
                <c:pt idx="2139">
                  <c:v>50.56745911</c:v>
                </c:pt>
                <c:pt idx="2140">
                  <c:v>50.56668091</c:v>
                </c:pt>
                <c:pt idx="2141">
                  <c:v>50.56608582</c:v>
                </c:pt>
                <c:pt idx="2142">
                  <c:v>50.56521606</c:v>
                </c:pt>
                <c:pt idx="2143">
                  <c:v>50.56443787</c:v>
                </c:pt>
                <c:pt idx="2144">
                  <c:v>50.56373726</c:v>
                </c:pt>
                <c:pt idx="2145">
                  <c:v>50.56297302</c:v>
                </c:pt>
                <c:pt idx="2146">
                  <c:v>50.56210793</c:v>
                </c:pt>
                <c:pt idx="2147">
                  <c:v>50.56136309</c:v>
                </c:pt>
                <c:pt idx="2148">
                  <c:v>50.56040955</c:v>
                </c:pt>
                <c:pt idx="2149">
                  <c:v>50.55981445</c:v>
                </c:pt>
                <c:pt idx="2150">
                  <c:v>50.55871582</c:v>
                </c:pt>
                <c:pt idx="2151">
                  <c:v>50.5583372</c:v>
                </c:pt>
                <c:pt idx="2152">
                  <c:v>50.55717339</c:v>
                </c:pt>
                <c:pt idx="2153">
                  <c:v>50.55647278</c:v>
                </c:pt>
                <c:pt idx="2154">
                  <c:v>50.55574036</c:v>
                </c:pt>
                <c:pt idx="2155">
                  <c:v>50.55487061</c:v>
                </c:pt>
                <c:pt idx="2156">
                  <c:v>50.55447336</c:v>
                </c:pt>
                <c:pt idx="2157">
                  <c:v>50.55340266</c:v>
                </c:pt>
                <c:pt idx="2158">
                  <c:v>50.55262756</c:v>
                </c:pt>
                <c:pt idx="2159">
                  <c:v>50.55195954</c:v>
                </c:pt>
                <c:pt idx="2160">
                  <c:v>50.55116815</c:v>
                </c:pt>
                <c:pt idx="2161">
                  <c:v>50.5504303</c:v>
                </c:pt>
                <c:pt idx="2162">
                  <c:v>50.5496521</c:v>
                </c:pt>
                <c:pt idx="2163">
                  <c:v>50.5488739</c:v>
                </c:pt>
                <c:pt idx="2164">
                  <c:v>50.54814226</c:v>
                </c:pt>
                <c:pt idx="2165">
                  <c:v>50.54727173</c:v>
                </c:pt>
                <c:pt idx="2166">
                  <c:v>50.54660603</c:v>
                </c:pt>
                <c:pt idx="2167">
                  <c:v>50.5458612</c:v>
                </c:pt>
                <c:pt idx="2168">
                  <c:v>50.54493713</c:v>
                </c:pt>
                <c:pt idx="2169">
                  <c:v>50.54423187</c:v>
                </c:pt>
                <c:pt idx="2170">
                  <c:v>50.54348703</c:v>
                </c:pt>
                <c:pt idx="2171">
                  <c:v>50.54288185</c:v>
                </c:pt>
                <c:pt idx="2172">
                  <c:v>50.54204391</c:v>
                </c:pt>
                <c:pt idx="2173">
                  <c:v>50.54118347</c:v>
                </c:pt>
                <c:pt idx="2174">
                  <c:v>50.54058838</c:v>
                </c:pt>
                <c:pt idx="2175">
                  <c:v>50.5398094</c:v>
                </c:pt>
                <c:pt idx="2176">
                  <c:v>50.53920423</c:v>
                </c:pt>
                <c:pt idx="2177">
                  <c:v>50.53839111</c:v>
                </c:pt>
                <c:pt idx="2178">
                  <c:v>50.53761292</c:v>
                </c:pt>
                <c:pt idx="2179">
                  <c:v>50.53678894</c:v>
                </c:pt>
                <c:pt idx="2180">
                  <c:v>50.53594557</c:v>
                </c:pt>
                <c:pt idx="2181">
                  <c:v>50.53520073</c:v>
                </c:pt>
                <c:pt idx="2182">
                  <c:v>50.53440857</c:v>
                </c:pt>
                <c:pt idx="2183">
                  <c:v>50.53375761</c:v>
                </c:pt>
                <c:pt idx="2184">
                  <c:v>50.53296623</c:v>
                </c:pt>
                <c:pt idx="2185">
                  <c:v>50.53222139</c:v>
                </c:pt>
                <c:pt idx="2186">
                  <c:v>50.53147888</c:v>
                </c:pt>
                <c:pt idx="2187">
                  <c:v>50.53070068</c:v>
                </c:pt>
                <c:pt idx="2188">
                  <c:v>50.52978516</c:v>
                </c:pt>
                <c:pt idx="2189">
                  <c:v>50.52905273</c:v>
                </c:pt>
                <c:pt idx="2190">
                  <c:v>50.528311</c:v>
                </c:pt>
                <c:pt idx="2191">
                  <c:v>50.52763367</c:v>
                </c:pt>
                <c:pt idx="2192">
                  <c:v>50.52685547</c:v>
                </c:pt>
                <c:pt idx="2193">
                  <c:v>50.52593684</c:v>
                </c:pt>
                <c:pt idx="2194">
                  <c:v>50.5252533</c:v>
                </c:pt>
                <c:pt idx="2195">
                  <c:v>50.52452087</c:v>
                </c:pt>
                <c:pt idx="2196">
                  <c:v>50.52374268</c:v>
                </c:pt>
                <c:pt idx="2197">
                  <c:v>50.52300405</c:v>
                </c:pt>
                <c:pt idx="2198">
                  <c:v>50.52232361</c:v>
                </c:pt>
                <c:pt idx="2199">
                  <c:v>50.52159119</c:v>
                </c:pt>
                <c:pt idx="2200">
                  <c:v>50.52076721</c:v>
                </c:pt>
                <c:pt idx="2201">
                  <c:v>50.51998901</c:v>
                </c:pt>
                <c:pt idx="2202">
                  <c:v>50.51939392</c:v>
                </c:pt>
                <c:pt idx="2203">
                  <c:v>50.51858158</c:v>
                </c:pt>
                <c:pt idx="2204">
                  <c:v>50.51774597</c:v>
                </c:pt>
                <c:pt idx="2205">
                  <c:v>50.51699881</c:v>
                </c:pt>
                <c:pt idx="2206">
                  <c:v>50.51620742</c:v>
                </c:pt>
                <c:pt idx="2207">
                  <c:v>50.51554871</c:v>
                </c:pt>
                <c:pt idx="2208">
                  <c:v>50.51462464</c:v>
                </c:pt>
                <c:pt idx="2209">
                  <c:v>50.51426697</c:v>
                </c:pt>
                <c:pt idx="2210">
                  <c:v>50.51353455</c:v>
                </c:pt>
                <c:pt idx="2211">
                  <c:v>50.51266945</c:v>
                </c:pt>
                <c:pt idx="2212">
                  <c:v>50.51202393</c:v>
                </c:pt>
                <c:pt idx="2213">
                  <c:v>50.5112915</c:v>
                </c:pt>
                <c:pt idx="2214">
                  <c:v>50.51043494</c:v>
                </c:pt>
                <c:pt idx="2215">
                  <c:v>50.50973666</c:v>
                </c:pt>
                <c:pt idx="2216">
                  <c:v>50.50923157</c:v>
                </c:pt>
                <c:pt idx="2217">
                  <c:v>50.50871251</c:v>
                </c:pt>
                <c:pt idx="2218">
                  <c:v>50.50804138</c:v>
                </c:pt>
                <c:pt idx="2219">
                  <c:v>50.50764181</c:v>
                </c:pt>
                <c:pt idx="2220">
                  <c:v>50.50717629</c:v>
                </c:pt>
                <c:pt idx="2221">
                  <c:v>50.50675732</c:v>
                </c:pt>
                <c:pt idx="2222">
                  <c:v>50.50634766</c:v>
                </c:pt>
                <c:pt idx="2223">
                  <c:v>50.50602722</c:v>
                </c:pt>
                <c:pt idx="2224">
                  <c:v>50.50570679</c:v>
                </c:pt>
                <c:pt idx="2225">
                  <c:v>50.50543213</c:v>
                </c:pt>
                <c:pt idx="2226">
                  <c:v>50.50515747</c:v>
                </c:pt>
                <c:pt idx="2227">
                  <c:v>50.50508144</c:v>
                </c:pt>
                <c:pt idx="2228">
                  <c:v>50.50489523</c:v>
                </c:pt>
                <c:pt idx="2229">
                  <c:v>50.50470902</c:v>
                </c:pt>
                <c:pt idx="2230">
                  <c:v>50.50460815</c:v>
                </c:pt>
                <c:pt idx="2231">
                  <c:v>50.50456936</c:v>
                </c:pt>
                <c:pt idx="2232">
                  <c:v>50.50456238</c:v>
                </c:pt>
                <c:pt idx="2233">
                  <c:v>50.50460815</c:v>
                </c:pt>
                <c:pt idx="2234">
                  <c:v>50.50465393</c:v>
                </c:pt>
                <c:pt idx="2235">
                  <c:v>50.50475557</c:v>
                </c:pt>
                <c:pt idx="2236">
                  <c:v>50.50494178</c:v>
                </c:pt>
                <c:pt idx="2237">
                  <c:v>50.50508144</c:v>
                </c:pt>
                <c:pt idx="2238">
                  <c:v>50.5052948</c:v>
                </c:pt>
                <c:pt idx="2239">
                  <c:v>50.50559351</c:v>
                </c:pt>
                <c:pt idx="2240">
                  <c:v>50.50584412</c:v>
                </c:pt>
                <c:pt idx="2241">
                  <c:v>50.50602722</c:v>
                </c:pt>
                <c:pt idx="2242">
                  <c:v>50.506478</c:v>
                </c:pt>
                <c:pt idx="2243">
                  <c:v>50.50671076</c:v>
                </c:pt>
                <c:pt idx="2244">
                  <c:v>50.50703663</c:v>
                </c:pt>
                <c:pt idx="2245">
                  <c:v>50.50735474</c:v>
                </c:pt>
                <c:pt idx="2246">
                  <c:v>50.50768836</c:v>
                </c:pt>
                <c:pt idx="2247">
                  <c:v>50.50801423</c:v>
                </c:pt>
                <c:pt idx="2248">
                  <c:v>50.50834009</c:v>
                </c:pt>
                <c:pt idx="2249">
                  <c:v>50.5087738</c:v>
                </c:pt>
                <c:pt idx="2250">
                  <c:v>50.50908493</c:v>
                </c:pt>
                <c:pt idx="2251">
                  <c:v>50.50927734</c:v>
                </c:pt>
                <c:pt idx="2252">
                  <c:v>50.50982976</c:v>
                </c:pt>
                <c:pt idx="2253">
                  <c:v>50.51000977</c:v>
                </c:pt>
                <c:pt idx="2254">
                  <c:v>50.51052805</c:v>
                </c:pt>
                <c:pt idx="2255">
                  <c:v>50.51083374</c:v>
                </c:pt>
                <c:pt idx="2256">
                  <c:v>50.5111084</c:v>
                </c:pt>
                <c:pt idx="2257">
                  <c:v>50.51147461</c:v>
                </c:pt>
                <c:pt idx="2258">
                  <c:v>50.51178496</c:v>
                </c:pt>
                <c:pt idx="2259">
                  <c:v>50.51215738</c:v>
                </c:pt>
                <c:pt idx="2260">
                  <c:v>50.51266945</c:v>
                </c:pt>
                <c:pt idx="2261">
                  <c:v>50.51298523</c:v>
                </c:pt>
                <c:pt idx="2262">
                  <c:v>50.51335144</c:v>
                </c:pt>
                <c:pt idx="2263">
                  <c:v>50.5136936</c:v>
                </c:pt>
                <c:pt idx="2264">
                  <c:v>50.51408386</c:v>
                </c:pt>
                <c:pt idx="2265">
                  <c:v>50.51435852</c:v>
                </c:pt>
                <c:pt idx="2266">
                  <c:v>50.51471775</c:v>
                </c:pt>
                <c:pt idx="2267">
                  <c:v>50.51504517</c:v>
                </c:pt>
                <c:pt idx="2268">
                  <c:v>50.51541603</c:v>
                </c:pt>
                <c:pt idx="2269">
                  <c:v>50.51573181</c:v>
                </c:pt>
                <c:pt idx="2270">
                  <c:v>50.51611432</c:v>
                </c:pt>
                <c:pt idx="2271">
                  <c:v>50.51648673</c:v>
                </c:pt>
                <c:pt idx="2272">
                  <c:v>50.51683044</c:v>
                </c:pt>
                <c:pt idx="2273">
                  <c:v>50.51719666</c:v>
                </c:pt>
                <c:pt idx="2274">
                  <c:v>50.51747131</c:v>
                </c:pt>
                <c:pt idx="2275">
                  <c:v>50.5178833</c:v>
                </c:pt>
                <c:pt idx="2276">
                  <c:v>50.51825572</c:v>
                </c:pt>
                <c:pt idx="2277">
                  <c:v>50.51862814</c:v>
                </c:pt>
                <c:pt idx="2278">
                  <c:v>50.51893616</c:v>
                </c:pt>
                <c:pt idx="2279">
                  <c:v>50.51930237</c:v>
                </c:pt>
                <c:pt idx="2280">
                  <c:v>50.51965229</c:v>
                </c:pt>
                <c:pt idx="2281">
                  <c:v>50.5200247</c:v>
                </c:pt>
                <c:pt idx="2282">
                  <c:v>50.52035522</c:v>
                </c:pt>
                <c:pt idx="2283">
                  <c:v>50.52076954</c:v>
                </c:pt>
                <c:pt idx="2284">
                  <c:v>50.52114196</c:v>
                </c:pt>
                <c:pt idx="2285">
                  <c:v>50.52145386</c:v>
                </c:pt>
                <c:pt idx="2286">
                  <c:v>50.52182007</c:v>
                </c:pt>
                <c:pt idx="2287">
                  <c:v>50.52225921</c:v>
                </c:pt>
                <c:pt idx="2288">
                  <c:v>50.52255249</c:v>
                </c:pt>
                <c:pt idx="2289">
                  <c:v>50.5230506</c:v>
                </c:pt>
                <c:pt idx="2290">
                  <c:v>50.52323914</c:v>
                </c:pt>
                <c:pt idx="2291">
                  <c:v>50.52360535</c:v>
                </c:pt>
                <c:pt idx="2292">
                  <c:v>50.52407475</c:v>
                </c:pt>
                <c:pt idx="2293">
                  <c:v>50.52438354</c:v>
                </c:pt>
                <c:pt idx="2294">
                  <c:v>50.52479553</c:v>
                </c:pt>
                <c:pt idx="2295">
                  <c:v>50.52516174</c:v>
                </c:pt>
                <c:pt idx="2296">
                  <c:v>50.52556442</c:v>
                </c:pt>
                <c:pt idx="2297">
                  <c:v>50.52589417</c:v>
                </c:pt>
                <c:pt idx="2298">
                  <c:v>50.52607649</c:v>
                </c:pt>
                <c:pt idx="2299">
                  <c:v>50.52648926</c:v>
                </c:pt>
                <c:pt idx="2300">
                  <c:v>50.52685547</c:v>
                </c:pt>
                <c:pt idx="2301">
                  <c:v>50.52722168</c:v>
                </c:pt>
                <c:pt idx="2302">
                  <c:v>50.52758789</c:v>
                </c:pt>
                <c:pt idx="2303">
                  <c:v>50.52804565</c:v>
                </c:pt>
                <c:pt idx="2304">
                  <c:v>50.52836609</c:v>
                </c:pt>
                <c:pt idx="2305">
                  <c:v>50.52872997</c:v>
                </c:pt>
                <c:pt idx="2306">
                  <c:v>50.52910239</c:v>
                </c:pt>
                <c:pt idx="2307">
                  <c:v>50.52941895</c:v>
                </c:pt>
                <c:pt idx="2308">
                  <c:v>50.52984723</c:v>
                </c:pt>
                <c:pt idx="2309">
                  <c:v>50.53007999</c:v>
                </c:pt>
                <c:pt idx="2310">
                  <c:v>50.53054551</c:v>
                </c:pt>
                <c:pt idx="2311">
                  <c:v>50.53088379</c:v>
                </c:pt>
                <c:pt idx="2312">
                  <c:v>50.53129578</c:v>
                </c:pt>
                <c:pt idx="2313">
                  <c:v>50.53147888</c:v>
                </c:pt>
                <c:pt idx="2314">
                  <c:v>50.53194208</c:v>
                </c:pt>
                <c:pt idx="2315">
                  <c:v>50.53236105</c:v>
                </c:pt>
                <c:pt idx="2316">
                  <c:v>50.53268691</c:v>
                </c:pt>
                <c:pt idx="2317">
                  <c:v>50.53289795</c:v>
                </c:pt>
                <c:pt idx="2318">
                  <c:v>50.53343175</c:v>
                </c:pt>
                <c:pt idx="2319">
                  <c:v>50.53363037</c:v>
                </c:pt>
                <c:pt idx="2320">
                  <c:v>50.53399658</c:v>
                </c:pt>
                <c:pt idx="2321">
                  <c:v>50.53431702</c:v>
                </c:pt>
                <c:pt idx="2322">
                  <c:v>50.53468866</c:v>
                </c:pt>
                <c:pt idx="2323">
                  <c:v>50.53520073</c:v>
                </c:pt>
                <c:pt idx="2324">
                  <c:v>50.53536987</c:v>
                </c:pt>
                <c:pt idx="2325">
                  <c:v>50.53573608</c:v>
                </c:pt>
                <c:pt idx="2326">
                  <c:v>50.53613178</c:v>
                </c:pt>
                <c:pt idx="2327">
                  <c:v>50.53646851</c:v>
                </c:pt>
                <c:pt idx="2328">
                  <c:v>50.53683472</c:v>
                </c:pt>
                <c:pt idx="2329">
                  <c:v>50.53720093</c:v>
                </c:pt>
                <c:pt idx="2330">
                  <c:v>50.53752835</c:v>
                </c:pt>
                <c:pt idx="2331">
                  <c:v>50.53788757</c:v>
                </c:pt>
                <c:pt idx="2332">
                  <c:v>50.53829956</c:v>
                </c:pt>
                <c:pt idx="2333">
                  <c:v>50.53859905</c:v>
                </c:pt>
                <c:pt idx="2334">
                  <c:v>50.53897146</c:v>
                </c:pt>
                <c:pt idx="2335">
                  <c:v>50.53930664</c:v>
                </c:pt>
                <c:pt idx="2336">
                  <c:v>50.53967285</c:v>
                </c:pt>
                <c:pt idx="2337">
                  <c:v>50.53999561</c:v>
                </c:pt>
                <c:pt idx="2338">
                  <c:v>50.54045105</c:v>
                </c:pt>
                <c:pt idx="2339">
                  <c:v>50.540787</c:v>
                </c:pt>
                <c:pt idx="2340">
                  <c:v>50.54118347</c:v>
                </c:pt>
                <c:pt idx="2341">
                  <c:v>50.5413208</c:v>
                </c:pt>
                <c:pt idx="2342">
                  <c:v>50.5418577</c:v>
                </c:pt>
                <c:pt idx="2343">
                  <c:v>50.54214478</c:v>
                </c:pt>
                <c:pt idx="2344">
                  <c:v>50.54255599</c:v>
                </c:pt>
                <c:pt idx="2345">
                  <c:v>50.5428772</c:v>
                </c:pt>
                <c:pt idx="2346">
                  <c:v>50.54324341</c:v>
                </c:pt>
                <c:pt idx="2347">
                  <c:v>50.54351807</c:v>
                </c:pt>
                <c:pt idx="2348">
                  <c:v>50.5438129</c:v>
                </c:pt>
                <c:pt idx="2349">
                  <c:v>50.54415894</c:v>
                </c:pt>
                <c:pt idx="2350">
                  <c:v>50.54451118</c:v>
                </c:pt>
                <c:pt idx="2351">
                  <c:v>50.5447998</c:v>
                </c:pt>
                <c:pt idx="2352">
                  <c:v>50.54516291</c:v>
                </c:pt>
                <c:pt idx="2353">
                  <c:v>50.54548878</c:v>
                </c:pt>
                <c:pt idx="2354">
                  <c:v>50.54581464</c:v>
                </c:pt>
                <c:pt idx="2355">
                  <c:v>50.54618706</c:v>
                </c:pt>
                <c:pt idx="2356">
                  <c:v>50.54655948</c:v>
                </c:pt>
                <c:pt idx="2357">
                  <c:v>50.54690552</c:v>
                </c:pt>
                <c:pt idx="2358">
                  <c:v>50.54725776</c:v>
                </c:pt>
                <c:pt idx="2359">
                  <c:v>50.54753708</c:v>
                </c:pt>
                <c:pt idx="2360">
                  <c:v>50.54790949</c:v>
                </c:pt>
                <c:pt idx="2361">
                  <c:v>50.54823536</c:v>
                </c:pt>
                <c:pt idx="2362">
                  <c:v>50.54846812</c:v>
                </c:pt>
                <c:pt idx="2363">
                  <c:v>50.5488739</c:v>
                </c:pt>
                <c:pt idx="2364">
                  <c:v>50.54919434</c:v>
                </c:pt>
                <c:pt idx="2365">
                  <c:v>50.54951477</c:v>
                </c:pt>
                <c:pt idx="2366">
                  <c:v>50.54988098</c:v>
                </c:pt>
                <c:pt idx="2367">
                  <c:v>50.55024719</c:v>
                </c:pt>
                <c:pt idx="2368">
                  <c:v>50.55051642</c:v>
                </c:pt>
                <c:pt idx="2369">
                  <c:v>50.55084229</c:v>
                </c:pt>
                <c:pt idx="2370">
                  <c:v>50.5512085</c:v>
                </c:pt>
                <c:pt idx="2371">
                  <c:v>50.55149402</c:v>
                </c:pt>
                <c:pt idx="2372">
                  <c:v>50.55194092</c:v>
                </c:pt>
                <c:pt idx="2373">
                  <c:v>50.5521698</c:v>
                </c:pt>
                <c:pt idx="2374">
                  <c:v>50.55256472</c:v>
                </c:pt>
                <c:pt idx="2375">
                  <c:v>50.55289058</c:v>
                </c:pt>
                <c:pt idx="2376">
                  <c:v>50.55317688</c:v>
                </c:pt>
                <c:pt idx="2377">
                  <c:v>50.55349576</c:v>
                </c:pt>
                <c:pt idx="2378">
                  <c:v>50.55395508</c:v>
                </c:pt>
                <c:pt idx="2379">
                  <c:v>50.5542406</c:v>
                </c:pt>
                <c:pt idx="2380">
                  <c:v>50.55451991</c:v>
                </c:pt>
                <c:pt idx="2381">
                  <c:v>50.55489233</c:v>
                </c:pt>
                <c:pt idx="2382">
                  <c:v>50.5552182</c:v>
                </c:pt>
                <c:pt idx="2383">
                  <c:v>50.55551147</c:v>
                </c:pt>
                <c:pt idx="2384">
                  <c:v>50.55596303</c:v>
                </c:pt>
                <c:pt idx="2385">
                  <c:v>50.5562889</c:v>
                </c:pt>
                <c:pt idx="2386">
                  <c:v>50.55661011</c:v>
                </c:pt>
                <c:pt idx="2387">
                  <c:v>50.55689408</c:v>
                </c:pt>
                <c:pt idx="2388">
                  <c:v>50.55726649</c:v>
                </c:pt>
                <c:pt idx="2389">
                  <c:v>50.55759236</c:v>
                </c:pt>
                <c:pt idx="2390">
                  <c:v>50.55789185</c:v>
                </c:pt>
                <c:pt idx="2391">
                  <c:v>50.55825806</c:v>
                </c:pt>
                <c:pt idx="2392">
                  <c:v>50.55848694</c:v>
                </c:pt>
                <c:pt idx="2393">
                  <c:v>50.55898893</c:v>
                </c:pt>
                <c:pt idx="2394">
                  <c:v>50.55926824</c:v>
                </c:pt>
                <c:pt idx="2395">
                  <c:v>50.55963135</c:v>
                </c:pt>
                <c:pt idx="2396">
                  <c:v>50.55995178</c:v>
                </c:pt>
                <c:pt idx="2397">
                  <c:v>50.56015273</c:v>
                </c:pt>
                <c:pt idx="2398">
                  <c:v>50.5604786</c:v>
                </c:pt>
                <c:pt idx="2399">
                  <c:v>50.56085102</c:v>
                </c:pt>
                <c:pt idx="2400">
                  <c:v>50.56113033</c:v>
                </c:pt>
                <c:pt idx="2401">
                  <c:v>50.56150818</c:v>
                </c:pt>
                <c:pt idx="2402">
                  <c:v>50.56192172</c:v>
                </c:pt>
                <c:pt idx="2403">
                  <c:v>50.56229414</c:v>
                </c:pt>
                <c:pt idx="2404">
                  <c:v>50.56260681</c:v>
                </c:pt>
                <c:pt idx="2405">
                  <c:v>50.56283569</c:v>
                </c:pt>
                <c:pt idx="2406">
                  <c:v>50.56317863</c:v>
                </c:pt>
                <c:pt idx="2407">
                  <c:v>50.56355105</c:v>
                </c:pt>
                <c:pt idx="2408">
                  <c:v>50.56392346</c:v>
                </c:pt>
                <c:pt idx="2409">
                  <c:v>50.56420898</c:v>
                </c:pt>
                <c:pt idx="2410">
                  <c:v>50.56452864</c:v>
                </c:pt>
                <c:pt idx="2411">
                  <c:v>50.56494141</c:v>
                </c:pt>
                <c:pt idx="2412">
                  <c:v>50.56541314</c:v>
                </c:pt>
                <c:pt idx="2413">
                  <c:v>50.56559934</c:v>
                </c:pt>
                <c:pt idx="2414">
                  <c:v>50.56597176</c:v>
                </c:pt>
                <c:pt idx="2415">
                  <c:v>50.56634418</c:v>
                </c:pt>
                <c:pt idx="2416">
                  <c:v>50.5667166</c:v>
                </c:pt>
                <c:pt idx="2417">
                  <c:v>50.56713867</c:v>
                </c:pt>
                <c:pt idx="2418">
                  <c:v>50.56745911</c:v>
                </c:pt>
                <c:pt idx="2419">
                  <c:v>50.5678804</c:v>
                </c:pt>
                <c:pt idx="2420">
                  <c:v>50.5682373</c:v>
                </c:pt>
                <c:pt idx="2421">
                  <c:v>50.56851196</c:v>
                </c:pt>
                <c:pt idx="2422">
                  <c:v>50.568858</c:v>
                </c:pt>
                <c:pt idx="2423">
                  <c:v>50.56919861</c:v>
                </c:pt>
                <c:pt idx="2424">
                  <c:v>50.56950973</c:v>
                </c:pt>
                <c:pt idx="2425">
                  <c:v>50.56983948</c:v>
                </c:pt>
                <c:pt idx="2426">
                  <c:v>50.57020569</c:v>
                </c:pt>
                <c:pt idx="2427">
                  <c:v>50.57052612</c:v>
                </c:pt>
                <c:pt idx="2428">
                  <c:v>50.57102966</c:v>
                </c:pt>
                <c:pt idx="2429">
                  <c:v>50.57125854</c:v>
                </c:pt>
                <c:pt idx="2430">
                  <c:v>50.57157898</c:v>
                </c:pt>
                <c:pt idx="2431">
                  <c:v>50.57189941</c:v>
                </c:pt>
                <c:pt idx="2432">
                  <c:v>50.57230287</c:v>
                </c:pt>
                <c:pt idx="2433">
                  <c:v>50.57263184</c:v>
                </c:pt>
                <c:pt idx="2434">
                  <c:v>50.5729546</c:v>
                </c:pt>
                <c:pt idx="2435">
                  <c:v>50.57327271</c:v>
                </c:pt>
                <c:pt idx="2436">
                  <c:v>50.57363892</c:v>
                </c:pt>
                <c:pt idx="2437">
                  <c:v>50.5739322</c:v>
                </c:pt>
                <c:pt idx="2438">
                  <c:v>50.57427979</c:v>
                </c:pt>
                <c:pt idx="2439">
                  <c:v>50.57460022</c:v>
                </c:pt>
                <c:pt idx="2440">
                  <c:v>50.57490979</c:v>
                </c:pt>
                <c:pt idx="2441">
                  <c:v>50.57518911</c:v>
                </c:pt>
                <c:pt idx="2442">
                  <c:v>50.57546997</c:v>
                </c:pt>
                <c:pt idx="2443">
                  <c:v>50.57583618</c:v>
                </c:pt>
                <c:pt idx="2444">
                  <c:v>50.57615662</c:v>
                </c:pt>
                <c:pt idx="2445">
                  <c:v>50.57658567</c:v>
                </c:pt>
                <c:pt idx="2446">
                  <c:v>50.57695809</c:v>
                </c:pt>
                <c:pt idx="2447">
                  <c:v>50.57711792</c:v>
                </c:pt>
                <c:pt idx="2448">
                  <c:v>50.57743835</c:v>
                </c:pt>
                <c:pt idx="2449">
                  <c:v>50.57784258</c:v>
                </c:pt>
                <c:pt idx="2450">
                  <c:v>50.578125</c:v>
                </c:pt>
                <c:pt idx="2451">
                  <c:v>50.57849121</c:v>
                </c:pt>
                <c:pt idx="2452">
                  <c:v>50.57881165</c:v>
                </c:pt>
                <c:pt idx="2453">
                  <c:v>50.5791926</c:v>
                </c:pt>
                <c:pt idx="2454">
                  <c:v>50.57949829</c:v>
                </c:pt>
                <c:pt idx="2455">
                  <c:v>50.57991028</c:v>
                </c:pt>
                <c:pt idx="2456">
                  <c:v>50.58012364</c:v>
                </c:pt>
                <c:pt idx="2457">
                  <c:v>50.58058917</c:v>
                </c:pt>
                <c:pt idx="2458">
                  <c:v>50.58087158</c:v>
                </c:pt>
                <c:pt idx="2459">
                  <c:v>50.58123779</c:v>
                </c:pt>
                <c:pt idx="2460">
                  <c:v>50.58152021</c:v>
                </c:pt>
                <c:pt idx="2461">
                  <c:v>50.58183289</c:v>
                </c:pt>
                <c:pt idx="2462">
                  <c:v>50.58221849</c:v>
                </c:pt>
                <c:pt idx="2463">
                  <c:v>50.58261108</c:v>
                </c:pt>
                <c:pt idx="2464">
                  <c:v>50.58277712</c:v>
                </c:pt>
                <c:pt idx="2465">
                  <c:v>50.58310299</c:v>
                </c:pt>
                <c:pt idx="2466">
                  <c:v>50.58348083</c:v>
                </c:pt>
                <c:pt idx="2467">
                  <c:v>50.58384705</c:v>
                </c:pt>
                <c:pt idx="2468">
                  <c:v>50.58416748</c:v>
                </c:pt>
                <c:pt idx="2469">
                  <c:v>50.58449955</c:v>
                </c:pt>
                <c:pt idx="2470">
                  <c:v>50.58476257</c:v>
                </c:pt>
                <c:pt idx="2471">
                  <c:v>50.58508301</c:v>
                </c:pt>
                <c:pt idx="2472">
                  <c:v>50.5855237</c:v>
                </c:pt>
                <c:pt idx="2473">
                  <c:v>50.58575646</c:v>
                </c:pt>
                <c:pt idx="2474">
                  <c:v>50.58608233</c:v>
                </c:pt>
                <c:pt idx="2475">
                  <c:v>50.58650208</c:v>
                </c:pt>
                <c:pt idx="2476">
                  <c:v>50.58686829</c:v>
                </c:pt>
                <c:pt idx="2477">
                  <c:v>50.58709717</c:v>
                </c:pt>
                <c:pt idx="2478">
                  <c:v>50.5874176</c:v>
                </c:pt>
                <c:pt idx="2479">
                  <c:v>50.58775821</c:v>
                </c:pt>
                <c:pt idx="2480">
                  <c:v>50.58796692</c:v>
                </c:pt>
                <c:pt idx="2481">
                  <c:v>50.58831684</c:v>
                </c:pt>
                <c:pt idx="2482">
                  <c:v>50.58878236</c:v>
                </c:pt>
                <c:pt idx="2483">
                  <c:v>50.58892822</c:v>
                </c:pt>
                <c:pt idx="2484">
                  <c:v>50.58938599</c:v>
                </c:pt>
                <c:pt idx="2485">
                  <c:v>50.58961487</c:v>
                </c:pt>
                <c:pt idx="2486">
                  <c:v>50.5899353</c:v>
                </c:pt>
                <c:pt idx="2487">
                  <c:v>50.59030151</c:v>
                </c:pt>
                <c:pt idx="2488">
                  <c:v>50.59057617</c:v>
                </c:pt>
                <c:pt idx="2489">
                  <c:v>50.59089661</c:v>
                </c:pt>
                <c:pt idx="2490">
                  <c:v>50.59126282</c:v>
                </c:pt>
                <c:pt idx="2491">
                  <c:v>50.59152894</c:v>
                </c:pt>
                <c:pt idx="2492">
                  <c:v>50.5917617</c:v>
                </c:pt>
                <c:pt idx="2493">
                  <c:v>50.59208679</c:v>
                </c:pt>
                <c:pt idx="2494">
                  <c:v>50.59245999</c:v>
                </c:pt>
                <c:pt idx="2495">
                  <c:v>50.59278585</c:v>
                </c:pt>
                <c:pt idx="2496">
                  <c:v>50.59306516</c:v>
                </c:pt>
                <c:pt idx="2497">
                  <c:v>50.59336853</c:v>
                </c:pt>
                <c:pt idx="2498">
                  <c:v>50.59353069</c:v>
                </c:pt>
                <c:pt idx="2499">
                  <c:v>50.59385655</c:v>
                </c:pt>
                <c:pt idx="2500">
                  <c:v>50.59428406</c:v>
                </c:pt>
                <c:pt idx="2501">
                  <c:v>50.59455872</c:v>
                </c:pt>
                <c:pt idx="2502">
                  <c:v>50.59483415</c:v>
                </c:pt>
                <c:pt idx="2503">
                  <c:v>50.59511346</c:v>
                </c:pt>
                <c:pt idx="2504">
                  <c:v>50.59547424</c:v>
                </c:pt>
                <c:pt idx="2505">
                  <c:v>50.5957489</c:v>
                </c:pt>
                <c:pt idx="2506">
                  <c:v>50.59609106</c:v>
                </c:pt>
                <c:pt idx="2507">
                  <c:v>50.59638977</c:v>
                </c:pt>
                <c:pt idx="2508">
                  <c:v>50.59664969</c:v>
                </c:pt>
                <c:pt idx="2509">
                  <c:v>50.596929</c:v>
                </c:pt>
                <c:pt idx="2510">
                  <c:v>50.59725952</c:v>
                </c:pt>
                <c:pt idx="2511">
                  <c:v>50.59753418</c:v>
                </c:pt>
                <c:pt idx="2512">
                  <c:v>50.59786005</c:v>
                </c:pt>
                <c:pt idx="2513">
                  <c:v>50.59818591</c:v>
                </c:pt>
                <c:pt idx="2514">
                  <c:v>50.59849548</c:v>
                </c:pt>
                <c:pt idx="2515">
                  <c:v>50.59874454</c:v>
                </c:pt>
                <c:pt idx="2516">
                  <c:v>50.5990448</c:v>
                </c:pt>
                <c:pt idx="2517">
                  <c:v>50.59944282</c:v>
                </c:pt>
                <c:pt idx="2518">
                  <c:v>50.59973145</c:v>
                </c:pt>
                <c:pt idx="2519">
                  <c:v>50.60009455</c:v>
                </c:pt>
                <c:pt idx="2520">
                  <c:v>50.60028076</c:v>
                </c:pt>
                <c:pt idx="2521">
                  <c:v>50.60060663</c:v>
                </c:pt>
                <c:pt idx="2522">
                  <c:v>50.60088594</c:v>
                </c:pt>
                <c:pt idx="2523">
                  <c:v>50.60124207</c:v>
                </c:pt>
                <c:pt idx="2524">
                  <c:v>50.6015625</c:v>
                </c:pt>
                <c:pt idx="2525">
                  <c:v>50.60188293</c:v>
                </c:pt>
                <c:pt idx="2526">
                  <c:v>50.60220337</c:v>
                </c:pt>
                <c:pt idx="2527">
                  <c:v>50.60246872</c:v>
                </c:pt>
                <c:pt idx="2528">
                  <c:v>50.60279846</c:v>
                </c:pt>
                <c:pt idx="2529">
                  <c:v>50.60312045</c:v>
                </c:pt>
                <c:pt idx="2530">
                  <c:v>50.60339355</c:v>
                </c:pt>
                <c:pt idx="2531">
                  <c:v>50.60375977</c:v>
                </c:pt>
                <c:pt idx="2532">
                  <c:v>50.60403442</c:v>
                </c:pt>
                <c:pt idx="2533">
                  <c:v>50.60433081</c:v>
                </c:pt>
                <c:pt idx="2534">
                  <c:v>50.60465667</c:v>
                </c:pt>
                <c:pt idx="2535">
                  <c:v>50.60493599</c:v>
                </c:pt>
                <c:pt idx="2536">
                  <c:v>50.60540771</c:v>
                </c:pt>
                <c:pt idx="2537">
                  <c:v>50.60572737</c:v>
                </c:pt>
                <c:pt idx="2538">
                  <c:v>50.60618591</c:v>
                </c:pt>
                <c:pt idx="2539">
                  <c:v>50.60642566</c:v>
                </c:pt>
                <c:pt idx="2540">
                  <c:v>50.60682678</c:v>
                </c:pt>
                <c:pt idx="2541">
                  <c:v>50.6073567</c:v>
                </c:pt>
                <c:pt idx="2542">
                  <c:v>50.60805499</c:v>
                </c:pt>
                <c:pt idx="2543">
                  <c:v>50.60847396</c:v>
                </c:pt>
                <c:pt idx="2544">
                  <c:v>50.60902405</c:v>
                </c:pt>
                <c:pt idx="2545">
                  <c:v>50.60961914</c:v>
                </c:pt>
                <c:pt idx="2546">
                  <c:v>50.61026001</c:v>
                </c:pt>
                <c:pt idx="2547">
                  <c:v>50.61094666</c:v>
                </c:pt>
                <c:pt idx="2548">
                  <c:v>50.6114502</c:v>
                </c:pt>
                <c:pt idx="2549">
                  <c:v>50.61213684</c:v>
                </c:pt>
                <c:pt idx="2550">
                  <c:v>50.61291504</c:v>
                </c:pt>
                <c:pt idx="2551">
                  <c:v>50.61364746</c:v>
                </c:pt>
                <c:pt idx="2552">
                  <c:v>50.61442566</c:v>
                </c:pt>
                <c:pt idx="2553">
                  <c:v>50.6151123</c:v>
                </c:pt>
                <c:pt idx="2554">
                  <c:v>50.61578266</c:v>
                </c:pt>
                <c:pt idx="2555">
                  <c:v>50.61657404</c:v>
                </c:pt>
                <c:pt idx="2556">
                  <c:v>50.61726379</c:v>
                </c:pt>
                <c:pt idx="2557">
                  <c:v>50.61845398</c:v>
                </c:pt>
                <c:pt idx="2558">
                  <c:v>50.61918097</c:v>
                </c:pt>
                <c:pt idx="2559">
                  <c:v>50.61991882</c:v>
                </c:pt>
                <c:pt idx="2560">
                  <c:v>50.62055969</c:v>
                </c:pt>
                <c:pt idx="2561">
                  <c:v>50.62142944</c:v>
                </c:pt>
                <c:pt idx="2562">
                  <c:v>50.62225342</c:v>
                </c:pt>
                <c:pt idx="2563">
                  <c:v>50.62307739</c:v>
                </c:pt>
                <c:pt idx="2564">
                  <c:v>50.62385559</c:v>
                </c:pt>
                <c:pt idx="2565">
                  <c:v>50.62477112</c:v>
                </c:pt>
                <c:pt idx="2566">
                  <c:v>50.62559509</c:v>
                </c:pt>
                <c:pt idx="2567">
                  <c:v>50.62648967</c:v>
                </c:pt>
                <c:pt idx="2568">
                  <c:v>50.62723451</c:v>
                </c:pt>
                <c:pt idx="2569">
                  <c:v>50.6280259</c:v>
                </c:pt>
                <c:pt idx="2570">
                  <c:v>50.62886384</c:v>
                </c:pt>
                <c:pt idx="2571">
                  <c:v>50.62980652</c:v>
                </c:pt>
                <c:pt idx="2572">
                  <c:v>50.63053972</c:v>
                </c:pt>
                <c:pt idx="2573">
                  <c:v>50.63137766</c:v>
                </c:pt>
                <c:pt idx="2574">
                  <c:v>50.63209534</c:v>
                </c:pt>
                <c:pt idx="2575">
                  <c:v>50.63291388</c:v>
                </c:pt>
                <c:pt idx="2576">
                  <c:v>50.63383484</c:v>
                </c:pt>
                <c:pt idx="2577">
                  <c:v>50.63454321</c:v>
                </c:pt>
                <c:pt idx="2578">
                  <c:v>50.63552856</c:v>
                </c:pt>
                <c:pt idx="2579">
                  <c:v>50.63635254</c:v>
                </c:pt>
                <c:pt idx="2580">
                  <c:v>50.63705703</c:v>
                </c:pt>
                <c:pt idx="2581">
                  <c:v>50.63789497</c:v>
                </c:pt>
                <c:pt idx="2582">
                  <c:v>50.63877946</c:v>
                </c:pt>
                <c:pt idx="2583">
                  <c:v>50.63943119</c:v>
                </c:pt>
                <c:pt idx="2584">
                  <c:v>50.64019775</c:v>
                </c:pt>
                <c:pt idx="2585">
                  <c:v>50.6410675</c:v>
                </c:pt>
                <c:pt idx="2586">
                  <c:v>50.64189148</c:v>
                </c:pt>
                <c:pt idx="2587">
                  <c:v>50.6426433</c:v>
                </c:pt>
                <c:pt idx="2588">
                  <c:v>50.64344788</c:v>
                </c:pt>
                <c:pt idx="2589">
                  <c:v>50.64455194</c:v>
                </c:pt>
                <c:pt idx="2590">
                  <c:v>50.64537048</c:v>
                </c:pt>
                <c:pt idx="2591">
                  <c:v>50.64608816</c:v>
                </c:pt>
                <c:pt idx="2592">
                  <c:v>50.6469261</c:v>
                </c:pt>
                <c:pt idx="2593">
                  <c:v>50.64785715</c:v>
                </c:pt>
                <c:pt idx="2594">
                  <c:v>50.64832267</c:v>
                </c:pt>
                <c:pt idx="2595">
                  <c:v>50.64916061</c:v>
                </c:pt>
                <c:pt idx="2596">
                  <c:v>50.650177</c:v>
                </c:pt>
                <c:pt idx="2597">
                  <c:v>50.65088304</c:v>
                </c:pt>
                <c:pt idx="2598">
                  <c:v>50.65164185</c:v>
                </c:pt>
                <c:pt idx="2599">
                  <c:v>50.65246582</c:v>
                </c:pt>
                <c:pt idx="2600">
                  <c:v>50.65330376</c:v>
                </c:pt>
                <c:pt idx="2601">
                  <c:v>50.6541417</c:v>
                </c:pt>
                <c:pt idx="2602">
                  <c:v>50.65530396</c:v>
                </c:pt>
                <c:pt idx="2603">
                  <c:v>50.65612793</c:v>
                </c:pt>
                <c:pt idx="2604">
                  <c:v>50.65688828</c:v>
                </c:pt>
                <c:pt idx="2605">
                  <c:v>50.65735381</c:v>
                </c:pt>
                <c:pt idx="2606">
                  <c:v>50.65861072</c:v>
                </c:pt>
                <c:pt idx="2607">
                  <c:v>50.65926245</c:v>
                </c:pt>
                <c:pt idx="2608">
                  <c:v>50.65996073</c:v>
                </c:pt>
                <c:pt idx="2609">
                  <c:v>50.66075134</c:v>
                </c:pt>
                <c:pt idx="2610">
                  <c:v>50.66194153</c:v>
                </c:pt>
                <c:pt idx="2611">
                  <c:v>50.6627655</c:v>
                </c:pt>
                <c:pt idx="2612">
                  <c:v>50.66359181</c:v>
                </c:pt>
                <c:pt idx="2613">
                  <c:v>50.66442975</c:v>
                </c:pt>
                <c:pt idx="2614">
                  <c:v>50.66522113</c:v>
                </c:pt>
                <c:pt idx="2615">
                  <c:v>50.66596985</c:v>
                </c:pt>
                <c:pt idx="2616">
                  <c:v>50.66680391</c:v>
                </c:pt>
                <c:pt idx="2617">
                  <c:v>50.66770935</c:v>
                </c:pt>
                <c:pt idx="2618">
                  <c:v>50.66820048</c:v>
                </c:pt>
                <c:pt idx="2619">
                  <c:v>50.66903842</c:v>
                </c:pt>
                <c:pt idx="2620">
                  <c:v>50.66995239</c:v>
                </c:pt>
                <c:pt idx="2621">
                  <c:v>50.67077637</c:v>
                </c:pt>
                <c:pt idx="2622">
                  <c:v>50.67169189</c:v>
                </c:pt>
                <c:pt idx="2623">
                  <c:v>50.67257639</c:v>
                </c:pt>
                <c:pt idx="2624">
                  <c:v>50.67341433</c:v>
                </c:pt>
                <c:pt idx="2625">
                  <c:v>50.67416382</c:v>
                </c:pt>
                <c:pt idx="2626">
                  <c:v>50.67507935</c:v>
                </c:pt>
                <c:pt idx="2627">
                  <c:v>50.67578849</c:v>
                </c:pt>
                <c:pt idx="2628">
                  <c:v>50.67672729</c:v>
                </c:pt>
                <c:pt idx="2629">
                  <c:v>50.67764282</c:v>
                </c:pt>
                <c:pt idx="2630">
                  <c:v>50.67834886</c:v>
                </c:pt>
                <c:pt idx="2631">
                  <c:v>50.67910767</c:v>
                </c:pt>
                <c:pt idx="2632">
                  <c:v>50.68002319</c:v>
                </c:pt>
                <c:pt idx="2633">
                  <c:v>50.68084717</c:v>
                </c:pt>
                <c:pt idx="2634">
                  <c:v>50.68156097</c:v>
                </c:pt>
                <c:pt idx="2635">
                  <c:v>50.68244934</c:v>
                </c:pt>
                <c:pt idx="2636">
                  <c:v>50.68318176</c:v>
                </c:pt>
                <c:pt idx="2637">
                  <c:v>50.68393513</c:v>
                </c:pt>
                <c:pt idx="2638">
                  <c:v>50.68477307</c:v>
                </c:pt>
                <c:pt idx="2639">
                  <c:v>50.68565757</c:v>
                </c:pt>
                <c:pt idx="2640">
                  <c:v>50.68638611</c:v>
                </c:pt>
                <c:pt idx="2641">
                  <c:v>50.68728689</c:v>
                </c:pt>
                <c:pt idx="2642">
                  <c:v>50.68817139</c:v>
                </c:pt>
                <c:pt idx="2643">
                  <c:v>50.68900933</c:v>
                </c:pt>
                <c:pt idx="2644">
                  <c:v>50.68980072</c:v>
                </c:pt>
                <c:pt idx="2645">
                  <c:v>50.69045245</c:v>
                </c:pt>
                <c:pt idx="2646">
                  <c:v>50.69133694</c:v>
                </c:pt>
                <c:pt idx="2647">
                  <c:v>50.69198867</c:v>
                </c:pt>
                <c:pt idx="2648">
                  <c:v>50.69310592</c:v>
                </c:pt>
                <c:pt idx="2649">
                  <c:v>50.69393921</c:v>
                </c:pt>
                <c:pt idx="2650">
                  <c:v>50.69471741</c:v>
                </c:pt>
                <c:pt idx="2651">
                  <c:v>50.69554138</c:v>
                </c:pt>
                <c:pt idx="2652">
                  <c:v>50.69636458</c:v>
                </c:pt>
                <c:pt idx="2653">
                  <c:v>50.697052</c:v>
                </c:pt>
                <c:pt idx="2654">
                  <c:v>50.69787598</c:v>
                </c:pt>
                <c:pt idx="2655">
                  <c:v>50.69869995</c:v>
                </c:pt>
                <c:pt idx="2656">
                  <c:v>50.6993866</c:v>
                </c:pt>
                <c:pt idx="2657">
                  <c:v>50.70007324</c:v>
                </c:pt>
                <c:pt idx="2658">
                  <c:v>50.70094299</c:v>
                </c:pt>
                <c:pt idx="2659">
                  <c:v>50.70172119</c:v>
                </c:pt>
                <c:pt idx="2660">
                  <c:v>50.70254517</c:v>
                </c:pt>
                <c:pt idx="2661">
                  <c:v>50.70336914</c:v>
                </c:pt>
                <c:pt idx="2662">
                  <c:v>50.70410156</c:v>
                </c:pt>
                <c:pt idx="2663">
                  <c:v>50.70487976</c:v>
                </c:pt>
                <c:pt idx="2664">
                  <c:v>50.70570374</c:v>
                </c:pt>
                <c:pt idx="2665">
                  <c:v>50.70657349</c:v>
                </c:pt>
                <c:pt idx="2666">
                  <c:v>50.70739746</c:v>
                </c:pt>
                <c:pt idx="2667">
                  <c:v>50.70822144</c:v>
                </c:pt>
                <c:pt idx="2668">
                  <c:v>50.70909119</c:v>
                </c:pt>
                <c:pt idx="2669">
                  <c:v>50.70981818</c:v>
                </c:pt>
                <c:pt idx="2670">
                  <c:v>50.71055603</c:v>
                </c:pt>
                <c:pt idx="2671">
                  <c:v>50.71154061</c:v>
                </c:pt>
                <c:pt idx="2672">
                  <c:v>50.71224976</c:v>
                </c:pt>
                <c:pt idx="2673">
                  <c:v>50.71298373</c:v>
                </c:pt>
                <c:pt idx="2674">
                  <c:v>50.71377512</c:v>
                </c:pt>
                <c:pt idx="2675">
                  <c:v>50.71465961</c:v>
                </c:pt>
                <c:pt idx="2676">
                  <c:v>50.71554565</c:v>
                </c:pt>
                <c:pt idx="2677">
                  <c:v>50.71628894</c:v>
                </c:pt>
                <c:pt idx="2678">
                  <c:v>50.71717343</c:v>
                </c:pt>
                <c:pt idx="2679">
                  <c:v>50.71796482</c:v>
                </c:pt>
                <c:pt idx="2680">
                  <c:v>50.71865845</c:v>
                </c:pt>
                <c:pt idx="2681">
                  <c:v>50.71945449</c:v>
                </c:pt>
                <c:pt idx="2682">
                  <c:v>50.72029243</c:v>
                </c:pt>
                <c:pt idx="2683">
                  <c:v>50.72122348</c:v>
                </c:pt>
                <c:pt idx="2684">
                  <c:v>50.721689</c:v>
                </c:pt>
                <c:pt idx="2685">
                  <c:v>50.72257349</c:v>
                </c:pt>
                <c:pt idx="2686">
                  <c:v>50.72336488</c:v>
                </c:pt>
                <c:pt idx="2687">
                  <c:v>50.72415627</c:v>
                </c:pt>
                <c:pt idx="2688">
                  <c:v>50.72499421</c:v>
                </c:pt>
                <c:pt idx="2689">
                  <c:v>50.72578559</c:v>
                </c:pt>
                <c:pt idx="2690">
                  <c:v>50.72680664</c:v>
                </c:pt>
                <c:pt idx="2691">
                  <c:v>50.72722871</c:v>
                </c:pt>
                <c:pt idx="2692">
                  <c:v>50.72806665</c:v>
                </c:pt>
                <c:pt idx="2693">
                  <c:v>50.72885804</c:v>
                </c:pt>
                <c:pt idx="2694">
                  <c:v>50.72987366</c:v>
                </c:pt>
                <c:pt idx="2695">
                  <c:v>50.73074341</c:v>
                </c:pt>
                <c:pt idx="2696">
                  <c:v>50.73152161</c:v>
                </c:pt>
                <c:pt idx="2697">
                  <c:v>50.7322998</c:v>
                </c:pt>
                <c:pt idx="2698">
                  <c:v>50.733078</c:v>
                </c:pt>
                <c:pt idx="2699">
                  <c:v>50.73351327</c:v>
                </c:pt>
                <c:pt idx="2700">
                  <c:v>50.73463052</c:v>
                </c:pt>
                <c:pt idx="2701">
                  <c:v>50.73490983</c:v>
                </c:pt>
                <c:pt idx="2702">
                  <c:v>50.73593398</c:v>
                </c:pt>
                <c:pt idx="2703">
                  <c:v>50.73692322</c:v>
                </c:pt>
                <c:pt idx="2704">
                  <c:v>50.73733055</c:v>
                </c:pt>
                <c:pt idx="2705">
                  <c:v>50.73849436</c:v>
                </c:pt>
                <c:pt idx="2706">
                  <c:v>50.73916626</c:v>
                </c:pt>
                <c:pt idx="2707">
                  <c:v>50.73956506</c:v>
                </c:pt>
                <c:pt idx="2708">
                  <c:v>50.74076843</c:v>
                </c:pt>
                <c:pt idx="2709">
                  <c:v>50.7414093</c:v>
                </c:pt>
                <c:pt idx="2710">
                  <c:v>50.74221853</c:v>
                </c:pt>
                <c:pt idx="2711">
                  <c:v>50.74277716</c:v>
                </c:pt>
                <c:pt idx="2712">
                  <c:v>50.74360657</c:v>
                </c:pt>
                <c:pt idx="2713">
                  <c:v>50.74431339</c:v>
                </c:pt>
                <c:pt idx="2714">
                  <c:v>50.74507141</c:v>
                </c:pt>
                <c:pt idx="2715">
                  <c:v>50.74580383</c:v>
                </c:pt>
                <c:pt idx="2716">
                  <c:v>50.74650134</c:v>
                </c:pt>
                <c:pt idx="2717">
                  <c:v>50.74766515</c:v>
                </c:pt>
                <c:pt idx="2718">
                  <c:v>50.74813067</c:v>
                </c:pt>
                <c:pt idx="2719">
                  <c:v>50.74909973</c:v>
                </c:pt>
                <c:pt idx="2720">
                  <c:v>50.74980655</c:v>
                </c:pt>
                <c:pt idx="2721">
                  <c:v>50.75064449</c:v>
                </c:pt>
                <c:pt idx="2722">
                  <c:v>50.75138933</c:v>
                </c:pt>
                <c:pt idx="2723">
                  <c:v>50.75213416</c:v>
                </c:pt>
                <c:pt idx="2724">
                  <c:v>50.75289917</c:v>
                </c:pt>
                <c:pt idx="2725">
                  <c:v>50.75367737</c:v>
                </c:pt>
                <c:pt idx="2726">
                  <c:v>50.75445557</c:v>
                </c:pt>
                <c:pt idx="2727">
                  <c:v>50.75520661</c:v>
                </c:pt>
                <c:pt idx="2728">
                  <c:v>50.75595144</c:v>
                </c:pt>
                <c:pt idx="2729">
                  <c:v>50.75665283</c:v>
                </c:pt>
                <c:pt idx="2730">
                  <c:v>50.7572937</c:v>
                </c:pt>
                <c:pt idx="2731">
                  <c:v>50.7581394</c:v>
                </c:pt>
                <c:pt idx="2732">
                  <c:v>50.75888424</c:v>
                </c:pt>
                <c:pt idx="2733">
                  <c:v>50.75958252</c:v>
                </c:pt>
                <c:pt idx="2734">
                  <c:v>50.76032736</c:v>
                </c:pt>
                <c:pt idx="2735">
                  <c:v>50.76107219</c:v>
                </c:pt>
                <c:pt idx="2736">
                  <c:v>50.76181703</c:v>
                </c:pt>
                <c:pt idx="2737">
                  <c:v>50.76255798</c:v>
                </c:pt>
                <c:pt idx="2738">
                  <c:v>50.76353946</c:v>
                </c:pt>
                <c:pt idx="2739">
                  <c:v>50.7638855</c:v>
                </c:pt>
                <c:pt idx="2740">
                  <c:v>50.76461792</c:v>
                </c:pt>
                <c:pt idx="2741">
                  <c:v>50.76554121</c:v>
                </c:pt>
                <c:pt idx="2742">
                  <c:v>50.76623949</c:v>
                </c:pt>
                <c:pt idx="2743">
                  <c:v>50.76698433</c:v>
                </c:pt>
                <c:pt idx="2744">
                  <c:v>50.76768494</c:v>
                </c:pt>
                <c:pt idx="2745">
                  <c:v>50.76842744</c:v>
                </c:pt>
                <c:pt idx="2746">
                  <c:v>50.76912573</c:v>
                </c:pt>
                <c:pt idx="2747">
                  <c:v>50.76987056</c:v>
                </c:pt>
                <c:pt idx="2748">
                  <c:v>50.77061462</c:v>
                </c:pt>
                <c:pt idx="2749">
                  <c:v>50.77166748</c:v>
                </c:pt>
                <c:pt idx="2750">
                  <c:v>50.7723999</c:v>
                </c:pt>
                <c:pt idx="2751">
                  <c:v>50.77294922</c:v>
                </c:pt>
                <c:pt idx="2752">
                  <c:v>50.77377319</c:v>
                </c:pt>
                <c:pt idx="2753">
                  <c:v>50.77436829</c:v>
                </c:pt>
                <c:pt idx="2754">
                  <c:v>50.77531718</c:v>
                </c:pt>
                <c:pt idx="2755">
                  <c:v>50.77596891</c:v>
                </c:pt>
                <c:pt idx="2756">
                  <c:v>50.77674866</c:v>
                </c:pt>
                <c:pt idx="2757">
                  <c:v>50.77708616</c:v>
                </c:pt>
                <c:pt idx="2758">
                  <c:v>50.77806376</c:v>
                </c:pt>
                <c:pt idx="2759">
                  <c:v>50.77880859</c:v>
                </c:pt>
                <c:pt idx="2760">
                  <c:v>50.77941377</c:v>
                </c:pt>
                <c:pt idx="2761">
                  <c:v>50.77999878</c:v>
                </c:pt>
                <c:pt idx="2762">
                  <c:v>50.78059387</c:v>
                </c:pt>
                <c:pt idx="2763">
                  <c:v>50.78108965</c:v>
                </c:pt>
                <c:pt idx="2764">
                  <c:v>50.78160095</c:v>
                </c:pt>
                <c:pt idx="2765">
                  <c:v>50.7820207</c:v>
                </c:pt>
                <c:pt idx="2766">
                  <c:v>50.78230001</c:v>
                </c:pt>
                <c:pt idx="2767">
                  <c:v>50.78267243</c:v>
                </c:pt>
                <c:pt idx="2768">
                  <c:v>50.7830658</c:v>
                </c:pt>
                <c:pt idx="2769">
                  <c:v>50.78338623</c:v>
                </c:pt>
                <c:pt idx="2770">
                  <c:v>50.78370667</c:v>
                </c:pt>
                <c:pt idx="2771">
                  <c:v>50.78393555</c:v>
                </c:pt>
                <c:pt idx="2772">
                  <c:v>50.78411865</c:v>
                </c:pt>
                <c:pt idx="2773">
                  <c:v>50.78434831</c:v>
                </c:pt>
                <c:pt idx="2774">
                  <c:v>50.78439331</c:v>
                </c:pt>
                <c:pt idx="2775">
                  <c:v>50.78453064</c:v>
                </c:pt>
                <c:pt idx="2776">
                  <c:v>50.78453064</c:v>
                </c:pt>
                <c:pt idx="2777">
                  <c:v>50.78453452</c:v>
                </c:pt>
                <c:pt idx="2778">
                  <c:v>50.78453064</c:v>
                </c:pt>
                <c:pt idx="2779">
                  <c:v>50.78444141</c:v>
                </c:pt>
                <c:pt idx="2780">
                  <c:v>50.78430176</c:v>
                </c:pt>
                <c:pt idx="2781">
                  <c:v>50.78416443</c:v>
                </c:pt>
                <c:pt idx="2782">
                  <c:v>50.78398132</c:v>
                </c:pt>
                <c:pt idx="2783">
                  <c:v>50.78374313</c:v>
                </c:pt>
                <c:pt idx="2784">
                  <c:v>50.78346382</c:v>
                </c:pt>
                <c:pt idx="2785">
                  <c:v>50.78315735</c:v>
                </c:pt>
                <c:pt idx="2786">
                  <c:v>50.78281209</c:v>
                </c:pt>
                <c:pt idx="2787">
                  <c:v>50.78243967</c:v>
                </c:pt>
                <c:pt idx="2788">
                  <c:v>50.78205872</c:v>
                </c:pt>
                <c:pt idx="2789">
                  <c:v>50.78160095</c:v>
                </c:pt>
                <c:pt idx="2790">
                  <c:v>50.78109741</c:v>
                </c:pt>
                <c:pt idx="2791">
                  <c:v>50.7805481</c:v>
                </c:pt>
                <c:pt idx="2792">
                  <c:v>50.77999878</c:v>
                </c:pt>
                <c:pt idx="2793">
                  <c:v>50.77946033</c:v>
                </c:pt>
                <c:pt idx="2794">
                  <c:v>50.77866894</c:v>
                </c:pt>
                <c:pt idx="2795">
                  <c:v>50.77807617</c:v>
                </c:pt>
                <c:pt idx="2796">
                  <c:v>50.77734375</c:v>
                </c:pt>
                <c:pt idx="2797">
                  <c:v>50.7766571</c:v>
                </c:pt>
                <c:pt idx="2798">
                  <c:v>50.77610779</c:v>
                </c:pt>
                <c:pt idx="2799">
                  <c:v>50.77522407</c:v>
                </c:pt>
                <c:pt idx="2800">
                  <c:v>50.77450562</c:v>
                </c:pt>
                <c:pt idx="2801">
                  <c:v>50.77340853</c:v>
                </c:pt>
                <c:pt idx="2802">
                  <c:v>50.77247749</c:v>
                </c:pt>
                <c:pt idx="2803">
                  <c:v>50.77166748</c:v>
                </c:pt>
                <c:pt idx="2804">
                  <c:v>50.77075195</c:v>
                </c:pt>
                <c:pt idx="2805">
                  <c:v>50.76982401</c:v>
                </c:pt>
                <c:pt idx="2806">
                  <c:v>50.76896667</c:v>
                </c:pt>
                <c:pt idx="2807">
                  <c:v>50.76805115</c:v>
                </c:pt>
                <c:pt idx="2808">
                  <c:v>50.76699829</c:v>
                </c:pt>
                <c:pt idx="2809">
                  <c:v>50.76622009</c:v>
                </c:pt>
                <c:pt idx="2810">
                  <c:v>50.76525879</c:v>
                </c:pt>
                <c:pt idx="2811">
                  <c:v>50.76411438</c:v>
                </c:pt>
                <c:pt idx="2812">
                  <c:v>50.76301575</c:v>
                </c:pt>
                <c:pt idx="2813">
                  <c:v>50.76242065</c:v>
                </c:pt>
                <c:pt idx="2814">
                  <c:v>50.7613515</c:v>
                </c:pt>
                <c:pt idx="2815">
                  <c:v>50.76036072</c:v>
                </c:pt>
                <c:pt idx="2816">
                  <c:v>50.75939941</c:v>
                </c:pt>
                <c:pt idx="2817">
                  <c:v>50.75832561</c:v>
                </c:pt>
                <c:pt idx="2818">
                  <c:v>50.75733948</c:v>
                </c:pt>
                <c:pt idx="2819">
                  <c:v>50.7563324</c:v>
                </c:pt>
                <c:pt idx="2820">
                  <c:v>50.75532532</c:v>
                </c:pt>
                <c:pt idx="2821">
                  <c:v>50.75422668</c:v>
                </c:pt>
                <c:pt idx="2822">
                  <c:v>50.75326538</c:v>
                </c:pt>
                <c:pt idx="2823">
                  <c:v>50.7522583</c:v>
                </c:pt>
                <c:pt idx="2824">
                  <c:v>50.75129622</c:v>
                </c:pt>
                <c:pt idx="2825">
                  <c:v>50.75038147</c:v>
                </c:pt>
                <c:pt idx="2826">
                  <c:v>50.74937439</c:v>
                </c:pt>
                <c:pt idx="2827">
                  <c:v>50.74831688</c:v>
                </c:pt>
                <c:pt idx="2828">
                  <c:v>50.74719962</c:v>
                </c:pt>
                <c:pt idx="2829">
                  <c:v>50.74640824</c:v>
                </c:pt>
                <c:pt idx="2830">
                  <c:v>50.74543064</c:v>
                </c:pt>
                <c:pt idx="2831">
                  <c:v>50.74454615</c:v>
                </c:pt>
                <c:pt idx="2832">
                  <c:v>50.74365234</c:v>
                </c:pt>
                <c:pt idx="2833">
                  <c:v>50.74227905</c:v>
                </c:pt>
                <c:pt idx="2834">
                  <c:v>50.74175301</c:v>
                </c:pt>
                <c:pt idx="2835">
                  <c:v>50.74068231</c:v>
                </c:pt>
                <c:pt idx="2836">
                  <c:v>50.73970471</c:v>
                </c:pt>
                <c:pt idx="2837">
                  <c:v>50.73830815</c:v>
                </c:pt>
                <c:pt idx="2838">
                  <c:v>50.73779297</c:v>
                </c:pt>
                <c:pt idx="2839">
                  <c:v>50.73663227</c:v>
                </c:pt>
                <c:pt idx="2840">
                  <c:v>50.73573303</c:v>
                </c:pt>
                <c:pt idx="2841">
                  <c:v>50.73463052</c:v>
                </c:pt>
                <c:pt idx="2842">
                  <c:v>50.73362732</c:v>
                </c:pt>
                <c:pt idx="2843">
                  <c:v>50.73253567</c:v>
                </c:pt>
                <c:pt idx="2844">
                  <c:v>50.73174428</c:v>
                </c:pt>
                <c:pt idx="2845">
                  <c:v>50.73074341</c:v>
                </c:pt>
                <c:pt idx="2846">
                  <c:v>50.72973633</c:v>
                </c:pt>
                <c:pt idx="2847">
                  <c:v>50.72877502</c:v>
                </c:pt>
                <c:pt idx="2848">
                  <c:v>50.72764768</c:v>
                </c:pt>
                <c:pt idx="2849">
                  <c:v>50.72657698</c:v>
                </c:pt>
                <c:pt idx="2850">
                  <c:v>50.72566223</c:v>
                </c:pt>
                <c:pt idx="2851">
                  <c:v>50.72476145</c:v>
                </c:pt>
                <c:pt idx="2852">
                  <c:v>50.72337341</c:v>
                </c:pt>
                <c:pt idx="2853">
                  <c:v>50.72236633</c:v>
                </c:pt>
                <c:pt idx="2854">
                  <c:v>50.72140503</c:v>
                </c:pt>
                <c:pt idx="2855">
                  <c:v>50.72089761</c:v>
                </c:pt>
                <c:pt idx="2856">
                  <c:v>50.71978036</c:v>
                </c:pt>
                <c:pt idx="2857">
                  <c:v>50.71870422</c:v>
                </c:pt>
                <c:pt idx="2858">
                  <c:v>50.71740619</c:v>
                </c:pt>
                <c:pt idx="2859">
                  <c:v>50.71687317</c:v>
                </c:pt>
                <c:pt idx="2860">
                  <c:v>50.71577454</c:v>
                </c:pt>
                <c:pt idx="2861">
                  <c:v>50.71481323</c:v>
                </c:pt>
                <c:pt idx="2862">
                  <c:v>50.71380615</c:v>
                </c:pt>
                <c:pt idx="2863">
                  <c:v>50.71279907</c:v>
                </c:pt>
                <c:pt idx="2864">
                  <c:v>50.71170044</c:v>
                </c:pt>
                <c:pt idx="2865">
                  <c:v>50.71079577</c:v>
                </c:pt>
                <c:pt idx="2866">
                  <c:v>50.70977163</c:v>
                </c:pt>
                <c:pt idx="2867">
                  <c:v>50.70879403</c:v>
                </c:pt>
                <c:pt idx="2868">
                  <c:v>50.70767677</c:v>
                </c:pt>
                <c:pt idx="2869">
                  <c:v>50.70675659</c:v>
                </c:pt>
                <c:pt idx="2870">
                  <c:v>50.70574951</c:v>
                </c:pt>
                <c:pt idx="2871">
                  <c:v>50.70465088</c:v>
                </c:pt>
                <c:pt idx="2872">
                  <c:v>50.7036438</c:v>
                </c:pt>
                <c:pt idx="2873">
                  <c:v>50.7026825</c:v>
                </c:pt>
                <c:pt idx="2874">
                  <c:v>50.70167542</c:v>
                </c:pt>
                <c:pt idx="2875">
                  <c:v>50.70066833</c:v>
                </c:pt>
                <c:pt idx="2876">
                  <c:v>50.69966979</c:v>
                </c:pt>
                <c:pt idx="2877">
                  <c:v>50.69883185</c:v>
                </c:pt>
                <c:pt idx="2878">
                  <c:v>50.69732666</c:v>
                </c:pt>
                <c:pt idx="2879">
                  <c:v>50.6968301</c:v>
                </c:pt>
                <c:pt idx="2880">
                  <c:v>50.69534043</c:v>
                </c:pt>
                <c:pt idx="2881">
                  <c:v>50.69431628</c:v>
                </c:pt>
                <c:pt idx="2882">
                  <c:v>50.69352489</c:v>
                </c:pt>
                <c:pt idx="2883">
                  <c:v>50.69240764</c:v>
                </c:pt>
                <c:pt idx="2884">
                  <c:v>50.69138349</c:v>
                </c:pt>
                <c:pt idx="2885">
                  <c:v>50.6905921</c:v>
                </c:pt>
                <c:pt idx="2886">
                  <c:v>50.68959045</c:v>
                </c:pt>
                <c:pt idx="2887">
                  <c:v>50.68858337</c:v>
                </c:pt>
                <c:pt idx="2888">
                  <c:v>50.68765931</c:v>
                </c:pt>
                <c:pt idx="2889">
                  <c:v>50.68716431</c:v>
                </c:pt>
                <c:pt idx="2890">
                  <c:v>50.6852417</c:v>
                </c:pt>
                <c:pt idx="2891">
                  <c:v>50.68472652</c:v>
                </c:pt>
                <c:pt idx="2892">
                  <c:v>50.6832834</c:v>
                </c:pt>
                <c:pt idx="2893">
                  <c:v>50.6823058</c:v>
                </c:pt>
                <c:pt idx="2894">
                  <c:v>50.68156097</c:v>
                </c:pt>
                <c:pt idx="2895">
                  <c:v>50.68066406</c:v>
                </c:pt>
                <c:pt idx="2896">
                  <c:v>50.67951267</c:v>
                </c:pt>
                <c:pt idx="2897">
                  <c:v>50.67851257</c:v>
                </c:pt>
                <c:pt idx="2898">
                  <c:v>50.67750549</c:v>
                </c:pt>
                <c:pt idx="2899">
                  <c:v>50.6769104</c:v>
                </c:pt>
                <c:pt idx="2900">
                  <c:v>50.67536952</c:v>
                </c:pt>
                <c:pt idx="2901">
                  <c:v>50.67425227</c:v>
                </c:pt>
                <c:pt idx="2902">
                  <c:v>50.67322812</c:v>
                </c:pt>
                <c:pt idx="2903">
                  <c:v>50.67269897</c:v>
                </c:pt>
                <c:pt idx="2904">
                  <c:v>50.66995239</c:v>
                </c:pt>
                <c:pt idx="2905">
                  <c:v>50.66871643</c:v>
                </c:pt>
                <c:pt idx="2906">
                  <c:v>50.66722288</c:v>
                </c:pt>
                <c:pt idx="2907">
                  <c:v>50.66647804</c:v>
                </c:pt>
                <c:pt idx="2908">
                  <c:v>50.66508148</c:v>
                </c:pt>
                <c:pt idx="2909">
                  <c:v>50.66418457</c:v>
                </c:pt>
                <c:pt idx="2910">
                  <c:v>50.66285706</c:v>
                </c:pt>
                <c:pt idx="2911">
                  <c:v>50.65679518</c:v>
                </c:pt>
                <c:pt idx="2912">
                  <c:v>50.6551193</c:v>
                </c:pt>
                <c:pt idx="2913">
                  <c:v>50.65461731</c:v>
                </c:pt>
                <c:pt idx="2914">
                  <c:v>50.65283203</c:v>
                </c:pt>
                <c:pt idx="2915">
                  <c:v>50.65232616</c:v>
                </c:pt>
                <c:pt idx="2916">
                  <c:v>50.65113831</c:v>
                </c:pt>
                <c:pt idx="2917">
                  <c:v>50.65065028</c:v>
                </c:pt>
                <c:pt idx="2918">
                  <c:v>50.64925372</c:v>
                </c:pt>
                <c:pt idx="2919">
                  <c:v>50.64834595</c:v>
                </c:pt>
                <c:pt idx="2920">
                  <c:v>50.64775085</c:v>
                </c:pt>
                <c:pt idx="2921">
                  <c:v>50.6468811</c:v>
                </c:pt>
                <c:pt idx="2922">
                  <c:v>50.64292261</c:v>
                </c:pt>
                <c:pt idx="2923">
                  <c:v>50.64202881</c:v>
                </c:pt>
                <c:pt idx="2924">
                  <c:v>50.64143372</c:v>
                </c:pt>
                <c:pt idx="2925">
                  <c:v>50.64033508</c:v>
                </c:pt>
                <c:pt idx="2926">
                  <c:v>50.63973999</c:v>
                </c:pt>
                <c:pt idx="2927">
                  <c:v>50.63726807</c:v>
                </c:pt>
                <c:pt idx="2928">
                  <c:v>50.6364053</c:v>
                </c:pt>
                <c:pt idx="2929">
                  <c:v>50.6354277</c:v>
                </c:pt>
                <c:pt idx="2930">
                  <c:v>50.6344501</c:v>
                </c:pt>
                <c:pt idx="2931">
                  <c:v>50.6333313</c:v>
                </c:pt>
                <c:pt idx="2932">
                  <c:v>50.63264465</c:v>
                </c:pt>
                <c:pt idx="2933">
                  <c:v>50.63049316</c:v>
                </c:pt>
                <c:pt idx="2934">
                  <c:v>50.62939453</c:v>
                </c:pt>
                <c:pt idx="2935">
                  <c:v>50.62843323</c:v>
                </c:pt>
                <c:pt idx="2936">
                  <c:v>50.62742615</c:v>
                </c:pt>
                <c:pt idx="2937">
                  <c:v>50.62646484</c:v>
                </c:pt>
                <c:pt idx="2938">
                  <c:v>50.6242218</c:v>
                </c:pt>
                <c:pt idx="2939">
                  <c:v>50.62380981</c:v>
                </c:pt>
                <c:pt idx="2940">
                  <c:v>50.62271118</c:v>
                </c:pt>
                <c:pt idx="2941">
                  <c:v>50.62133789</c:v>
                </c:pt>
                <c:pt idx="2942">
                  <c:v>50.61936718</c:v>
                </c:pt>
                <c:pt idx="2943">
                  <c:v>50.61849976</c:v>
                </c:pt>
                <c:pt idx="2944">
                  <c:v>50.61643982</c:v>
                </c:pt>
                <c:pt idx="2945">
                  <c:v>50.61607361</c:v>
                </c:pt>
                <c:pt idx="2946">
                  <c:v>50.61382746</c:v>
                </c:pt>
                <c:pt idx="2947">
                  <c:v>50.61149597</c:v>
                </c:pt>
                <c:pt idx="2948">
                  <c:v>50.61090088</c:v>
                </c:pt>
                <c:pt idx="2949">
                  <c:v>50.60973087</c:v>
                </c:pt>
                <c:pt idx="2950">
                  <c:v>50.60670497</c:v>
                </c:pt>
                <c:pt idx="2951">
                  <c:v>50.60371399</c:v>
                </c:pt>
                <c:pt idx="2952">
                  <c:v>50.60312045</c:v>
                </c:pt>
                <c:pt idx="2953">
                  <c:v>50.60206604</c:v>
                </c:pt>
                <c:pt idx="2954">
                  <c:v>50.60128784</c:v>
                </c:pt>
                <c:pt idx="2955">
                  <c:v>50.60009455</c:v>
                </c:pt>
                <c:pt idx="2956">
                  <c:v>50.59911696</c:v>
                </c:pt>
                <c:pt idx="2957">
                  <c:v>50.59863281</c:v>
                </c:pt>
                <c:pt idx="2958">
                  <c:v>50.59767151</c:v>
                </c:pt>
                <c:pt idx="2959">
                  <c:v>50.59620667</c:v>
                </c:pt>
                <c:pt idx="2960">
                  <c:v>50.59524536</c:v>
                </c:pt>
                <c:pt idx="2961">
                  <c:v>50.59428406</c:v>
                </c:pt>
                <c:pt idx="2962">
                  <c:v>50.59332275</c:v>
                </c:pt>
                <c:pt idx="2963">
                  <c:v>50.59232033</c:v>
                </c:pt>
                <c:pt idx="2964">
                  <c:v>50.59138928</c:v>
                </c:pt>
                <c:pt idx="2965">
                  <c:v>50.59048462</c:v>
                </c:pt>
                <c:pt idx="2966">
                  <c:v>50.58952719</c:v>
                </c:pt>
                <c:pt idx="2967">
                  <c:v>50.58859615</c:v>
                </c:pt>
                <c:pt idx="2968">
                  <c:v>50.58780476</c:v>
                </c:pt>
                <c:pt idx="2969">
                  <c:v>50.58654785</c:v>
                </c:pt>
                <c:pt idx="2970">
                  <c:v>50.58572388</c:v>
                </c:pt>
                <c:pt idx="2971">
                  <c:v>50.58457947</c:v>
                </c:pt>
                <c:pt idx="2972">
                  <c:v>50.58370817</c:v>
                </c:pt>
                <c:pt idx="2973">
                  <c:v>50.58268402</c:v>
                </c:pt>
                <c:pt idx="2974">
                  <c:v>50.5821991</c:v>
                </c:pt>
                <c:pt idx="2975">
                  <c:v>50.57975122</c:v>
                </c:pt>
                <c:pt idx="2976">
                  <c:v>50.57900639</c:v>
                </c:pt>
                <c:pt idx="2977">
                  <c:v>50.57807534</c:v>
                </c:pt>
                <c:pt idx="2978">
                  <c:v>50.57702637</c:v>
                </c:pt>
                <c:pt idx="2979">
                  <c:v>50.57620239</c:v>
                </c:pt>
                <c:pt idx="2980">
                  <c:v>50.57542419</c:v>
                </c:pt>
                <c:pt idx="2981">
                  <c:v>50.57439772</c:v>
                </c:pt>
                <c:pt idx="2982">
                  <c:v>50.57327271</c:v>
                </c:pt>
                <c:pt idx="2983">
                  <c:v>50.57254028</c:v>
                </c:pt>
                <c:pt idx="2984">
                  <c:v>50.57146493</c:v>
                </c:pt>
                <c:pt idx="2985">
                  <c:v>50.57061768</c:v>
                </c:pt>
                <c:pt idx="2986">
                  <c:v>50.56956482</c:v>
                </c:pt>
                <c:pt idx="2987">
                  <c:v>50.56853214</c:v>
                </c:pt>
                <c:pt idx="2988">
                  <c:v>50.56750488</c:v>
                </c:pt>
                <c:pt idx="2989">
                  <c:v>50.56645203</c:v>
                </c:pt>
                <c:pt idx="2990">
                  <c:v>50.56494141</c:v>
                </c:pt>
                <c:pt idx="2991">
                  <c:v>50.5639801</c:v>
                </c:pt>
                <c:pt idx="2992">
                  <c:v>50.56274414</c:v>
                </c:pt>
                <c:pt idx="2993">
                  <c:v>50.56187517</c:v>
                </c:pt>
                <c:pt idx="2994">
                  <c:v>50.56100464</c:v>
                </c:pt>
                <c:pt idx="2995">
                  <c:v>50.55995178</c:v>
                </c:pt>
                <c:pt idx="2996">
                  <c:v>50.5589447</c:v>
                </c:pt>
                <c:pt idx="2997">
                  <c:v>50.55810443</c:v>
                </c:pt>
                <c:pt idx="2998">
                  <c:v>50.55721994</c:v>
                </c:pt>
                <c:pt idx="2999">
                  <c:v>50.55615234</c:v>
                </c:pt>
                <c:pt idx="3000">
                  <c:v>50.55526475</c:v>
                </c:pt>
                <c:pt idx="3001">
                  <c:v>50.55405439</c:v>
                </c:pt>
                <c:pt idx="3002">
                  <c:v>50.55285645</c:v>
                </c:pt>
                <c:pt idx="3003">
                  <c:v>50.55184937</c:v>
                </c:pt>
                <c:pt idx="3004">
                  <c:v>50.55084229</c:v>
                </c:pt>
                <c:pt idx="3005">
                  <c:v>50.54981814</c:v>
                </c:pt>
                <c:pt idx="3006">
                  <c:v>50.54928589</c:v>
                </c:pt>
                <c:pt idx="3007">
                  <c:v>50.54776984</c:v>
                </c:pt>
                <c:pt idx="3008">
                  <c:v>50.5471344</c:v>
                </c:pt>
                <c:pt idx="3009">
                  <c:v>50.54660603</c:v>
                </c:pt>
                <c:pt idx="3010">
                  <c:v>50.54498291</c:v>
                </c:pt>
                <c:pt idx="3011">
                  <c:v>50.5438385</c:v>
                </c:pt>
                <c:pt idx="3012">
                  <c:v>50.54264909</c:v>
                </c:pt>
                <c:pt idx="3013">
                  <c:v>50.54145813</c:v>
                </c:pt>
                <c:pt idx="3014">
                  <c:v>50.54036803</c:v>
                </c:pt>
                <c:pt idx="3015">
                  <c:v>50.53948354</c:v>
                </c:pt>
                <c:pt idx="3016">
                  <c:v>50.53720093</c:v>
                </c:pt>
                <c:pt idx="3017">
                  <c:v>50.53613178</c:v>
                </c:pt>
                <c:pt idx="3018">
                  <c:v>50.53506108</c:v>
                </c:pt>
                <c:pt idx="3019">
                  <c:v>50.53422314</c:v>
                </c:pt>
                <c:pt idx="3020">
                  <c:v>50.53319899</c:v>
                </c:pt>
                <c:pt idx="3021">
                  <c:v>50.53175354</c:v>
                </c:pt>
                <c:pt idx="3022">
                  <c:v>50.53124379</c:v>
                </c:pt>
                <c:pt idx="3023">
                  <c:v>50.52996826</c:v>
                </c:pt>
                <c:pt idx="3024">
                  <c:v>50.52955627</c:v>
                </c:pt>
                <c:pt idx="3025">
                  <c:v>50.52735901</c:v>
                </c:pt>
                <c:pt idx="3026">
                  <c:v>50.52676392</c:v>
                </c:pt>
                <c:pt idx="3027">
                  <c:v>50.52232361</c:v>
                </c:pt>
                <c:pt idx="3028">
                  <c:v>50.52090454</c:v>
                </c:pt>
                <c:pt idx="3029">
                  <c:v>50.5194397</c:v>
                </c:pt>
                <c:pt idx="3030">
                  <c:v>50.51838684</c:v>
                </c:pt>
                <c:pt idx="3031">
                  <c:v>50.51756287</c:v>
                </c:pt>
                <c:pt idx="3032">
                  <c:v>50.51705933</c:v>
                </c:pt>
                <c:pt idx="3033">
                  <c:v>50.51592811</c:v>
                </c:pt>
                <c:pt idx="3034">
                  <c:v>50.51560224</c:v>
                </c:pt>
                <c:pt idx="3035">
                  <c:v>50.51443844</c:v>
                </c:pt>
                <c:pt idx="3036">
                  <c:v>50.51399231</c:v>
                </c:pt>
                <c:pt idx="3037">
                  <c:v>50.51243669</c:v>
                </c:pt>
                <c:pt idx="3038">
                  <c:v>50.51024873</c:v>
                </c:pt>
                <c:pt idx="3039">
                  <c:v>50.509552</c:v>
                </c:pt>
                <c:pt idx="3040">
                  <c:v>50.50904846</c:v>
                </c:pt>
                <c:pt idx="3041">
                  <c:v>50.50861941</c:v>
                </c:pt>
                <c:pt idx="3042">
                  <c:v>50.5070343</c:v>
                </c:pt>
                <c:pt idx="3043">
                  <c:v>50.50639343</c:v>
                </c:pt>
                <c:pt idx="3044">
                  <c:v>50.50559351</c:v>
                </c:pt>
                <c:pt idx="3045">
                  <c:v>50.50483704</c:v>
                </c:pt>
                <c:pt idx="3046">
                  <c:v>50.50410384</c:v>
                </c:pt>
                <c:pt idx="3047">
                  <c:v>50.50331245</c:v>
                </c:pt>
                <c:pt idx="3048">
                  <c:v>50.50291443</c:v>
                </c:pt>
                <c:pt idx="3049">
                  <c:v>50.50071716</c:v>
                </c:pt>
                <c:pt idx="3050">
                  <c:v>50.50039673</c:v>
                </c:pt>
                <c:pt idx="3051">
                  <c:v>50.49847102</c:v>
                </c:pt>
                <c:pt idx="3052">
                  <c:v>50.49767963</c:v>
                </c:pt>
                <c:pt idx="3053">
                  <c:v>50.49716755</c:v>
                </c:pt>
                <c:pt idx="3054">
                  <c:v>50.49435425</c:v>
                </c:pt>
                <c:pt idx="3055">
                  <c:v>50.49362958</c:v>
                </c:pt>
                <c:pt idx="3056">
                  <c:v>50.4927063</c:v>
                </c:pt>
                <c:pt idx="3057">
                  <c:v>50.49190715</c:v>
                </c:pt>
                <c:pt idx="3058">
                  <c:v>50.49087524</c:v>
                </c:pt>
                <c:pt idx="3059">
                  <c:v>50.4903717</c:v>
                </c:pt>
                <c:pt idx="3060">
                  <c:v>50.48967264</c:v>
                </c:pt>
                <c:pt idx="3061">
                  <c:v>50.48803711</c:v>
                </c:pt>
                <c:pt idx="3062">
                  <c:v>50.48721313</c:v>
                </c:pt>
                <c:pt idx="3063">
                  <c:v>50.48627433</c:v>
                </c:pt>
                <c:pt idx="3064">
                  <c:v>50.48583984</c:v>
                </c:pt>
                <c:pt idx="3065">
                  <c:v>50.48227084</c:v>
                </c:pt>
                <c:pt idx="3066">
                  <c:v>50.48121643</c:v>
                </c:pt>
                <c:pt idx="3067">
                  <c:v>50.48048401</c:v>
                </c:pt>
                <c:pt idx="3068">
                  <c:v>50.47961736</c:v>
                </c:pt>
                <c:pt idx="3069">
                  <c:v>50.47869873</c:v>
                </c:pt>
                <c:pt idx="3070">
                  <c:v>50.47756906</c:v>
                </c:pt>
                <c:pt idx="3071">
                  <c:v>50.47677767</c:v>
                </c:pt>
                <c:pt idx="3072">
                  <c:v>50.47554016</c:v>
                </c:pt>
                <c:pt idx="3073">
                  <c:v>50.47505524</c:v>
                </c:pt>
                <c:pt idx="3074">
                  <c:v>50.47384644</c:v>
                </c:pt>
                <c:pt idx="3075">
                  <c:v>50.47311401</c:v>
                </c:pt>
                <c:pt idx="3076">
                  <c:v>50.47240176</c:v>
                </c:pt>
                <c:pt idx="3077">
                  <c:v>50.47161038</c:v>
                </c:pt>
                <c:pt idx="3078">
                  <c:v>50.47067933</c:v>
                </c:pt>
                <c:pt idx="3079">
                  <c:v>50.46995544</c:v>
                </c:pt>
                <c:pt idx="3080">
                  <c:v>50.46909656</c:v>
                </c:pt>
                <c:pt idx="3081">
                  <c:v>50.46826172</c:v>
                </c:pt>
                <c:pt idx="3082">
                  <c:v>50.46756033</c:v>
                </c:pt>
                <c:pt idx="3083">
                  <c:v>50.46592712</c:v>
                </c:pt>
                <c:pt idx="3084">
                  <c:v>50.46504651</c:v>
                </c:pt>
                <c:pt idx="3085">
                  <c:v>50.46432495</c:v>
                </c:pt>
                <c:pt idx="3086">
                  <c:v>50.46340942</c:v>
                </c:pt>
                <c:pt idx="3087">
                  <c:v>50.46258545</c:v>
                </c:pt>
                <c:pt idx="3088">
                  <c:v>50.46169475</c:v>
                </c:pt>
                <c:pt idx="3089">
                  <c:v>50.46130371</c:v>
                </c:pt>
                <c:pt idx="3090">
                  <c:v>50.46080017</c:v>
                </c:pt>
                <c:pt idx="3091">
                  <c:v>50.46006775</c:v>
                </c:pt>
                <c:pt idx="3092">
                  <c:v>50.45885506</c:v>
                </c:pt>
                <c:pt idx="3093">
                  <c:v>50.45797057</c:v>
                </c:pt>
                <c:pt idx="3094">
                  <c:v>50.45690918</c:v>
                </c:pt>
                <c:pt idx="3095">
                  <c:v>50.45599365</c:v>
                </c:pt>
                <c:pt idx="3096">
                  <c:v>50.45559641</c:v>
                </c:pt>
                <c:pt idx="3097">
                  <c:v>50.45475847</c:v>
                </c:pt>
                <c:pt idx="3098">
                  <c:v>50.45364121</c:v>
                </c:pt>
                <c:pt idx="3099">
                  <c:v>50.45289638</c:v>
                </c:pt>
                <c:pt idx="3100">
                  <c:v>50.45201111</c:v>
                </c:pt>
                <c:pt idx="3101">
                  <c:v>50.45118713</c:v>
                </c:pt>
                <c:pt idx="3102">
                  <c:v>50.44907909</c:v>
                </c:pt>
                <c:pt idx="3103">
                  <c:v>50.44816589</c:v>
                </c:pt>
                <c:pt idx="3104">
                  <c:v>50.44735666</c:v>
                </c:pt>
                <c:pt idx="3105">
                  <c:v>50.44647217</c:v>
                </c:pt>
                <c:pt idx="3106">
                  <c:v>50.44558768</c:v>
                </c:pt>
                <c:pt idx="3107">
                  <c:v>50.44474974</c:v>
                </c:pt>
                <c:pt idx="3108">
                  <c:v>50.44405145</c:v>
                </c:pt>
                <c:pt idx="3109">
                  <c:v>50.4433136</c:v>
                </c:pt>
                <c:pt idx="3110">
                  <c:v>50.44248962</c:v>
                </c:pt>
                <c:pt idx="3111">
                  <c:v>50.4415741</c:v>
                </c:pt>
                <c:pt idx="3112">
                  <c:v>50.4407959</c:v>
                </c:pt>
                <c:pt idx="3113">
                  <c:v>50.43997192</c:v>
                </c:pt>
                <c:pt idx="3114">
                  <c:v>50.43921002</c:v>
                </c:pt>
                <c:pt idx="3115">
                  <c:v>50.4382782</c:v>
                </c:pt>
                <c:pt idx="3116">
                  <c:v>50.43753414</c:v>
                </c:pt>
                <c:pt idx="3117">
                  <c:v>50.43663025</c:v>
                </c:pt>
                <c:pt idx="3118">
                  <c:v>50.43581171</c:v>
                </c:pt>
                <c:pt idx="3119">
                  <c:v>50.43502032</c:v>
                </c:pt>
                <c:pt idx="3120">
                  <c:v>50.43418238</c:v>
                </c:pt>
                <c:pt idx="3121">
                  <c:v>50.43329788</c:v>
                </c:pt>
                <c:pt idx="3122">
                  <c:v>50.43241882</c:v>
                </c:pt>
                <c:pt idx="3123">
                  <c:v>50.43191528</c:v>
                </c:pt>
                <c:pt idx="3124">
                  <c:v>50.43087717</c:v>
                </c:pt>
                <c:pt idx="3125">
                  <c:v>50.43008578</c:v>
                </c:pt>
                <c:pt idx="3126">
                  <c:v>50.42915474</c:v>
                </c:pt>
                <c:pt idx="3127">
                  <c:v>50.42836335</c:v>
                </c:pt>
                <c:pt idx="3128">
                  <c:v>50.42765808</c:v>
                </c:pt>
                <c:pt idx="3129">
                  <c:v>50.42706299</c:v>
                </c:pt>
                <c:pt idx="3130">
                  <c:v>50.42623901</c:v>
                </c:pt>
                <c:pt idx="3131">
                  <c:v>50.425384</c:v>
                </c:pt>
                <c:pt idx="3132">
                  <c:v>50.42463917</c:v>
                </c:pt>
                <c:pt idx="3133">
                  <c:v>50.42390442</c:v>
                </c:pt>
                <c:pt idx="3134">
                  <c:v>50.42273053</c:v>
                </c:pt>
                <c:pt idx="3135">
                  <c:v>50.4220788</c:v>
                </c:pt>
                <c:pt idx="3136">
                  <c:v>50.42111206</c:v>
                </c:pt>
                <c:pt idx="3137">
                  <c:v>50.42028809</c:v>
                </c:pt>
                <c:pt idx="3138">
                  <c:v>50.41978455</c:v>
                </c:pt>
                <c:pt idx="3139">
                  <c:v>50.41802875</c:v>
                </c:pt>
                <c:pt idx="3140">
                  <c:v>50.41719081</c:v>
                </c:pt>
                <c:pt idx="3141">
                  <c:v>50.41648865</c:v>
                </c:pt>
                <c:pt idx="3142">
                  <c:v>50.41566467</c:v>
                </c:pt>
                <c:pt idx="3143">
                  <c:v>50.4148632</c:v>
                </c:pt>
                <c:pt idx="3144">
                  <c:v>50.41407181</c:v>
                </c:pt>
                <c:pt idx="3145">
                  <c:v>50.41323853</c:v>
                </c:pt>
                <c:pt idx="3146">
                  <c:v>50.41163635</c:v>
                </c:pt>
                <c:pt idx="3147">
                  <c:v>50.41123212</c:v>
                </c:pt>
                <c:pt idx="3148">
                  <c:v>50.40930176</c:v>
                </c:pt>
                <c:pt idx="3149">
                  <c:v>50.40847778</c:v>
                </c:pt>
                <c:pt idx="3150">
                  <c:v>50.40736829</c:v>
                </c:pt>
                <c:pt idx="3151">
                  <c:v>50.40653035</c:v>
                </c:pt>
                <c:pt idx="3152">
                  <c:v>50.40587862</c:v>
                </c:pt>
                <c:pt idx="3153">
                  <c:v>50.40509033</c:v>
                </c:pt>
                <c:pt idx="3154">
                  <c:v>50.40420274</c:v>
                </c:pt>
                <c:pt idx="3155">
                  <c:v>50.4033648</c:v>
                </c:pt>
                <c:pt idx="3156">
                  <c:v>50.4024803</c:v>
                </c:pt>
                <c:pt idx="3157">
                  <c:v>50.40174866</c:v>
                </c:pt>
                <c:pt idx="3158">
                  <c:v>50.40092468</c:v>
                </c:pt>
                <c:pt idx="3159">
                  <c:v>50.40014648</c:v>
                </c:pt>
                <c:pt idx="3160">
                  <c:v>50.39931475</c:v>
                </c:pt>
                <c:pt idx="3161">
                  <c:v>50.39859009</c:v>
                </c:pt>
                <c:pt idx="3162">
                  <c:v>50.39776611</c:v>
                </c:pt>
                <c:pt idx="3163">
                  <c:v>50.39689636</c:v>
                </c:pt>
                <c:pt idx="3164">
                  <c:v>50.39620972</c:v>
                </c:pt>
                <c:pt idx="3165">
                  <c:v>50.39535781</c:v>
                </c:pt>
                <c:pt idx="3166">
                  <c:v>50.39451599</c:v>
                </c:pt>
                <c:pt idx="3167">
                  <c:v>50.39363538</c:v>
                </c:pt>
                <c:pt idx="3168">
                  <c:v>50.39279744</c:v>
                </c:pt>
                <c:pt idx="3169">
                  <c:v>50.39199829</c:v>
                </c:pt>
                <c:pt idx="3170">
                  <c:v>50.39126121</c:v>
                </c:pt>
                <c:pt idx="3171">
                  <c:v>50.39053345</c:v>
                </c:pt>
                <c:pt idx="3172">
                  <c:v>50.38989258</c:v>
                </c:pt>
                <c:pt idx="3173">
                  <c:v>50.38897705</c:v>
                </c:pt>
                <c:pt idx="3174">
                  <c:v>50.38819885</c:v>
                </c:pt>
                <c:pt idx="3175">
                  <c:v>50.38744393</c:v>
                </c:pt>
                <c:pt idx="3176">
                  <c:v>50.38623357</c:v>
                </c:pt>
                <c:pt idx="3177">
                  <c:v>50.38544218</c:v>
                </c:pt>
                <c:pt idx="3178">
                  <c:v>50.38479045</c:v>
                </c:pt>
                <c:pt idx="3179">
                  <c:v>50.38390596</c:v>
                </c:pt>
                <c:pt idx="3180">
                  <c:v>50.38316345</c:v>
                </c:pt>
                <c:pt idx="3181">
                  <c:v>50.38241629</c:v>
                </c:pt>
                <c:pt idx="3182">
                  <c:v>50.38146973</c:v>
                </c:pt>
                <c:pt idx="3183">
                  <c:v>50.38074041</c:v>
                </c:pt>
                <c:pt idx="3184">
                  <c:v>50.38000488</c:v>
                </c:pt>
                <c:pt idx="3185">
                  <c:v>50.37911108</c:v>
                </c:pt>
                <c:pt idx="3186">
                  <c:v>50.37826538</c:v>
                </c:pt>
                <c:pt idx="3187">
                  <c:v>50.37757486</c:v>
                </c:pt>
                <c:pt idx="3188">
                  <c:v>50.37673692</c:v>
                </c:pt>
                <c:pt idx="3189">
                  <c:v>50.37583923</c:v>
                </c:pt>
                <c:pt idx="3190">
                  <c:v>50.37510681</c:v>
                </c:pt>
                <c:pt idx="3191">
                  <c:v>50.3744093</c:v>
                </c:pt>
                <c:pt idx="3192">
                  <c:v>50.3732455</c:v>
                </c:pt>
                <c:pt idx="3193">
                  <c:v>50.37277222</c:v>
                </c:pt>
                <c:pt idx="3194">
                  <c:v>50.37194824</c:v>
                </c:pt>
                <c:pt idx="3195">
                  <c:v>50.37091789</c:v>
                </c:pt>
                <c:pt idx="3196">
                  <c:v>50.37003339</c:v>
                </c:pt>
                <c:pt idx="3197">
                  <c:v>50.36929321</c:v>
                </c:pt>
                <c:pt idx="3198">
                  <c:v>50.36854372</c:v>
                </c:pt>
                <c:pt idx="3199">
                  <c:v>50.36765923</c:v>
                </c:pt>
                <c:pt idx="3200">
                  <c:v>50.36695862</c:v>
                </c:pt>
                <c:pt idx="3201">
                  <c:v>50.36627197</c:v>
                </c:pt>
                <c:pt idx="3202">
                  <c:v>50.36547127</c:v>
                </c:pt>
                <c:pt idx="3203">
                  <c:v>50.36435402</c:v>
                </c:pt>
                <c:pt idx="3204">
                  <c:v>50.36361694</c:v>
                </c:pt>
                <c:pt idx="3205">
                  <c:v>50.36283875</c:v>
                </c:pt>
                <c:pt idx="3206">
                  <c:v>50.36192322</c:v>
                </c:pt>
                <c:pt idx="3207">
                  <c:v>50.36146545</c:v>
                </c:pt>
                <c:pt idx="3208">
                  <c:v>50.36064148</c:v>
                </c:pt>
                <c:pt idx="3209">
                  <c:v>50.3598175</c:v>
                </c:pt>
                <c:pt idx="3210">
                  <c:v>50.35900051</c:v>
                </c:pt>
                <c:pt idx="3211">
                  <c:v>50.35830688</c:v>
                </c:pt>
                <c:pt idx="3212">
                  <c:v>50.35741774</c:v>
                </c:pt>
                <c:pt idx="3213">
                  <c:v>50.35661316</c:v>
                </c:pt>
                <c:pt idx="3214">
                  <c:v>50.35588151</c:v>
                </c:pt>
                <c:pt idx="3215">
                  <c:v>50.35464478</c:v>
                </c:pt>
                <c:pt idx="3216">
                  <c:v>50.35415908</c:v>
                </c:pt>
                <c:pt idx="3217">
                  <c:v>50.35336769</c:v>
                </c:pt>
                <c:pt idx="3218">
                  <c:v>50.35263062</c:v>
                </c:pt>
                <c:pt idx="3219">
                  <c:v>50.35139465</c:v>
                </c:pt>
                <c:pt idx="3220">
                  <c:v>50.35061646</c:v>
                </c:pt>
                <c:pt idx="3221">
                  <c:v>50.35020214</c:v>
                </c:pt>
                <c:pt idx="3222">
                  <c:v>50.34908489</c:v>
                </c:pt>
                <c:pt idx="3223">
                  <c:v>50.34834005</c:v>
                </c:pt>
                <c:pt idx="3224">
                  <c:v>50.34750211</c:v>
                </c:pt>
                <c:pt idx="3225">
                  <c:v>50.34663391</c:v>
                </c:pt>
                <c:pt idx="3226">
                  <c:v>50.34571838</c:v>
                </c:pt>
                <c:pt idx="3227">
                  <c:v>50.34526062</c:v>
                </c:pt>
                <c:pt idx="3228">
                  <c:v>50.34443665</c:v>
                </c:pt>
                <c:pt idx="3229">
                  <c:v>50.34331241</c:v>
                </c:pt>
                <c:pt idx="3230">
                  <c:v>50.34255981</c:v>
                </c:pt>
                <c:pt idx="3231">
                  <c:v>50.34205627</c:v>
                </c:pt>
                <c:pt idx="3232">
                  <c:v>50.3410779</c:v>
                </c:pt>
                <c:pt idx="3233">
                  <c:v>50.34017944</c:v>
                </c:pt>
                <c:pt idx="3234">
                  <c:v>50.33953857</c:v>
                </c:pt>
                <c:pt idx="3235">
                  <c:v>50.33865719</c:v>
                </c:pt>
                <c:pt idx="3236">
                  <c:v>50.33784485</c:v>
                </c:pt>
                <c:pt idx="3237">
                  <c:v>50.3367951</c:v>
                </c:pt>
                <c:pt idx="3238">
                  <c:v>50.33638</c:v>
                </c:pt>
                <c:pt idx="3239">
                  <c:v>50.33539853</c:v>
                </c:pt>
                <c:pt idx="3240">
                  <c:v>50.33450317</c:v>
                </c:pt>
                <c:pt idx="3241">
                  <c:v>50.33358299</c:v>
                </c:pt>
                <c:pt idx="3242">
                  <c:v>50.3326985</c:v>
                </c:pt>
                <c:pt idx="3243">
                  <c:v>50.33186056</c:v>
                </c:pt>
                <c:pt idx="3244">
                  <c:v>50.33148193</c:v>
                </c:pt>
                <c:pt idx="3245">
                  <c:v>50.3305571</c:v>
                </c:pt>
                <c:pt idx="3246">
                  <c:v>50.32974243</c:v>
                </c:pt>
                <c:pt idx="3247">
                  <c:v>50.32883466</c:v>
                </c:pt>
                <c:pt idx="3248">
                  <c:v>50.32809448</c:v>
                </c:pt>
                <c:pt idx="3249">
                  <c:v>50.3269043</c:v>
                </c:pt>
                <c:pt idx="3250">
                  <c:v>50.32621765</c:v>
                </c:pt>
                <c:pt idx="3251">
                  <c:v>50.32539368</c:v>
                </c:pt>
                <c:pt idx="3252">
                  <c:v>50.32459841</c:v>
                </c:pt>
                <c:pt idx="3253">
                  <c:v>50.32369995</c:v>
                </c:pt>
                <c:pt idx="3254">
                  <c:v>50.32301331</c:v>
                </c:pt>
                <c:pt idx="3255">
                  <c:v>50.32214355</c:v>
                </c:pt>
                <c:pt idx="3256">
                  <c:v>50.32145691</c:v>
                </c:pt>
                <c:pt idx="3257">
                  <c:v>50.32054836</c:v>
                </c:pt>
                <c:pt idx="3258">
                  <c:v>50.31989663</c:v>
                </c:pt>
                <c:pt idx="3259">
                  <c:v>50.31907654</c:v>
                </c:pt>
                <c:pt idx="3260">
                  <c:v>50.31825256</c:v>
                </c:pt>
                <c:pt idx="3261">
                  <c:v>50.31710815</c:v>
                </c:pt>
                <c:pt idx="3262">
                  <c:v>50.31631211</c:v>
                </c:pt>
                <c:pt idx="3263">
                  <c:v>50.31555176</c:v>
                </c:pt>
                <c:pt idx="3264">
                  <c:v>50.31482244</c:v>
                </c:pt>
                <c:pt idx="3265">
                  <c:v>50.31399536</c:v>
                </c:pt>
                <c:pt idx="3266">
                  <c:v>50.31310001</c:v>
                </c:pt>
                <c:pt idx="3267">
                  <c:v>50.31226207</c:v>
                </c:pt>
                <c:pt idx="3268">
                  <c:v>50.31137757</c:v>
                </c:pt>
                <c:pt idx="3269">
                  <c:v>50.31065369</c:v>
                </c:pt>
                <c:pt idx="3270">
                  <c:v>50.30982971</c:v>
                </c:pt>
                <c:pt idx="3271">
                  <c:v>50.30900574</c:v>
                </c:pt>
                <c:pt idx="3272">
                  <c:v>50.30809021</c:v>
                </c:pt>
                <c:pt idx="3273">
                  <c:v>50.30765339</c:v>
                </c:pt>
                <c:pt idx="3274">
                  <c:v>50.30653614</c:v>
                </c:pt>
                <c:pt idx="3275">
                  <c:v>50.30430163</c:v>
                </c:pt>
                <c:pt idx="3276">
                  <c:v>50.30351025</c:v>
                </c:pt>
                <c:pt idx="3277">
                  <c:v>50.30310059</c:v>
                </c:pt>
                <c:pt idx="3278">
                  <c:v>50.30011193</c:v>
                </c:pt>
                <c:pt idx="3279">
                  <c:v>50.29922744</c:v>
                </c:pt>
                <c:pt idx="3280">
                  <c:v>50.2983895</c:v>
                </c:pt>
                <c:pt idx="3281">
                  <c:v>50.29759811</c:v>
                </c:pt>
                <c:pt idx="3282">
                  <c:v>50.29678345</c:v>
                </c:pt>
                <c:pt idx="3283">
                  <c:v>50.29587568</c:v>
                </c:pt>
                <c:pt idx="3284">
                  <c:v>50.2951355</c:v>
                </c:pt>
                <c:pt idx="3285">
                  <c:v>50.29415325</c:v>
                </c:pt>
                <c:pt idx="3286">
                  <c:v>50.29344177</c:v>
                </c:pt>
                <c:pt idx="3287">
                  <c:v>50.29271013</c:v>
                </c:pt>
                <c:pt idx="3288">
                  <c:v>50.29187219</c:v>
                </c:pt>
                <c:pt idx="3289">
                  <c:v>50.29098769</c:v>
                </c:pt>
                <c:pt idx="3290">
                  <c:v>50.29033596</c:v>
                </c:pt>
                <c:pt idx="3291">
                  <c:v>50.28949802</c:v>
                </c:pt>
                <c:pt idx="3292">
                  <c:v>50.28849792</c:v>
                </c:pt>
                <c:pt idx="3293">
                  <c:v>50.28777559</c:v>
                </c:pt>
                <c:pt idx="3294">
                  <c:v>50.28703308</c:v>
                </c:pt>
                <c:pt idx="3295">
                  <c:v>50.28623937</c:v>
                </c:pt>
                <c:pt idx="3296">
                  <c:v>50.28547668</c:v>
                </c:pt>
                <c:pt idx="3297">
                  <c:v>50.28456348</c:v>
                </c:pt>
                <c:pt idx="3298">
                  <c:v>50.28382874</c:v>
                </c:pt>
                <c:pt idx="3299">
                  <c:v>50.28302726</c:v>
                </c:pt>
                <c:pt idx="3300">
                  <c:v>50.28213501</c:v>
                </c:pt>
                <c:pt idx="3301">
                  <c:v>50.28107207</c:v>
                </c:pt>
                <c:pt idx="3302">
                  <c:v>50.28032723</c:v>
                </c:pt>
                <c:pt idx="3303">
                  <c:v>50.27957153</c:v>
                </c:pt>
                <c:pt idx="3304">
                  <c:v>50.27883756</c:v>
                </c:pt>
                <c:pt idx="3305">
                  <c:v>50.27783203</c:v>
                </c:pt>
                <c:pt idx="3306">
                  <c:v>50.27711513</c:v>
                </c:pt>
                <c:pt idx="3307">
                  <c:v>50.27636719</c:v>
                </c:pt>
                <c:pt idx="3308">
                  <c:v>50.27545166</c:v>
                </c:pt>
                <c:pt idx="3309">
                  <c:v>50.27462769</c:v>
                </c:pt>
                <c:pt idx="3310">
                  <c:v>50.27371681</c:v>
                </c:pt>
                <c:pt idx="3311">
                  <c:v>50.27288818</c:v>
                </c:pt>
                <c:pt idx="3312">
                  <c:v>50.27206421</c:v>
                </c:pt>
                <c:pt idx="3313">
                  <c:v>50.27124023</c:v>
                </c:pt>
                <c:pt idx="3314">
                  <c:v>50.27041626</c:v>
                </c:pt>
                <c:pt idx="3315">
                  <c:v>50.26950073</c:v>
                </c:pt>
                <c:pt idx="3316">
                  <c:v>50.26878228</c:v>
                </c:pt>
                <c:pt idx="3317">
                  <c:v>50.26803589</c:v>
                </c:pt>
                <c:pt idx="3318">
                  <c:v>50.2671995</c:v>
                </c:pt>
                <c:pt idx="3319">
                  <c:v>50.26629639</c:v>
                </c:pt>
                <c:pt idx="3320">
                  <c:v>50.26547241</c:v>
                </c:pt>
                <c:pt idx="3321">
                  <c:v>50.26455688</c:v>
                </c:pt>
                <c:pt idx="3322">
                  <c:v>50.26405334</c:v>
                </c:pt>
                <c:pt idx="3323">
                  <c:v>50.26333566</c:v>
                </c:pt>
                <c:pt idx="3324">
                  <c:v>50.26231384</c:v>
                </c:pt>
                <c:pt idx="3325">
                  <c:v>50.26148987</c:v>
                </c:pt>
                <c:pt idx="3326">
                  <c:v>50.26066589</c:v>
                </c:pt>
                <c:pt idx="3327">
                  <c:v>50.25970459</c:v>
                </c:pt>
                <c:pt idx="3328">
                  <c:v>50.25897217</c:v>
                </c:pt>
                <c:pt idx="3329">
                  <c:v>50.25814819</c:v>
                </c:pt>
                <c:pt idx="3330">
                  <c:v>50.25732422</c:v>
                </c:pt>
                <c:pt idx="3331">
                  <c:v>50.25649249</c:v>
                </c:pt>
                <c:pt idx="3332">
                  <c:v>50.25576782</c:v>
                </c:pt>
                <c:pt idx="3333">
                  <c:v>50.25500281</c:v>
                </c:pt>
                <c:pt idx="3334">
                  <c:v>50.25393677</c:v>
                </c:pt>
                <c:pt idx="3335">
                  <c:v>50.25314072</c:v>
                </c:pt>
                <c:pt idx="3336">
                  <c:v>50.25224304</c:v>
                </c:pt>
                <c:pt idx="3337">
                  <c:v>50.25183726</c:v>
                </c:pt>
                <c:pt idx="3338">
                  <c:v>50.25082397</c:v>
                </c:pt>
                <c:pt idx="3339">
                  <c:v>50.25011483</c:v>
                </c:pt>
                <c:pt idx="3340">
                  <c:v>50.24935913</c:v>
                </c:pt>
                <c:pt idx="3341">
                  <c:v>50.2484436</c:v>
                </c:pt>
                <c:pt idx="3342">
                  <c:v>50.24729919</c:v>
                </c:pt>
                <c:pt idx="3343">
                  <c:v>50.24690272</c:v>
                </c:pt>
                <c:pt idx="3344">
                  <c:v>50.24606323</c:v>
                </c:pt>
                <c:pt idx="3345">
                  <c:v>50.24518029</c:v>
                </c:pt>
                <c:pt idx="3346">
                  <c:v>50.24434235</c:v>
                </c:pt>
                <c:pt idx="3347">
                  <c:v>50.24345786</c:v>
                </c:pt>
                <c:pt idx="3348">
                  <c:v>50.24261992</c:v>
                </c:pt>
                <c:pt idx="3349">
                  <c:v>50.24182853</c:v>
                </c:pt>
                <c:pt idx="3350">
                  <c:v>50.24099059</c:v>
                </c:pt>
                <c:pt idx="3351">
                  <c:v>50.24020386</c:v>
                </c:pt>
                <c:pt idx="3352">
                  <c:v>50.23937988</c:v>
                </c:pt>
                <c:pt idx="3353">
                  <c:v>50.23855591</c:v>
                </c:pt>
                <c:pt idx="3354">
                  <c:v>50.23764038</c:v>
                </c:pt>
                <c:pt idx="3355">
                  <c:v>50.23681641</c:v>
                </c:pt>
                <c:pt idx="3356">
                  <c:v>50.23599243</c:v>
                </c:pt>
                <c:pt idx="3357">
                  <c:v>50.23503113</c:v>
                </c:pt>
                <c:pt idx="3358">
                  <c:v>50.23416138</c:v>
                </c:pt>
                <c:pt idx="3359">
                  <c:v>50.23324585</c:v>
                </c:pt>
                <c:pt idx="3360">
                  <c:v>50.23219299</c:v>
                </c:pt>
                <c:pt idx="3361">
                  <c:v>50.23123169</c:v>
                </c:pt>
                <c:pt idx="3362">
                  <c:v>50.23033013</c:v>
                </c:pt>
                <c:pt idx="3363">
                  <c:v>50.22930598</c:v>
                </c:pt>
                <c:pt idx="3364">
                  <c:v>50.22837493</c:v>
                </c:pt>
                <c:pt idx="3365">
                  <c:v>50.22730423</c:v>
                </c:pt>
                <c:pt idx="3366">
                  <c:v>50.22623353</c:v>
                </c:pt>
                <c:pt idx="3367">
                  <c:v>50.22497662</c:v>
                </c:pt>
                <c:pt idx="3368">
                  <c:v>50.22377014</c:v>
                </c:pt>
                <c:pt idx="3369">
                  <c:v>50.22269556</c:v>
                </c:pt>
                <c:pt idx="3370">
                  <c:v>50.2215271</c:v>
                </c:pt>
                <c:pt idx="3371">
                  <c:v>50.22033691</c:v>
                </c:pt>
                <c:pt idx="3372">
                  <c:v>50.2192507</c:v>
                </c:pt>
                <c:pt idx="3373">
                  <c:v>50.2182731</c:v>
                </c:pt>
                <c:pt idx="3374">
                  <c:v>50.21687653</c:v>
                </c:pt>
                <c:pt idx="3375">
                  <c:v>50.2155304</c:v>
                </c:pt>
                <c:pt idx="3376">
                  <c:v>50.21424866</c:v>
                </c:pt>
                <c:pt idx="3377">
                  <c:v>50.21282959</c:v>
                </c:pt>
                <c:pt idx="3378">
                  <c:v>50.21154785</c:v>
                </c:pt>
                <c:pt idx="3379">
                  <c:v>50.21026611</c:v>
                </c:pt>
                <c:pt idx="3380">
                  <c:v>50.20898438</c:v>
                </c:pt>
                <c:pt idx="3381">
                  <c:v>50.20806885</c:v>
                </c:pt>
                <c:pt idx="3382">
                  <c:v>50.20678711</c:v>
                </c:pt>
                <c:pt idx="3383">
                  <c:v>50.20561089</c:v>
                </c:pt>
                <c:pt idx="3384">
                  <c:v>50.20416777</c:v>
                </c:pt>
                <c:pt idx="3385">
                  <c:v>50.20275879</c:v>
                </c:pt>
                <c:pt idx="3386">
                  <c:v>50.20132808</c:v>
                </c:pt>
                <c:pt idx="3387">
                  <c:v>50.20014954</c:v>
                </c:pt>
                <c:pt idx="3388">
                  <c:v>50.19862805</c:v>
                </c:pt>
                <c:pt idx="3389">
                  <c:v>50.19755735</c:v>
                </c:pt>
                <c:pt idx="3390">
                  <c:v>50.19602113</c:v>
                </c:pt>
                <c:pt idx="3391">
                  <c:v>50.19457801</c:v>
                </c:pt>
                <c:pt idx="3392">
                  <c:v>50.19392395</c:v>
                </c:pt>
                <c:pt idx="3393">
                  <c:v>50.19232178</c:v>
                </c:pt>
                <c:pt idx="3394">
                  <c:v>50.19126892</c:v>
                </c:pt>
                <c:pt idx="3395">
                  <c:v>50.18969002</c:v>
                </c:pt>
                <c:pt idx="3396">
                  <c:v>50.18838656</c:v>
                </c:pt>
                <c:pt idx="3397">
                  <c:v>50.18731586</c:v>
                </c:pt>
                <c:pt idx="3398">
                  <c:v>50.18582153</c:v>
                </c:pt>
                <c:pt idx="3399">
                  <c:v>50.18424341</c:v>
                </c:pt>
                <c:pt idx="3400">
                  <c:v>50.18293995</c:v>
                </c:pt>
                <c:pt idx="3401">
                  <c:v>50.18174744</c:v>
                </c:pt>
                <c:pt idx="3402">
                  <c:v>50.18028259</c:v>
                </c:pt>
                <c:pt idx="3403">
                  <c:v>50.1788899</c:v>
                </c:pt>
                <c:pt idx="3404">
                  <c:v>50.17758644</c:v>
                </c:pt>
                <c:pt idx="3405">
                  <c:v>50.17656229</c:v>
                </c:pt>
                <c:pt idx="3406">
                  <c:v>50.17521228</c:v>
                </c:pt>
                <c:pt idx="3407">
                  <c:v>50.17382813</c:v>
                </c:pt>
                <c:pt idx="3408">
                  <c:v>50.17286682</c:v>
                </c:pt>
                <c:pt idx="3409">
                  <c:v>50.17163086</c:v>
                </c:pt>
                <c:pt idx="3410">
                  <c:v>50.17012024</c:v>
                </c:pt>
                <c:pt idx="3411">
                  <c:v>50.16953291</c:v>
                </c:pt>
                <c:pt idx="3412">
                  <c:v>50.16783142</c:v>
                </c:pt>
                <c:pt idx="3413">
                  <c:v>50.16696167</c:v>
                </c:pt>
                <c:pt idx="3414">
                  <c:v>50.16566907</c:v>
                </c:pt>
                <c:pt idx="3415">
                  <c:v>50.16517639</c:v>
                </c:pt>
                <c:pt idx="3416">
                  <c:v>50.16408629</c:v>
                </c:pt>
                <c:pt idx="3417">
                  <c:v>50.1631087</c:v>
                </c:pt>
                <c:pt idx="3418">
                  <c:v>50.16203799</c:v>
                </c:pt>
                <c:pt idx="3419">
                  <c:v>50.16105652</c:v>
                </c:pt>
                <c:pt idx="3420">
                  <c:v>50.16018677</c:v>
                </c:pt>
                <c:pt idx="3421">
                  <c:v>50.15929141</c:v>
                </c:pt>
                <c:pt idx="3422">
                  <c:v>50.15840692</c:v>
                </c:pt>
                <c:pt idx="3423">
                  <c:v>50.15766208</c:v>
                </c:pt>
                <c:pt idx="3424">
                  <c:v>50.15701035</c:v>
                </c:pt>
                <c:pt idx="3425">
                  <c:v>50.15638733</c:v>
                </c:pt>
                <c:pt idx="3426">
                  <c:v>50.15603276</c:v>
                </c:pt>
                <c:pt idx="3427">
                  <c:v>50.15515137</c:v>
                </c:pt>
                <c:pt idx="3428">
                  <c:v>50.15460205</c:v>
                </c:pt>
                <c:pt idx="3429">
                  <c:v>50.15412411</c:v>
                </c:pt>
                <c:pt idx="3430">
                  <c:v>50.15356549</c:v>
                </c:pt>
                <c:pt idx="3431">
                  <c:v>50.15313721</c:v>
                </c:pt>
                <c:pt idx="3432">
                  <c:v>50.152771</c:v>
                </c:pt>
                <c:pt idx="3433">
                  <c:v>50.15230858</c:v>
                </c:pt>
                <c:pt idx="3434">
                  <c:v>50.15184305</c:v>
                </c:pt>
                <c:pt idx="3435">
                  <c:v>50.15142408</c:v>
                </c:pt>
                <c:pt idx="3436">
                  <c:v>50.15098572</c:v>
                </c:pt>
                <c:pt idx="3437">
                  <c:v>50.15052795</c:v>
                </c:pt>
                <c:pt idx="3438">
                  <c:v>50.15016717</c:v>
                </c:pt>
                <c:pt idx="3439">
                  <c:v>50.14970165</c:v>
                </c:pt>
                <c:pt idx="3440">
                  <c:v>50.14933777</c:v>
                </c:pt>
                <c:pt idx="3441">
                  <c:v>50.14892578</c:v>
                </c:pt>
                <c:pt idx="3442">
                  <c:v>50.14839819</c:v>
                </c:pt>
                <c:pt idx="3443">
                  <c:v>50.14807232</c:v>
                </c:pt>
                <c:pt idx="3444">
                  <c:v>50.14769991</c:v>
                </c:pt>
                <c:pt idx="3445">
                  <c:v>50.14737404</c:v>
                </c:pt>
                <c:pt idx="3446">
                  <c:v>50.14700317</c:v>
                </c:pt>
                <c:pt idx="3447">
                  <c:v>50.14663696</c:v>
                </c:pt>
                <c:pt idx="3448">
                  <c:v>50.14630334</c:v>
                </c:pt>
                <c:pt idx="3449">
                  <c:v>50.14588437</c:v>
                </c:pt>
                <c:pt idx="3450">
                  <c:v>50.14551195</c:v>
                </c:pt>
                <c:pt idx="3451">
                  <c:v>50.14508057</c:v>
                </c:pt>
                <c:pt idx="3452">
                  <c:v>50.14466858</c:v>
                </c:pt>
                <c:pt idx="3453">
                  <c:v>50.14434814</c:v>
                </c:pt>
                <c:pt idx="3454">
                  <c:v>50.14397573</c:v>
                </c:pt>
                <c:pt idx="3455">
                  <c:v>50.14356995</c:v>
                </c:pt>
                <c:pt idx="3456">
                  <c:v>50.14323089</c:v>
                </c:pt>
                <c:pt idx="3457">
                  <c:v>50.14283752</c:v>
                </c:pt>
                <c:pt idx="3458">
                  <c:v>50.14248606</c:v>
                </c:pt>
                <c:pt idx="3459">
                  <c:v>50.14205933</c:v>
                </c:pt>
                <c:pt idx="3460">
                  <c:v>50.14174122</c:v>
                </c:pt>
                <c:pt idx="3461">
                  <c:v>50.1413688</c:v>
                </c:pt>
                <c:pt idx="3462">
                  <c:v>50.14094983</c:v>
                </c:pt>
                <c:pt idx="3463">
                  <c:v>50.14064026</c:v>
                </c:pt>
                <c:pt idx="3464">
                  <c:v>50.14027405</c:v>
                </c:pt>
                <c:pt idx="3465">
                  <c:v>50.13992568</c:v>
                </c:pt>
                <c:pt idx="3466">
                  <c:v>50.1394043</c:v>
                </c:pt>
                <c:pt idx="3467">
                  <c:v>50.13917542</c:v>
                </c:pt>
                <c:pt idx="3468">
                  <c:v>50.13871532</c:v>
                </c:pt>
                <c:pt idx="3469">
                  <c:v>50.13848877</c:v>
                </c:pt>
                <c:pt idx="3470">
                  <c:v>50.13812256</c:v>
                </c:pt>
                <c:pt idx="3471">
                  <c:v>50.13764462</c:v>
                </c:pt>
                <c:pt idx="3472">
                  <c:v>50.13722565</c:v>
                </c:pt>
                <c:pt idx="3473">
                  <c:v>50.13693237</c:v>
                </c:pt>
                <c:pt idx="3474">
                  <c:v>50.13657392</c:v>
                </c:pt>
                <c:pt idx="3475">
                  <c:v>50.13619995</c:v>
                </c:pt>
                <c:pt idx="3476">
                  <c:v>50.13583374</c:v>
                </c:pt>
                <c:pt idx="3477">
                  <c:v>50.13550322</c:v>
                </c:pt>
                <c:pt idx="3478">
                  <c:v>50.13505554</c:v>
                </c:pt>
                <c:pt idx="3479">
                  <c:v>50.13464355</c:v>
                </c:pt>
                <c:pt idx="3480">
                  <c:v>50.13427734</c:v>
                </c:pt>
                <c:pt idx="3481">
                  <c:v>50.13391113</c:v>
                </c:pt>
                <c:pt idx="3482">
                  <c:v>50.13368768</c:v>
                </c:pt>
                <c:pt idx="3483">
                  <c:v>50.13327026</c:v>
                </c:pt>
                <c:pt idx="3484">
                  <c:v>50.13290405</c:v>
                </c:pt>
                <c:pt idx="3485">
                  <c:v>50.13253784</c:v>
                </c:pt>
                <c:pt idx="3486">
                  <c:v>50.13215146</c:v>
                </c:pt>
                <c:pt idx="3487">
                  <c:v>50.1318512</c:v>
                </c:pt>
                <c:pt idx="3488">
                  <c:v>50.13140662</c:v>
                </c:pt>
                <c:pt idx="3489">
                  <c:v>50.13102722</c:v>
                </c:pt>
                <c:pt idx="3490">
                  <c:v>50.13066179</c:v>
                </c:pt>
                <c:pt idx="3491">
                  <c:v>50.13034058</c:v>
                </c:pt>
                <c:pt idx="3492">
                  <c:v>50.12997437</c:v>
                </c:pt>
                <c:pt idx="3493">
                  <c:v>50.12960815</c:v>
                </c:pt>
                <c:pt idx="3494">
                  <c:v>50.12928772</c:v>
                </c:pt>
                <c:pt idx="3495">
                  <c:v>50.12884625</c:v>
                </c:pt>
                <c:pt idx="3496">
                  <c:v>50.12852038</c:v>
                </c:pt>
                <c:pt idx="3497">
                  <c:v>50.12805176</c:v>
                </c:pt>
                <c:pt idx="3498">
                  <c:v>50.127729</c:v>
                </c:pt>
                <c:pt idx="3499">
                  <c:v>50.12731934</c:v>
                </c:pt>
                <c:pt idx="3500">
                  <c:v>50.12695313</c:v>
                </c:pt>
                <c:pt idx="3501">
                  <c:v>50.12661174</c:v>
                </c:pt>
                <c:pt idx="3502">
                  <c:v>50.1262207</c:v>
                </c:pt>
                <c:pt idx="3503">
                  <c:v>50.12590027</c:v>
                </c:pt>
                <c:pt idx="3504">
                  <c:v>50.12553406</c:v>
                </c:pt>
                <c:pt idx="3505">
                  <c:v>50.12516785</c:v>
                </c:pt>
                <c:pt idx="3506">
                  <c:v>50.1247962</c:v>
                </c:pt>
                <c:pt idx="3507">
                  <c:v>50.12438965</c:v>
                </c:pt>
                <c:pt idx="3508">
                  <c:v>50.12419103</c:v>
                </c:pt>
                <c:pt idx="3509">
                  <c:v>50.12381861</c:v>
                </c:pt>
                <c:pt idx="3510">
                  <c:v>50.12342834</c:v>
                </c:pt>
                <c:pt idx="3511">
                  <c:v>50.12307377</c:v>
                </c:pt>
                <c:pt idx="3512">
                  <c:v>50.12270135</c:v>
                </c:pt>
                <c:pt idx="3513">
                  <c:v>50.12237549</c:v>
                </c:pt>
                <c:pt idx="3514">
                  <c:v>50.12200928</c:v>
                </c:pt>
                <c:pt idx="3515">
                  <c:v>50.12164307</c:v>
                </c:pt>
                <c:pt idx="3516">
                  <c:v>50.1211853</c:v>
                </c:pt>
                <c:pt idx="3517">
                  <c:v>50.12081909</c:v>
                </c:pt>
                <c:pt idx="3518">
                  <c:v>50.12045288</c:v>
                </c:pt>
                <c:pt idx="3519">
                  <c:v>50.12028064</c:v>
                </c:pt>
                <c:pt idx="3520">
                  <c:v>50.11990822</c:v>
                </c:pt>
                <c:pt idx="3521">
                  <c:v>50.1195358</c:v>
                </c:pt>
                <c:pt idx="3522">
                  <c:v>50.11916338</c:v>
                </c:pt>
                <c:pt idx="3523">
                  <c:v>50.11875916</c:v>
                </c:pt>
                <c:pt idx="3524">
                  <c:v>50.11832544</c:v>
                </c:pt>
                <c:pt idx="3525">
                  <c:v>50.11811829</c:v>
                </c:pt>
                <c:pt idx="3526">
                  <c:v>50.11762716</c:v>
                </c:pt>
                <c:pt idx="3527">
                  <c:v>50.11724854</c:v>
                </c:pt>
                <c:pt idx="3528">
                  <c:v>50.11697388</c:v>
                </c:pt>
                <c:pt idx="3529">
                  <c:v>50.11656189</c:v>
                </c:pt>
                <c:pt idx="3530">
                  <c:v>50.11627715</c:v>
                </c:pt>
                <c:pt idx="3531">
                  <c:v>50.1159668</c:v>
                </c:pt>
                <c:pt idx="3532">
                  <c:v>50.11555481</c:v>
                </c:pt>
                <c:pt idx="3533">
                  <c:v>50.11515989</c:v>
                </c:pt>
                <c:pt idx="3534">
                  <c:v>50.11483403</c:v>
                </c:pt>
                <c:pt idx="3535">
                  <c:v>50.11441506</c:v>
                </c:pt>
                <c:pt idx="3536">
                  <c:v>50.11408919</c:v>
                </c:pt>
                <c:pt idx="3537">
                  <c:v>50.11390686</c:v>
                </c:pt>
                <c:pt idx="3538">
                  <c:v>50.11354065</c:v>
                </c:pt>
                <c:pt idx="3539">
                  <c:v>50.11312866</c:v>
                </c:pt>
                <c:pt idx="3540">
                  <c:v>50.11273918</c:v>
                </c:pt>
                <c:pt idx="3541">
                  <c:v>50.11239624</c:v>
                </c:pt>
                <c:pt idx="3542">
                  <c:v>50.11204089</c:v>
                </c:pt>
                <c:pt idx="3543">
                  <c:v>50.11180813</c:v>
                </c:pt>
                <c:pt idx="3544">
                  <c:v>50.11143571</c:v>
                </c:pt>
                <c:pt idx="3545">
                  <c:v>50.11106329</c:v>
                </c:pt>
                <c:pt idx="3546">
                  <c:v>50.11070251</c:v>
                </c:pt>
                <c:pt idx="3547">
                  <c:v>50.11036501</c:v>
                </c:pt>
                <c:pt idx="3548">
                  <c:v>50.10997009</c:v>
                </c:pt>
                <c:pt idx="3549">
                  <c:v>50.10966673</c:v>
                </c:pt>
                <c:pt idx="3550">
                  <c:v>50.10929431</c:v>
                </c:pt>
                <c:pt idx="3551">
                  <c:v>50.10900879</c:v>
                </c:pt>
                <c:pt idx="3552">
                  <c:v>50.10864258</c:v>
                </c:pt>
                <c:pt idx="3553">
                  <c:v>50.10831671</c:v>
                </c:pt>
                <c:pt idx="3554">
                  <c:v>50.10795593</c:v>
                </c:pt>
                <c:pt idx="3555">
                  <c:v>50.10766498</c:v>
                </c:pt>
                <c:pt idx="3556">
                  <c:v>50.10729256</c:v>
                </c:pt>
                <c:pt idx="3557">
                  <c:v>50.1069667</c:v>
                </c:pt>
                <c:pt idx="3558">
                  <c:v>50.10658264</c:v>
                </c:pt>
                <c:pt idx="3559">
                  <c:v>50.10635376</c:v>
                </c:pt>
                <c:pt idx="3560">
                  <c:v>50.10598755</c:v>
                </c:pt>
                <c:pt idx="3561">
                  <c:v>50.10570979</c:v>
                </c:pt>
                <c:pt idx="3562">
                  <c:v>50.10533737</c:v>
                </c:pt>
                <c:pt idx="3563">
                  <c:v>50.10507202</c:v>
                </c:pt>
                <c:pt idx="3564">
                  <c:v>50.10475159</c:v>
                </c:pt>
                <c:pt idx="3565">
                  <c:v>50.10445288</c:v>
                </c:pt>
                <c:pt idx="3566">
                  <c:v>50.10408046</c:v>
                </c:pt>
                <c:pt idx="3567">
                  <c:v>50.10369873</c:v>
                </c:pt>
                <c:pt idx="3568">
                  <c:v>50.10342873</c:v>
                </c:pt>
                <c:pt idx="3569">
                  <c:v>50.10314941</c:v>
                </c:pt>
                <c:pt idx="3570">
                  <c:v>50.10282355</c:v>
                </c:pt>
                <c:pt idx="3571">
                  <c:v>50.10268389</c:v>
                </c:pt>
                <c:pt idx="3572">
                  <c:v>50.10191345</c:v>
                </c:pt>
                <c:pt idx="3573">
                  <c:v>50.10159302</c:v>
                </c:pt>
                <c:pt idx="3574">
                  <c:v>50.10140991</c:v>
                </c:pt>
                <c:pt idx="3575">
                  <c:v>50.10072327</c:v>
                </c:pt>
                <c:pt idx="3576">
                  <c:v>50.10049438</c:v>
                </c:pt>
                <c:pt idx="3577">
                  <c:v>50.1000824</c:v>
                </c:pt>
                <c:pt idx="3578">
                  <c:v>50.0997511</c:v>
                </c:pt>
                <c:pt idx="3579">
                  <c:v>50.09947179</c:v>
                </c:pt>
                <c:pt idx="3580">
                  <c:v>50.09928558</c:v>
                </c:pt>
                <c:pt idx="3581">
                  <c:v>50.09893799</c:v>
                </c:pt>
                <c:pt idx="3582">
                  <c:v>50.09858729</c:v>
                </c:pt>
                <c:pt idx="3583">
                  <c:v>50.09829712</c:v>
                </c:pt>
                <c:pt idx="3584">
                  <c:v>50.09797668</c:v>
                </c:pt>
                <c:pt idx="3585">
                  <c:v>50.09783936</c:v>
                </c:pt>
                <c:pt idx="3586">
                  <c:v>50.0967865</c:v>
                </c:pt>
                <c:pt idx="3587">
                  <c:v>50.09644589</c:v>
                </c:pt>
                <c:pt idx="3588">
                  <c:v>50.09619141</c:v>
                </c:pt>
                <c:pt idx="3589">
                  <c:v>50.09588726</c:v>
                </c:pt>
                <c:pt idx="3590">
                  <c:v>50.09541321</c:v>
                </c:pt>
                <c:pt idx="3591">
                  <c:v>50.09495622</c:v>
                </c:pt>
                <c:pt idx="3592">
                  <c:v>50.09472656</c:v>
                </c:pt>
                <c:pt idx="3593">
                  <c:v>50.0944519</c:v>
                </c:pt>
                <c:pt idx="3594">
                  <c:v>50.09390259</c:v>
                </c:pt>
                <c:pt idx="3595">
                  <c:v>50.09358215</c:v>
                </c:pt>
                <c:pt idx="3596">
                  <c:v>50.09332689</c:v>
                </c:pt>
                <c:pt idx="3597">
                  <c:v>50.09314068</c:v>
                </c:pt>
                <c:pt idx="3598">
                  <c:v>50.09267516</c:v>
                </c:pt>
                <c:pt idx="3599">
                  <c:v>50.09234619</c:v>
                </c:pt>
                <c:pt idx="3600">
                  <c:v>50.09206998</c:v>
                </c:pt>
                <c:pt idx="3601">
                  <c:v>50.09179067</c:v>
                </c:pt>
                <c:pt idx="3602">
                  <c:v>50.09120178</c:v>
                </c:pt>
                <c:pt idx="3603">
                  <c:v>50.09101868</c:v>
                </c:pt>
                <c:pt idx="3604">
                  <c:v>50.09034755</c:v>
                </c:pt>
                <c:pt idx="3605">
                  <c:v>50.09006824</c:v>
                </c:pt>
                <c:pt idx="3606">
                  <c:v>50.08978892</c:v>
                </c:pt>
                <c:pt idx="3607">
                  <c:v>50.08946306</c:v>
                </c:pt>
                <c:pt idx="3608">
                  <c:v>50.08918762</c:v>
                </c:pt>
                <c:pt idx="3609">
                  <c:v>50.08881132</c:v>
                </c:pt>
                <c:pt idx="3610">
                  <c:v>50.08854675</c:v>
                </c:pt>
                <c:pt idx="3611">
                  <c:v>50.08822632</c:v>
                </c:pt>
                <c:pt idx="3612">
                  <c:v>50.08799744</c:v>
                </c:pt>
                <c:pt idx="3613">
                  <c:v>50.08774062</c:v>
                </c:pt>
                <c:pt idx="3614">
                  <c:v>50.08746131</c:v>
                </c:pt>
                <c:pt idx="3615">
                  <c:v>50.08713544</c:v>
                </c:pt>
                <c:pt idx="3616">
                  <c:v>50.08685613</c:v>
                </c:pt>
                <c:pt idx="3617">
                  <c:v>50.08657837</c:v>
                </c:pt>
                <c:pt idx="3618">
                  <c:v>50.08625793</c:v>
                </c:pt>
                <c:pt idx="3619">
                  <c:v>50.0859375</c:v>
                </c:pt>
                <c:pt idx="3620">
                  <c:v>50.08569232</c:v>
                </c:pt>
                <c:pt idx="3621">
                  <c:v>50.08552551</c:v>
                </c:pt>
                <c:pt idx="3622">
                  <c:v>50.08506775</c:v>
                </c:pt>
                <c:pt idx="3623">
                  <c:v>50.08493042</c:v>
                </c:pt>
                <c:pt idx="3624">
                  <c:v>50.08448197</c:v>
                </c:pt>
                <c:pt idx="3625">
                  <c:v>50.08424377</c:v>
                </c:pt>
                <c:pt idx="3626">
                  <c:v>50.08396989</c:v>
                </c:pt>
                <c:pt idx="3627">
                  <c:v>50.08369446</c:v>
                </c:pt>
                <c:pt idx="3628">
                  <c:v>50.08337402</c:v>
                </c:pt>
                <c:pt idx="3629">
                  <c:v>50.08313195</c:v>
                </c:pt>
                <c:pt idx="3630">
                  <c:v>50.08287048</c:v>
                </c:pt>
                <c:pt idx="3631">
                  <c:v>50.08255005</c:v>
                </c:pt>
                <c:pt idx="3632">
                  <c:v>50.08224746</c:v>
                </c:pt>
                <c:pt idx="3633">
                  <c:v>50.0820147</c:v>
                </c:pt>
                <c:pt idx="3634">
                  <c:v>50.0816803</c:v>
                </c:pt>
                <c:pt idx="3635">
                  <c:v>50.08140952</c:v>
                </c:pt>
                <c:pt idx="3636">
                  <c:v>50.08117676</c:v>
                </c:pt>
                <c:pt idx="3637">
                  <c:v>50.08089744</c:v>
                </c:pt>
                <c:pt idx="3638">
                  <c:v>50.08062744</c:v>
                </c:pt>
                <c:pt idx="3639">
                  <c:v>50.08035278</c:v>
                </c:pt>
                <c:pt idx="3640">
                  <c:v>50.08003235</c:v>
                </c:pt>
                <c:pt idx="3641">
                  <c:v>50.07975769</c:v>
                </c:pt>
                <c:pt idx="3642">
                  <c:v>50.0793457</c:v>
                </c:pt>
                <c:pt idx="3643">
                  <c:v>50.07925415</c:v>
                </c:pt>
                <c:pt idx="3644">
                  <c:v>50.0788957</c:v>
                </c:pt>
                <c:pt idx="3645">
                  <c:v>50.07861638</c:v>
                </c:pt>
                <c:pt idx="3646">
                  <c:v>50.07833862</c:v>
                </c:pt>
                <c:pt idx="3647">
                  <c:v>50.07805776</c:v>
                </c:pt>
                <c:pt idx="3648">
                  <c:v>50.07777844</c:v>
                </c:pt>
                <c:pt idx="3649">
                  <c:v>50.07754568</c:v>
                </c:pt>
                <c:pt idx="3650">
                  <c:v>50.07721982</c:v>
                </c:pt>
                <c:pt idx="3651">
                  <c:v>50.07691956</c:v>
                </c:pt>
                <c:pt idx="3652">
                  <c:v>50.07661464</c:v>
                </c:pt>
                <c:pt idx="3653">
                  <c:v>50.07627869</c:v>
                </c:pt>
                <c:pt idx="3654">
                  <c:v>50.07600403</c:v>
                </c:pt>
                <c:pt idx="3655">
                  <c:v>50.07577515</c:v>
                </c:pt>
                <c:pt idx="3656">
                  <c:v>50.07554394</c:v>
                </c:pt>
                <c:pt idx="3657">
                  <c:v>50.07527161</c:v>
                </c:pt>
                <c:pt idx="3658">
                  <c:v>50.07499695</c:v>
                </c:pt>
                <c:pt idx="3659">
                  <c:v>50.07475255</c:v>
                </c:pt>
                <c:pt idx="3660">
                  <c:v>50.07440186</c:v>
                </c:pt>
                <c:pt idx="3661">
                  <c:v>50.0741272</c:v>
                </c:pt>
                <c:pt idx="3662">
                  <c:v>50.07386806</c:v>
                </c:pt>
                <c:pt idx="3663">
                  <c:v>50.0737284</c:v>
                </c:pt>
                <c:pt idx="3664">
                  <c:v>50.07344909</c:v>
                </c:pt>
                <c:pt idx="3665">
                  <c:v>50.07316589</c:v>
                </c:pt>
                <c:pt idx="3666">
                  <c:v>50.07293701</c:v>
                </c:pt>
                <c:pt idx="3667">
                  <c:v>50.07261115</c:v>
                </c:pt>
                <c:pt idx="3668">
                  <c:v>50.07237838</c:v>
                </c:pt>
                <c:pt idx="3669">
                  <c:v>50.07223873</c:v>
                </c:pt>
                <c:pt idx="3670">
                  <c:v>50.07186631</c:v>
                </c:pt>
                <c:pt idx="3671">
                  <c:v>50.07174683</c:v>
                </c:pt>
                <c:pt idx="3672">
                  <c:v>50.07149389</c:v>
                </c:pt>
                <c:pt idx="3673">
                  <c:v>50.07121458</c:v>
                </c:pt>
                <c:pt idx="3674">
                  <c:v>50.07092285</c:v>
                </c:pt>
                <c:pt idx="3675">
                  <c:v>50.0707025</c:v>
                </c:pt>
                <c:pt idx="3676">
                  <c:v>50.07042319</c:v>
                </c:pt>
                <c:pt idx="3677">
                  <c:v>50.07019043</c:v>
                </c:pt>
                <c:pt idx="3678">
                  <c:v>50.07000422</c:v>
                </c:pt>
                <c:pt idx="3679">
                  <c:v>50.06977844</c:v>
                </c:pt>
                <c:pt idx="3680">
                  <c:v>50.0695387</c:v>
                </c:pt>
                <c:pt idx="3681">
                  <c:v>50.06930594</c:v>
                </c:pt>
                <c:pt idx="3682">
                  <c:v>50.06902662</c:v>
                </c:pt>
                <c:pt idx="3683">
                  <c:v>50.06879386</c:v>
                </c:pt>
                <c:pt idx="3684">
                  <c:v>50.0685611</c:v>
                </c:pt>
                <c:pt idx="3685">
                  <c:v>50.06832834</c:v>
                </c:pt>
                <c:pt idx="3686">
                  <c:v>50.06804903</c:v>
                </c:pt>
                <c:pt idx="3687">
                  <c:v>50.06781627</c:v>
                </c:pt>
                <c:pt idx="3688">
                  <c:v>50.06762695</c:v>
                </c:pt>
                <c:pt idx="3689">
                  <c:v>50.0673973</c:v>
                </c:pt>
                <c:pt idx="3690">
                  <c:v>50.06716919</c:v>
                </c:pt>
                <c:pt idx="3691">
                  <c:v>50.06693177</c:v>
                </c:pt>
                <c:pt idx="3692">
                  <c:v>50.06671143</c:v>
                </c:pt>
                <c:pt idx="3693">
                  <c:v>50.06648254</c:v>
                </c:pt>
                <c:pt idx="3694">
                  <c:v>50.06620789</c:v>
                </c:pt>
                <c:pt idx="3695">
                  <c:v>50.06602478</c:v>
                </c:pt>
                <c:pt idx="3696">
                  <c:v>50.06581452</c:v>
                </c:pt>
                <c:pt idx="3697">
                  <c:v>50.06552124</c:v>
                </c:pt>
                <c:pt idx="3698">
                  <c:v>50.06530244</c:v>
                </c:pt>
                <c:pt idx="3699">
                  <c:v>50.06511624</c:v>
                </c:pt>
                <c:pt idx="3700">
                  <c:v>50.06488347</c:v>
                </c:pt>
                <c:pt idx="3701">
                  <c:v>50.06465071</c:v>
                </c:pt>
                <c:pt idx="3702">
                  <c:v>50.06446838</c:v>
                </c:pt>
                <c:pt idx="3703">
                  <c:v>50.06423174</c:v>
                </c:pt>
                <c:pt idx="3704">
                  <c:v>50.06391907</c:v>
                </c:pt>
                <c:pt idx="3705">
                  <c:v>50.06369019</c:v>
                </c:pt>
                <c:pt idx="3706">
                  <c:v>50.06348691</c:v>
                </c:pt>
                <c:pt idx="3707">
                  <c:v>50.0632782</c:v>
                </c:pt>
                <c:pt idx="3708">
                  <c:v>50.06306794</c:v>
                </c:pt>
                <c:pt idx="3709">
                  <c:v>50.06282043</c:v>
                </c:pt>
                <c:pt idx="3710">
                  <c:v>50.06255586</c:v>
                </c:pt>
                <c:pt idx="3711">
                  <c:v>50.06236267</c:v>
                </c:pt>
                <c:pt idx="3712">
                  <c:v>50.06213379</c:v>
                </c:pt>
                <c:pt idx="3713">
                  <c:v>50.06190491</c:v>
                </c:pt>
                <c:pt idx="3714">
                  <c:v>50.06181103</c:v>
                </c:pt>
                <c:pt idx="3715">
                  <c:v>50.06148516</c:v>
                </c:pt>
                <c:pt idx="3716">
                  <c:v>50.0612524</c:v>
                </c:pt>
                <c:pt idx="3717">
                  <c:v>50.06101964</c:v>
                </c:pt>
                <c:pt idx="3718">
                  <c:v>50.06083343</c:v>
                </c:pt>
                <c:pt idx="3719">
                  <c:v>50.06060067</c:v>
                </c:pt>
                <c:pt idx="3720">
                  <c:v>50.06034851</c:v>
                </c:pt>
                <c:pt idx="3721">
                  <c:v>50.06016541</c:v>
                </c:pt>
                <c:pt idx="3722">
                  <c:v>50.05994894</c:v>
                </c:pt>
                <c:pt idx="3723">
                  <c:v>50.05961609</c:v>
                </c:pt>
                <c:pt idx="3724">
                  <c:v>50.05943686</c:v>
                </c:pt>
                <c:pt idx="3725">
                  <c:v>50.05892479</c:v>
                </c:pt>
                <c:pt idx="3726">
                  <c:v>50.05873858</c:v>
                </c:pt>
                <c:pt idx="3727">
                  <c:v>50.05845927</c:v>
                </c:pt>
                <c:pt idx="3728">
                  <c:v>50.05828857</c:v>
                </c:pt>
                <c:pt idx="3729">
                  <c:v>50.05805969</c:v>
                </c:pt>
                <c:pt idx="3730">
                  <c:v>50.05780753</c:v>
                </c:pt>
                <c:pt idx="3731">
                  <c:v>50.05766788</c:v>
                </c:pt>
                <c:pt idx="3732">
                  <c:v>50.05743512</c:v>
                </c:pt>
                <c:pt idx="3733">
                  <c:v>50.05720236</c:v>
                </c:pt>
                <c:pt idx="3734">
                  <c:v>50.05696106</c:v>
                </c:pt>
                <c:pt idx="3735">
                  <c:v>50.05678339</c:v>
                </c:pt>
                <c:pt idx="3736">
                  <c:v>50.05655062</c:v>
                </c:pt>
                <c:pt idx="3737">
                  <c:v>50.05627441</c:v>
                </c:pt>
                <c:pt idx="3738">
                  <c:v>50.0560851</c:v>
                </c:pt>
                <c:pt idx="3739">
                  <c:v>50.0559082</c:v>
                </c:pt>
                <c:pt idx="3740">
                  <c:v>50.05566613</c:v>
                </c:pt>
                <c:pt idx="3741">
                  <c:v>50.05543337</c:v>
                </c:pt>
                <c:pt idx="3742">
                  <c:v>50.05520061</c:v>
                </c:pt>
                <c:pt idx="3743">
                  <c:v>50.0549469</c:v>
                </c:pt>
                <c:pt idx="3744">
                  <c:v>50.05476379</c:v>
                </c:pt>
                <c:pt idx="3745">
                  <c:v>50.05453491</c:v>
                </c:pt>
                <c:pt idx="3746">
                  <c:v>50.05426025</c:v>
                </c:pt>
                <c:pt idx="3747">
                  <c:v>50.05407715</c:v>
                </c:pt>
                <c:pt idx="3748">
                  <c:v>50.05385059</c:v>
                </c:pt>
                <c:pt idx="3749">
                  <c:v>50.05361783</c:v>
                </c:pt>
                <c:pt idx="3750">
                  <c:v>50.05343628</c:v>
                </c:pt>
                <c:pt idx="3751">
                  <c:v>50.05324542</c:v>
                </c:pt>
                <c:pt idx="3752">
                  <c:v>50.0529661</c:v>
                </c:pt>
                <c:pt idx="3753">
                  <c:v>50.05277989</c:v>
                </c:pt>
                <c:pt idx="3754">
                  <c:v>50.05259368</c:v>
                </c:pt>
                <c:pt idx="3755">
                  <c:v>50.05231437</c:v>
                </c:pt>
                <c:pt idx="3756">
                  <c:v>50.05215454</c:v>
                </c:pt>
                <c:pt idx="3757">
                  <c:v>50.05197144</c:v>
                </c:pt>
                <c:pt idx="3758">
                  <c:v>50.051651</c:v>
                </c:pt>
                <c:pt idx="3759">
                  <c:v>50.05147643</c:v>
                </c:pt>
                <c:pt idx="3760">
                  <c:v>50.05115056</c:v>
                </c:pt>
                <c:pt idx="3761">
                  <c:v>50.05105591</c:v>
                </c:pt>
                <c:pt idx="3762">
                  <c:v>50.0508247</c:v>
                </c:pt>
                <c:pt idx="3763">
                  <c:v>50.05055237</c:v>
                </c:pt>
                <c:pt idx="3764">
                  <c:v>50.05031262</c:v>
                </c:pt>
                <c:pt idx="3765">
                  <c:v>50.05007986</c:v>
                </c:pt>
                <c:pt idx="3766">
                  <c:v>50.0498471</c:v>
                </c:pt>
                <c:pt idx="3767">
                  <c:v>50.04963684</c:v>
                </c:pt>
                <c:pt idx="3768">
                  <c:v>50.04942813</c:v>
                </c:pt>
                <c:pt idx="3769">
                  <c:v>50.0491333</c:v>
                </c:pt>
                <c:pt idx="3770">
                  <c:v>50.04900916</c:v>
                </c:pt>
                <c:pt idx="3771">
                  <c:v>50.04872131</c:v>
                </c:pt>
                <c:pt idx="3772">
                  <c:v>50.04849243</c:v>
                </c:pt>
                <c:pt idx="3773">
                  <c:v>50.04831088</c:v>
                </c:pt>
                <c:pt idx="3774">
                  <c:v>50.04807812</c:v>
                </c:pt>
                <c:pt idx="3775">
                  <c:v>50.04785156</c:v>
                </c:pt>
                <c:pt idx="3776">
                  <c:v>50.04766846</c:v>
                </c:pt>
                <c:pt idx="3777">
                  <c:v>50.04747294</c:v>
                </c:pt>
                <c:pt idx="3778">
                  <c:v>50.04719362</c:v>
                </c:pt>
                <c:pt idx="3779">
                  <c:v>50.04693604</c:v>
                </c:pt>
                <c:pt idx="3780">
                  <c:v>50.0467281</c:v>
                </c:pt>
                <c:pt idx="3781">
                  <c:v>50.04649534</c:v>
                </c:pt>
                <c:pt idx="3782">
                  <c:v>50.04629517</c:v>
                </c:pt>
                <c:pt idx="3783">
                  <c:v>50.04621603</c:v>
                </c:pt>
              </c:numCache>
            </c:numRef>
          </c:y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scatterChart>
      <c:valAx>
        <c:axId val="48672768"/>
        <c:scaling>
          <c:orientation val="minMax"/>
          <c:max val="52.4"/>
          <c:min val="49.7"/>
        </c:scaling>
        <c:delete val="0"/>
        <c:axPos val="l"/>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Latitude (degrees north)</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majorUnit val="0.5"/>
      </c:valAx>
      <c:valAx>
        <c:axId val="48650112"/>
        <c:scaling>
          <c:orientation val="minMax"/>
          <c:max val="9.4"/>
          <c:min val="-1"/>
        </c:scaling>
        <c:delete val="0"/>
        <c:axPos val="b"/>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Longitude (degrees east)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F46"/>
              </a:solidFill>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Nearest medoid (cluster 1)</c:v>
          </c:tx>
          <c:spPr>
            <a:ln xmlns:a="http://schemas.openxmlformats.org/drawingml/2006/main" w="23813">
              <a:solidFill>
                <a:srgbClr val="E28726"/>
              </a:solidFill>
            </a:ln>
          </c:spPr>
          <c:marker>
            <c:symbol val="none"/>
          </c:marker>
          <c:xVal>
            <c:numRef>
              <c:f>'Chart Data'!$A$2:$A$3595</c:f>
              <c:numCache>
                <c:formatCode>General</c:formatCode>
                <c:ptCount val="3594"/>
                <c:pt idx="0">
                  <c:v>-0.45921326</c:v>
                </c:pt>
                <c:pt idx="1">
                  <c:v>-0.46035767</c:v>
                </c:pt>
                <c:pt idx="2">
                  <c:v>-0.46188354</c:v>
                </c:pt>
                <c:pt idx="3">
                  <c:v>-0.46295166</c:v>
                </c:pt>
                <c:pt idx="4">
                  <c:v>-0.46379089</c:v>
                </c:pt>
                <c:pt idx="5">
                  <c:v>-0.46508789</c:v>
                </c:pt>
                <c:pt idx="6">
                  <c:v>-0.46615601</c:v>
                </c:pt>
                <c:pt idx="7">
                  <c:v>-0.46669625</c:v>
                </c:pt>
                <c:pt idx="8">
                  <c:v>-0.46780973</c:v>
                </c:pt>
                <c:pt idx="9">
                  <c:v>-0.46884898</c:v>
                </c:pt>
                <c:pt idx="10">
                  <c:v>-0.47035217</c:v>
                </c:pt>
                <c:pt idx="11">
                  <c:v>-0.47159556</c:v>
                </c:pt>
                <c:pt idx="12">
                  <c:v>-0.47196672</c:v>
                </c:pt>
                <c:pt idx="13">
                  <c:v>-0.47411944</c:v>
                </c:pt>
                <c:pt idx="14">
                  <c:v>-0.4750061</c:v>
                </c:pt>
                <c:pt idx="15">
                  <c:v>-0.47599792</c:v>
                </c:pt>
                <c:pt idx="16">
                  <c:v>-0.47723719</c:v>
                </c:pt>
                <c:pt idx="17">
                  <c:v>-0.4782022</c:v>
                </c:pt>
                <c:pt idx="18">
                  <c:v>-0.47912598</c:v>
                </c:pt>
                <c:pt idx="19">
                  <c:v>-0.48013223</c:v>
                </c:pt>
                <c:pt idx="20">
                  <c:v>-0.48154264</c:v>
                </c:pt>
                <c:pt idx="21">
                  <c:v>-0.48198803</c:v>
                </c:pt>
                <c:pt idx="22">
                  <c:v>-0.48339844</c:v>
                </c:pt>
                <c:pt idx="23">
                  <c:v>-0.48436345</c:v>
                </c:pt>
                <c:pt idx="24">
                  <c:v>-0.48530579</c:v>
                </c:pt>
                <c:pt idx="25">
                  <c:v>-0.48592232</c:v>
                </c:pt>
                <c:pt idx="26">
                  <c:v>-0.48837198</c:v>
                </c:pt>
                <c:pt idx="27">
                  <c:v>-0.48948546</c:v>
                </c:pt>
                <c:pt idx="28">
                  <c:v>-0.49041748</c:v>
                </c:pt>
                <c:pt idx="29">
                  <c:v>-0.49134126</c:v>
                </c:pt>
                <c:pt idx="30">
                  <c:v>-0.49255371</c:v>
                </c:pt>
                <c:pt idx="31">
                  <c:v>-0.49293518</c:v>
                </c:pt>
                <c:pt idx="32">
                  <c:v>-0.49572094</c:v>
                </c:pt>
                <c:pt idx="33">
                  <c:v>-0.49779944</c:v>
                </c:pt>
                <c:pt idx="34">
                  <c:v>-0.49873352</c:v>
                </c:pt>
                <c:pt idx="35">
                  <c:v>-0.49995422</c:v>
                </c:pt>
                <c:pt idx="36">
                  <c:v>-0.50102234</c:v>
                </c:pt>
                <c:pt idx="37">
                  <c:v>-0.50203066</c:v>
                </c:pt>
                <c:pt idx="38">
                  <c:v>-0.50361633</c:v>
                </c:pt>
                <c:pt idx="39">
                  <c:v>-0.50468445</c:v>
                </c:pt>
                <c:pt idx="40">
                  <c:v>-0.50574225</c:v>
                </c:pt>
                <c:pt idx="41">
                  <c:v>-0.50712585</c:v>
                </c:pt>
                <c:pt idx="42">
                  <c:v>-0.50804138</c:v>
                </c:pt>
                <c:pt idx="43">
                  <c:v>-0.50918579</c:v>
                </c:pt>
                <c:pt idx="44">
                  <c:v>-0.51019617</c:v>
                </c:pt>
                <c:pt idx="45">
                  <c:v>-0.51139832</c:v>
                </c:pt>
                <c:pt idx="46">
                  <c:v>-0.51264582</c:v>
                </c:pt>
                <c:pt idx="47">
                  <c:v>-0.51368713</c:v>
                </c:pt>
                <c:pt idx="48">
                  <c:v>-0.51487278</c:v>
                </c:pt>
                <c:pt idx="49">
                  <c:v>-0.51606049</c:v>
                </c:pt>
                <c:pt idx="50">
                  <c:v>-0.51734924</c:v>
                </c:pt>
                <c:pt idx="51">
                  <c:v>-0.51818848</c:v>
                </c:pt>
                <c:pt idx="52">
                  <c:v>-0.51940918</c:v>
                </c:pt>
                <c:pt idx="53">
                  <c:v>-0.52062988</c:v>
                </c:pt>
                <c:pt idx="54">
                  <c:v>-0.52192688</c:v>
                </c:pt>
                <c:pt idx="55">
                  <c:v>-0.52296407</c:v>
                </c:pt>
                <c:pt idx="56">
                  <c:v>-0.52406311</c:v>
                </c:pt>
                <c:pt idx="57">
                  <c:v>-0.52536011</c:v>
                </c:pt>
                <c:pt idx="58">
                  <c:v>-0.52667566</c:v>
                </c:pt>
                <c:pt idx="59">
                  <c:v>-0.52786337</c:v>
                </c:pt>
                <c:pt idx="60">
                  <c:v>-0.52912532</c:v>
                </c:pt>
                <c:pt idx="61">
                  <c:v>-0.53016663</c:v>
                </c:pt>
                <c:pt idx="62">
                  <c:v>-0.53131104</c:v>
                </c:pt>
                <c:pt idx="63">
                  <c:v>-0.53239152</c:v>
                </c:pt>
                <c:pt idx="64">
                  <c:v>-0.5337277</c:v>
                </c:pt>
                <c:pt idx="65">
                  <c:v>-0.53474426</c:v>
                </c:pt>
                <c:pt idx="66">
                  <c:v>-0.53611755</c:v>
                </c:pt>
                <c:pt idx="67">
                  <c:v>-0.53706814</c:v>
                </c:pt>
                <c:pt idx="68">
                  <c:v>-0.53817749</c:v>
                </c:pt>
                <c:pt idx="69">
                  <c:v>-0.53855896</c:v>
                </c:pt>
                <c:pt idx="70">
                  <c:v>-0.53966625</c:v>
                </c:pt>
                <c:pt idx="71">
                  <c:v>-0.54055704</c:v>
                </c:pt>
                <c:pt idx="72">
                  <c:v>-0.54130554</c:v>
                </c:pt>
                <c:pt idx="73">
                  <c:v>-0.54248707</c:v>
                </c:pt>
                <c:pt idx="74">
                  <c:v>-0.54293246</c:v>
                </c:pt>
                <c:pt idx="75">
                  <c:v>-0.54374901</c:v>
                </c:pt>
                <c:pt idx="76">
                  <c:v>-0.54443359</c:v>
                </c:pt>
                <c:pt idx="77">
                  <c:v>-0.54496765</c:v>
                </c:pt>
                <c:pt idx="78">
                  <c:v>-0.54560481</c:v>
                </c:pt>
                <c:pt idx="79">
                  <c:v>-0.54603577</c:v>
                </c:pt>
                <c:pt idx="80">
                  <c:v>-0.54649559</c:v>
                </c:pt>
                <c:pt idx="81">
                  <c:v>-0.54686675</c:v>
                </c:pt>
                <c:pt idx="82">
                  <c:v>-0.54710388</c:v>
                </c:pt>
                <c:pt idx="83">
                  <c:v>-0.54733276</c:v>
                </c:pt>
                <c:pt idx="84">
                  <c:v>-0.54733276</c:v>
                </c:pt>
                <c:pt idx="85">
                  <c:v>-0.54746061</c:v>
                </c:pt>
                <c:pt idx="86">
                  <c:v>-0.54740906</c:v>
                </c:pt>
                <c:pt idx="87">
                  <c:v>-0.54733276</c:v>
                </c:pt>
                <c:pt idx="88">
                  <c:v>-0.54716368</c:v>
                </c:pt>
                <c:pt idx="89">
                  <c:v>-0.54695129</c:v>
                </c:pt>
                <c:pt idx="90">
                  <c:v>-0.54656982</c:v>
                </c:pt>
                <c:pt idx="91">
                  <c:v>-0.54618835</c:v>
                </c:pt>
                <c:pt idx="92">
                  <c:v>-0.54573059</c:v>
                </c:pt>
                <c:pt idx="93">
                  <c:v>-0.54523365</c:v>
                </c:pt>
                <c:pt idx="94">
                  <c:v>-0.54466248</c:v>
                </c:pt>
                <c:pt idx="95">
                  <c:v>-0.54405212</c:v>
                </c:pt>
                <c:pt idx="96">
                  <c:v>-0.54321289</c:v>
                </c:pt>
                <c:pt idx="97">
                  <c:v>-0.54260254</c:v>
                </c:pt>
                <c:pt idx="98">
                  <c:v>-0.54176331</c:v>
                </c:pt>
                <c:pt idx="99">
                  <c:v>-0.54085396</c:v>
                </c:pt>
                <c:pt idx="100">
                  <c:v>-0.53962708</c:v>
                </c:pt>
                <c:pt idx="101">
                  <c:v>-0.53855277</c:v>
                </c:pt>
                <c:pt idx="102">
                  <c:v>-0.53751353</c:v>
                </c:pt>
                <c:pt idx="103">
                  <c:v>-0.53640005</c:v>
                </c:pt>
                <c:pt idx="104">
                  <c:v>-0.53565979</c:v>
                </c:pt>
                <c:pt idx="105">
                  <c:v>-0.53432155</c:v>
                </c:pt>
                <c:pt idx="106">
                  <c:v>-0.5329895</c:v>
                </c:pt>
                <c:pt idx="107">
                  <c:v>-0.5316925</c:v>
                </c:pt>
                <c:pt idx="108">
                  <c:v>-0.53053572</c:v>
                </c:pt>
                <c:pt idx="109">
                  <c:v>-0.52927378</c:v>
                </c:pt>
                <c:pt idx="110">
                  <c:v>-0.5280304</c:v>
                </c:pt>
                <c:pt idx="111">
                  <c:v>-0.52689836</c:v>
                </c:pt>
                <c:pt idx="112">
                  <c:v>-0.52563642</c:v>
                </c:pt>
                <c:pt idx="113">
                  <c:v>-0.52422601</c:v>
                </c:pt>
                <c:pt idx="114">
                  <c:v>-0.52296407</c:v>
                </c:pt>
                <c:pt idx="115">
                  <c:v>-0.52155366</c:v>
                </c:pt>
                <c:pt idx="116">
                  <c:v>-0.52017212</c:v>
                </c:pt>
                <c:pt idx="117">
                  <c:v>-0.519104</c:v>
                </c:pt>
                <c:pt idx="118">
                  <c:v>-0.51791629</c:v>
                </c:pt>
                <c:pt idx="119">
                  <c:v>-0.51681519</c:v>
                </c:pt>
                <c:pt idx="120">
                  <c:v>-0.51539241</c:v>
                </c:pt>
                <c:pt idx="121">
                  <c:v>-0.51442739</c:v>
                </c:pt>
                <c:pt idx="122">
                  <c:v>-0.51330566</c:v>
                </c:pt>
                <c:pt idx="123">
                  <c:v>-0.51200867</c:v>
                </c:pt>
                <c:pt idx="124">
                  <c:v>-0.51078796</c:v>
                </c:pt>
                <c:pt idx="125">
                  <c:v>-0.50949097</c:v>
                </c:pt>
                <c:pt idx="126">
                  <c:v>-0.50834656</c:v>
                </c:pt>
                <c:pt idx="127">
                  <c:v>-0.50743103</c:v>
                </c:pt>
                <c:pt idx="128">
                  <c:v>-0.50603918</c:v>
                </c:pt>
                <c:pt idx="129">
                  <c:v>-0.50498962</c:v>
                </c:pt>
                <c:pt idx="130">
                  <c:v>-0.50358953</c:v>
                </c:pt>
                <c:pt idx="131">
                  <c:v>-0.50240182</c:v>
                </c:pt>
                <c:pt idx="132">
                  <c:v>-0.50140381</c:v>
                </c:pt>
                <c:pt idx="133">
                  <c:v>-0.50024909</c:v>
                </c:pt>
                <c:pt idx="134">
                  <c:v>-0.49928407</c:v>
                </c:pt>
                <c:pt idx="135">
                  <c:v>-0.49781799</c:v>
                </c:pt>
                <c:pt idx="136">
                  <c:v>-0.49697876</c:v>
                </c:pt>
                <c:pt idx="137">
                  <c:v>-0.49575806</c:v>
                </c:pt>
                <c:pt idx="138">
                  <c:v>-0.49468169</c:v>
                </c:pt>
                <c:pt idx="139">
                  <c:v>-0.49331665</c:v>
                </c:pt>
                <c:pt idx="140">
                  <c:v>-0.49232483</c:v>
                </c:pt>
                <c:pt idx="141">
                  <c:v>-0.49102783</c:v>
                </c:pt>
                <c:pt idx="142">
                  <c:v>-0.48988342</c:v>
                </c:pt>
                <c:pt idx="143">
                  <c:v>-0.48881737</c:v>
                </c:pt>
                <c:pt idx="144">
                  <c:v>-0.4875946</c:v>
                </c:pt>
                <c:pt idx="145">
                  <c:v>-0.4863739</c:v>
                </c:pt>
                <c:pt idx="146">
                  <c:v>-0.48503154</c:v>
                </c:pt>
                <c:pt idx="147">
                  <c:v>-0.4838562</c:v>
                </c:pt>
                <c:pt idx="148">
                  <c:v>-0.48210144</c:v>
                </c:pt>
                <c:pt idx="149">
                  <c:v>-0.48146841</c:v>
                </c:pt>
                <c:pt idx="150">
                  <c:v>-0.480058</c:v>
                </c:pt>
                <c:pt idx="151">
                  <c:v>-0.47836304</c:v>
                </c:pt>
                <c:pt idx="152">
                  <c:v>-0.47723719</c:v>
                </c:pt>
                <c:pt idx="153">
                  <c:v>-0.47582678</c:v>
                </c:pt>
                <c:pt idx="154">
                  <c:v>-0.4744906</c:v>
                </c:pt>
                <c:pt idx="155">
                  <c:v>-0.47332764</c:v>
                </c:pt>
                <c:pt idx="156">
                  <c:v>-0.47248634</c:v>
                </c:pt>
                <c:pt idx="157">
                  <c:v>-0.47092747</c:v>
                </c:pt>
                <c:pt idx="158">
                  <c:v>-0.46974182</c:v>
                </c:pt>
                <c:pt idx="159">
                  <c:v>-0.46810666</c:v>
                </c:pt>
                <c:pt idx="160">
                  <c:v>-0.46691895</c:v>
                </c:pt>
                <c:pt idx="161">
                  <c:v>-0.46554565</c:v>
                </c:pt>
                <c:pt idx="162">
                  <c:v>-0.46394967</c:v>
                </c:pt>
                <c:pt idx="163">
                  <c:v>-0.46261349</c:v>
                </c:pt>
                <c:pt idx="164">
                  <c:v>-0.46112061</c:v>
                </c:pt>
                <c:pt idx="165">
                  <c:v>-0.46020508</c:v>
                </c:pt>
                <c:pt idx="166">
                  <c:v>-0.45829773</c:v>
                </c:pt>
                <c:pt idx="167">
                  <c:v>-0.45776367</c:v>
                </c:pt>
                <c:pt idx="168">
                  <c:v>-0.45608108</c:v>
                </c:pt>
                <c:pt idx="169">
                  <c:v>-0.45433044</c:v>
                </c:pt>
                <c:pt idx="170">
                  <c:v>-0.4531118</c:v>
                </c:pt>
                <c:pt idx="171">
                  <c:v>-0.45173645</c:v>
                </c:pt>
                <c:pt idx="172">
                  <c:v>-0.45036316</c:v>
                </c:pt>
                <c:pt idx="173">
                  <c:v>-0.44902905</c:v>
                </c:pt>
                <c:pt idx="174">
                  <c:v>-0.44754028</c:v>
                </c:pt>
                <c:pt idx="175">
                  <c:v>-0.44624329</c:v>
                </c:pt>
                <c:pt idx="176">
                  <c:v>-0.44487</c:v>
                </c:pt>
                <c:pt idx="177">
                  <c:v>-0.44338742</c:v>
                </c:pt>
                <c:pt idx="178">
                  <c:v>-0.44212548</c:v>
                </c:pt>
                <c:pt idx="179">
                  <c:v>-0.4407893</c:v>
                </c:pt>
                <c:pt idx="180">
                  <c:v>-0.43952942</c:v>
                </c:pt>
                <c:pt idx="181">
                  <c:v>-0.43807983</c:v>
                </c:pt>
                <c:pt idx="182">
                  <c:v>-0.43670654</c:v>
                </c:pt>
                <c:pt idx="183">
                  <c:v>-0.43529614</c:v>
                </c:pt>
                <c:pt idx="184">
                  <c:v>-0.43395996</c:v>
                </c:pt>
                <c:pt idx="185">
                  <c:v>-0.43266296</c:v>
                </c:pt>
                <c:pt idx="186">
                  <c:v>-0.43128761</c:v>
                </c:pt>
                <c:pt idx="187">
                  <c:v>-0.43006897</c:v>
                </c:pt>
                <c:pt idx="188">
                  <c:v>-0.42854103</c:v>
                </c:pt>
                <c:pt idx="189">
                  <c:v>-0.42705639</c:v>
                </c:pt>
                <c:pt idx="190">
                  <c:v>-0.42579651</c:v>
                </c:pt>
                <c:pt idx="191">
                  <c:v>-0.42442322</c:v>
                </c:pt>
                <c:pt idx="192">
                  <c:v>-0.42297363</c:v>
                </c:pt>
                <c:pt idx="193">
                  <c:v>-0.42160034</c:v>
                </c:pt>
                <c:pt idx="194">
                  <c:v>-0.42007446</c:v>
                </c:pt>
                <c:pt idx="195">
                  <c:v>-0.41881664</c:v>
                </c:pt>
                <c:pt idx="196">
                  <c:v>-0.41748047</c:v>
                </c:pt>
                <c:pt idx="197">
                  <c:v>-0.4159216</c:v>
                </c:pt>
                <c:pt idx="198">
                  <c:v>-0.41488235</c:v>
                </c:pt>
                <c:pt idx="199">
                  <c:v>-0.41347194</c:v>
                </c:pt>
                <c:pt idx="200">
                  <c:v>-0.41221</c:v>
                </c:pt>
                <c:pt idx="201">
                  <c:v>-0.4107666</c:v>
                </c:pt>
                <c:pt idx="202">
                  <c:v>-0.40938919</c:v>
                </c:pt>
                <c:pt idx="203">
                  <c:v>-0.40797878</c:v>
                </c:pt>
                <c:pt idx="204">
                  <c:v>-0.40649414</c:v>
                </c:pt>
                <c:pt idx="205">
                  <c:v>-0.40496826</c:v>
                </c:pt>
                <c:pt idx="206">
                  <c:v>-0.40359497</c:v>
                </c:pt>
                <c:pt idx="207">
                  <c:v>-0.40226292</c:v>
                </c:pt>
                <c:pt idx="208">
                  <c:v>-0.40100098</c:v>
                </c:pt>
                <c:pt idx="209">
                  <c:v>-0.39970398</c:v>
                </c:pt>
                <c:pt idx="210">
                  <c:v>-0.39832863</c:v>
                </c:pt>
                <c:pt idx="211">
                  <c:v>-0.39691822</c:v>
                </c:pt>
                <c:pt idx="212">
                  <c:v>-0.39558204</c:v>
                </c:pt>
                <c:pt idx="213">
                  <c:v>-0.39409741</c:v>
                </c:pt>
                <c:pt idx="214">
                  <c:v>-0.39283752</c:v>
                </c:pt>
                <c:pt idx="215">
                  <c:v>-0.39131165</c:v>
                </c:pt>
                <c:pt idx="216">
                  <c:v>-0.39008888</c:v>
                </c:pt>
                <c:pt idx="217">
                  <c:v>-0.38882694</c:v>
                </c:pt>
                <c:pt idx="218">
                  <c:v>-0.38757324</c:v>
                </c:pt>
                <c:pt idx="219">
                  <c:v>-0.38622882</c:v>
                </c:pt>
                <c:pt idx="220">
                  <c:v>-0.38459572</c:v>
                </c:pt>
                <c:pt idx="221">
                  <c:v>-0.38291931</c:v>
                </c:pt>
                <c:pt idx="222">
                  <c:v>-0.38139343</c:v>
                </c:pt>
                <c:pt idx="223">
                  <c:v>-0.37984487</c:v>
                </c:pt>
                <c:pt idx="224">
                  <c:v>-0.37858293</c:v>
                </c:pt>
                <c:pt idx="225">
                  <c:v>-0.37650443</c:v>
                </c:pt>
                <c:pt idx="226">
                  <c:v>-0.37506104</c:v>
                </c:pt>
                <c:pt idx="227">
                  <c:v>-0.37360939</c:v>
                </c:pt>
                <c:pt idx="228">
                  <c:v>-0.37193298</c:v>
                </c:pt>
                <c:pt idx="229">
                  <c:v>-0.37033081</c:v>
                </c:pt>
                <c:pt idx="230">
                  <c:v>-0.36885854</c:v>
                </c:pt>
                <c:pt idx="231">
                  <c:v>-0.36700274</c:v>
                </c:pt>
                <c:pt idx="232">
                  <c:v>-0.36536964</c:v>
                </c:pt>
                <c:pt idx="233">
                  <c:v>-0.36366231</c:v>
                </c:pt>
                <c:pt idx="234">
                  <c:v>-0.36210344</c:v>
                </c:pt>
                <c:pt idx="235">
                  <c:v>-0.3603961</c:v>
                </c:pt>
                <c:pt idx="236">
                  <c:v>-0.35868877</c:v>
                </c:pt>
                <c:pt idx="237">
                  <c:v>-0.35697937</c:v>
                </c:pt>
                <c:pt idx="238">
                  <c:v>-0.35549679</c:v>
                </c:pt>
                <c:pt idx="239">
                  <c:v>-0.35339355</c:v>
                </c:pt>
                <c:pt idx="240">
                  <c:v>-0.35185943</c:v>
                </c:pt>
                <c:pt idx="241">
                  <c:v>-0.34957886</c:v>
                </c:pt>
                <c:pt idx="242">
                  <c:v>-0.34767151</c:v>
                </c:pt>
                <c:pt idx="243">
                  <c:v>-0.34681166</c:v>
                </c:pt>
                <c:pt idx="244">
                  <c:v>-0.34423828</c:v>
                </c:pt>
                <c:pt idx="245">
                  <c:v>-0.3425062</c:v>
                </c:pt>
                <c:pt idx="246">
                  <c:v>-0.34156799</c:v>
                </c:pt>
                <c:pt idx="247">
                  <c:v>-0.33916576</c:v>
                </c:pt>
                <c:pt idx="248">
                  <c:v>-0.3373842</c:v>
                </c:pt>
                <c:pt idx="249">
                  <c:v>-0.33567686</c:v>
                </c:pt>
                <c:pt idx="250">
                  <c:v>-0.33411799</c:v>
                </c:pt>
                <c:pt idx="251">
                  <c:v>-0.33218384</c:v>
                </c:pt>
                <c:pt idx="252">
                  <c:v>-0.33055486</c:v>
                </c:pt>
                <c:pt idx="253">
                  <c:v>-0.32869906</c:v>
                </c:pt>
                <c:pt idx="254">
                  <c:v>-0.32707214</c:v>
                </c:pt>
                <c:pt idx="255">
                  <c:v>-0.32535862</c:v>
                </c:pt>
                <c:pt idx="256">
                  <c:v>-0.32357706</c:v>
                </c:pt>
                <c:pt idx="257">
                  <c:v>-0.32203674</c:v>
                </c:pt>
                <c:pt idx="258">
                  <c:v>-0.3200531</c:v>
                </c:pt>
                <c:pt idx="259">
                  <c:v>-0.31829834</c:v>
                </c:pt>
                <c:pt idx="260">
                  <c:v>-0.31654358</c:v>
                </c:pt>
                <c:pt idx="261">
                  <c:v>-0.31478882</c:v>
                </c:pt>
                <c:pt idx="262">
                  <c:v>-0.31303612</c:v>
                </c:pt>
                <c:pt idx="263">
                  <c:v>-0.31143188</c:v>
                </c:pt>
                <c:pt idx="264">
                  <c:v>-0.30967712</c:v>
                </c:pt>
                <c:pt idx="265">
                  <c:v>-0.30761719</c:v>
                </c:pt>
                <c:pt idx="266">
                  <c:v>-0.30601501</c:v>
                </c:pt>
                <c:pt idx="267">
                  <c:v>-0.30410767</c:v>
                </c:pt>
                <c:pt idx="268">
                  <c:v>-0.30235291</c:v>
                </c:pt>
                <c:pt idx="269">
                  <c:v>-0.30059814</c:v>
                </c:pt>
                <c:pt idx="270">
                  <c:v>-0.2986145</c:v>
                </c:pt>
                <c:pt idx="271">
                  <c:v>-0.29707625</c:v>
                </c:pt>
                <c:pt idx="272">
                  <c:v>-0.2961731</c:v>
                </c:pt>
                <c:pt idx="273">
                  <c:v>-0.29403274</c:v>
                </c:pt>
                <c:pt idx="274">
                  <c:v>-0.29158309</c:v>
                </c:pt>
                <c:pt idx="275">
                  <c:v>-0.28999329</c:v>
                </c:pt>
                <c:pt idx="276">
                  <c:v>-0.28808594</c:v>
                </c:pt>
                <c:pt idx="277">
                  <c:v>-0.28653531</c:v>
                </c:pt>
                <c:pt idx="278">
                  <c:v>-0.28475375</c:v>
                </c:pt>
                <c:pt idx="279">
                  <c:v>-0.28319488</c:v>
                </c:pt>
                <c:pt idx="280">
                  <c:v>-0.28160095</c:v>
                </c:pt>
                <c:pt idx="281">
                  <c:v>-0.27984619</c:v>
                </c:pt>
                <c:pt idx="282">
                  <c:v>-0.27777594</c:v>
                </c:pt>
                <c:pt idx="283">
                  <c:v>-0.27599438</c:v>
                </c:pt>
                <c:pt idx="284">
                  <c:v>-0.27458397</c:v>
                </c:pt>
                <c:pt idx="285">
                  <c:v>-0.2730251</c:v>
                </c:pt>
                <c:pt idx="286">
                  <c:v>-0.27050121</c:v>
                </c:pt>
                <c:pt idx="287">
                  <c:v>-0.26893616</c:v>
                </c:pt>
                <c:pt idx="288">
                  <c:v>-0.26716078</c:v>
                </c:pt>
                <c:pt idx="289">
                  <c:v>-0.26575037</c:v>
                </c:pt>
                <c:pt idx="290">
                  <c:v>-0.26329041</c:v>
                </c:pt>
                <c:pt idx="291">
                  <c:v>-0.26174184</c:v>
                </c:pt>
                <c:pt idx="292">
                  <c:v>-0.25996028</c:v>
                </c:pt>
                <c:pt idx="293">
                  <c:v>-0.2583313</c:v>
                </c:pt>
                <c:pt idx="294">
                  <c:v>-0.25654561</c:v>
                </c:pt>
                <c:pt idx="295">
                  <c:v>-0.25483827</c:v>
                </c:pt>
                <c:pt idx="296">
                  <c:v>-0.25283813</c:v>
                </c:pt>
                <c:pt idx="297">
                  <c:v>-0.25179476</c:v>
                </c:pt>
                <c:pt idx="298">
                  <c:v>-0.25016785</c:v>
                </c:pt>
                <c:pt idx="299">
                  <c:v>-0.24748931</c:v>
                </c:pt>
                <c:pt idx="300">
                  <c:v>-0.2457428</c:v>
                </c:pt>
                <c:pt idx="301">
                  <c:v>-0.24391174</c:v>
                </c:pt>
                <c:pt idx="302">
                  <c:v>-0.24284363</c:v>
                </c:pt>
                <c:pt idx="303">
                  <c:v>-0.24036304</c:v>
                </c:pt>
                <c:pt idx="304">
                  <c:v>-0.2393238</c:v>
                </c:pt>
                <c:pt idx="305">
                  <c:v>-0.23754223</c:v>
                </c:pt>
                <c:pt idx="306">
                  <c:v>-0.23553797</c:v>
                </c:pt>
                <c:pt idx="307">
                  <c:v>-0.23361206</c:v>
                </c:pt>
                <c:pt idx="308">
                  <c:v>-0.23197483</c:v>
                </c:pt>
                <c:pt idx="309">
                  <c:v>-0.23017883</c:v>
                </c:pt>
                <c:pt idx="310">
                  <c:v>-0.22826324</c:v>
                </c:pt>
                <c:pt idx="311">
                  <c:v>-0.22648167</c:v>
                </c:pt>
                <c:pt idx="312">
                  <c:v>-0.22447741</c:v>
                </c:pt>
                <c:pt idx="313">
                  <c:v>-0.22293091</c:v>
                </c:pt>
                <c:pt idx="314">
                  <c:v>-0.22109985</c:v>
                </c:pt>
                <c:pt idx="315">
                  <c:v>-0.2191925</c:v>
                </c:pt>
                <c:pt idx="316">
                  <c:v>-0.21736145</c:v>
                </c:pt>
                <c:pt idx="317">
                  <c:v>-0.21579227</c:v>
                </c:pt>
                <c:pt idx="318">
                  <c:v>-0.21400452</c:v>
                </c:pt>
                <c:pt idx="319">
                  <c:v>-0.21200644</c:v>
                </c:pt>
                <c:pt idx="320">
                  <c:v>-0.21022487</c:v>
                </c:pt>
                <c:pt idx="321">
                  <c:v>-0.20843506</c:v>
                </c:pt>
                <c:pt idx="322">
                  <c:v>-0.20698547</c:v>
                </c:pt>
                <c:pt idx="323">
                  <c:v>-0.2053998</c:v>
                </c:pt>
                <c:pt idx="324">
                  <c:v>-0.20339553</c:v>
                </c:pt>
                <c:pt idx="325">
                  <c:v>-0.20179749</c:v>
                </c:pt>
                <c:pt idx="326">
                  <c:v>-0.1998324</c:v>
                </c:pt>
                <c:pt idx="327">
                  <c:v>-0.19729614</c:v>
                </c:pt>
                <c:pt idx="328">
                  <c:v>-0.19567541</c:v>
                </c:pt>
                <c:pt idx="329">
                  <c:v>-0.194265</c:v>
                </c:pt>
                <c:pt idx="330">
                  <c:v>-0.19226074</c:v>
                </c:pt>
                <c:pt idx="331">
                  <c:v>-0.19065857</c:v>
                </c:pt>
                <c:pt idx="332">
                  <c:v>-0.18869761</c:v>
                </c:pt>
                <c:pt idx="333">
                  <c:v>-0.18684387</c:v>
                </c:pt>
                <c:pt idx="334">
                  <c:v>-0.18491178</c:v>
                </c:pt>
                <c:pt idx="335">
                  <c:v>-0.18364984</c:v>
                </c:pt>
                <c:pt idx="336">
                  <c:v>-0.18179404</c:v>
                </c:pt>
                <c:pt idx="337">
                  <c:v>-0.18001247</c:v>
                </c:pt>
                <c:pt idx="338">
                  <c:v>-0.17784119</c:v>
                </c:pt>
                <c:pt idx="339">
                  <c:v>-0.17601013</c:v>
                </c:pt>
                <c:pt idx="340">
                  <c:v>-0.17417908</c:v>
                </c:pt>
                <c:pt idx="341">
                  <c:v>-0.17221812</c:v>
                </c:pt>
                <c:pt idx="342">
                  <c:v>-0.17112732</c:v>
                </c:pt>
                <c:pt idx="343">
                  <c:v>-0.16929626</c:v>
                </c:pt>
                <c:pt idx="344">
                  <c:v>-0.16746727</c:v>
                </c:pt>
                <c:pt idx="345">
                  <c:v>-0.16471863</c:v>
                </c:pt>
                <c:pt idx="346">
                  <c:v>-0.16326904</c:v>
                </c:pt>
                <c:pt idx="347">
                  <c:v>-0.1612854</c:v>
                </c:pt>
                <c:pt idx="348">
                  <c:v>-0.15967292</c:v>
                </c:pt>
                <c:pt idx="349">
                  <c:v>-0.15800476</c:v>
                </c:pt>
                <c:pt idx="350">
                  <c:v>-0.15602112</c:v>
                </c:pt>
                <c:pt idx="351">
                  <c:v>-0.15419006</c:v>
                </c:pt>
                <c:pt idx="352">
                  <c:v>-0.15254665</c:v>
                </c:pt>
                <c:pt idx="353">
                  <c:v>-0.15075684</c:v>
                </c:pt>
                <c:pt idx="354">
                  <c:v>-0.14930725</c:v>
                </c:pt>
                <c:pt idx="355">
                  <c:v>-0.14732361</c:v>
                </c:pt>
                <c:pt idx="356">
                  <c:v>-0.14564308</c:v>
                </c:pt>
                <c:pt idx="357">
                  <c:v>-0.14363882</c:v>
                </c:pt>
                <c:pt idx="358">
                  <c:v>-0.14178302</c:v>
                </c:pt>
                <c:pt idx="359">
                  <c:v>-0.13970452</c:v>
                </c:pt>
                <c:pt idx="360">
                  <c:v>-0.13763428</c:v>
                </c:pt>
                <c:pt idx="361">
                  <c:v>-0.13584446</c:v>
                </c:pt>
                <c:pt idx="362">
                  <c:v>-0.13412476</c:v>
                </c:pt>
                <c:pt idx="363">
                  <c:v>-0.13191223</c:v>
                </c:pt>
                <c:pt idx="364">
                  <c:v>-0.12985229</c:v>
                </c:pt>
                <c:pt idx="365">
                  <c:v>-0.12763977</c:v>
                </c:pt>
                <c:pt idx="366">
                  <c:v>-0.12574892</c:v>
                </c:pt>
                <c:pt idx="367">
                  <c:v>-0.12367042</c:v>
                </c:pt>
                <c:pt idx="368">
                  <c:v>-0.12176514</c:v>
                </c:pt>
                <c:pt idx="369">
                  <c:v>-0.1196619</c:v>
                </c:pt>
                <c:pt idx="370">
                  <c:v>-0.11750917</c:v>
                </c:pt>
                <c:pt idx="371">
                  <c:v>-0.11520386</c:v>
                </c:pt>
                <c:pt idx="372">
                  <c:v>-0.11320372</c:v>
                </c:pt>
                <c:pt idx="373">
                  <c:v>-0.11045714</c:v>
                </c:pt>
                <c:pt idx="374">
                  <c:v>-0.10912096</c:v>
                </c:pt>
                <c:pt idx="375">
                  <c:v>-0.10604858</c:v>
                </c:pt>
                <c:pt idx="376">
                  <c:v>-0.10391235</c:v>
                </c:pt>
                <c:pt idx="377">
                  <c:v>-0.10169983</c:v>
                </c:pt>
                <c:pt idx="378">
                  <c:v>-0.10017395</c:v>
                </c:pt>
                <c:pt idx="379">
                  <c:v>-0.09820887</c:v>
                </c:pt>
                <c:pt idx="380">
                  <c:v>-0.09605614</c:v>
                </c:pt>
                <c:pt idx="381">
                  <c:v>-0.09338379</c:v>
                </c:pt>
                <c:pt idx="382">
                  <c:v>-0.09162903</c:v>
                </c:pt>
                <c:pt idx="383">
                  <c:v>-0.0892268</c:v>
                </c:pt>
                <c:pt idx="384">
                  <c:v>-0.08633175</c:v>
                </c:pt>
                <c:pt idx="385">
                  <c:v>-0.08455019</c:v>
                </c:pt>
                <c:pt idx="386">
                  <c:v>-0.0818634</c:v>
                </c:pt>
                <c:pt idx="387">
                  <c:v>-0.07965088</c:v>
                </c:pt>
                <c:pt idx="388">
                  <c:v>-0.07764662</c:v>
                </c:pt>
                <c:pt idx="389">
                  <c:v>-0.07537842</c:v>
                </c:pt>
                <c:pt idx="390">
                  <c:v>-0.07334116</c:v>
                </c:pt>
                <c:pt idx="391">
                  <c:v>-0.07089151</c:v>
                </c:pt>
                <c:pt idx="392">
                  <c:v>-0.06881714</c:v>
                </c:pt>
                <c:pt idx="393">
                  <c:v>-0.06680875</c:v>
                </c:pt>
                <c:pt idx="394">
                  <c:v>-0.06454468</c:v>
                </c:pt>
                <c:pt idx="395">
                  <c:v>-0.06161252</c:v>
                </c:pt>
                <c:pt idx="396">
                  <c:v>-0.05953402</c:v>
                </c:pt>
                <c:pt idx="397">
                  <c:v>-0.05723283</c:v>
                </c:pt>
                <c:pt idx="398">
                  <c:v>-0.05545126</c:v>
                </c:pt>
                <c:pt idx="399">
                  <c:v>-0.05310059</c:v>
                </c:pt>
                <c:pt idx="400">
                  <c:v>-0.05062619</c:v>
                </c:pt>
                <c:pt idx="401">
                  <c:v>-0.048325</c:v>
                </c:pt>
                <c:pt idx="402">
                  <c:v>-0.04587534</c:v>
                </c:pt>
                <c:pt idx="403">
                  <c:v>-0.04379272</c:v>
                </c:pt>
                <c:pt idx="404">
                  <c:v>-0.04171835</c:v>
                </c:pt>
                <c:pt idx="405">
                  <c:v>-0.0392687</c:v>
                </c:pt>
                <c:pt idx="406">
                  <c:v>-0.03723145</c:v>
                </c:pt>
                <c:pt idx="407">
                  <c:v>-0.03474055</c:v>
                </c:pt>
                <c:pt idx="408">
                  <c:v>-0.03242493</c:v>
                </c:pt>
                <c:pt idx="409">
                  <c:v>-0.0302124</c:v>
                </c:pt>
                <c:pt idx="410">
                  <c:v>-0.02792358</c:v>
                </c:pt>
                <c:pt idx="411">
                  <c:v>-0.02540588</c:v>
                </c:pt>
                <c:pt idx="412">
                  <c:v>-0.02293767</c:v>
                </c:pt>
                <c:pt idx="413">
                  <c:v>-0.02090454</c:v>
                </c:pt>
                <c:pt idx="414">
                  <c:v>-0.01863222</c:v>
                </c:pt>
                <c:pt idx="415">
                  <c:v>-0.01663208</c:v>
                </c:pt>
                <c:pt idx="416">
                  <c:v>-0.01410407</c:v>
                </c:pt>
                <c:pt idx="417">
                  <c:v>-0.01182556</c:v>
                </c:pt>
                <c:pt idx="418">
                  <c:v>-0.00979862</c:v>
                </c:pt>
                <c:pt idx="419">
                  <c:v>-0.00778198</c:v>
                </c:pt>
                <c:pt idx="420">
                  <c:v>-0.0055674</c:v>
                </c:pt>
                <c:pt idx="421">
                  <c:v>-0.00259399</c:v>
                </c:pt>
                <c:pt idx="422">
                  <c:v>-0.00015259</c:v>
                </c:pt>
                <c:pt idx="423">
                  <c:v>0.00096502</c:v>
                </c:pt>
                <c:pt idx="424">
                  <c:v>0.00415699</c:v>
                </c:pt>
                <c:pt idx="425">
                  <c:v>0.00660664</c:v>
                </c:pt>
                <c:pt idx="426">
                  <c:v>0.00869751</c:v>
                </c:pt>
                <c:pt idx="427">
                  <c:v>0.01068115</c:v>
                </c:pt>
                <c:pt idx="428">
                  <c:v>0.01321329</c:v>
                </c:pt>
                <c:pt idx="429">
                  <c:v>0.01506909</c:v>
                </c:pt>
                <c:pt idx="430">
                  <c:v>0.01731873</c:v>
                </c:pt>
                <c:pt idx="431">
                  <c:v>0.01937454</c:v>
                </c:pt>
                <c:pt idx="432">
                  <c:v>0.02174377</c:v>
                </c:pt>
                <c:pt idx="433">
                  <c:v>0.02471924</c:v>
                </c:pt>
                <c:pt idx="434">
                  <c:v>0.02685547</c:v>
                </c:pt>
                <c:pt idx="435">
                  <c:v>0.02917316</c:v>
                </c:pt>
                <c:pt idx="436">
                  <c:v>0.03154858</c:v>
                </c:pt>
                <c:pt idx="437">
                  <c:v>0.03399823</c:v>
                </c:pt>
                <c:pt idx="438">
                  <c:v>0.03684998</c:v>
                </c:pt>
                <c:pt idx="439">
                  <c:v>0.03808099</c:v>
                </c:pt>
                <c:pt idx="440">
                  <c:v>0.04045641</c:v>
                </c:pt>
                <c:pt idx="441">
                  <c:v>0.04312876</c:v>
                </c:pt>
                <c:pt idx="442">
                  <c:v>0.04609804</c:v>
                </c:pt>
                <c:pt idx="443">
                  <c:v>0.04877039</c:v>
                </c:pt>
                <c:pt idx="444">
                  <c:v>0.05129428</c:v>
                </c:pt>
                <c:pt idx="445">
                  <c:v>0.05322431</c:v>
                </c:pt>
                <c:pt idx="446">
                  <c:v>0.05574819</c:v>
                </c:pt>
                <c:pt idx="447">
                  <c:v>0.05849477</c:v>
                </c:pt>
                <c:pt idx="448">
                  <c:v>0.06049904</c:v>
                </c:pt>
                <c:pt idx="449">
                  <c:v>0.06302292</c:v>
                </c:pt>
                <c:pt idx="450">
                  <c:v>0.06532411</c:v>
                </c:pt>
                <c:pt idx="451">
                  <c:v>0.06888725</c:v>
                </c:pt>
                <c:pt idx="452">
                  <c:v>0.07096574</c:v>
                </c:pt>
                <c:pt idx="453">
                  <c:v>0.07354736</c:v>
                </c:pt>
                <c:pt idx="454">
                  <c:v>0.07614136</c:v>
                </c:pt>
                <c:pt idx="455">
                  <c:v>0.0787601</c:v>
                </c:pt>
                <c:pt idx="456">
                  <c:v>0.08163452</c:v>
                </c:pt>
                <c:pt idx="457">
                  <c:v>0.08369446</c:v>
                </c:pt>
                <c:pt idx="458">
                  <c:v>0.08633175</c:v>
                </c:pt>
                <c:pt idx="459">
                  <c:v>0.08872986</c:v>
                </c:pt>
                <c:pt idx="460">
                  <c:v>0.09140015</c:v>
                </c:pt>
                <c:pt idx="461">
                  <c:v>0.09407043</c:v>
                </c:pt>
                <c:pt idx="462">
                  <c:v>0.0970459</c:v>
                </c:pt>
                <c:pt idx="463">
                  <c:v>0.09971619</c:v>
                </c:pt>
                <c:pt idx="464">
                  <c:v>0.10238647</c:v>
                </c:pt>
                <c:pt idx="465">
                  <c:v>0.10536194</c:v>
                </c:pt>
                <c:pt idx="466">
                  <c:v>0.10837864</c:v>
                </c:pt>
                <c:pt idx="467">
                  <c:v>0.1108551</c:v>
                </c:pt>
                <c:pt idx="468">
                  <c:v>0.11357488</c:v>
                </c:pt>
                <c:pt idx="469">
                  <c:v>0.11657715</c:v>
                </c:pt>
                <c:pt idx="470">
                  <c:v>0.11936497</c:v>
                </c:pt>
                <c:pt idx="471">
                  <c:v>0.12211155</c:v>
                </c:pt>
                <c:pt idx="472">
                  <c:v>0.12485813</c:v>
                </c:pt>
                <c:pt idx="473">
                  <c:v>0.12797588</c:v>
                </c:pt>
                <c:pt idx="474">
                  <c:v>0.12931824</c:v>
                </c:pt>
                <c:pt idx="475">
                  <c:v>0.13242979</c:v>
                </c:pt>
                <c:pt idx="476">
                  <c:v>0.13580322</c:v>
                </c:pt>
                <c:pt idx="477">
                  <c:v>0.13836835</c:v>
                </c:pt>
                <c:pt idx="478">
                  <c:v>0.14091492</c:v>
                </c:pt>
                <c:pt idx="479">
                  <c:v>0.14404297</c:v>
                </c:pt>
                <c:pt idx="480">
                  <c:v>0.14772157</c:v>
                </c:pt>
                <c:pt idx="481">
                  <c:v>0.15060425</c:v>
                </c:pt>
                <c:pt idx="482">
                  <c:v>0.15342712</c:v>
                </c:pt>
                <c:pt idx="483">
                  <c:v>0.15632629</c:v>
                </c:pt>
                <c:pt idx="484">
                  <c:v>0.15803981</c:v>
                </c:pt>
                <c:pt idx="485">
                  <c:v>0.16120911</c:v>
                </c:pt>
                <c:pt idx="486">
                  <c:v>0.16410828</c:v>
                </c:pt>
                <c:pt idx="487">
                  <c:v>0.16700745</c:v>
                </c:pt>
                <c:pt idx="488">
                  <c:v>0.17021179</c:v>
                </c:pt>
                <c:pt idx="489">
                  <c:v>0.1728862</c:v>
                </c:pt>
                <c:pt idx="490">
                  <c:v>0.17578125</c:v>
                </c:pt>
                <c:pt idx="491">
                  <c:v>0.17875671</c:v>
                </c:pt>
                <c:pt idx="492">
                  <c:v>0.18253636</c:v>
                </c:pt>
                <c:pt idx="493">
                  <c:v>0.184021</c:v>
                </c:pt>
                <c:pt idx="494">
                  <c:v>0.18758413</c:v>
                </c:pt>
                <c:pt idx="495">
                  <c:v>0.19134521</c:v>
                </c:pt>
                <c:pt idx="496">
                  <c:v>0.19432068</c:v>
                </c:pt>
                <c:pt idx="497">
                  <c:v>0.19699097</c:v>
                </c:pt>
                <c:pt idx="498">
                  <c:v>0.20027779</c:v>
                </c:pt>
                <c:pt idx="499">
                  <c:v>0.20317284</c:v>
                </c:pt>
                <c:pt idx="500">
                  <c:v>0.20584106</c:v>
                </c:pt>
                <c:pt idx="501">
                  <c:v>0.2091217</c:v>
                </c:pt>
                <c:pt idx="502">
                  <c:v>0.21178374</c:v>
                </c:pt>
                <c:pt idx="503">
                  <c:v>0.21537781</c:v>
                </c:pt>
                <c:pt idx="504">
                  <c:v>0.21801923</c:v>
                </c:pt>
                <c:pt idx="505">
                  <c:v>0.22039465</c:v>
                </c:pt>
                <c:pt idx="506">
                  <c:v>0.2230835</c:v>
                </c:pt>
                <c:pt idx="507">
                  <c:v>0.22603628</c:v>
                </c:pt>
                <c:pt idx="508">
                  <c:v>0.22907979</c:v>
                </c:pt>
                <c:pt idx="509">
                  <c:v>0.23204907</c:v>
                </c:pt>
                <c:pt idx="510">
                  <c:v>0.235672</c:v>
                </c:pt>
                <c:pt idx="511">
                  <c:v>0.23835878</c:v>
                </c:pt>
                <c:pt idx="512">
                  <c:v>0.2419281</c:v>
                </c:pt>
                <c:pt idx="513">
                  <c:v>0.2446685</c:v>
                </c:pt>
                <c:pt idx="514">
                  <c:v>0.24763777</c:v>
                </c:pt>
                <c:pt idx="515">
                  <c:v>0.25097821</c:v>
                </c:pt>
                <c:pt idx="516">
                  <c:v>0.25367737</c:v>
                </c:pt>
                <c:pt idx="517">
                  <c:v>0.256991</c:v>
                </c:pt>
                <c:pt idx="518">
                  <c:v>0.25878906</c:v>
                </c:pt>
                <c:pt idx="519">
                  <c:v>0.262113</c:v>
                </c:pt>
                <c:pt idx="520">
                  <c:v>0.26515651</c:v>
                </c:pt>
                <c:pt idx="521">
                  <c:v>0.26878357</c:v>
                </c:pt>
                <c:pt idx="522">
                  <c:v>0.27122498</c:v>
                </c:pt>
                <c:pt idx="523">
                  <c:v>0.27450562</c:v>
                </c:pt>
                <c:pt idx="524">
                  <c:v>0.27816772</c:v>
                </c:pt>
                <c:pt idx="525">
                  <c:v>0.2800029</c:v>
                </c:pt>
                <c:pt idx="526">
                  <c:v>0.28266907</c:v>
                </c:pt>
                <c:pt idx="527">
                  <c:v>0.28601569</c:v>
                </c:pt>
                <c:pt idx="528">
                  <c:v>0.28938293</c:v>
                </c:pt>
                <c:pt idx="529">
                  <c:v>0.29266357</c:v>
                </c:pt>
                <c:pt idx="530">
                  <c:v>0.29571533</c:v>
                </c:pt>
                <c:pt idx="531">
                  <c:v>0.29908051</c:v>
                </c:pt>
                <c:pt idx="532">
                  <c:v>0.30242095</c:v>
                </c:pt>
                <c:pt idx="533">
                  <c:v>0.30783988</c:v>
                </c:pt>
                <c:pt idx="534">
                  <c:v>0.31089783</c:v>
                </c:pt>
                <c:pt idx="535">
                  <c:v>0.31394958</c:v>
                </c:pt>
                <c:pt idx="536">
                  <c:v>0.31697041</c:v>
                </c:pt>
                <c:pt idx="537">
                  <c:v>0.31967163</c:v>
                </c:pt>
                <c:pt idx="538">
                  <c:v>0.32238934</c:v>
                </c:pt>
                <c:pt idx="539">
                  <c:v>0.32669067</c:v>
                </c:pt>
                <c:pt idx="540">
                  <c:v>0.32852173</c:v>
                </c:pt>
                <c:pt idx="541">
                  <c:v>0.33187866</c:v>
                </c:pt>
                <c:pt idx="542">
                  <c:v>0.33523147</c:v>
                </c:pt>
                <c:pt idx="543">
                  <c:v>0.33859253</c:v>
                </c:pt>
                <c:pt idx="544">
                  <c:v>0.34194946</c:v>
                </c:pt>
                <c:pt idx="545">
                  <c:v>0.34439087</c:v>
                </c:pt>
                <c:pt idx="546">
                  <c:v>0.34683228</c:v>
                </c:pt>
                <c:pt idx="547">
                  <c:v>0.35018921</c:v>
                </c:pt>
                <c:pt idx="548">
                  <c:v>0.35324097</c:v>
                </c:pt>
                <c:pt idx="549">
                  <c:v>0.35629272</c:v>
                </c:pt>
                <c:pt idx="550">
                  <c:v>0.35964966</c:v>
                </c:pt>
                <c:pt idx="551">
                  <c:v>0.36240036</c:v>
                </c:pt>
                <c:pt idx="552">
                  <c:v>0.36611196</c:v>
                </c:pt>
                <c:pt idx="553">
                  <c:v>0.36856162</c:v>
                </c:pt>
                <c:pt idx="554">
                  <c:v>0.37197629</c:v>
                </c:pt>
                <c:pt idx="555">
                  <c:v>0.37561365</c:v>
                </c:pt>
                <c:pt idx="556">
                  <c:v>0.37750244</c:v>
                </c:pt>
                <c:pt idx="557">
                  <c:v>0.3805542</c:v>
                </c:pt>
                <c:pt idx="558">
                  <c:v>0.38392763</c:v>
                </c:pt>
                <c:pt idx="559">
                  <c:v>0.38793615</c:v>
                </c:pt>
                <c:pt idx="560">
                  <c:v>0.39070129</c:v>
                </c:pt>
                <c:pt idx="561">
                  <c:v>0.39380048</c:v>
                </c:pt>
                <c:pt idx="562">
                  <c:v>0.39691822</c:v>
                </c:pt>
                <c:pt idx="563">
                  <c:v>0.39962769</c:v>
                </c:pt>
                <c:pt idx="564">
                  <c:v>0.40306091</c:v>
                </c:pt>
                <c:pt idx="565">
                  <c:v>0.40611267</c:v>
                </c:pt>
                <c:pt idx="566">
                  <c:v>0.4095459</c:v>
                </c:pt>
                <c:pt idx="567">
                  <c:v>0.41228423</c:v>
                </c:pt>
                <c:pt idx="568">
                  <c:v>0.41540197</c:v>
                </c:pt>
                <c:pt idx="569">
                  <c:v>0.41877747</c:v>
                </c:pt>
                <c:pt idx="570">
                  <c:v>0.42059821</c:v>
                </c:pt>
                <c:pt idx="571">
                  <c:v>0.42371595</c:v>
                </c:pt>
                <c:pt idx="572">
                  <c:v>0.42839256</c:v>
                </c:pt>
                <c:pt idx="573">
                  <c:v>0.43143607</c:v>
                </c:pt>
                <c:pt idx="574">
                  <c:v>0.43304443</c:v>
                </c:pt>
                <c:pt idx="575">
                  <c:v>0.43640962</c:v>
                </c:pt>
                <c:pt idx="576">
                  <c:v>0.43952942</c:v>
                </c:pt>
                <c:pt idx="577">
                  <c:v>0.44294203</c:v>
                </c:pt>
                <c:pt idx="578">
                  <c:v>0.44539168</c:v>
                </c:pt>
                <c:pt idx="579">
                  <c:v>0.44975281</c:v>
                </c:pt>
                <c:pt idx="580">
                  <c:v>0.45280457</c:v>
                </c:pt>
                <c:pt idx="581">
                  <c:v>0.45623779</c:v>
                </c:pt>
                <c:pt idx="582">
                  <c:v>0.45905036</c:v>
                </c:pt>
                <c:pt idx="583">
                  <c:v>0.46209387</c:v>
                </c:pt>
                <c:pt idx="584">
                  <c:v>0.46521161</c:v>
                </c:pt>
                <c:pt idx="585">
                  <c:v>0.46707153</c:v>
                </c:pt>
                <c:pt idx="586">
                  <c:v>0.46988822</c:v>
                </c:pt>
                <c:pt idx="587">
                  <c:v>0.47300596</c:v>
                </c:pt>
                <c:pt idx="588">
                  <c:v>0.47668457</c:v>
                </c:pt>
                <c:pt idx="589">
                  <c:v>0.48042297</c:v>
                </c:pt>
                <c:pt idx="590">
                  <c:v>0.48355103</c:v>
                </c:pt>
                <c:pt idx="591">
                  <c:v>0.48666464</c:v>
                </c:pt>
                <c:pt idx="592">
                  <c:v>0.4901123</c:v>
                </c:pt>
                <c:pt idx="593">
                  <c:v>0.49290013</c:v>
                </c:pt>
                <c:pt idx="594">
                  <c:v>0.49572094</c:v>
                </c:pt>
                <c:pt idx="595">
                  <c:v>0.49850464</c:v>
                </c:pt>
                <c:pt idx="596">
                  <c:v>0.50255028</c:v>
                </c:pt>
                <c:pt idx="597">
                  <c:v>0.50537109</c:v>
                </c:pt>
                <c:pt idx="598">
                  <c:v>0.50880432</c:v>
                </c:pt>
                <c:pt idx="599">
                  <c:v>0.51200867</c:v>
                </c:pt>
                <c:pt idx="600">
                  <c:v>0.51390777</c:v>
                </c:pt>
                <c:pt idx="601">
                  <c:v>0.51828745</c:v>
                </c:pt>
                <c:pt idx="602">
                  <c:v>0.52116394</c:v>
                </c:pt>
                <c:pt idx="603">
                  <c:v>0.52430024</c:v>
                </c:pt>
                <c:pt idx="604">
                  <c:v>0.52749221</c:v>
                </c:pt>
                <c:pt idx="605">
                  <c:v>0.53031921</c:v>
                </c:pt>
                <c:pt idx="606">
                  <c:v>0.53343077</c:v>
                </c:pt>
                <c:pt idx="607">
                  <c:v>0.53627014</c:v>
                </c:pt>
                <c:pt idx="608">
                  <c:v>0.53977966</c:v>
                </c:pt>
                <c:pt idx="609">
                  <c:v>0.54263553</c:v>
                </c:pt>
                <c:pt idx="610">
                  <c:v>0.54611206</c:v>
                </c:pt>
                <c:pt idx="611">
                  <c:v>0.54924011</c:v>
                </c:pt>
                <c:pt idx="612">
                  <c:v>0.55274963</c:v>
                </c:pt>
                <c:pt idx="613">
                  <c:v>0.55595398</c:v>
                </c:pt>
                <c:pt idx="614">
                  <c:v>0.55908203</c:v>
                </c:pt>
                <c:pt idx="615">
                  <c:v>0.56290085</c:v>
                </c:pt>
                <c:pt idx="616">
                  <c:v>0.56483088</c:v>
                </c:pt>
                <c:pt idx="617">
                  <c:v>0.56770325</c:v>
                </c:pt>
                <c:pt idx="618">
                  <c:v>0.57052612</c:v>
                </c:pt>
                <c:pt idx="619">
                  <c:v>0.57373047</c:v>
                </c:pt>
                <c:pt idx="620">
                  <c:v>0.57722762</c:v>
                </c:pt>
                <c:pt idx="621">
                  <c:v>0.57884216</c:v>
                </c:pt>
                <c:pt idx="622">
                  <c:v>0.58425903</c:v>
                </c:pt>
                <c:pt idx="623">
                  <c:v>0.5909729</c:v>
                </c:pt>
                <c:pt idx="624">
                  <c:v>0.59417725</c:v>
                </c:pt>
                <c:pt idx="625">
                  <c:v>0.59704755</c:v>
                </c:pt>
                <c:pt idx="626">
                  <c:v>0.60061068</c:v>
                </c:pt>
                <c:pt idx="627">
                  <c:v>0.60380266</c:v>
                </c:pt>
                <c:pt idx="628">
                  <c:v>0.60699463</c:v>
                </c:pt>
                <c:pt idx="629">
                  <c:v>0.60929582</c:v>
                </c:pt>
                <c:pt idx="630">
                  <c:v>0.61374974</c:v>
                </c:pt>
                <c:pt idx="631">
                  <c:v>0.61694171</c:v>
                </c:pt>
                <c:pt idx="632">
                  <c:v>0.61983676</c:v>
                </c:pt>
                <c:pt idx="633">
                  <c:v>0.62339783</c:v>
                </c:pt>
                <c:pt idx="634">
                  <c:v>0.62530518</c:v>
                </c:pt>
                <c:pt idx="635">
                  <c:v>0.62948691</c:v>
                </c:pt>
                <c:pt idx="636">
                  <c:v>0.63270569</c:v>
                </c:pt>
                <c:pt idx="637">
                  <c:v>0.63564816</c:v>
                </c:pt>
                <c:pt idx="638">
                  <c:v>0.63921129</c:v>
                </c:pt>
                <c:pt idx="639">
                  <c:v>0.64208984</c:v>
                </c:pt>
                <c:pt idx="640">
                  <c:v>0.65190496</c:v>
                </c:pt>
                <c:pt idx="641">
                  <c:v>0.65509693</c:v>
                </c:pt>
                <c:pt idx="642">
                  <c:v>0.65803528</c:v>
                </c:pt>
                <c:pt idx="643">
                  <c:v>0.66162109</c:v>
                </c:pt>
                <c:pt idx="644">
                  <c:v>0.66291809</c:v>
                </c:pt>
                <c:pt idx="645">
                  <c:v>0.6678772</c:v>
                </c:pt>
                <c:pt idx="646">
                  <c:v>0.67047119</c:v>
                </c:pt>
                <c:pt idx="647">
                  <c:v>0.67402608</c:v>
                </c:pt>
                <c:pt idx="648">
                  <c:v>0.67892539</c:v>
                </c:pt>
                <c:pt idx="649">
                  <c:v>0.68191528</c:v>
                </c:pt>
                <c:pt idx="650">
                  <c:v>0.68519592</c:v>
                </c:pt>
                <c:pt idx="651">
                  <c:v>0.68840027</c:v>
                </c:pt>
                <c:pt idx="652">
                  <c:v>0.69035711</c:v>
                </c:pt>
                <c:pt idx="653">
                  <c:v>0.69495949</c:v>
                </c:pt>
                <c:pt idx="654">
                  <c:v>0.6975576</c:v>
                </c:pt>
                <c:pt idx="655">
                  <c:v>0.70119497</c:v>
                </c:pt>
                <c:pt idx="656">
                  <c:v>0.70411682</c:v>
                </c:pt>
                <c:pt idx="657">
                  <c:v>0.70739746</c:v>
                </c:pt>
                <c:pt idx="658">
                  <c:v>0.71098328</c:v>
                </c:pt>
                <c:pt idx="659">
                  <c:v>0.71388863</c:v>
                </c:pt>
                <c:pt idx="660">
                  <c:v>0.71715484</c:v>
                </c:pt>
                <c:pt idx="661">
                  <c:v>0.72105408</c:v>
                </c:pt>
                <c:pt idx="662">
                  <c:v>0.72398418</c:v>
                </c:pt>
                <c:pt idx="663">
                  <c:v>0.72725038</c:v>
                </c:pt>
                <c:pt idx="664">
                  <c:v>0.73051659</c:v>
                </c:pt>
                <c:pt idx="665">
                  <c:v>0.73379517</c:v>
                </c:pt>
                <c:pt idx="666">
                  <c:v>0.73734593</c:v>
                </c:pt>
                <c:pt idx="667">
                  <c:v>0.74028015</c:v>
                </c:pt>
                <c:pt idx="668">
                  <c:v>0.74386597</c:v>
                </c:pt>
                <c:pt idx="669">
                  <c:v>0.74584961</c:v>
                </c:pt>
                <c:pt idx="670">
                  <c:v>0.74877765</c:v>
                </c:pt>
                <c:pt idx="671">
                  <c:v>0.75241089</c:v>
                </c:pt>
                <c:pt idx="672">
                  <c:v>0.7559967</c:v>
                </c:pt>
                <c:pt idx="673">
                  <c:v>0.75927734</c:v>
                </c:pt>
                <c:pt idx="674">
                  <c:v>0.76221363</c:v>
                </c:pt>
                <c:pt idx="675">
                  <c:v>0.765851</c:v>
                </c:pt>
                <c:pt idx="676">
                  <c:v>0.77011108</c:v>
                </c:pt>
                <c:pt idx="677">
                  <c:v>0.77339172</c:v>
                </c:pt>
                <c:pt idx="678">
                  <c:v>0.77668886</c:v>
                </c:pt>
                <c:pt idx="679">
                  <c:v>0.77964783</c:v>
                </c:pt>
                <c:pt idx="680">
                  <c:v>0.78330994</c:v>
                </c:pt>
                <c:pt idx="681">
                  <c:v>0.78659058</c:v>
                </c:pt>
                <c:pt idx="682">
                  <c:v>0.78960522</c:v>
                </c:pt>
                <c:pt idx="683">
                  <c:v>0.79324258</c:v>
                </c:pt>
                <c:pt idx="684">
                  <c:v>0.7958407</c:v>
                </c:pt>
                <c:pt idx="685">
                  <c:v>0.79918114</c:v>
                </c:pt>
                <c:pt idx="686">
                  <c:v>0.80253601</c:v>
                </c:pt>
                <c:pt idx="687">
                  <c:v>0.80615894</c:v>
                </c:pt>
                <c:pt idx="688">
                  <c:v>0.80949938</c:v>
                </c:pt>
                <c:pt idx="689">
                  <c:v>0.81283569</c:v>
                </c:pt>
                <c:pt idx="690">
                  <c:v>0.81611633</c:v>
                </c:pt>
                <c:pt idx="691">
                  <c:v>0.81947327</c:v>
                </c:pt>
                <c:pt idx="692">
                  <c:v>0.8227869</c:v>
                </c:pt>
                <c:pt idx="693">
                  <c:v>0.82649231</c:v>
                </c:pt>
                <c:pt idx="694">
                  <c:v>0.82946777</c:v>
                </c:pt>
                <c:pt idx="695">
                  <c:v>0.83317937</c:v>
                </c:pt>
                <c:pt idx="696">
                  <c:v>0.83618164</c:v>
                </c:pt>
                <c:pt idx="697">
                  <c:v>0.83919216</c:v>
                </c:pt>
                <c:pt idx="698">
                  <c:v>0.84290376</c:v>
                </c:pt>
                <c:pt idx="699">
                  <c:v>0.84594727</c:v>
                </c:pt>
                <c:pt idx="700">
                  <c:v>0.8493042</c:v>
                </c:pt>
                <c:pt idx="701">
                  <c:v>0.85225698</c:v>
                </c:pt>
                <c:pt idx="702">
                  <c:v>0.8556366</c:v>
                </c:pt>
                <c:pt idx="703">
                  <c:v>0.85938325</c:v>
                </c:pt>
                <c:pt idx="704">
                  <c:v>0.86309485</c:v>
                </c:pt>
                <c:pt idx="705">
                  <c:v>0.86710337</c:v>
                </c:pt>
                <c:pt idx="706">
                  <c:v>0.86883545</c:v>
                </c:pt>
                <c:pt idx="707">
                  <c:v>0.87249756</c:v>
                </c:pt>
                <c:pt idx="708">
                  <c:v>0.87556581</c:v>
                </c:pt>
                <c:pt idx="709">
                  <c:v>0.87860107</c:v>
                </c:pt>
                <c:pt idx="710">
                  <c:v>0.88195801</c:v>
                </c:pt>
                <c:pt idx="711">
                  <c:v>0.88736869</c:v>
                </c:pt>
                <c:pt idx="712">
                  <c:v>0.88905334</c:v>
                </c:pt>
                <c:pt idx="713">
                  <c:v>0.89278762</c:v>
                </c:pt>
                <c:pt idx="714">
                  <c:v>0.89622498</c:v>
                </c:pt>
                <c:pt idx="715">
                  <c:v>0.89958191</c:v>
                </c:pt>
                <c:pt idx="716">
                  <c:v>0.90301514</c:v>
                </c:pt>
                <c:pt idx="717">
                  <c:v>0.90675354</c:v>
                </c:pt>
                <c:pt idx="718">
                  <c:v>0.91011047</c:v>
                </c:pt>
                <c:pt idx="719">
                  <c:v>0.91320141</c:v>
                </c:pt>
                <c:pt idx="720">
                  <c:v>0.91659546</c:v>
                </c:pt>
                <c:pt idx="721">
                  <c:v>0.91995239</c:v>
                </c:pt>
                <c:pt idx="722">
                  <c:v>0.92338562</c:v>
                </c:pt>
                <c:pt idx="723">
                  <c:v>0.92745394</c:v>
                </c:pt>
                <c:pt idx="724">
                  <c:v>0.93086861</c:v>
                </c:pt>
                <c:pt idx="725">
                  <c:v>0.93391418</c:v>
                </c:pt>
                <c:pt idx="726">
                  <c:v>0.93732679</c:v>
                </c:pt>
                <c:pt idx="727">
                  <c:v>0.94074146</c:v>
                </c:pt>
                <c:pt idx="728">
                  <c:v>0.9438324</c:v>
                </c:pt>
                <c:pt idx="729">
                  <c:v>0.9475708</c:v>
                </c:pt>
                <c:pt idx="730">
                  <c:v>0.95100403</c:v>
                </c:pt>
                <c:pt idx="731">
                  <c:v>0.9547713</c:v>
                </c:pt>
                <c:pt idx="732">
                  <c:v>0.95680237</c:v>
                </c:pt>
                <c:pt idx="733">
                  <c:v>0.9619718</c:v>
                </c:pt>
                <c:pt idx="734">
                  <c:v>0.96538647</c:v>
                </c:pt>
                <c:pt idx="735">
                  <c:v>0.96880114</c:v>
                </c:pt>
                <c:pt idx="736">
                  <c:v>0.97221375</c:v>
                </c:pt>
                <c:pt idx="737">
                  <c:v>0.97533355</c:v>
                </c:pt>
                <c:pt idx="738">
                  <c:v>0.97839355</c:v>
                </c:pt>
                <c:pt idx="739">
                  <c:v>0.98213196</c:v>
                </c:pt>
                <c:pt idx="740">
                  <c:v>0.98487854</c:v>
                </c:pt>
                <c:pt idx="741">
                  <c:v>0.98831177</c:v>
                </c:pt>
                <c:pt idx="742">
                  <c:v>0.99173881</c:v>
                </c:pt>
                <c:pt idx="743">
                  <c:v>0.99515348</c:v>
                </c:pt>
                <c:pt idx="744">
                  <c:v>0.99864238</c:v>
                </c:pt>
                <c:pt idx="745">
                  <c:v>1.00204468</c:v>
                </c:pt>
                <c:pt idx="746">
                  <c:v>1.00547791</c:v>
                </c:pt>
                <c:pt idx="747">
                  <c:v>1.00896062</c:v>
                </c:pt>
                <c:pt idx="748">
                  <c:v>1.01272583</c:v>
                </c:pt>
                <c:pt idx="749">
                  <c:v>1.01586419</c:v>
                </c:pt>
                <c:pt idx="750">
                  <c:v>1.0189077</c:v>
                </c:pt>
                <c:pt idx="751">
                  <c:v>1.02373278</c:v>
                </c:pt>
                <c:pt idx="752">
                  <c:v>1.02722168</c:v>
                </c:pt>
                <c:pt idx="753">
                  <c:v>1.02892901</c:v>
                </c:pt>
                <c:pt idx="754">
                  <c:v>1.03271484</c:v>
                </c:pt>
                <c:pt idx="755">
                  <c:v>1.03622437</c:v>
                </c:pt>
                <c:pt idx="756">
                  <c:v>1.03998957</c:v>
                </c:pt>
                <c:pt idx="757">
                  <c:v>1.04415894</c:v>
                </c:pt>
                <c:pt idx="758">
                  <c:v>1.04726431</c:v>
                </c:pt>
                <c:pt idx="759">
                  <c:v>1.05075321</c:v>
                </c:pt>
                <c:pt idx="760">
                  <c:v>1.05491638</c:v>
                </c:pt>
                <c:pt idx="761">
                  <c:v>1.05802794</c:v>
                </c:pt>
                <c:pt idx="762">
                  <c:v>1.06144261</c:v>
                </c:pt>
                <c:pt idx="763">
                  <c:v>1.06530267</c:v>
                </c:pt>
                <c:pt idx="764">
                  <c:v>1.06704712</c:v>
                </c:pt>
                <c:pt idx="765">
                  <c:v>1.07087006</c:v>
                </c:pt>
                <c:pt idx="766">
                  <c:v>1.07467651</c:v>
                </c:pt>
                <c:pt idx="767">
                  <c:v>1.07849121</c:v>
                </c:pt>
                <c:pt idx="768">
                  <c:v>1.08123779</c:v>
                </c:pt>
                <c:pt idx="769">
                  <c:v>1.08474731</c:v>
                </c:pt>
                <c:pt idx="770">
                  <c:v>1.08856201</c:v>
                </c:pt>
                <c:pt idx="771">
                  <c:v>1.09306542</c:v>
                </c:pt>
                <c:pt idx="772">
                  <c:v>1.09655432</c:v>
                </c:pt>
                <c:pt idx="773">
                  <c:v>1.09863281</c:v>
                </c:pt>
                <c:pt idx="774">
                  <c:v>1.10390328</c:v>
                </c:pt>
                <c:pt idx="775">
                  <c:v>1.10565186</c:v>
                </c:pt>
                <c:pt idx="776">
                  <c:v>1.10908508</c:v>
                </c:pt>
                <c:pt idx="777">
                  <c:v>1.11258842</c:v>
                </c:pt>
                <c:pt idx="778">
                  <c:v>1.11607732</c:v>
                </c:pt>
                <c:pt idx="779">
                  <c:v>1.11956622</c:v>
                </c:pt>
                <c:pt idx="780">
                  <c:v>1.12304688</c:v>
                </c:pt>
                <c:pt idx="781">
                  <c:v>1.12684095</c:v>
                </c:pt>
                <c:pt idx="782">
                  <c:v>1.13067627</c:v>
                </c:pt>
                <c:pt idx="783">
                  <c:v>1.13449097</c:v>
                </c:pt>
                <c:pt idx="784">
                  <c:v>1.1383469</c:v>
                </c:pt>
                <c:pt idx="785">
                  <c:v>1.14151001</c:v>
                </c:pt>
                <c:pt idx="786">
                  <c:v>1.14569587</c:v>
                </c:pt>
                <c:pt idx="787">
                  <c:v>1.14844245</c:v>
                </c:pt>
                <c:pt idx="788">
                  <c:v>1.15158081</c:v>
                </c:pt>
                <c:pt idx="789">
                  <c:v>1.15579141</c:v>
                </c:pt>
                <c:pt idx="790">
                  <c:v>1.15861223</c:v>
                </c:pt>
                <c:pt idx="791">
                  <c:v>1.16210113</c:v>
                </c:pt>
                <c:pt idx="792">
                  <c:v>1.16596119</c:v>
                </c:pt>
                <c:pt idx="793">
                  <c:v>1.16912842</c:v>
                </c:pt>
                <c:pt idx="794">
                  <c:v>1.17263794</c:v>
                </c:pt>
                <c:pt idx="795">
                  <c:v>1.17613096</c:v>
                </c:pt>
                <c:pt idx="796">
                  <c:v>1.17961987</c:v>
                </c:pt>
                <c:pt idx="797">
                  <c:v>1.183183</c:v>
                </c:pt>
                <c:pt idx="798">
                  <c:v>1.18667603</c:v>
                </c:pt>
                <c:pt idx="799">
                  <c:v>1.18986388</c:v>
                </c:pt>
                <c:pt idx="800">
                  <c:v>1.19342701</c:v>
                </c:pt>
                <c:pt idx="801">
                  <c:v>1.19766235</c:v>
                </c:pt>
                <c:pt idx="802">
                  <c:v>1.2008502</c:v>
                </c:pt>
                <c:pt idx="803">
                  <c:v>1.20441334</c:v>
                </c:pt>
                <c:pt idx="804">
                  <c:v>1.20758057</c:v>
                </c:pt>
                <c:pt idx="805">
                  <c:v>1.21183653</c:v>
                </c:pt>
                <c:pt idx="806">
                  <c:v>1.21539966</c:v>
                </c:pt>
                <c:pt idx="807">
                  <c:v>1.21932983</c:v>
                </c:pt>
                <c:pt idx="808">
                  <c:v>1.22141245</c:v>
                </c:pt>
                <c:pt idx="809">
                  <c:v>1.22535706</c:v>
                </c:pt>
                <c:pt idx="810">
                  <c:v>1.22962952</c:v>
                </c:pt>
                <c:pt idx="811">
                  <c:v>1.23351226</c:v>
                </c:pt>
                <c:pt idx="812">
                  <c:v>1.23603615</c:v>
                </c:pt>
                <c:pt idx="813">
                  <c:v>1.23924255</c:v>
                </c:pt>
                <c:pt idx="814">
                  <c:v>1.24279125</c:v>
                </c:pt>
                <c:pt idx="815">
                  <c:v>1.24671936</c:v>
                </c:pt>
                <c:pt idx="816">
                  <c:v>1.25022888</c:v>
                </c:pt>
                <c:pt idx="817">
                  <c:v>1.25414874</c:v>
                </c:pt>
                <c:pt idx="818">
                  <c:v>1.25846863</c:v>
                </c:pt>
                <c:pt idx="819">
                  <c:v>1.26164617</c:v>
                </c:pt>
                <c:pt idx="820">
                  <c:v>1.26586914</c:v>
                </c:pt>
                <c:pt idx="821">
                  <c:v>1.26765896</c:v>
                </c:pt>
                <c:pt idx="822">
                  <c:v>1.27159119</c:v>
                </c:pt>
                <c:pt idx="823">
                  <c:v>1.27515638</c:v>
                </c:pt>
                <c:pt idx="824">
                  <c:v>1.27871952</c:v>
                </c:pt>
                <c:pt idx="825">
                  <c:v>1.28295074</c:v>
                </c:pt>
                <c:pt idx="826">
                  <c:v>1.2865448</c:v>
                </c:pt>
                <c:pt idx="827">
                  <c:v>1.29005432</c:v>
                </c:pt>
                <c:pt idx="828">
                  <c:v>1.29219055</c:v>
                </c:pt>
                <c:pt idx="829">
                  <c:v>1.29616402</c:v>
                </c:pt>
                <c:pt idx="830">
                  <c:v>1.29966736</c:v>
                </c:pt>
                <c:pt idx="831">
                  <c:v>1.30325317</c:v>
                </c:pt>
                <c:pt idx="832">
                  <c:v>1.30821228</c:v>
                </c:pt>
                <c:pt idx="833">
                  <c:v>1.3117981</c:v>
                </c:pt>
                <c:pt idx="834">
                  <c:v>1.31500244</c:v>
                </c:pt>
                <c:pt idx="835">
                  <c:v>1.31858826</c:v>
                </c:pt>
                <c:pt idx="836">
                  <c:v>1.32177404</c:v>
                </c:pt>
                <c:pt idx="837">
                  <c:v>1.32570834</c:v>
                </c:pt>
                <c:pt idx="838">
                  <c:v>1.32888794</c:v>
                </c:pt>
                <c:pt idx="839">
                  <c:v>1.33247375</c:v>
                </c:pt>
                <c:pt idx="840">
                  <c:v>1.33602658</c:v>
                </c:pt>
                <c:pt idx="841">
                  <c:v>1.33918762</c:v>
                </c:pt>
                <c:pt idx="842">
                  <c:v>1.34277344</c:v>
                </c:pt>
                <c:pt idx="843">
                  <c:v>1.34775523</c:v>
                </c:pt>
                <c:pt idx="844">
                  <c:v>1.35065027</c:v>
                </c:pt>
                <c:pt idx="845">
                  <c:v>1.35451033</c:v>
                </c:pt>
                <c:pt idx="846">
                  <c:v>1.35740538</c:v>
                </c:pt>
                <c:pt idx="847">
                  <c:v>1.36054993</c:v>
                </c:pt>
                <c:pt idx="848">
                  <c:v>1.36482857</c:v>
                </c:pt>
                <c:pt idx="849">
                  <c:v>1.36839171</c:v>
                </c:pt>
                <c:pt idx="850">
                  <c:v>1.37229919</c:v>
                </c:pt>
                <c:pt idx="851">
                  <c:v>1.37588913</c:v>
                </c:pt>
                <c:pt idx="852">
                  <c:v>1.37901306</c:v>
                </c:pt>
                <c:pt idx="853">
                  <c:v>1.38259888</c:v>
                </c:pt>
                <c:pt idx="854">
                  <c:v>1.38613314</c:v>
                </c:pt>
                <c:pt idx="855">
                  <c:v>1.38895396</c:v>
                </c:pt>
                <c:pt idx="856">
                  <c:v>1.39244286</c:v>
                </c:pt>
                <c:pt idx="857">
                  <c:v>1.39602661</c:v>
                </c:pt>
                <c:pt idx="858">
                  <c:v>1.39953613</c:v>
                </c:pt>
                <c:pt idx="859">
                  <c:v>1.40268687</c:v>
                </c:pt>
                <c:pt idx="860">
                  <c:v>1.40654693</c:v>
                </c:pt>
                <c:pt idx="861">
                  <c:v>1.40936774</c:v>
                </c:pt>
                <c:pt idx="862">
                  <c:v>1.41464233</c:v>
                </c:pt>
                <c:pt idx="863">
                  <c:v>1.41822815</c:v>
                </c:pt>
                <c:pt idx="864">
                  <c:v>1.42027984</c:v>
                </c:pt>
                <c:pt idx="865">
                  <c:v>1.42525338</c:v>
                </c:pt>
                <c:pt idx="866">
                  <c:v>1.42874228</c:v>
                </c:pt>
                <c:pt idx="867">
                  <c:v>1.43260234</c:v>
                </c:pt>
                <c:pt idx="868">
                  <c:v>1.43440247</c:v>
                </c:pt>
                <c:pt idx="869">
                  <c:v>1.43750165</c:v>
                </c:pt>
                <c:pt idx="870">
                  <c:v>1.44136171</c:v>
                </c:pt>
                <c:pt idx="871">
                  <c:v>1.44492484</c:v>
                </c:pt>
                <c:pt idx="872">
                  <c:v>1.44982415</c:v>
                </c:pt>
                <c:pt idx="873">
                  <c:v>1.45294189</c:v>
                </c:pt>
                <c:pt idx="874">
                  <c:v>1.45576271</c:v>
                </c:pt>
                <c:pt idx="875">
                  <c:v>1.45925161</c:v>
                </c:pt>
                <c:pt idx="876">
                  <c:v>1.46278381</c:v>
                </c:pt>
                <c:pt idx="877">
                  <c:v>1.46629333</c:v>
                </c:pt>
                <c:pt idx="878">
                  <c:v>1.47008947</c:v>
                </c:pt>
                <c:pt idx="879">
                  <c:v>1.47394954</c:v>
                </c:pt>
                <c:pt idx="880">
                  <c:v>1.47743844</c:v>
                </c:pt>
                <c:pt idx="881">
                  <c:v>1.4812985</c:v>
                </c:pt>
                <c:pt idx="882">
                  <c:v>1.4847874</c:v>
                </c:pt>
                <c:pt idx="883">
                  <c:v>1.48820207</c:v>
                </c:pt>
                <c:pt idx="884">
                  <c:v>1.49032593</c:v>
                </c:pt>
                <c:pt idx="885">
                  <c:v>1.49480871</c:v>
                </c:pt>
                <c:pt idx="886">
                  <c:v>1.49866877</c:v>
                </c:pt>
                <c:pt idx="887">
                  <c:v>1.50177002</c:v>
                </c:pt>
                <c:pt idx="888">
                  <c:v>1.50527954</c:v>
                </c:pt>
                <c:pt idx="889">
                  <c:v>1.50909424</c:v>
                </c:pt>
                <c:pt idx="890">
                  <c:v>1.51252747</c:v>
                </c:pt>
                <c:pt idx="891">
                  <c:v>1.51603699</c:v>
                </c:pt>
                <c:pt idx="892">
                  <c:v>1.51985168</c:v>
                </c:pt>
                <c:pt idx="893">
                  <c:v>1.52259827</c:v>
                </c:pt>
                <c:pt idx="894">
                  <c:v>1.52643152</c:v>
                </c:pt>
                <c:pt idx="895">
                  <c:v>1.52992249</c:v>
                </c:pt>
                <c:pt idx="896">
                  <c:v>1.53303817</c:v>
                </c:pt>
                <c:pt idx="897">
                  <c:v>1.53645283</c:v>
                </c:pt>
                <c:pt idx="898">
                  <c:v>1.53991699</c:v>
                </c:pt>
                <c:pt idx="899">
                  <c:v>1.54305948</c:v>
                </c:pt>
                <c:pt idx="900">
                  <c:v>1.54654838</c:v>
                </c:pt>
                <c:pt idx="901">
                  <c:v>1.54998779</c:v>
                </c:pt>
                <c:pt idx="902">
                  <c:v>1.55342102</c:v>
                </c:pt>
                <c:pt idx="903">
                  <c:v>1.55656969</c:v>
                </c:pt>
                <c:pt idx="904">
                  <c:v>1.5599823</c:v>
                </c:pt>
                <c:pt idx="905">
                  <c:v>1.56349182</c:v>
                </c:pt>
                <c:pt idx="906">
                  <c:v>1.56692505</c:v>
                </c:pt>
                <c:pt idx="907">
                  <c:v>1.57073975</c:v>
                </c:pt>
                <c:pt idx="908">
                  <c:v>1.57417297</c:v>
                </c:pt>
                <c:pt idx="909">
                  <c:v>1.57691956</c:v>
                </c:pt>
                <c:pt idx="910">
                  <c:v>1.58106623</c:v>
                </c:pt>
                <c:pt idx="911">
                  <c:v>1.58455514</c:v>
                </c:pt>
                <c:pt idx="912">
                  <c:v>1.58796981</c:v>
                </c:pt>
                <c:pt idx="913">
                  <c:v>1.59145871</c:v>
                </c:pt>
                <c:pt idx="914">
                  <c:v>1.59484863</c:v>
                </c:pt>
                <c:pt idx="915">
                  <c:v>1.59799112</c:v>
                </c:pt>
                <c:pt idx="916">
                  <c:v>1.60214811</c:v>
                </c:pt>
                <c:pt idx="917">
                  <c:v>1.60593394</c:v>
                </c:pt>
                <c:pt idx="918">
                  <c:v>1.60903931</c:v>
                </c:pt>
                <c:pt idx="919">
                  <c:v>1.61320867</c:v>
                </c:pt>
                <c:pt idx="920">
                  <c:v>1.61499023</c:v>
                </c:pt>
                <c:pt idx="921">
                  <c:v>1.61877606</c:v>
                </c:pt>
                <c:pt idx="922">
                  <c:v>1.62055969</c:v>
                </c:pt>
                <c:pt idx="923">
                  <c:v>1.62538271</c:v>
                </c:pt>
                <c:pt idx="924">
                  <c:v>1.6330719</c:v>
                </c:pt>
                <c:pt idx="925">
                  <c:v>1.63658142</c:v>
                </c:pt>
                <c:pt idx="926">
                  <c:v>1.63970947</c:v>
                </c:pt>
                <c:pt idx="927">
                  <c:v>1.64321899</c:v>
                </c:pt>
                <c:pt idx="928">
                  <c:v>1.64672852</c:v>
                </c:pt>
                <c:pt idx="929">
                  <c:v>1.64987925</c:v>
                </c:pt>
                <c:pt idx="930">
                  <c:v>1.65412903</c:v>
                </c:pt>
                <c:pt idx="931">
                  <c:v>1.65730244</c:v>
                </c:pt>
                <c:pt idx="932">
                  <c:v>1.66079135</c:v>
                </c:pt>
                <c:pt idx="933">
                  <c:v>1.66465141</c:v>
                </c:pt>
                <c:pt idx="934">
                  <c:v>1.66821454</c:v>
                </c:pt>
                <c:pt idx="935">
                  <c:v>1.67205811</c:v>
                </c:pt>
                <c:pt idx="936">
                  <c:v>1.6759491</c:v>
                </c:pt>
                <c:pt idx="937">
                  <c:v>1.67945862</c:v>
                </c:pt>
                <c:pt idx="938">
                  <c:v>1.68120513</c:v>
                </c:pt>
                <c:pt idx="939">
                  <c:v>1.68513942</c:v>
                </c:pt>
                <c:pt idx="940">
                  <c:v>1.68899536</c:v>
                </c:pt>
                <c:pt idx="941">
                  <c:v>1.69250488</c:v>
                </c:pt>
                <c:pt idx="942">
                  <c:v>1.69639587</c:v>
                </c:pt>
                <c:pt idx="943">
                  <c:v>1.69954042</c:v>
                </c:pt>
                <c:pt idx="944">
                  <c:v>1.70310356</c:v>
                </c:pt>
                <c:pt idx="945">
                  <c:v>1.70661926</c:v>
                </c:pt>
                <c:pt idx="946">
                  <c:v>1.71012878</c:v>
                </c:pt>
                <c:pt idx="947">
                  <c:v>1.71363831</c:v>
                </c:pt>
                <c:pt idx="948">
                  <c:v>1.71713339</c:v>
                </c:pt>
                <c:pt idx="949">
                  <c:v>1.72103882</c:v>
                </c:pt>
                <c:pt idx="950">
                  <c:v>1.72454834</c:v>
                </c:pt>
                <c:pt idx="951">
                  <c:v>1.72843933</c:v>
                </c:pt>
                <c:pt idx="952">
                  <c:v>1.73160862</c:v>
                </c:pt>
                <c:pt idx="953">
                  <c:v>1.73477173</c:v>
                </c:pt>
                <c:pt idx="954">
                  <c:v>1.73866272</c:v>
                </c:pt>
                <c:pt idx="955">
                  <c:v>1.74217224</c:v>
                </c:pt>
                <c:pt idx="956">
                  <c:v>1.74568176</c:v>
                </c:pt>
                <c:pt idx="957">
                  <c:v>1.74920159</c:v>
                </c:pt>
                <c:pt idx="958">
                  <c:v>1.75308228</c:v>
                </c:pt>
                <c:pt idx="959">
                  <c:v>1.7565918</c:v>
                </c:pt>
                <c:pt idx="960">
                  <c:v>1.76048279</c:v>
                </c:pt>
                <c:pt idx="961">
                  <c:v>1.7640686</c:v>
                </c:pt>
                <c:pt idx="962">
                  <c:v>1.76582955</c:v>
                </c:pt>
                <c:pt idx="963">
                  <c:v>1.77110002</c:v>
                </c:pt>
                <c:pt idx="964">
                  <c:v>1.77466315</c:v>
                </c:pt>
                <c:pt idx="965">
                  <c:v>1.77822629</c:v>
                </c:pt>
                <c:pt idx="966">
                  <c:v>1.7817688</c:v>
                </c:pt>
                <c:pt idx="967">
                  <c:v>1.78527832</c:v>
                </c:pt>
                <c:pt idx="968">
                  <c:v>1.78743105</c:v>
                </c:pt>
                <c:pt idx="969">
                  <c:v>1.79275513</c:v>
                </c:pt>
                <c:pt idx="970">
                  <c:v>1.79589349</c:v>
                </c:pt>
                <c:pt idx="971">
                  <c:v>1.79945662</c:v>
                </c:pt>
                <c:pt idx="972">
                  <c:v>1.8026486</c:v>
                </c:pt>
                <c:pt idx="973">
                  <c:v>1.80621173</c:v>
                </c:pt>
                <c:pt idx="974">
                  <c:v>1.80977486</c:v>
                </c:pt>
                <c:pt idx="975">
                  <c:v>1.8132782</c:v>
                </c:pt>
                <c:pt idx="976">
                  <c:v>1.81645574</c:v>
                </c:pt>
                <c:pt idx="977">
                  <c:v>1.82076119</c:v>
                </c:pt>
                <c:pt idx="978">
                  <c:v>1.82387893</c:v>
                </c:pt>
                <c:pt idx="979">
                  <c:v>1.82785034</c:v>
                </c:pt>
                <c:pt idx="980">
                  <c:v>1.83135986</c:v>
                </c:pt>
                <c:pt idx="981">
                  <c:v>1.83380127</c:v>
                </c:pt>
                <c:pt idx="982">
                  <c:v>1.83701799</c:v>
                </c:pt>
                <c:pt idx="983">
                  <c:v>1.8409729</c:v>
                </c:pt>
                <c:pt idx="984">
                  <c:v>1.85127258</c:v>
                </c:pt>
                <c:pt idx="985">
                  <c:v>1.85624406</c:v>
                </c:pt>
                <c:pt idx="986">
                  <c:v>1.85980719</c:v>
                </c:pt>
                <c:pt idx="987">
                  <c:v>1.86262801</c:v>
                </c:pt>
                <c:pt idx="988">
                  <c:v>1.8665623</c:v>
                </c:pt>
                <c:pt idx="989">
                  <c:v>1.87012544</c:v>
                </c:pt>
                <c:pt idx="990">
                  <c:v>1.87438965</c:v>
                </c:pt>
                <c:pt idx="991">
                  <c:v>1.87621246</c:v>
                </c:pt>
                <c:pt idx="992">
                  <c:v>1.87977559</c:v>
                </c:pt>
                <c:pt idx="993">
                  <c:v>1.88370988</c:v>
                </c:pt>
                <c:pt idx="994">
                  <c:v>1.88727302</c:v>
                </c:pt>
                <c:pt idx="995">
                  <c:v>1.89083615</c:v>
                </c:pt>
                <c:pt idx="996">
                  <c:v>1.89447351</c:v>
                </c:pt>
                <c:pt idx="997">
                  <c:v>1.89840781</c:v>
                </c:pt>
                <c:pt idx="998">
                  <c:v>1.90162659</c:v>
                </c:pt>
                <c:pt idx="999">
                  <c:v>1.90627639</c:v>
                </c:pt>
                <c:pt idx="1000">
                  <c:v>1.90986633</c:v>
                </c:pt>
                <c:pt idx="1001">
                  <c:v>1.91345215</c:v>
                </c:pt>
                <c:pt idx="1002">
                  <c:v>1.91558838</c:v>
                </c:pt>
                <c:pt idx="1003">
                  <c:v>1.92314148</c:v>
                </c:pt>
                <c:pt idx="1004">
                  <c:v>1.92672729</c:v>
                </c:pt>
                <c:pt idx="1005">
                  <c:v>1.93061829</c:v>
                </c:pt>
                <c:pt idx="1006">
                  <c:v>1.93389068</c:v>
                </c:pt>
                <c:pt idx="1007">
                  <c:v>1.93782497</c:v>
                </c:pt>
                <c:pt idx="1008">
                  <c:v>1.94099426</c:v>
                </c:pt>
                <c:pt idx="1009">
                  <c:v>1.94458008</c:v>
                </c:pt>
                <c:pt idx="1010">
                  <c:v>1.94814321</c:v>
                </c:pt>
                <c:pt idx="1011">
                  <c:v>1.95178058</c:v>
                </c:pt>
                <c:pt idx="1012">
                  <c:v>1.95495605</c:v>
                </c:pt>
                <c:pt idx="1013">
                  <c:v>1.95892334</c:v>
                </c:pt>
                <c:pt idx="1014">
                  <c:v>1.96209882</c:v>
                </c:pt>
                <c:pt idx="1015">
                  <c:v>1.9657135</c:v>
                </c:pt>
                <c:pt idx="1016">
                  <c:v>1.96998596</c:v>
                </c:pt>
                <c:pt idx="1017">
                  <c:v>1.9739017</c:v>
                </c:pt>
                <c:pt idx="1018">
                  <c:v>1.97608948</c:v>
                </c:pt>
                <c:pt idx="1019">
                  <c:v>1.98355185</c:v>
                </c:pt>
                <c:pt idx="1020">
                  <c:v>1.98783875</c:v>
                </c:pt>
                <c:pt idx="1021">
                  <c:v>1.99112351</c:v>
                </c:pt>
                <c:pt idx="1022">
                  <c:v>1.9947052</c:v>
                </c:pt>
                <c:pt idx="1023">
                  <c:v>1.99862094</c:v>
                </c:pt>
                <c:pt idx="1024">
                  <c:v>2.00042725</c:v>
                </c:pt>
                <c:pt idx="1025">
                  <c:v>2.00975573</c:v>
                </c:pt>
                <c:pt idx="1026">
                  <c:v>2.01331886</c:v>
                </c:pt>
                <c:pt idx="1027">
                  <c:v>2.01690674</c:v>
                </c:pt>
                <c:pt idx="1028">
                  <c:v>2.02081629</c:v>
                </c:pt>
                <c:pt idx="1029">
                  <c:v>2.02475058</c:v>
                </c:pt>
                <c:pt idx="1030">
                  <c:v>2.02659607</c:v>
                </c:pt>
                <c:pt idx="1031">
                  <c:v>2.03018188</c:v>
                </c:pt>
                <c:pt idx="1032">
                  <c:v>2.03414917</c:v>
                </c:pt>
                <c:pt idx="1033">
                  <c:v>2.03737001</c:v>
                </c:pt>
                <c:pt idx="1034">
                  <c:v>2.04093315</c:v>
                </c:pt>
                <c:pt idx="1035">
                  <c:v>2.04635208</c:v>
                </c:pt>
                <c:pt idx="1036">
                  <c:v>2.04956055</c:v>
                </c:pt>
                <c:pt idx="1037">
                  <c:v>2.05207825</c:v>
                </c:pt>
                <c:pt idx="1038">
                  <c:v>2.05635071</c:v>
                </c:pt>
                <c:pt idx="1039">
                  <c:v>2.06038192</c:v>
                </c:pt>
                <c:pt idx="1040">
                  <c:v>2.06216348</c:v>
                </c:pt>
                <c:pt idx="1041">
                  <c:v>2.06646893</c:v>
                </c:pt>
                <c:pt idx="1042">
                  <c:v>2.07003207</c:v>
                </c:pt>
                <c:pt idx="1043">
                  <c:v>2.07435608</c:v>
                </c:pt>
                <c:pt idx="1044">
                  <c:v>2.07760373</c:v>
                </c:pt>
                <c:pt idx="1045">
                  <c:v>2.08049877</c:v>
                </c:pt>
                <c:pt idx="1046">
                  <c:v>2.08480835</c:v>
                </c:pt>
                <c:pt idx="1047">
                  <c:v>2.08839417</c:v>
                </c:pt>
                <c:pt idx="1048">
                  <c:v>2.09197998</c:v>
                </c:pt>
                <c:pt idx="1049">
                  <c:v>2.09556786</c:v>
                </c:pt>
                <c:pt idx="1050">
                  <c:v>2.09877014</c:v>
                </c:pt>
                <c:pt idx="1051">
                  <c:v>2.10098267</c:v>
                </c:pt>
                <c:pt idx="1052">
                  <c:v>2.10632324</c:v>
                </c:pt>
                <c:pt idx="1053">
                  <c:v>2.10922241</c:v>
                </c:pt>
                <c:pt idx="1054">
                  <c:v>2.11280823</c:v>
                </c:pt>
                <c:pt idx="1055">
                  <c:v>2.11677551</c:v>
                </c:pt>
                <c:pt idx="1056">
                  <c:v>2.11999017</c:v>
                </c:pt>
                <c:pt idx="1057">
                  <c:v>2.1235533</c:v>
                </c:pt>
                <c:pt idx="1058">
                  <c:v>2.128898</c:v>
                </c:pt>
                <c:pt idx="1059">
                  <c:v>2.1307373</c:v>
                </c:pt>
                <c:pt idx="1060">
                  <c:v>2.13394577</c:v>
                </c:pt>
                <c:pt idx="1061">
                  <c:v>2.13821411</c:v>
                </c:pt>
                <c:pt idx="1062">
                  <c:v>2.1414432</c:v>
                </c:pt>
                <c:pt idx="1063">
                  <c:v>2.14649097</c:v>
                </c:pt>
                <c:pt idx="1064">
                  <c:v>2.15042527</c:v>
                </c:pt>
                <c:pt idx="1065">
                  <c:v>2.15362549</c:v>
                </c:pt>
                <c:pt idx="1066">
                  <c:v>2.1572113</c:v>
                </c:pt>
                <c:pt idx="1067">
                  <c:v>2.16074351</c:v>
                </c:pt>
                <c:pt idx="1068">
                  <c:v>2.16363855</c:v>
                </c:pt>
                <c:pt idx="1069">
                  <c:v>2.16682434</c:v>
                </c:pt>
                <c:pt idx="1070">
                  <c:v>2.17079163</c:v>
                </c:pt>
                <c:pt idx="1071">
                  <c:v>2.17395679</c:v>
                </c:pt>
                <c:pt idx="1072">
                  <c:v>2.1786499</c:v>
                </c:pt>
                <c:pt idx="1073">
                  <c:v>2.18254089</c:v>
                </c:pt>
                <c:pt idx="1074">
                  <c:v>2.18575967</c:v>
                </c:pt>
                <c:pt idx="1075">
                  <c:v>2.18932281</c:v>
                </c:pt>
                <c:pt idx="1076">
                  <c:v>2.1925354</c:v>
                </c:pt>
                <c:pt idx="1077">
                  <c:v>2.1950531</c:v>
                </c:pt>
                <c:pt idx="1078">
                  <c:v>2.19856262</c:v>
                </c:pt>
                <c:pt idx="1079">
                  <c:v>2.20214844</c:v>
                </c:pt>
                <c:pt idx="1080">
                  <c:v>2.20748901</c:v>
                </c:pt>
                <c:pt idx="1081">
                  <c:v>2.21070161</c:v>
                </c:pt>
                <c:pt idx="1082">
                  <c:v>2.21427917</c:v>
                </c:pt>
                <c:pt idx="1083">
                  <c:v>2.21786499</c:v>
                </c:pt>
                <c:pt idx="1084">
                  <c:v>2.22109408</c:v>
                </c:pt>
                <c:pt idx="1085">
                  <c:v>2.22324681</c:v>
                </c:pt>
                <c:pt idx="1086">
                  <c:v>2.22824097</c:v>
                </c:pt>
                <c:pt idx="1087">
                  <c:v>2.23182678</c:v>
                </c:pt>
                <c:pt idx="1088">
                  <c:v>2.23396301</c:v>
                </c:pt>
                <c:pt idx="1089">
                  <c:v>2.237854</c:v>
                </c:pt>
                <c:pt idx="1090">
                  <c:v>2.24143982</c:v>
                </c:pt>
                <c:pt idx="1091">
                  <c:v>2.24502563</c:v>
                </c:pt>
                <c:pt idx="1092">
                  <c:v>2.24891663</c:v>
                </c:pt>
                <c:pt idx="1093">
                  <c:v>2.25250244</c:v>
                </c:pt>
                <c:pt idx="1094">
                  <c:v>2.25608826</c:v>
                </c:pt>
                <c:pt idx="1095">
                  <c:v>2.25969469</c:v>
                </c:pt>
                <c:pt idx="1096">
                  <c:v>2.26325783</c:v>
                </c:pt>
                <c:pt idx="1097">
                  <c:v>2.26719212</c:v>
                </c:pt>
                <c:pt idx="1098">
                  <c:v>2.27043152</c:v>
                </c:pt>
                <c:pt idx="1099">
                  <c:v>2.27401733</c:v>
                </c:pt>
                <c:pt idx="1100">
                  <c:v>2.27758459</c:v>
                </c:pt>
                <c:pt idx="1101">
                  <c:v>2.2808075</c:v>
                </c:pt>
                <c:pt idx="1102">
                  <c:v>2.2857666</c:v>
                </c:pt>
                <c:pt idx="1103">
                  <c:v>2.28938747</c:v>
                </c:pt>
                <c:pt idx="1104">
                  <c:v>2.29263306</c:v>
                </c:pt>
                <c:pt idx="1105">
                  <c:v>2.29584565</c:v>
                </c:pt>
                <c:pt idx="1106">
                  <c:v>2.29972839</c:v>
                </c:pt>
                <c:pt idx="1107">
                  <c:v>2.30334308</c:v>
                </c:pt>
                <c:pt idx="1108">
                  <c:v>2.30690621</c:v>
                </c:pt>
                <c:pt idx="1109">
                  <c:v>2.31018066</c:v>
                </c:pt>
                <c:pt idx="1110">
                  <c:v>2.31373555</c:v>
                </c:pt>
                <c:pt idx="1111">
                  <c:v>2.31765747</c:v>
                </c:pt>
                <c:pt idx="1112">
                  <c:v>2.32086182</c:v>
                </c:pt>
                <c:pt idx="1113">
                  <c:v>2.32412802</c:v>
                </c:pt>
                <c:pt idx="1114">
                  <c:v>2.3273468</c:v>
                </c:pt>
                <c:pt idx="1115">
                  <c:v>2.33093262</c:v>
                </c:pt>
                <c:pt idx="1116">
                  <c:v>2.3359309</c:v>
                </c:pt>
                <c:pt idx="1117">
                  <c:v>2.33808363</c:v>
                </c:pt>
                <c:pt idx="1118">
                  <c:v>2.34305717</c:v>
                </c:pt>
                <c:pt idx="1119">
                  <c:v>2.34519958</c:v>
                </c:pt>
                <c:pt idx="1120">
                  <c:v>2.3487854</c:v>
                </c:pt>
                <c:pt idx="1121">
                  <c:v>2.35237122</c:v>
                </c:pt>
                <c:pt idx="1122">
                  <c:v>2.35595703</c:v>
                </c:pt>
                <c:pt idx="1123">
                  <c:v>2.35953666</c:v>
                </c:pt>
                <c:pt idx="1124">
                  <c:v>2.36419678</c:v>
                </c:pt>
                <c:pt idx="1125">
                  <c:v>2.36816406</c:v>
                </c:pt>
                <c:pt idx="1126">
                  <c:v>2.37030029</c:v>
                </c:pt>
                <c:pt idx="1127">
                  <c:v>2.37388611</c:v>
                </c:pt>
                <c:pt idx="1128">
                  <c:v>2.37785339</c:v>
                </c:pt>
                <c:pt idx="1129">
                  <c:v>2.38143921</c:v>
                </c:pt>
                <c:pt idx="1130">
                  <c:v>2.38462706</c:v>
                </c:pt>
                <c:pt idx="1131">
                  <c:v>2.38967896</c:v>
                </c:pt>
                <c:pt idx="1132">
                  <c:v>2.39257813</c:v>
                </c:pt>
                <c:pt idx="1133">
                  <c:v>2.39616394</c:v>
                </c:pt>
                <c:pt idx="1134">
                  <c:v>2.39969614</c:v>
                </c:pt>
                <c:pt idx="1135">
                  <c:v>2.40259119</c:v>
                </c:pt>
                <c:pt idx="1136">
                  <c:v>2.40622856</c:v>
                </c:pt>
                <c:pt idx="1137">
                  <c:v>2.41016285</c:v>
                </c:pt>
                <c:pt idx="1138">
                  <c:v>2.41372598</c:v>
                </c:pt>
                <c:pt idx="1139">
                  <c:v>2.41736335</c:v>
                </c:pt>
                <c:pt idx="1140">
                  <c:v>2.42092648</c:v>
                </c:pt>
                <c:pt idx="1141">
                  <c:v>2.42486077</c:v>
                </c:pt>
                <c:pt idx="1142">
                  <c:v>2.4281311</c:v>
                </c:pt>
                <c:pt idx="1143">
                  <c:v>2.43202209</c:v>
                </c:pt>
                <c:pt idx="1144">
                  <c:v>2.43560791</c:v>
                </c:pt>
                <c:pt idx="1145">
                  <c:v>2.43919373</c:v>
                </c:pt>
                <c:pt idx="1146">
                  <c:v>2.44277954</c:v>
                </c:pt>
                <c:pt idx="1147">
                  <c:v>2.44638804</c:v>
                </c:pt>
                <c:pt idx="1148">
                  <c:v>2.44928308</c:v>
                </c:pt>
                <c:pt idx="1149">
                  <c:v>2.45323181</c:v>
                </c:pt>
                <c:pt idx="1150">
                  <c:v>2.45678051</c:v>
                </c:pt>
                <c:pt idx="1151">
                  <c:v>2.46041788</c:v>
                </c:pt>
                <c:pt idx="1152">
                  <c:v>2.46505737</c:v>
                </c:pt>
                <c:pt idx="1153">
                  <c:v>2.46865762</c:v>
                </c:pt>
                <c:pt idx="1154">
                  <c:v>2.47192383</c:v>
                </c:pt>
                <c:pt idx="1155">
                  <c:v>2.4751158</c:v>
                </c:pt>
                <c:pt idx="1156">
                  <c:v>2.47947693</c:v>
                </c:pt>
                <c:pt idx="1157">
                  <c:v>2.48268746</c:v>
                </c:pt>
                <c:pt idx="1158">
                  <c:v>2.48664856</c:v>
                </c:pt>
                <c:pt idx="1159">
                  <c:v>2.48877448</c:v>
                </c:pt>
                <c:pt idx="1160">
                  <c:v>2.49382225</c:v>
                </c:pt>
                <c:pt idx="1161">
                  <c:v>2.49597498</c:v>
                </c:pt>
                <c:pt idx="1162">
                  <c:v>2.4999835</c:v>
                </c:pt>
                <c:pt idx="1163">
                  <c:v>2.50320435</c:v>
                </c:pt>
                <c:pt idx="1164">
                  <c:v>2.50679016</c:v>
                </c:pt>
                <c:pt idx="1165">
                  <c:v>2.51075745</c:v>
                </c:pt>
                <c:pt idx="1166">
                  <c:v>2.51441956</c:v>
                </c:pt>
                <c:pt idx="1167">
                  <c:v>2.51802187</c:v>
                </c:pt>
                <c:pt idx="1168">
                  <c:v>2.52197266</c:v>
                </c:pt>
                <c:pt idx="1169">
                  <c:v>2.52563477</c:v>
                </c:pt>
                <c:pt idx="1170">
                  <c:v>2.52960205</c:v>
                </c:pt>
                <c:pt idx="1171">
                  <c:v>2.53318787</c:v>
                </c:pt>
                <c:pt idx="1172">
                  <c:v>2.53684998</c:v>
                </c:pt>
                <c:pt idx="1173">
                  <c:v>2.54081107</c:v>
                </c:pt>
                <c:pt idx="1174">
                  <c:v>2.54295349</c:v>
                </c:pt>
                <c:pt idx="1175">
                  <c:v>2.5466156</c:v>
                </c:pt>
                <c:pt idx="1176">
                  <c:v>2.54986737</c:v>
                </c:pt>
                <c:pt idx="1177">
                  <c:v>2.55380167</c:v>
                </c:pt>
                <c:pt idx="1178">
                  <c:v>2.55892367</c:v>
                </c:pt>
                <c:pt idx="1179">
                  <c:v>2.56181872</c:v>
                </c:pt>
                <c:pt idx="1180">
                  <c:v>2.56507874</c:v>
                </c:pt>
                <c:pt idx="1181">
                  <c:v>2.56946461</c:v>
                </c:pt>
                <c:pt idx="1182">
                  <c:v>2.57310197</c:v>
                </c:pt>
                <c:pt idx="1183">
                  <c:v>2.57667542</c:v>
                </c:pt>
                <c:pt idx="1184">
                  <c:v>2.57993131</c:v>
                </c:pt>
                <c:pt idx="1185">
                  <c:v>2.58356868</c:v>
                </c:pt>
                <c:pt idx="1186">
                  <c:v>2.58720398</c:v>
                </c:pt>
                <c:pt idx="1187">
                  <c:v>2.59086609</c:v>
                </c:pt>
                <c:pt idx="1188">
                  <c:v>2.59410961</c:v>
                </c:pt>
                <c:pt idx="1189">
                  <c:v>2.59811814</c:v>
                </c:pt>
                <c:pt idx="1190">
                  <c:v>2.60215759</c:v>
                </c:pt>
                <c:pt idx="1191">
                  <c:v>2.60539287</c:v>
                </c:pt>
                <c:pt idx="1192">
                  <c:v>2.60940139</c:v>
                </c:pt>
                <c:pt idx="1193">
                  <c:v>2.61303876</c:v>
                </c:pt>
                <c:pt idx="1194">
                  <c:v>2.61627197</c:v>
                </c:pt>
                <c:pt idx="1195">
                  <c:v>2.61994233</c:v>
                </c:pt>
                <c:pt idx="1196">
                  <c:v>2.62350546</c:v>
                </c:pt>
                <c:pt idx="1197">
                  <c:v>2.62680054</c:v>
                </c:pt>
                <c:pt idx="1198">
                  <c:v>2.63076782</c:v>
                </c:pt>
                <c:pt idx="1199">
                  <c:v>2.63478872</c:v>
                </c:pt>
                <c:pt idx="1200">
                  <c:v>2.63877869</c:v>
                </c:pt>
                <c:pt idx="1201">
                  <c:v>2.64094997</c:v>
                </c:pt>
                <c:pt idx="1202">
                  <c:v>2.64458734</c:v>
                </c:pt>
                <c:pt idx="1203">
                  <c:v>2.6482247</c:v>
                </c:pt>
                <c:pt idx="1204">
                  <c:v>2.65258789</c:v>
                </c:pt>
                <c:pt idx="1205">
                  <c:v>2.65579636</c:v>
                </c:pt>
                <c:pt idx="1206">
                  <c:v>2.65983582</c:v>
                </c:pt>
                <c:pt idx="1207">
                  <c:v>2.6638031</c:v>
                </c:pt>
                <c:pt idx="1208">
                  <c:v>2.66738892</c:v>
                </c:pt>
                <c:pt idx="1209">
                  <c:v>2.67066956</c:v>
                </c:pt>
                <c:pt idx="1210">
                  <c:v>2.67433167</c:v>
                </c:pt>
                <c:pt idx="1211">
                  <c:v>2.67828864</c:v>
                </c:pt>
                <c:pt idx="1212">
                  <c:v>2.68229717</c:v>
                </c:pt>
                <c:pt idx="1213">
                  <c:v>2.68409729</c:v>
                </c:pt>
                <c:pt idx="1214">
                  <c:v>2.68768311</c:v>
                </c:pt>
                <c:pt idx="1215">
                  <c:v>2.69134521</c:v>
                </c:pt>
                <c:pt idx="1216">
                  <c:v>2.69676208</c:v>
                </c:pt>
                <c:pt idx="1217">
                  <c:v>2.69897461</c:v>
                </c:pt>
                <c:pt idx="1218">
                  <c:v>2.70263672</c:v>
                </c:pt>
                <c:pt idx="1219">
                  <c:v>2.70627408</c:v>
                </c:pt>
                <c:pt idx="1220">
                  <c:v>2.70991145</c:v>
                </c:pt>
                <c:pt idx="1221">
                  <c:v>2.7142334</c:v>
                </c:pt>
                <c:pt idx="1222">
                  <c:v>2.71829966</c:v>
                </c:pt>
                <c:pt idx="1223">
                  <c:v>2.72119471</c:v>
                </c:pt>
                <c:pt idx="1224">
                  <c:v>2.72483207</c:v>
                </c:pt>
                <c:pt idx="1225">
                  <c:v>2.72850037</c:v>
                </c:pt>
                <c:pt idx="1226">
                  <c:v>2.73255219</c:v>
                </c:pt>
                <c:pt idx="1227">
                  <c:v>2.73656072</c:v>
                </c:pt>
                <c:pt idx="1228">
                  <c:v>2.73986816</c:v>
                </c:pt>
                <c:pt idx="1229">
                  <c:v>2.74316736</c:v>
                </c:pt>
                <c:pt idx="1230">
                  <c:v>2.74757385</c:v>
                </c:pt>
                <c:pt idx="1231">
                  <c:v>2.75088748</c:v>
                </c:pt>
                <c:pt idx="1232">
                  <c:v>2.75452485</c:v>
                </c:pt>
                <c:pt idx="1233">
                  <c:v>2.75823645</c:v>
                </c:pt>
                <c:pt idx="1234">
                  <c:v>2.76150265</c:v>
                </c:pt>
                <c:pt idx="1235">
                  <c:v>2.76521425</c:v>
                </c:pt>
                <c:pt idx="1236">
                  <c:v>2.76855469</c:v>
                </c:pt>
                <c:pt idx="1237">
                  <c:v>2.77293437</c:v>
                </c:pt>
                <c:pt idx="1238">
                  <c:v>2.77590365</c:v>
                </c:pt>
                <c:pt idx="1239">
                  <c:v>2.78038025</c:v>
                </c:pt>
                <c:pt idx="1240">
                  <c:v>2.78404236</c:v>
                </c:pt>
                <c:pt idx="1241">
                  <c:v>2.78846741</c:v>
                </c:pt>
                <c:pt idx="1242">
                  <c:v>2.79067581</c:v>
                </c:pt>
                <c:pt idx="1243">
                  <c:v>2.79396057</c:v>
                </c:pt>
                <c:pt idx="1244">
                  <c:v>2.79769897</c:v>
                </c:pt>
                <c:pt idx="1245">
                  <c:v>2.80326843</c:v>
                </c:pt>
                <c:pt idx="1246">
                  <c:v>2.80507681</c:v>
                </c:pt>
                <c:pt idx="1247">
                  <c:v>2.81027304</c:v>
                </c:pt>
                <c:pt idx="1248">
                  <c:v>2.8125</c:v>
                </c:pt>
                <c:pt idx="1249">
                  <c:v>2.81799316</c:v>
                </c:pt>
                <c:pt idx="1250">
                  <c:v>2.82170476</c:v>
                </c:pt>
                <c:pt idx="1251">
                  <c:v>2.82394409</c:v>
                </c:pt>
                <c:pt idx="1252">
                  <c:v>2.8276062</c:v>
                </c:pt>
                <c:pt idx="1253">
                  <c:v>2.8313446</c:v>
                </c:pt>
                <c:pt idx="1254">
                  <c:v>2.83538818</c:v>
                </c:pt>
                <c:pt idx="1255">
                  <c:v>2.83905029</c:v>
                </c:pt>
                <c:pt idx="1256">
                  <c:v>2.84315779</c:v>
                </c:pt>
                <c:pt idx="1257">
                  <c:v>2.84686939</c:v>
                </c:pt>
                <c:pt idx="1258">
                  <c:v>2.85095215</c:v>
                </c:pt>
                <c:pt idx="1259">
                  <c:v>2.85499573</c:v>
                </c:pt>
                <c:pt idx="1260">
                  <c:v>2.85830111</c:v>
                </c:pt>
                <c:pt idx="1261">
                  <c:v>2.86238387</c:v>
                </c:pt>
                <c:pt idx="1262">
                  <c:v>2.86535315</c:v>
                </c:pt>
                <c:pt idx="1263">
                  <c:v>2.86906474</c:v>
                </c:pt>
                <c:pt idx="1264">
                  <c:v>2.87307327</c:v>
                </c:pt>
                <c:pt idx="1265">
                  <c:v>2.87678487</c:v>
                </c:pt>
                <c:pt idx="1266">
                  <c:v>2.87975414</c:v>
                </c:pt>
                <c:pt idx="1267">
                  <c:v>2.8838369</c:v>
                </c:pt>
                <c:pt idx="1268">
                  <c:v>2.88787842</c:v>
                </c:pt>
                <c:pt idx="1269">
                  <c:v>2.89154053</c:v>
                </c:pt>
                <c:pt idx="1270">
                  <c:v>2.8956604</c:v>
                </c:pt>
                <c:pt idx="1271">
                  <c:v>2.89932251</c:v>
                </c:pt>
                <c:pt idx="1272">
                  <c:v>2.90153503</c:v>
                </c:pt>
                <c:pt idx="1273">
                  <c:v>2.90595802</c:v>
                </c:pt>
                <c:pt idx="1274">
                  <c:v>2.90931702</c:v>
                </c:pt>
                <c:pt idx="1275">
                  <c:v>2.91338122</c:v>
                </c:pt>
                <c:pt idx="1276">
                  <c:v>2.91740417</c:v>
                </c:pt>
                <c:pt idx="1277">
                  <c:v>2.92076111</c:v>
                </c:pt>
                <c:pt idx="1278">
                  <c:v>2.92442322</c:v>
                </c:pt>
                <c:pt idx="1279">
                  <c:v>2.9284668</c:v>
                </c:pt>
                <c:pt idx="1280">
                  <c:v>2.93253306</c:v>
                </c:pt>
                <c:pt idx="1281">
                  <c:v>2.93624466</c:v>
                </c:pt>
                <c:pt idx="1282">
                  <c:v>2.93991089</c:v>
                </c:pt>
                <c:pt idx="1283">
                  <c:v>2.943573</c:v>
                </c:pt>
                <c:pt idx="1284">
                  <c:v>2.94685982</c:v>
                </c:pt>
                <c:pt idx="1285">
                  <c:v>2.95127869</c:v>
                </c:pt>
                <c:pt idx="1286">
                  <c:v>2.95457995</c:v>
                </c:pt>
                <c:pt idx="1287">
                  <c:v>2.95646667</c:v>
                </c:pt>
                <c:pt idx="1288">
                  <c:v>2.96088966</c:v>
                </c:pt>
                <c:pt idx="1289">
                  <c:v>2.96417236</c:v>
                </c:pt>
                <c:pt idx="1290">
                  <c:v>2.96783447</c:v>
                </c:pt>
                <c:pt idx="1291">
                  <c:v>2.97340393</c:v>
                </c:pt>
                <c:pt idx="1292">
                  <c:v>2.97670107</c:v>
                </c:pt>
                <c:pt idx="1293">
                  <c:v>2.98034668</c:v>
                </c:pt>
                <c:pt idx="1294">
                  <c:v>2.98367887</c:v>
                </c:pt>
                <c:pt idx="1295">
                  <c:v>2.9876709</c:v>
                </c:pt>
                <c:pt idx="1296">
                  <c:v>2.99102783</c:v>
                </c:pt>
                <c:pt idx="1297">
                  <c:v>2.99324036</c:v>
                </c:pt>
                <c:pt idx="1298">
                  <c:v>2.99800564</c:v>
                </c:pt>
                <c:pt idx="1299">
                  <c:v>3.00201416</c:v>
                </c:pt>
                <c:pt idx="1300">
                  <c:v>3.00572576</c:v>
                </c:pt>
                <c:pt idx="1301">
                  <c:v>3.00899196</c:v>
                </c:pt>
                <c:pt idx="1302">
                  <c:v>3.01270356</c:v>
                </c:pt>
                <c:pt idx="1303">
                  <c:v>3.01597595</c:v>
                </c:pt>
                <c:pt idx="1304">
                  <c:v>3.01968136</c:v>
                </c:pt>
                <c:pt idx="1305">
                  <c:v>3.02331873</c:v>
                </c:pt>
                <c:pt idx="1306">
                  <c:v>3.02742004</c:v>
                </c:pt>
                <c:pt idx="1307">
                  <c:v>3.03103885</c:v>
                </c:pt>
                <c:pt idx="1308">
                  <c:v>3.03436279</c:v>
                </c:pt>
                <c:pt idx="1309">
                  <c:v>3.03913013</c:v>
                </c:pt>
                <c:pt idx="1310">
                  <c:v>3.04321289</c:v>
                </c:pt>
                <c:pt idx="1311">
                  <c:v>3.04610794</c:v>
                </c:pt>
                <c:pt idx="1312">
                  <c:v>3.04981953</c:v>
                </c:pt>
                <c:pt idx="1313">
                  <c:v>3.05382806</c:v>
                </c:pt>
                <c:pt idx="1314">
                  <c:v>3.05709839</c:v>
                </c:pt>
                <c:pt idx="1315">
                  <c:v>3.0604347</c:v>
                </c:pt>
                <c:pt idx="1316">
                  <c:v>3.06480408</c:v>
                </c:pt>
                <c:pt idx="1317">
                  <c:v>3.06815482</c:v>
                </c:pt>
                <c:pt idx="1318">
                  <c:v>3.07144165</c:v>
                </c:pt>
                <c:pt idx="1319">
                  <c:v>3.07542956</c:v>
                </c:pt>
                <c:pt idx="1320">
                  <c:v>3.07914734</c:v>
                </c:pt>
                <c:pt idx="1321">
                  <c:v>3.08280945</c:v>
                </c:pt>
                <c:pt idx="1322">
                  <c:v>3.08686128</c:v>
                </c:pt>
                <c:pt idx="1323">
                  <c:v>3.08898926</c:v>
                </c:pt>
                <c:pt idx="1324">
                  <c:v>3.09228021</c:v>
                </c:pt>
                <c:pt idx="1325">
                  <c:v>3.09747644</c:v>
                </c:pt>
                <c:pt idx="1326">
                  <c:v>3.10000033</c:v>
                </c:pt>
                <c:pt idx="1327">
                  <c:v>3.10512233</c:v>
                </c:pt>
                <c:pt idx="1328">
                  <c:v>3.10734929</c:v>
                </c:pt>
                <c:pt idx="1329">
                  <c:v>3.11103821</c:v>
                </c:pt>
                <c:pt idx="1330">
                  <c:v>3.11499518</c:v>
                </c:pt>
                <c:pt idx="1331">
                  <c:v>3.11904907</c:v>
                </c:pt>
                <c:pt idx="1332">
                  <c:v>3.12271531</c:v>
                </c:pt>
                <c:pt idx="1333">
                  <c:v>3.12599182</c:v>
                </c:pt>
                <c:pt idx="1334">
                  <c:v>3.12932195</c:v>
                </c:pt>
                <c:pt idx="1335">
                  <c:v>3.13333047</c:v>
                </c:pt>
                <c:pt idx="1336">
                  <c:v>3.13659668</c:v>
                </c:pt>
                <c:pt idx="1337">
                  <c:v>3.14025879</c:v>
                </c:pt>
                <c:pt idx="1338">
                  <c:v>3.14468796</c:v>
                </c:pt>
                <c:pt idx="1339">
                  <c:v>3.14796448</c:v>
                </c:pt>
                <c:pt idx="1340">
                  <c:v>3.15162659</c:v>
                </c:pt>
                <c:pt idx="1341">
                  <c:v>3.15490723</c:v>
                </c:pt>
                <c:pt idx="1342">
                  <c:v>3.1589405</c:v>
                </c:pt>
                <c:pt idx="1343">
                  <c:v>3.16294902</c:v>
                </c:pt>
                <c:pt idx="1344">
                  <c:v>3.16619873</c:v>
                </c:pt>
                <c:pt idx="1345">
                  <c:v>3.16986084</c:v>
                </c:pt>
                <c:pt idx="1346">
                  <c:v>3.17390442</c:v>
                </c:pt>
                <c:pt idx="1347">
                  <c:v>3.17720155</c:v>
                </c:pt>
                <c:pt idx="1348">
                  <c:v>3.1804657</c:v>
                </c:pt>
                <c:pt idx="1349">
                  <c:v>3.18450928</c:v>
                </c:pt>
                <c:pt idx="1350">
                  <c:v>3.18922713</c:v>
                </c:pt>
                <c:pt idx="1351">
                  <c:v>3.19282532</c:v>
                </c:pt>
                <c:pt idx="1352">
                  <c:v>3.1961307</c:v>
                </c:pt>
                <c:pt idx="1353">
                  <c:v>3.19976807</c:v>
                </c:pt>
                <c:pt idx="1354">
                  <c:v>3.20377659</c:v>
                </c:pt>
                <c:pt idx="1355">
                  <c:v>3.20741396</c:v>
                </c:pt>
                <c:pt idx="1356">
                  <c:v>3.2106781</c:v>
                </c:pt>
                <c:pt idx="1357">
                  <c:v>3.21472168</c:v>
                </c:pt>
                <c:pt idx="1358">
                  <c:v>3.2183075</c:v>
                </c:pt>
                <c:pt idx="1359">
                  <c:v>3.22159226</c:v>
                </c:pt>
                <c:pt idx="1360">
                  <c:v>3.22486877</c:v>
                </c:pt>
                <c:pt idx="1361">
                  <c:v>3.22849583</c:v>
                </c:pt>
                <c:pt idx="1362">
                  <c:v>3.23173523</c:v>
                </c:pt>
                <c:pt idx="1363">
                  <c:v>3.23539734</c:v>
                </c:pt>
                <c:pt idx="1364">
                  <c:v>3.23936462</c:v>
                </c:pt>
                <c:pt idx="1365">
                  <c:v>3.24267413</c:v>
                </c:pt>
                <c:pt idx="1366">
                  <c:v>3.24699402</c:v>
                </c:pt>
                <c:pt idx="1367">
                  <c:v>3.25024579</c:v>
                </c:pt>
                <c:pt idx="1368">
                  <c:v>3.2535553</c:v>
                </c:pt>
                <c:pt idx="1369">
                  <c:v>3.25752258</c:v>
                </c:pt>
                <c:pt idx="1370">
                  <c:v>3.26078673</c:v>
                </c:pt>
                <c:pt idx="1371">
                  <c:v>3.26408386</c:v>
                </c:pt>
                <c:pt idx="1372">
                  <c:v>3.26805115</c:v>
                </c:pt>
                <c:pt idx="1373">
                  <c:v>3.27163696</c:v>
                </c:pt>
                <c:pt idx="1374">
                  <c:v>3.2748908</c:v>
                </c:pt>
                <c:pt idx="1375">
                  <c:v>3.27857971</c:v>
                </c:pt>
                <c:pt idx="1376">
                  <c:v>3.28253669</c:v>
                </c:pt>
                <c:pt idx="1377">
                  <c:v>3.28617405</c:v>
                </c:pt>
                <c:pt idx="1378">
                  <c:v>3.28979492</c:v>
                </c:pt>
                <c:pt idx="1379">
                  <c:v>3.29448803</c:v>
                </c:pt>
                <c:pt idx="1380">
                  <c:v>3.29738308</c:v>
                </c:pt>
                <c:pt idx="1381">
                  <c:v>3.3013916</c:v>
                </c:pt>
                <c:pt idx="1382">
                  <c:v>3.30459595</c:v>
                </c:pt>
                <c:pt idx="1383">
                  <c:v>3.30784978</c:v>
                </c:pt>
                <c:pt idx="1384">
                  <c:v>3.31185831</c:v>
                </c:pt>
                <c:pt idx="1385">
                  <c:v>3.31549567</c:v>
                </c:pt>
                <c:pt idx="1386">
                  <c:v>3.3190588</c:v>
                </c:pt>
                <c:pt idx="1387">
                  <c:v>3.32306733</c:v>
                </c:pt>
                <c:pt idx="1388">
                  <c:v>3.32596238</c:v>
                </c:pt>
                <c:pt idx="1389">
                  <c:v>3.32959974</c:v>
                </c:pt>
                <c:pt idx="1390">
                  <c:v>3.33320618</c:v>
                </c:pt>
                <c:pt idx="1391">
                  <c:v>3.33679199</c:v>
                </c:pt>
                <c:pt idx="1392">
                  <c:v>3.34147685</c:v>
                </c:pt>
                <c:pt idx="1393">
                  <c:v>3.34365845</c:v>
                </c:pt>
                <c:pt idx="1394">
                  <c:v>3.34877014</c:v>
                </c:pt>
                <c:pt idx="1395">
                  <c:v>3.35159302</c:v>
                </c:pt>
                <c:pt idx="1396">
                  <c:v>3.3556366</c:v>
                </c:pt>
                <c:pt idx="1397">
                  <c:v>3.35884713</c:v>
                </c:pt>
                <c:pt idx="1398">
                  <c:v>3.36250305</c:v>
                </c:pt>
                <c:pt idx="1399">
                  <c:v>3.36608887</c:v>
                </c:pt>
                <c:pt idx="1400">
                  <c:v>3.36931383</c:v>
                </c:pt>
                <c:pt idx="1401">
                  <c:v>3.37371826</c:v>
                </c:pt>
                <c:pt idx="1402">
                  <c:v>3.37695972</c:v>
                </c:pt>
                <c:pt idx="1403">
                  <c:v>3.38059709</c:v>
                </c:pt>
                <c:pt idx="1404">
                  <c:v>3.38423445</c:v>
                </c:pt>
                <c:pt idx="1405">
                  <c:v>3.38783264</c:v>
                </c:pt>
                <c:pt idx="1406">
                  <c:v>3.39106379</c:v>
                </c:pt>
                <c:pt idx="1407">
                  <c:v>3.39470116</c:v>
                </c:pt>
                <c:pt idx="1408">
                  <c:v>3.39836121</c:v>
                </c:pt>
                <c:pt idx="1409">
                  <c:v>3.40160473</c:v>
                </c:pt>
                <c:pt idx="1410">
                  <c:v>3.40672673</c:v>
                </c:pt>
                <c:pt idx="1411">
                  <c:v>3.40888977</c:v>
                </c:pt>
                <c:pt idx="1412">
                  <c:v>3.41255188</c:v>
                </c:pt>
                <c:pt idx="1413">
                  <c:v>3.41726767</c:v>
                </c:pt>
                <c:pt idx="1414">
                  <c:v>3.41986579</c:v>
                </c:pt>
                <c:pt idx="1415">
                  <c:v>3.42384338</c:v>
                </c:pt>
                <c:pt idx="1416">
                  <c:v>3.42788284</c:v>
                </c:pt>
                <c:pt idx="1417">
                  <c:v>3.43189136</c:v>
                </c:pt>
                <c:pt idx="1418">
                  <c:v>3.43521118</c:v>
                </c:pt>
                <c:pt idx="1419">
                  <c:v>3.43887329</c:v>
                </c:pt>
                <c:pt idx="1420">
                  <c:v>3.44324885</c:v>
                </c:pt>
                <c:pt idx="1421">
                  <c:v>3.44540158</c:v>
                </c:pt>
                <c:pt idx="1422">
                  <c:v>3.44911318</c:v>
                </c:pt>
                <c:pt idx="1423">
                  <c:v>3.45352173</c:v>
                </c:pt>
                <c:pt idx="1424">
                  <c:v>3.45718384</c:v>
                </c:pt>
                <c:pt idx="1425">
                  <c:v>3.46084182</c:v>
                </c:pt>
                <c:pt idx="1426">
                  <c:v>3.46412659</c:v>
                </c:pt>
                <c:pt idx="1427">
                  <c:v>3.4677887</c:v>
                </c:pt>
                <c:pt idx="1428">
                  <c:v>3.47145699</c:v>
                </c:pt>
                <c:pt idx="1429">
                  <c:v>3.47509436</c:v>
                </c:pt>
                <c:pt idx="1430">
                  <c:v>3.47880595</c:v>
                </c:pt>
                <c:pt idx="1431">
                  <c:v>3.48243713</c:v>
                </c:pt>
                <c:pt idx="1432">
                  <c:v>3.48609924</c:v>
                </c:pt>
                <c:pt idx="1433">
                  <c:v>3.48976135</c:v>
                </c:pt>
                <c:pt idx="1434">
                  <c:v>3.49342965</c:v>
                </c:pt>
                <c:pt idx="1435">
                  <c:v>3.4967804</c:v>
                </c:pt>
                <c:pt idx="1436">
                  <c:v>3.50077861</c:v>
                </c:pt>
                <c:pt idx="1437">
                  <c:v>3.50448608</c:v>
                </c:pt>
                <c:pt idx="1438">
                  <c:v>3.50814819</c:v>
                </c:pt>
                <c:pt idx="1439">
                  <c:v>3.5118103</c:v>
                </c:pt>
                <c:pt idx="1440">
                  <c:v>3.51585388</c:v>
                </c:pt>
                <c:pt idx="1441">
                  <c:v>3.5191139</c:v>
                </c:pt>
                <c:pt idx="1442">
                  <c:v>3.52241516</c:v>
                </c:pt>
                <c:pt idx="1443">
                  <c:v>3.52790833</c:v>
                </c:pt>
                <c:pt idx="1444">
                  <c:v>3.52972907</c:v>
                </c:pt>
                <c:pt idx="1445">
                  <c:v>3.53378296</c:v>
                </c:pt>
                <c:pt idx="1446">
                  <c:v>3.53744919</c:v>
                </c:pt>
                <c:pt idx="1447">
                  <c:v>3.54108656</c:v>
                </c:pt>
                <c:pt idx="1448">
                  <c:v>3.5458374</c:v>
                </c:pt>
                <c:pt idx="1449">
                  <c:v>3.54911804</c:v>
                </c:pt>
                <c:pt idx="1450">
                  <c:v>3.55244405</c:v>
                </c:pt>
                <c:pt idx="1451">
                  <c:v>3.55608141</c:v>
                </c:pt>
                <c:pt idx="1452">
                  <c:v>3.56008994</c:v>
                </c:pt>
                <c:pt idx="1453">
                  <c:v>3.56298498</c:v>
                </c:pt>
                <c:pt idx="1454">
                  <c:v>3.56706774</c:v>
                </c:pt>
                <c:pt idx="1455">
                  <c:v>3.5710144</c:v>
                </c:pt>
                <c:pt idx="1456">
                  <c:v>3.57434247</c:v>
                </c:pt>
                <c:pt idx="1457">
                  <c:v>3.57797984</c:v>
                </c:pt>
                <c:pt idx="1458">
                  <c:v>3.58198836</c:v>
                </c:pt>
                <c:pt idx="1459">
                  <c:v>3.58562573</c:v>
                </c:pt>
                <c:pt idx="1460">
                  <c:v>3.58926309</c:v>
                </c:pt>
                <c:pt idx="1461">
                  <c:v>3.59291077</c:v>
                </c:pt>
                <c:pt idx="1462">
                  <c:v>3.59624089</c:v>
                </c:pt>
                <c:pt idx="1463">
                  <c:v>3.60062058</c:v>
                </c:pt>
                <c:pt idx="1464">
                  <c:v>3.6046291</c:v>
                </c:pt>
                <c:pt idx="1465">
                  <c:v>3.60786438</c:v>
                </c:pt>
                <c:pt idx="1466">
                  <c:v>3.61152649</c:v>
                </c:pt>
                <c:pt idx="1467">
                  <c:v>3.61479888</c:v>
                </c:pt>
                <c:pt idx="1468">
                  <c:v>3.61806509</c:v>
                </c:pt>
                <c:pt idx="1469">
                  <c:v>3.62170245</c:v>
                </c:pt>
                <c:pt idx="1470">
                  <c:v>3.62571716</c:v>
                </c:pt>
                <c:pt idx="1471">
                  <c:v>3.62968445</c:v>
                </c:pt>
                <c:pt idx="1472">
                  <c:v>3.63265991</c:v>
                </c:pt>
                <c:pt idx="1473">
                  <c:v>3.63625191</c:v>
                </c:pt>
                <c:pt idx="1474">
                  <c:v>3.63988928</c:v>
                </c:pt>
                <c:pt idx="1475">
                  <c:v>3.64278432</c:v>
                </c:pt>
                <c:pt idx="1476">
                  <c:v>3.64646912</c:v>
                </c:pt>
                <c:pt idx="1477">
                  <c:v>3.65043022</c:v>
                </c:pt>
                <c:pt idx="1478">
                  <c:v>3.65414181</c:v>
                </c:pt>
                <c:pt idx="1479">
                  <c:v>3.65815034</c:v>
                </c:pt>
                <c:pt idx="1480">
                  <c:v>3.6617877</c:v>
                </c:pt>
                <c:pt idx="1481">
                  <c:v>3.66542507</c:v>
                </c:pt>
                <c:pt idx="1482">
                  <c:v>3.66943359</c:v>
                </c:pt>
                <c:pt idx="1483">
                  <c:v>3.67307096</c:v>
                </c:pt>
                <c:pt idx="1484">
                  <c:v>3.67637634</c:v>
                </c:pt>
                <c:pt idx="1485">
                  <c:v>3.68034363</c:v>
                </c:pt>
                <c:pt idx="1486">
                  <c:v>3.68435422</c:v>
                </c:pt>
                <c:pt idx="1487">
                  <c:v>3.68766785</c:v>
                </c:pt>
                <c:pt idx="1488">
                  <c:v>3.69133202</c:v>
                </c:pt>
                <c:pt idx="1489">
                  <c:v>3.6946106</c:v>
                </c:pt>
                <c:pt idx="1490">
                  <c:v>3.69786443</c:v>
                </c:pt>
                <c:pt idx="1491">
                  <c:v>3.70157603</c:v>
                </c:pt>
                <c:pt idx="1492">
                  <c:v>3.70521545</c:v>
                </c:pt>
                <c:pt idx="1493">
                  <c:v>3.70887756</c:v>
                </c:pt>
                <c:pt idx="1494">
                  <c:v>3.71285928</c:v>
                </c:pt>
                <c:pt idx="1495">
                  <c:v>3.71686781</c:v>
                </c:pt>
                <c:pt idx="1496">
                  <c:v>3.72016907</c:v>
                </c:pt>
                <c:pt idx="1497">
                  <c:v>3.72347445</c:v>
                </c:pt>
                <c:pt idx="1498">
                  <c:v>3.72711182</c:v>
                </c:pt>
                <c:pt idx="1499">
                  <c:v>3.73077393</c:v>
                </c:pt>
                <c:pt idx="1500">
                  <c:v>3.73519897</c:v>
                </c:pt>
                <c:pt idx="1501">
                  <c:v>3.73884046</c:v>
                </c:pt>
                <c:pt idx="1502">
                  <c:v>3.74247783</c:v>
                </c:pt>
                <c:pt idx="1503">
                  <c:v>3.74611519</c:v>
                </c:pt>
                <c:pt idx="1504">
                  <c:v>3.74908447</c:v>
                </c:pt>
                <c:pt idx="1505">
                  <c:v>3.753093</c:v>
                </c:pt>
                <c:pt idx="1506">
                  <c:v>3.75640869</c:v>
                </c:pt>
                <c:pt idx="1507">
                  <c:v>3.7600708</c:v>
                </c:pt>
                <c:pt idx="1508">
                  <c:v>3.76411438</c:v>
                </c:pt>
                <c:pt idx="1509">
                  <c:v>3.76741976</c:v>
                </c:pt>
                <c:pt idx="1510">
                  <c:v>3.77105713</c:v>
                </c:pt>
                <c:pt idx="1511">
                  <c:v>3.77506565</c:v>
                </c:pt>
                <c:pt idx="1512">
                  <c:v>3.77870302</c:v>
                </c:pt>
                <c:pt idx="1513">
                  <c:v>3.78204346</c:v>
                </c:pt>
                <c:pt idx="1514">
                  <c:v>3.78568082</c:v>
                </c:pt>
                <c:pt idx="1515">
                  <c:v>3.78898621</c:v>
                </c:pt>
                <c:pt idx="1516">
                  <c:v>3.79228747</c:v>
                </c:pt>
                <c:pt idx="1517">
                  <c:v>3.79778063</c:v>
                </c:pt>
                <c:pt idx="1518">
                  <c:v>3.80104065</c:v>
                </c:pt>
                <c:pt idx="1519">
                  <c:v>3.80470276</c:v>
                </c:pt>
                <c:pt idx="1520">
                  <c:v>3.8083958</c:v>
                </c:pt>
                <c:pt idx="1521">
                  <c:v>3.81129084</c:v>
                </c:pt>
                <c:pt idx="1522">
                  <c:v>3.81454468</c:v>
                </c:pt>
                <c:pt idx="1523">
                  <c:v>3.81820679</c:v>
                </c:pt>
                <c:pt idx="1524">
                  <c:v>3.82190601</c:v>
                </c:pt>
                <c:pt idx="1525">
                  <c:v>3.82554338</c:v>
                </c:pt>
                <c:pt idx="1526">
                  <c:v>3.82957458</c:v>
                </c:pt>
                <c:pt idx="1527">
                  <c:v>3.83430481</c:v>
                </c:pt>
                <c:pt idx="1528">
                  <c:v>3.83756895</c:v>
                </c:pt>
                <c:pt idx="1529">
                  <c:v>3.84120632</c:v>
                </c:pt>
                <c:pt idx="1530">
                  <c:v>3.84521484</c:v>
                </c:pt>
                <c:pt idx="1531">
                  <c:v>3.8474418</c:v>
                </c:pt>
                <c:pt idx="1532">
                  <c:v>3.85107917</c:v>
                </c:pt>
                <c:pt idx="1533">
                  <c:v>3.85471653</c:v>
                </c:pt>
                <c:pt idx="1534">
                  <c:v>3.8602097</c:v>
                </c:pt>
                <c:pt idx="1535">
                  <c:v>3.86352539</c:v>
                </c:pt>
                <c:pt idx="1536">
                  <c:v>3.86711327</c:v>
                </c:pt>
                <c:pt idx="1537">
                  <c:v>3.87082487</c:v>
                </c:pt>
                <c:pt idx="1538">
                  <c:v>3.87405396</c:v>
                </c:pt>
                <c:pt idx="1539">
                  <c:v>3.87772844</c:v>
                </c:pt>
                <c:pt idx="1540">
                  <c:v>3.8813658</c:v>
                </c:pt>
                <c:pt idx="1541">
                  <c:v>3.88534546</c:v>
                </c:pt>
                <c:pt idx="1542">
                  <c:v>3.88717651</c:v>
                </c:pt>
                <c:pt idx="1543">
                  <c:v>3.89264906</c:v>
                </c:pt>
                <c:pt idx="1544">
                  <c:v>3.89450073</c:v>
                </c:pt>
                <c:pt idx="1545">
                  <c:v>3.89846802</c:v>
                </c:pt>
                <c:pt idx="1546">
                  <c:v>3.90213013</c:v>
                </c:pt>
                <c:pt idx="1547">
                  <c:v>3.90579224</c:v>
                </c:pt>
                <c:pt idx="1548">
                  <c:v>3.91091012</c:v>
                </c:pt>
                <c:pt idx="1549">
                  <c:v>3.91418457</c:v>
                </c:pt>
                <c:pt idx="1550">
                  <c:v>3.91744253</c:v>
                </c:pt>
                <c:pt idx="1551">
                  <c:v>3.92145105</c:v>
                </c:pt>
                <c:pt idx="1552">
                  <c:v>3.92547607</c:v>
                </c:pt>
                <c:pt idx="1553">
                  <c:v>3.92913818</c:v>
                </c:pt>
                <c:pt idx="1554">
                  <c:v>3.93310547</c:v>
                </c:pt>
                <c:pt idx="1555">
                  <c:v>3.93637167</c:v>
                </c:pt>
                <c:pt idx="1556">
                  <c:v>3.94000904</c:v>
                </c:pt>
                <c:pt idx="1557">
                  <c:v>3.94401756</c:v>
                </c:pt>
                <c:pt idx="1558">
                  <c:v>3.94584656</c:v>
                </c:pt>
                <c:pt idx="1559">
                  <c:v>3.94950867</c:v>
                </c:pt>
                <c:pt idx="1560">
                  <c:v>3.95389041</c:v>
                </c:pt>
                <c:pt idx="1561">
                  <c:v>3.95752778</c:v>
                </c:pt>
                <c:pt idx="1562">
                  <c:v>3.96116514</c:v>
                </c:pt>
                <c:pt idx="1563">
                  <c:v>3.96443135</c:v>
                </c:pt>
                <c:pt idx="1564">
                  <c:v>3.96947912</c:v>
                </c:pt>
                <c:pt idx="1565">
                  <c:v>3.9724484</c:v>
                </c:pt>
                <c:pt idx="1566">
                  <c:v>3.9768219</c:v>
                </c:pt>
                <c:pt idx="1567">
                  <c:v>3.97860965</c:v>
                </c:pt>
                <c:pt idx="1568">
                  <c:v>3.98373166</c:v>
                </c:pt>
                <c:pt idx="1569">
                  <c:v>3.98735046</c:v>
                </c:pt>
                <c:pt idx="1570">
                  <c:v>3.99130332</c:v>
                </c:pt>
                <c:pt idx="1571">
                  <c:v>3.99459839</c:v>
                </c:pt>
                <c:pt idx="1572">
                  <c:v>3.99679648</c:v>
                </c:pt>
                <c:pt idx="1573">
                  <c:v>4.00184425</c:v>
                </c:pt>
                <c:pt idx="1574">
                  <c:v>4.00512695</c:v>
                </c:pt>
                <c:pt idx="1575">
                  <c:v>4.00917053</c:v>
                </c:pt>
                <c:pt idx="1576">
                  <c:v>4.0120697</c:v>
                </c:pt>
                <c:pt idx="1577">
                  <c:v>4.01639371</c:v>
                </c:pt>
                <c:pt idx="1578">
                  <c:v>4.02003108</c:v>
                </c:pt>
                <c:pt idx="1579">
                  <c:v>4.02328491</c:v>
                </c:pt>
                <c:pt idx="1580">
                  <c:v>4.02732849</c:v>
                </c:pt>
                <c:pt idx="1581">
                  <c:v>4.03022766</c:v>
                </c:pt>
                <c:pt idx="1582">
                  <c:v>4.03346706</c:v>
                </c:pt>
                <c:pt idx="1583">
                  <c:v>4.0385437</c:v>
                </c:pt>
                <c:pt idx="1584">
                  <c:v>4.04185527</c:v>
                </c:pt>
                <c:pt idx="1585">
                  <c:v>4.04475032</c:v>
                </c:pt>
                <c:pt idx="1586">
                  <c:v>4.04801652</c:v>
                </c:pt>
                <c:pt idx="1587">
                  <c:v>4.05197144</c:v>
                </c:pt>
                <c:pt idx="1588">
                  <c:v>4.05487061</c:v>
                </c:pt>
                <c:pt idx="1589">
                  <c:v>4.05891418</c:v>
                </c:pt>
                <c:pt idx="1590">
                  <c:v>4.06286291</c:v>
                </c:pt>
                <c:pt idx="1591">
                  <c:v>4.06650028</c:v>
                </c:pt>
                <c:pt idx="1592">
                  <c:v>4.0705088</c:v>
                </c:pt>
                <c:pt idx="1593">
                  <c:v>4.0737915</c:v>
                </c:pt>
                <c:pt idx="1594">
                  <c:v>4.07778353</c:v>
                </c:pt>
                <c:pt idx="1595">
                  <c:v>4.0814209</c:v>
                </c:pt>
                <c:pt idx="1596">
                  <c:v>4.08500671</c:v>
                </c:pt>
                <c:pt idx="1597">
                  <c:v>4.08832447</c:v>
                </c:pt>
                <c:pt idx="1598">
                  <c:v>4.09233299</c:v>
                </c:pt>
                <c:pt idx="1599">
                  <c:v>4.09629822</c:v>
                </c:pt>
                <c:pt idx="1600">
                  <c:v>4.09953349</c:v>
                </c:pt>
                <c:pt idx="1601">
                  <c:v>4.10354202</c:v>
                </c:pt>
                <c:pt idx="1602">
                  <c:v>4.10643706</c:v>
                </c:pt>
                <c:pt idx="1603">
                  <c:v>4.1104126</c:v>
                </c:pt>
                <c:pt idx="1604">
                  <c:v>4.11369324</c:v>
                </c:pt>
                <c:pt idx="1605">
                  <c:v>4.11735535</c:v>
                </c:pt>
                <c:pt idx="1606">
                  <c:v>4.12061537</c:v>
                </c:pt>
                <c:pt idx="1607">
                  <c:v>4.12454966</c:v>
                </c:pt>
                <c:pt idx="1608">
                  <c:v>4.12857056</c:v>
                </c:pt>
                <c:pt idx="1609">
                  <c:v>4.13215637</c:v>
                </c:pt>
                <c:pt idx="1610">
                  <c:v>4.13619995</c:v>
                </c:pt>
                <c:pt idx="1611">
                  <c:v>4.13939605</c:v>
                </c:pt>
                <c:pt idx="1612">
                  <c:v>4.14303341</c:v>
                </c:pt>
                <c:pt idx="1613">
                  <c:v>4.14665222</c:v>
                </c:pt>
                <c:pt idx="1614">
                  <c:v>4.14993699</c:v>
                </c:pt>
                <c:pt idx="1615">
                  <c:v>4.15320319</c:v>
                </c:pt>
                <c:pt idx="1616">
                  <c:v>4.15684056</c:v>
                </c:pt>
                <c:pt idx="1617">
                  <c:v>4.16040369</c:v>
                </c:pt>
                <c:pt idx="1618">
                  <c:v>4.16404724</c:v>
                </c:pt>
                <c:pt idx="1619">
                  <c:v>4.16763306</c:v>
                </c:pt>
                <c:pt idx="1620">
                  <c:v>4.17235503</c:v>
                </c:pt>
                <c:pt idx="1621">
                  <c:v>4.17602539</c:v>
                </c:pt>
                <c:pt idx="1622">
                  <c:v>4.17884827</c:v>
                </c:pt>
                <c:pt idx="1623">
                  <c:v>4.18289597</c:v>
                </c:pt>
                <c:pt idx="1624">
                  <c:v>4.18608794</c:v>
                </c:pt>
                <c:pt idx="1625">
                  <c:v>4.18972531</c:v>
                </c:pt>
                <c:pt idx="1626">
                  <c:v>4.19262035</c:v>
                </c:pt>
                <c:pt idx="1627">
                  <c:v>4.19625772</c:v>
                </c:pt>
                <c:pt idx="1628">
                  <c:v>4.20019201</c:v>
                </c:pt>
                <c:pt idx="1629">
                  <c:v>4.20382938</c:v>
                </c:pt>
                <c:pt idx="1630">
                  <c:v>4.20707703</c:v>
                </c:pt>
                <c:pt idx="1631">
                  <c:v>4.21104431</c:v>
                </c:pt>
                <c:pt idx="1632">
                  <c:v>4.21470642</c:v>
                </c:pt>
                <c:pt idx="1633">
                  <c:v>4.21867371</c:v>
                </c:pt>
                <c:pt idx="1634">
                  <c:v>4.22194197</c:v>
                </c:pt>
                <c:pt idx="1635">
                  <c:v>4.22550511</c:v>
                </c:pt>
                <c:pt idx="1636">
                  <c:v>4.23025595</c:v>
                </c:pt>
                <c:pt idx="1637">
                  <c:v>4.23389332</c:v>
                </c:pt>
                <c:pt idx="1638">
                  <c:v>4.23604604</c:v>
                </c:pt>
                <c:pt idx="1639">
                  <c:v>4.24072266</c:v>
                </c:pt>
                <c:pt idx="1640">
                  <c:v>4.2440033</c:v>
                </c:pt>
                <c:pt idx="1641">
                  <c:v>4.24758911</c:v>
                </c:pt>
                <c:pt idx="1642">
                  <c:v>4.25118936</c:v>
                </c:pt>
                <c:pt idx="1643">
                  <c:v>4.25482673</c:v>
                </c:pt>
                <c:pt idx="1644">
                  <c:v>4.25846409</c:v>
                </c:pt>
                <c:pt idx="1645">
                  <c:v>4.2617303</c:v>
                </c:pt>
                <c:pt idx="1646">
                  <c:v>4.26567078</c:v>
                </c:pt>
                <c:pt idx="1647">
                  <c:v>4.2689308</c:v>
                </c:pt>
                <c:pt idx="1648">
                  <c:v>4.27293932</c:v>
                </c:pt>
                <c:pt idx="1649">
                  <c:v>4.27650245</c:v>
                </c:pt>
                <c:pt idx="1650">
                  <c:v>4.28013982</c:v>
                </c:pt>
                <c:pt idx="1651">
                  <c:v>4.28414835</c:v>
                </c:pt>
                <c:pt idx="1652">
                  <c:v>4.2881012</c:v>
                </c:pt>
                <c:pt idx="1653">
                  <c:v>4.29100037</c:v>
                </c:pt>
                <c:pt idx="1654">
                  <c:v>4.29420471</c:v>
                </c:pt>
                <c:pt idx="1655">
                  <c:v>4.2989205</c:v>
                </c:pt>
                <c:pt idx="1656">
                  <c:v>4.30255787</c:v>
                </c:pt>
                <c:pt idx="1657">
                  <c:v>4.30618286</c:v>
                </c:pt>
                <c:pt idx="1658">
                  <c:v>4.30938721</c:v>
                </c:pt>
                <c:pt idx="1659">
                  <c:v>4.31266785</c:v>
                </c:pt>
                <c:pt idx="1660">
                  <c:v>4.31663513</c:v>
                </c:pt>
                <c:pt idx="1661">
                  <c:v>4.32022095</c:v>
                </c:pt>
                <c:pt idx="1662">
                  <c:v>4.32350159</c:v>
                </c:pt>
                <c:pt idx="1663">
                  <c:v>4.32785034</c:v>
                </c:pt>
                <c:pt idx="1664">
                  <c:v>4.33106294</c:v>
                </c:pt>
                <c:pt idx="1665">
                  <c:v>4.33432914</c:v>
                </c:pt>
                <c:pt idx="1666">
                  <c:v>4.33761597</c:v>
                </c:pt>
                <c:pt idx="1667">
                  <c:v>4.34160387</c:v>
                </c:pt>
                <c:pt idx="1668">
                  <c:v>4.34479585</c:v>
                </c:pt>
                <c:pt idx="1669">
                  <c:v>4.34883118</c:v>
                </c:pt>
                <c:pt idx="1670">
                  <c:v>4.35207058</c:v>
                </c:pt>
                <c:pt idx="1671">
                  <c:v>4.35600487</c:v>
                </c:pt>
                <c:pt idx="1672">
                  <c:v>4.35997009</c:v>
                </c:pt>
                <c:pt idx="1673">
                  <c:v>4.36320537</c:v>
                </c:pt>
                <c:pt idx="1674">
                  <c:v>4.36683655</c:v>
                </c:pt>
                <c:pt idx="1675">
                  <c:v>4.37042236</c:v>
                </c:pt>
                <c:pt idx="1676">
                  <c:v>4.37367207</c:v>
                </c:pt>
                <c:pt idx="1677">
                  <c:v>4.37728882</c:v>
                </c:pt>
                <c:pt idx="1678">
                  <c:v>4.38087463</c:v>
                </c:pt>
                <c:pt idx="1679">
                  <c:v>4.38453674</c:v>
                </c:pt>
                <c:pt idx="1680">
                  <c:v>4.38850403</c:v>
                </c:pt>
                <c:pt idx="1681">
                  <c:v>4.39208984</c:v>
                </c:pt>
                <c:pt idx="1682">
                  <c:v>4.39567566</c:v>
                </c:pt>
                <c:pt idx="1683">
                  <c:v>4.39928209</c:v>
                </c:pt>
                <c:pt idx="1684">
                  <c:v>4.40254211</c:v>
                </c:pt>
                <c:pt idx="1685">
                  <c:v>4.40722491</c:v>
                </c:pt>
                <c:pt idx="1686">
                  <c:v>4.41085815</c:v>
                </c:pt>
                <c:pt idx="1687">
                  <c:v>4.41368103</c:v>
                </c:pt>
                <c:pt idx="1688">
                  <c:v>4.41732046</c:v>
                </c:pt>
                <c:pt idx="1689">
                  <c:v>4.42054749</c:v>
                </c:pt>
                <c:pt idx="1690">
                  <c:v>4.4241333</c:v>
                </c:pt>
                <c:pt idx="1691">
                  <c:v>4.42810059</c:v>
                </c:pt>
                <c:pt idx="1692">
                  <c:v>4.43201838</c:v>
                </c:pt>
                <c:pt idx="1693">
                  <c:v>4.43595886</c:v>
                </c:pt>
                <c:pt idx="1694">
                  <c:v>4.43992615</c:v>
                </c:pt>
                <c:pt idx="1695">
                  <c:v>4.44166854</c:v>
                </c:pt>
                <c:pt idx="1696">
                  <c:v>4.44671631</c:v>
                </c:pt>
                <c:pt idx="1697">
                  <c:v>4.44924019</c:v>
                </c:pt>
                <c:pt idx="1698">
                  <c:v>4.45280333</c:v>
                </c:pt>
                <c:pt idx="1699">
                  <c:v>4.45602417</c:v>
                </c:pt>
                <c:pt idx="1700">
                  <c:v>4.45991516</c:v>
                </c:pt>
                <c:pt idx="1701">
                  <c:v>4.46312157</c:v>
                </c:pt>
                <c:pt idx="1702">
                  <c:v>4.46675893</c:v>
                </c:pt>
                <c:pt idx="1703">
                  <c:v>4.47174072</c:v>
                </c:pt>
                <c:pt idx="1704">
                  <c:v>4.47492445</c:v>
                </c:pt>
                <c:pt idx="1705">
                  <c:v>4.47885874</c:v>
                </c:pt>
                <c:pt idx="1706">
                  <c:v>4.4821167</c:v>
                </c:pt>
                <c:pt idx="1707">
                  <c:v>4.48605924</c:v>
                </c:pt>
                <c:pt idx="1708">
                  <c:v>4.48999353</c:v>
                </c:pt>
                <c:pt idx="1709">
                  <c:v>4.49172974</c:v>
                </c:pt>
                <c:pt idx="1710">
                  <c:v>4.49531555</c:v>
                </c:pt>
                <c:pt idx="1711">
                  <c:v>4.49928284</c:v>
                </c:pt>
                <c:pt idx="1712">
                  <c:v>4.50320682</c:v>
                </c:pt>
                <c:pt idx="1713">
                  <c:v>4.50637817</c:v>
                </c:pt>
                <c:pt idx="1714">
                  <c:v>4.51070425</c:v>
                </c:pt>
                <c:pt idx="1715">
                  <c:v>4.51393127</c:v>
                </c:pt>
                <c:pt idx="1716">
                  <c:v>4.51708819</c:v>
                </c:pt>
                <c:pt idx="1717">
                  <c:v>4.52072144</c:v>
                </c:pt>
                <c:pt idx="1718">
                  <c:v>4.52430725</c:v>
                </c:pt>
                <c:pt idx="1719">
                  <c:v>4.52748067</c:v>
                </c:pt>
                <c:pt idx="1720">
                  <c:v>4.53141496</c:v>
                </c:pt>
                <c:pt idx="1721">
                  <c:v>4.53460693</c:v>
                </c:pt>
                <c:pt idx="1722">
                  <c:v>4.53857422</c:v>
                </c:pt>
                <c:pt idx="1723">
                  <c:v>4.54216003</c:v>
                </c:pt>
                <c:pt idx="1724">
                  <c:v>4.54537057</c:v>
                </c:pt>
                <c:pt idx="1725">
                  <c:v>4.55041834</c:v>
                </c:pt>
                <c:pt idx="1726">
                  <c:v>4.55286799</c:v>
                </c:pt>
                <c:pt idx="1727">
                  <c:v>4.55757141</c:v>
                </c:pt>
                <c:pt idx="1728">
                  <c:v>4.56115723</c:v>
                </c:pt>
                <c:pt idx="1729">
                  <c:v>4.56326047</c:v>
                </c:pt>
                <c:pt idx="1730">
                  <c:v>4.56830824</c:v>
                </c:pt>
                <c:pt idx="1731">
                  <c:v>4.57187137</c:v>
                </c:pt>
                <c:pt idx="1732">
                  <c:v>4.57542419</c:v>
                </c:pt>
                <c:pt idx="1733">
                  <c:v>4.57870071</c:v>
                </c:pt>
                <c:pt idx="1734">
                  <c:v>4.58226384</c:v>
                </c:pt>
                <c:pt idx="1735">
                  <c:v>4.58580017</c:v>
                </c:pt>
                <c:pt idx="1736">
                  <c:v>4.58938599</c:v>
                </c:pt>
                <c:pt idx="1737">
                  <c:v>4.59265632</c:v>
                </c:pt>
                <c:pt idx="1738">
                  <c:v>4.59625244</c:v>
                </c:pt>
                <c:pt idx="1739">
                  <c:v>4.59983826</c:v>
                </c:pt>
                <c:pt idx="1740">
                  <c:v>4.60371688</c:v>
                </c:pt>
                <c:pt idx="1741">
                  <c:v>4.60765117</c:v>
                </c:pt>
                <c:pt idx="1742">
                  <c:v>4.61090088</c:v>
                </c:pt>
                <c:pt idx="1743">
                  <c:v>4.61448669</c:v>
                </c:pt>
                <c:pt idx="1744">
                  <c:v>4.61804364</c:v>
                </c:pt>
                <c:pt idx="1745">
                  <c:v>4.62203979</c:v>
                </c:pt>
                <c:pt idx="1746">
                  <c:v>4.62417603</c:v>
                </c:pt>
                <c:pt idx="1747">
                  <c:v>4.62806702</c:v>
                </c:pt>
                <c:pt idx="1748">
                  <c:v>4.63207348</c:v>
                </c:pt>
                <c:pt idx="1749">
                  <c:v>4.63563661</c:v>
                </c:pt>
                <c:pt idx="1750">
                  <c:v>4.63920593</c:v>
                </c:pt>
                <c:pt idx="1751">
                  <c:v>4.64246595</c:v>
                </c:pt>
                <c:pt idx="1752">
                  <c:v>4.64569092</c:v>
                </c:pt>
                <c:pt idx="1753">
                  <c:v>4.6507057</c:v>
                </c:pt>
                <c:pt idx="1754">
                  <c:v>4.65393066</c:v>
                </c:pt>
                <c:pt idx="1755">
                  <c:v>4.65751648</c:v>
                </c:pt>
                <c:pt idx="1756">
                  <c:v>4.66109817</c:v>
                </c:pt>
                <c:pt idx="1757">
                  <c:v>4.6646613</c:v>
                </c:pt>
                <c:pt idx="1758">
                  <c:v>4.66755635</c:v>
                </c:pt>
                <c:pt idx="1759">
                  <c:v>4.6710968</c:v>
                </c:pt>
                <c:pt idx="1760">
                  <c:v>4.67505378</c:v>
                </c:pt>
                <c:pt idx="1761">
                  <c:v>4.67861691</c:v>
                </c:pt>
                <c:pt idx="1762">
                  <c:v>4.68223572</c:v>
                </c:pt>
                <c:pt idx="1763">
                  <c:v>4.68582153</c:v>
                </c:pt>
                <c:pt idx="1764">
                  <c:v>4.6897517</c:v>
                </c:pt>
                <c:pt idx="1765">
                  <c:v>4.693686</c:v>
                </c:pt>
                <c:pt idx="1766">
                  <c:v>4.69583872</c:v>
                </c:pt>
                <c:pt idx="1767">
                  <c:v>4.69947609</c:v>
                </c:pt>
                <c:pt idx="1768">
                  <c:v>4.70341038</c:v>
                </c:pt>
                <c:pt idx="1769">
                  <c:v>4.70697351</c:v>
                </c:pt>
                <c:pt idx="1770">
                  <c:v>4.7102356</c:v>
                </c:pt>
                <c:pt idx="1771">
                  <c:v>4.71557617</c:v>
                </c:pt>
                <c:pt idx="1772">
                  <c:v>4.71847534</c:v>
                </c:pt>
                <c:pt idx="1773">
                  <c:v>4.72174567</c:v>
                </c:pt>
                <c:pt idx="1774">
                  <c:v>4.72567996</c:v>
                </c:pt>
                <c:pt idx="1775">
                  <c:v>4.72885132</c:v>
                </c:pt>
                <c:pt idx="1776">
                  <c:v>4.73251343</c:v>
                </c:pt>
                <c:pt idx="1777">
                  <c:v>4.73607244</c:v>
                </c:pt>
                <c:pt idx="1778">
                  <c:v>4.73896748</c:v>
                </c:pt>
                <c:pt idx="1779">
                  <c:v>4.7428894</c:v>
                </c:pt>
                <c:pt idx="1780">
                  <c:v>4.74683607</c:v>
                </c:pt>
                <c:pt idx="1781">
                  <c:v>4.7504425</c:v>
                </c:pt>
                <c:pt idx="1782">
                  <c:v>4.75366541</c:v>
                </c:pt>
                <c:pt idx="1783">
                  <c:v>4.75722854</c:v>
                </c:pt>
                <c:pt idx="1784">
                  <c:v>4.76116284</c:v>
                </c:pt>
                <c:pt idx="1785">
                  <c:v>4.7644043</c:v>
                </c:pt>
                <c:pt idx="1786">
                  <c:v>4.76836333</c:v>
                </c:pt>
                <c:pt idx="1787">
                  <c:v>4.77229763</c:v>
                </c:pt>
                <c:pt idx="1788">
                  <c:v>4.77554321</c:v>
                </c:pt>
                <c:pt idx="1789">
                  <c:v>4.77912903</c:v>
                </c:pt>
                <c:pt idx="1790">
                  <c:v>4.78233337</c:v>
                </c:pt>
                <c:pt idx="1791">
                  <c:v>4.78591919</c:v>
                </c:pt>
                <c:pt idx="1792">
                  <c:v>4.79092985</c:v>
                </c:pt>
                <c:pt idx="1793">
                  <c:v>4.79241448</c:v>
                </c:pt>
                <c:pt idx="1794">
                  <c:v>4.79774475</c:v>
                </c:pt>
                <c:pt idx="1795">
                  <c:v>4.80139655</c:v>
                </c:pt>
                <c:pt idx="1796">
                  <c:v>4.80529785</c:v>
                </c:pt>
                <c:pt idx="1797">
                  <c:v>4.80852282</c:v>
                </c:pt>
                <c:pt idx="1798">
                  <c:v>4.81208595</c:v>
                </c:pt>
                <c:pt idx="1799">
                  <c:v>4.81460984</c:v>
                </c:pt>
                <c:pt idx="1800">
                  <c:v>4.818573</c:v>
                </c:pt>
                <c:pt idx="1801">
                  <c:v>4.82215881</c:v>
                </c:pt>
                <c:pt idx="1802">
                  <c:v>4.82648695</c:v>
                </c:pt>
                <c:pt idx="1803">
                  <c:v>4.83008134</c:v>
                </c:pt>
                <c:pt idx="1804">
                  <c:v>4.83362298</c:v>
                </c:pt>
                <c:pt idx="1805">
                  <c:v>4.83576594</c:v>
                </c:pt>
                <c:pt idx="1806">
                  <c:v>4.83969437</c:v>
                </c:pt>
                <c:pt idx="1807">
                  <c:v>4.84437685</c:v>
                </c:pt>
                <c:pt idx="1808">
                  <c:v>4.8480064</c:v>
                </c:pt>
                <c:pt idx="1809">
                  <c:v>4.85154804</c:v>
                </c:pt>
                <c:pt idx="1810">
                  <c:v>4.85476932</c:v>
                </c:pt>
                <c:pt idx="1811">
                  <c:v>4.85877785</c:v>
                </c:pt>
                <c:pt idx="1812">
                  <c:v>4.86234098</c:v>
                </c:pt>
                <c:pt idx="1813">
                  <c:v>4.86516179</c:v>
                </c:pt>
                <c:pt idx="1814">
                  <c:v>4.86875032</c:v>
                </c:pt>
                <c:pt idx="1815">
                  <c:v>4.87199113</c:v>
                </c:pt>
                <c:pt idx="1816">
                  <c:v>4.87629658</c:v>
                </c:pt>
                <c:pt idx="1817">
                  <c:v>4.87988121</c:v>
                </c:pt>
                <c:pt idx="1818">
                  <c:v>4.88277235</c:v>
                </c:pt>
                <c:pt idx="1819">
                  <c:v>4.88638627</c:v>
                </c:pt>
                <c:pt idx="1820">
                  <c:v>4.89028931</c:v>
                </c:pt>
                <c:pt idx="1821">
                  <c:v>4.8935184</c:v>
                </c:pt>
                <c:pt idx="1822">
                  <c:v>4.89751715</c:v>
                </c:pt>
                <c:pt idx="1823">
                  <c:v>4.90109005</c:v>
                </c:pt>
                <c:pt idx="1824">
                  <c:v>4.90465319</c:v>
                </c:pt>
                <c:pt idx="1825">
                  <c:v>4.90828665</c:v>
                </c:pt>
                <c:pt idx="1826">
                  <c:v>4.91222485</c:v>
                </c:pt>
                <c:pt idx="1827">
                  <c:v>4.91578798</c:v>
                </c:pt>
                <c:pt idx="1828">
                  <c:v>4.91972227</c:v>
                </c:pt>
                <c:pt idx="1829">
                  <c:v>4.92295918</c:v>
                </c:pt>
                <c:pt idx="1830">
                  <c:v>4.92618045</c:v>
                </c:pt>
                <c:pt idx="1831">
                  <c:v>4.92982563</c:v>
                </c:pt>
                <c:pt idx="1832">
                  <c:v>4.93375211</c:v>
                </c:pt>
                <c:pt idx="1833">
                  <c:v>4.93731524</c:v>
                </c:pt>
                <c:pt idx="1834">
                  <c:v>4.94132377</c:v>
                </c:pt>
                <c:pt idx="1835">
                  <c:v>4.9434765</c:v>
                </c:pt>
                <c:pt idx="1836">
                  <c:v>4.9473893</c:v>
                </c:pt>
                <c:pt idx="1837">
                  <c:v>4.95136462</c:v>
                </c:pt>
                <c:pt idx="1838">
                  <c:v>4.95570133</c:v>
                </c:pt>
                <c:pt idx="1839">
                  <c:v>4.95891674</c:v>
                </c:pt>
                <c:pt idx="1840">
                  <c:v>4.9624955</c:v>
                </c:pt>
                <c:pt idx="1841">
                  <c:v>4.96574608</c:v>
                </c:pt>
                <c:pt idx="1842">
                  <c:v>4.96972335</c:v>
                </c:pt>
                <c:pt idx="1843">
                  <c:v>4.97331774</c:v>
                </c:pt>
                <c:pt idx="1844">
                  <c:v>4.97724031</c:v>
                </c:pt>
                <c:pt idx="1845">
                  <c:v>4.98013145</c:v>
                </c:pt>
                <c:pt idx="1846">
                  <c:v>4.98410677</c:v>
                </c:pt>
                <c:pt idx="1847">
                  <c:v>4.98734758</c:v>
                </c:pt>
                <c:pt idx="1848">
                  <c:v>4.99091071</c:v>
                </c:pt>
                <c:pt idx="1849">
                  <c:v>4.99523765</c:v>
                </c:pt>
                <c:pt idx="1850">
                  <c:v>4.99812879</c:v>
                </c:pt>
                <c:pt idx="1851">
                  <c:v>5.00174271</c:v>
                </c:pt>
                <c:pt idx="1852">
                  <c:v>5.00564575</c:v>
                </c:pt>
                <c:pt idx="1853">
                  <c:v>5.00894907</c:v>
                </c:pt>
                <c:pt idx="1854">
                  <c:v>5.0128736</c:v>
                </c:pt>
                <c:pt idx="1855">
                  <c:v>5.0164465</c:v>
                </c:pt>
                <c:pt idx="1856">
                  <c:v>5.01974005</c:v>
                </c:pt>
                <c:pt idx="1857">
                  <c:v>5.02372123</c:v>
                </c:pt>
                <c:pt idx="1858">
                  <c:v>5.0269132</c:v>
                </c:pt>
                <c:pt idx="1859">
                  <c:v>5.03055057</c:v>
                </c:pt>
                <c:pt idx="1860">
                  <c:v>5.0341137</c:v>
                </c:pt>
                <c:pt idx="1861">
                  <c:v>5.03846018</c:v>
                </c:pt>
                <c:pt idx="1862">
                  <c:v>5.04135132</c:v>
                </c:pt>
                <c:pt idx="1863">
                  <c:v>5.04496524</c:v>
                </c:pt>
                <c:pt idx="1864">
                  <c:v>5.04886828</c:v>
                </c:pt>
                <c:pt idx="1865">
                  <c:v>5.0524822</c:v>
                </c:pt>
                <c:pt idx="1866">
                  <c:v>5.0557152</c:v>
                </c:pt>
                <c:pt idx="1867">
                  <c:v>5.05972373</c:v>
                </c:pt>
                <c:pt idx="1868">
                  <c:v>5.06368537</c:v>
                </c:pt>
                <c:pt idx="1869">
                  <c:v>5.06657651</c:v>
                </c:pt>
                <c:pt idx="1870">
                  <c:v>5.07055182</c:v>
                </c:pt>
                <c:pt idx="1871">
                  <c:v>5.07449588</c:v>
                </c:pt>
                <c:pt idx="1872">
                  <c:v>5.07770739</c:v>
                </c:pt>
                <c:pt idx="1873">
                  <c:v>5.08168271</c:v>
                </c:pt>
                <c:pt idx="1874">
                  <c:v>5.08385106</c:v>
                </c:pt>
                <c:pt idx="1875">
                  <c:v>5.08746499</c:v>
                </c:pt>
                <c:pt idx="1876">
                  <c:v>5.0914403</c:v>
                </c:pt>
                <c:pt idx="1877">
                  <c:v>5.09609738</c:v>
                </c:pt>
                <c:pt idx="1878">
                  <c:v>5.09966051</c:v>
                </c:pt>
                <c:pt idx="1879">
                  <c:v>5.10293258</c:v>
                </c:pt>
                <c:pt idx="1880">
                  <c:v>5.10656408</c:v>
                </c:pt>
                <c:pt idx="1881">
                  <c:v>5.10979903</c:v>
                </c:pt>
                <c:pt idx="1882">
                  <c:v>5.11334068</c:v>
                </c:pt>
                <c:pt idx="1883">
                  <c:v>5.11769888</c:v>
                </c:pt>
                <c:pt idx="1884">
                  <c:v>5.1216527</c:v>
                </c:pt>
                <c:pt idx="1885">
                  <c:v>5.12341474</c:v>
                </c:pt>
                <c:pt idx="1886">
                  <c:v>5.12851916</c:v>
                </c:pt>
                <c:pt idx="1887">
                  <c:v>5.13133802</c:v>
                </c:pt>
                <c:pt idx="1888">
                  <c:v>5.13495194</c:v>
                </c:pt>
                <c:pt idx="1889">
                  <c:v>5.13892726</c:v>
                </c:pt>
                <c:pt idx="1890">
                  <c:v>5.14254118</c:v>
                </c:pt>
                <c:pt idx="1891">
                  <c:v>5.14615511</c:v>
                </c:pt>
                <c:pt idx="1892">
                  <c:v>5.15005814</c:v>
                </c:pt>
                <c:pt idx="1893">
                  <c:v>5.15333021</c:v>
                </c:pt>
                <c:pt idx="1894">
                  <c:v>5.15728599</c:v>
                </c:pt>
                <c:pt idx="1895">
                  <c:v>5.16053852</c:v>
                </c:pt>
                <c:pt idx="1896">
                  <c:v>5.16342966</c:v>
                </c:pt>
                <c:pt idx="1897">
                  <c:v>5.16704359</c:v>
                </c:pt>
                <c:pt idx="1898">
                  <c:v>5.17065751</c:v>
                </c:pt>
                <c:pt idx="1899">
                  <c:v>5.17426362</c:v>
                </c:pt>
                <c:pt idx="1900">
                  <c:v>5.17782675</c:v>
                </c:pt>
                <c:pt idx="1901">
                  <c:v>5.18186067</c:v>
                </c:pt>
                <c:pt idx="1902">
                  <c:v>5.1851132</c:v>
                </c:pt>
                <c:pt idx="1903">
                  <c:v>5.18903578</c:v>
                </c:pt>
                <c:pt idx="1904">
                  <c:v>5.19226877</c:v>
                </c:pt>
                <c:pt idx="1905">
                  <c:v>5.19593935</c:v>
                </c:pt>
                <c:pt idx="1906">
                  <c:v>5.19950248</c:v>
                </c:pt>
                <c:pt idx="1907">
                  <c:v>5.20313985</c:v>
                </c:pt>
                <c:pt idx="1908">
                  <c:v>5.20707414</c:v>
                </c:pt>
                <c:pt idx="1909">
                  <c:v>5.21033839</c:v>
                </c:pt>
                <c:pt idx="1910">
                  <c:v>5.21395232</c:v>
                </c:pt>
                <c:pt idx="1911">
                  <c:v>5.21754084</c:v>
                </c:pt>
                <c:pt idx="1912">
                  <c:v>5.22074649</c:v>
                </c:pt>
                <c:pt idx="1913">
                  <c:v>5.22436042</c:v>
                </c:pt>
                <c:pt idx="1914">
                  <c:v>5.22941991</c:v>
                </c:pt>
                <c:pt idx="1915">
                  <c:v>5.23298109</c:v>
                </c:pt>
                <c:pt idx="1916">
                  <c:v>5.23621409</c:v>
                </c:pt>
                <c:pt idx="1917">
                  <c:v>5.23943927</c:v>
                </c:pt>
                <c:pt idx="1918">
                  <c:v>5.24308054</c:v>
                </c:pt>
                <c:pt idx="1919">
                  <c:v>5.24626861</c:v>
                </c:pt>
                <c:pt idx="1920">
                  <c:v>5.25057406</c:v>
                </c:pt>
                <c:pt idx="1921">
                  <c:v>5.25413915</c:v>
                </c:pt>
                <c:pt idx="1922">
                  <c:v>5.25775307</c:v>
                </c:pt>
                <c:pt idx="1923">
                  <c:v>5.26133769</c:v>
                </c:pt>
                <c:pt idx="1924">
                  <c:v>5.26415851</c:v>
                </c:pt>
                <c:pt idx="1925">
                  <c:v>5.26772164</c:v>
                </c:pt>
                <c:pt idx="1926">
                  <c:v>5.27135901</c:v>
                </c:pt>
                <c:pt idx="1927">
                  <c:v>5.27488307</c:v>
                </c:pt>
                <c:pt idx="1928">
                  <c:v>5.27885643</c:v>
                </c:pt>
                <c:pt idx="1929">
                  <c:v>5.28203864</c:v>
                </c:pt>
                <c:pt idx="1930">
                  <c:v>5.28561154</c:v>
                </c:pt>
                <c:pt idx="1931">
                  <c:v>5.2895556</c:v>
                </c:pt>
                <c:pt idx="1932">
                  <c:v>5.29273781</c:v>
                </c:pt>
                <c:pt idx="1933">
                  <c:v>5.29707256</c:v>
                </c:pt>
                <c:pt idx="1934">
                  <c:v>5.30061421</c:v>
                </c:pt>
                <c:pt idx="1935">
                  <c:v>5.30350535</c:v>
                </c:pt>
                <c:pt idx="1936">
                  <c:v>5.30740838</c:v>
                </c:pt>
                <c:pt idx="1937">
                  <c:v>5.31095003</c:v>
                </c:pt>
                <c:pt idx="1938">
                  <c:v>5.31456395</c:v>
                </c:pt>
                <c:pt idx="1939">
                  <c:v>5.31846699</c:v>
                </c:pt>
                <c:pt idx="1940">
                  <c:v>5.32128585</c:v>
                </c:pt>
                <c:pt idx="1941">
                  <c:v>5.32450908</c:v>
                </c:pt>
                <c:pt idx="1942">
                  <c:v>5.32955685</c:v>
                </c:pt>
                <c:pt idx="1943">
                  <c:v>5.33133842</c:v>
                </c:pt>
                <c:pt idx="1944">
                  <c:v>5.3352356</c:v>
                </c:pt>
                <c:pt idx="1945">
                  <c:v>5.33877724</c:v>
                </c:pt>
                <c:pt idx="1946">
                  <c:v>5.34306707</c:v>
                </c:pt>
                <c:pt idx="1947">
                  <c:v>5.34701699</c:v>
                </c:pt>
                <c:pt idx="1948">
                  <c:v>5.35055863</c:v>
                </c:pt>
                <c:pt idx="1949">
                  <c:v>5.3538307</c:v>
                </c:pt>
                <c:pt idx="1950">
                  <c:v>5.35769076</c:v>
                </c:pt>
                <c:pt idx="1951">
                  <c:v>5.36096673</c:v>
                </c:pt>
                <c:pt idx="1952">
                  <c:v>5.36450838</c:v>
                </c:pt>
                <c:pt idx="1953">
                  <c:v>5.36882555</c:v>
                </c:pt>
                <c:pt idx="1954">
                  <c:v>5.37202534</c:v>
                </c:pt>
                <c:pt idx="1955">
                  <c:v>5.3752095</c:v>
                </c:pt>
                <c:pt idx="1956">
                  <c:v>5.37914379</c:v>
                </c:pt>
                <c:pt idx="1957">
                  <c:v>5.38270693</c:v>
                </c:pt>
                <c:pt idx="1958">
                  <c:v>5.38597508</c:v>
                </c:pt>
                <c:pt idx="1959">
                  <c:v>5.38916511</c:v>
                </c:pt>
                <c:pt idx="1960">
                  <c:v>5.39276926</c:v>
                </c:pt>
                <c:pt idx="1961">
                  <c:v>5.39631091</c:v>
                </c:pt>
                <c:pt idx="1962">
                  <c:v>5.39955758</c:v>
                </c:pt>
                <c:pt idx="1963">
                  <c:v>5.40312071</c:v>
                </c:pt>
                <c:pt idx="1964">
                  <c:v>5.40671901</c:v>
                </c:pt>
                <c:pt idx="1965">
                  <c:v>5.41210278</c:v>
                </c:pt>
                <c:pt idx="1966">
                  <c:v>5.41495875</c:v>
                </c:pt>
                <c:pt idx="1967">
                  <c:v>5.41784989</c:v>
                </c:pt>
                <c:pt idx="1968">
                  <c:v>5.42175293</c:v>
                </c:pt>
                <c:pt idx="1969">
                  <c:v>5.42568722</c:v>
                </c:pt>
                <c:pt idx="1970">
                  <c:v>5.42932459</c:v>
                </c:pt>
                <c:pt idx="1971">
                  <c:v>5.43252242</c:v>
                </c:pt>
                <c:pt idx="1972">
                  <c:v>5.43682201</c:v>
                </c:pt>
                <c:pt idx="1973">
                  <c:v>5.44038515</c:v>
                </c:pt>
                <c:pt idx="1974">
                  <c:v>5.44358103</c:v>
                </c:pt>
                <c:pt idx="1975">
                  <c:v>5.44712267</c:v>
                </c:pt>
                <c:pt idx="1976">
                  <c:v>5.45070339</c:v>
                </c:pt>
                <c:pt idx="1977">
                  <c:v>5.45391685</c:v>
                </c:pt>
                <c:pt idx="1978">
                  <c:v>5.4574585</c:v>
                </c:pt>
                <c:pt idx="1979">
                  <c:v>5.46102163</c:v>
                </c:pt>
                <c:pt idx="1980">
                  <c:v>5.46418039</c:v>
                </c:pt>
                <c:pt idx="1981">
                  <c:v>5.46772204</c:v>
                </c:pt>
                <c:pt idx="1982">
                  <c:v>5.47126564</c:v>
                </c:pt>
                <c:pt idx="1983">
                  <c:v>5.47588951</c:v>
                </c:pt>
                <c:pt idx="1984">
                  <c:v>5.47979254</c:v>
                </c:pt>
                <c:pt idx="1985">
                  <c:v>5.48292005</c:v>
                </c:pt>
                <c:pt idx="1986">
                  <c:v>5.48615305</c:v>
                </c:pt>
                <c:pt idx="1987">
                  <c:v>5.48967516</c:v>
                </c:pt>
                <c:pt idx="1988">
                  <c:v>5.49316406</c:v>
                </c:pt>
                <c:pt idx="1989">
                  <c:v>5.49634432</c:v>
                </c:pt>
                <c:pt idx="1990">
                  <c:v>5.49984494</c:v>
                </c:pt>
                <c:pt idx="1991">
                  <c:v>5.50299394</c:v>
                </c:pt>
                <c:pt idx="1992">
                  <c:v>5.50615465</c:v>
                </c:pt>
                <c:pt idx="1993">
                  <c:v>5.50928216</c:v>
                </c:pt>
                <c:pt idx="1994">
                  <c:v>5.51350362</c:v>
                </c:pt>
                <c:pt idx="1995">
                  <c:v>5.51730507</c:v>
                </c:pt>
                <c:pt idx="1996">
                  <c:v>5.52085258</c:v>
                </c:pt>
                <c:pt idx="1997">
                  <c:v>5.52467748</c:v>
                </c:pt>
                <c:pt idx="1998">
                  <c:v>5.52814684</c:v>
                </c:pt>
                <c:pt idx="1999">
                  <c:v>5.53161621</c:v>
                </c:pt>
                <c:pt idx="2000">
                  <c:v>5.53510511</c:v>
                </c:pt>
                <c:pt idx="2001">
                  <c:v>5.53851978</c:v>
                </c:pt>
                <c:pt idx="2002">
                  <c:v>5.54200868</c:v>
                </c:pt>
                <c:pt idx="2003">
                  <c:v>5.54579451</c:v>
                </c:pt>
                <c:pt idx="2004">
                  <c:v>5.54896304</c:v>
                </c:pt>
                <c:pt idx="2005">
                  <c:v>5.55236013</c:v>
                </c:pt>
                <c:pt idx="2006">
                  <c:v>5.55619089</c:v>
                </c:pt>
                <c:pt idx="2007">
                  <c:v>5.55958798</c:v>
                </c:pt>
                <c:pt idx="2008">
                  <c:v>5.56305735</c:v>
                </c:pt>
                <c:pt idx="2009">
                  <c:v>5.56681583</c:v>
                </c:pt>
                <c:pt idx="2010">
                  <c:v>5.56883963</c:v>
                </c:pt>
                <c:pt idx="2011">
                  <c:v>5.5729595</c:v>
                </c:pt>
                <c:pt idx="2012">
                  <c:v>5.57671798</c:v>
                </c:pt>
                <c:pt idx="2013">
                  <c:v>5.58011507</c:v>
                </c:pt>
                <c:pt idx="2014">
                  <c:v>5.58313318</c:v>
                </c:pt>
                <c:pt idx="2015">
                  <c:v>5.58691901</c:v>
                </c:pt>
                <c:pt idx="2016">
                  <c:v>5.59025945</c:v>
                </c:pt>
                <c:pt idx="2017">
                  <c:v>5.59196874</c:v>
                </c:pt>
                <c:pt idx="2018">
                  <c:v>5.59536583</c:v>
                </c:pt>
                <c:pt idx="2019">
                  <c:v>5.59905203</c:v>
                </c:pt>
                <c:pt idx="2020">
                  <c:v>5.60273042</c:v>
                </c:pt>
                <c:pt idx="2021">
                  <c:v>5.60642443</c:v>
                </c:pt>
                <c:pt idx="2022">
                  <c:v>5.60978245</c:v>
                </c:pt>
                <c:pt idx="2023">
                  <c:v>5.61319712</c:v>
                </c:pt>
                <c:pt idx="2024">
                  <c:v>5.61653756</c:v>
                </c:pt>
                <c:pt idx="2025">
                  <c:v>5.62017492</c:v>
                </c:pt>
                <c:pt idx="2026">
                  <c:v>5.62384354</c:v>
                </c:pt>
                <c:pt idx="2027">
                  <c:v>5.62716835</c:v>
                </c:pt>
                <c:pt idx="2028">
                  <c:v>5.62883076</c:v>
                </c:pt>
                <c:pt idx="2029">
                  <c:v>5.6338336</c:v>
                </c:pt>
                <c:pt idx="2030">
                  <c:v>5.63717404</c:v>
                </c:pt>
                <c:pt idx="2031">
                  <c:v>5.64046759</c:v>
                </c:pt>
                <c:pt idx="2032">
                  <c:v>5.6431419</c:v>
                </c:pt>
                <c:pt idx="2033">
                  <c:v>5.64639443</c:v>
                </c:pt>
                <c:pt idx="2034">
                  <c:v>5.64935785</c:v>
                </c:pt>
                <c:pt idx="2035">
                  <c:v>5.65268266</c:v>
                </c:pt>
                <c:pt idx="2036">
                  <c:v>5.65632588</c:v>
                </c:pt>
                <c:pt idx="2037">
                  <c:v>5.65962139</c:v>
                </c:pt>
                <c:pt idx="2038">
                  <c:v>5.66287392</c:v>
                </c:pt>
                <c:pt idx="2039">
                  <c:v>5.66612645</c:v>
                </c:pt>
                <c:pt idx="2040">
                  <c:v>5.66908987</c:v>
                </c:pt>
                <c:pt idx="2041">
                  <c:v>5.6723424</c:v>
                </c:pt>
                <c:pt idx="2042">
                  <c:v>5.67631772</c:v>
                </c:pt>
                <c:pt idx="2043">
                  <c:v>5.67985936</c:v>
                </c:pt>
                <c:pt idx="2044">
                  <c:v>5.68318417</c:v>
                </c:pt>
                <c:pt idx="2045">
                  <c:v>5.68672582</c:v>
                </c:pt>
                <c:pt idx="2046">
                  <c:v>5.68965603</c:v>
                </c:pt>
                <c:pt idx="2047">
                  <c:v>5.69292223</c:v>
                </c:pt>
                <c:pt idx="2048">
                  <c:v>5.69583291</c:v>
                </c:pt>
                <c:pt idx="2049">
                  <c:v>5.69937455</c:v>
                </c:pt>
                <c:pt idx="2050">
                  <c:v>5.70132607</c:v>
                </c:pt>
                <c:pt idx="2051">
                  <c:v>5.70486771</c:v>
                </c:pt>
                <c:pt idx="2052">
                  <c:v>5.70812025</c:v>
                </c:pt>
                <c:pt idx="2053">
                  <c:v>5.71229677</c:v>
                </c:pt>
                <c:pt idx="2054">
                  <c:v>5.71556298</c:v>
                </c:pt>
                <c:pt idx="2055">
                  <c:v>5.71751645</c:v>
                </c:pt>
                <c:pt idx="2056">
                  <c:v>5.72105614</c:v>
                </c:pt>
                <c:pt idx="2057">
                  <c:v>5.72424811</c:v>
                </c:pt>
                <c:pt idx="2058">
                  <c:v>5.72781125</c:v>
                </c:pt>
                <c:pt idx="2059">
                  <c:v>5.73107745</c:v>
                </c:pt>
                <c:pt idx="2060">
                  <c:v>5.73392366</c:v>
                </c:pt>
                <c:pt idx="2061">
                  <c:v>5.73783256</c:v>
                </c:pt>
                <c:pt idx="2062">
                  <c:v>5.74136834</c:v>
                </c:pt>
                <c:pt idx="2063">
                  <c:v>5.74462088</c:v>
                </c:pt>
                <c:pt idx="2064">
                  <c:v>5.7465177</c:v>
                </c:pt>
                <c:pt idx="2065">
                  <c:v>5.75134277</c:v>
                </c:pt>
                <c:pt idx="2066">
                  <c:v>5.75264379</c:v>
                </c:pt>
                <c:pt idx="2067">
                  <c:v>5.75618543</c:v>
                </c:pt>
                <c:pt idx="2068">
                  <c:v>5.75943796</c:v>
                </c:pt>
                <c:pt idx="2069">
                  <c:v>5.76297961</c:v>
                </c:pt>
                <c:pt idx="2070">
                  <c:v>5.76615986</c:v>
                </c:pt>
                <c:pt idx="2071">
                  <c:v>5.76941239</c:v>
                </c:pt>
                <c:pt idx="2072">
                  <c:v>5.77288176</c:v>
                </c:pt>
                <c:pt idx="2073">
                  <c:v>5.77613429</c:v>
                </c:pt>
                <c:pt idx="2074">
                  <c:v>5.77903129</c:v>
                </c:pt>
                <c:pt idx="2075">
                  <c:v>5.78220568</c:v>
                </c:pt>
                <c:pt idx="2076">
                  <c:v>5.78545821</c:v>
                </c:pt>
                <c:pt idx="2077">
                  <c:v>5.78831028</c:v>
                </c:pt>
                <c:pt idx="2078">
                  <c:v>5.79179918</c:v>
                </c:pt>
                <c:pt idx="2079">
                  <c:v>5.79470986</c:v>
                </c:pt>
                <c:pt idx="2080">
                  <c:v>5.79789011</c:v>
                </c:pt>
                <c:pt idx="2081">
                  <c:v>5.80266049</c:v>
                </c:pt>
                <c:pt idx="2082">
                  <c:v>5.80553209</c:v>
                </c:pt>
                <c:pt idx="2083">
                  <c:v>5.80714176</c:v>
                </c:pt>
                <c:pt idx="2084">
                  <c:v>5.81035717</c:v>
                </c:pt>
                <c:pt idx="2085">
                  <c:v>5.814143</c:v>
                </c:pt>
                <c:pt idx="2086">
                  <c:v>5.81827264</c:v>
                </c:pt>
                <c:pt idx="2087">
                  <c:v>5.82023002</c:v>
                </c:pt>
                <c:pt idx="2088">
                  <c:v>5.82401585</c:v>
                </c:pt>
                <c:pt idx="2089">
                  <c:v>5.82752429</c:v>
                </c:pt>
                <c:pt idx="2090">
                  <c:v>5.83069672</c:v>
                </c:pt>
                <c:pt idx="2091">
                  <c:v>5.8338887</c:v>
                </c:pt>
                <c:pt idx="2092">
                  <c:v>5.83700644</c:v>
                </c:pt>
                <c:pt idx="2093">
                  <c:v>5.8402453</c:v>
                </c:pt>
                <c:pt idx="2094">
                  <c:v>5.84368732</c:v>
                </c:pt>
                <c:pt idx="2095">
                  <c:v>5.84530479</c:v>
                </c:pt>
                <c:pt idx="2096">
                  <c:v>5.84877416</c:v>
                </c:pt>
                <c:pt idx="2097">
                  <c:v>5.85222399</c:v>
                </c:pt>
                <c:pt idx="2098">
                  <c:v>5.85506238</c:v>
                </c:pt>
                <c:pt idx="2099">
                  <c:v>5.85883063</c:v>
                </c:pt>
                <c:pt idx="2100">
                  <c:v>5.86202261</c:v>
                </c:pt>
                <c:pt idx="2101">
                  <c:v>5.86514035</c:v>
                </c:pt>
                <c:pt idx="2102">
                  <c:v>5.86862925</c:v>
                </c:pt>
                <c:pt idx="2103">
                  <c:v>5.8714696</c:v>
                </c:pt>
                <c:pt idx="2104">
                  <c:v>5.87493896</c:v>
                </c:pt>
                <c:pt idx="2105">
                  <c:v>5.87804694</c:v>
                </c:pt>
                <c:pt idx="2106">
                  <c:v>5.88122719</c:v>
                </c:pt>
                <c:pt idx="2107">
                  <c:v>5.88433517</c:v>
                </c:pt>
                <c:pt idx="2108">
                  <c:v>5.88748416</c:v>
                </c:pt>
                <c:pt idx="2109">
                  <c:v>5.89060191</c:v>
                </c:pt>
                <c:pt idx="2110">
                  <c:v>5.89344225</c:v>
                </c:pt>
                <c:pt idx="2111">
                  <c:v>5.89654046</c:v>
                </c:pt>
                <c:pt idx="2112">
                  <c:v>5.8996582</c:v>
                </c:pt>
                <c:pt idx="2113">
                  <c:v>5.90247706</c:v>
                </c:pt>
                <c:pt idx="2114">
                  <c:v>5.90529983</c:v>
                </c:pt>
                <c:pt idx="2115">
                  <c:v>5.9087145</c:v>
                </c:pt>
                <c:pt idx="2116">
                  <c:v>5.91151187</c:v>
                </c:pt>
                <c:pt idx="2117">
                  <c:v>5.91461985</c:v>
                </c:pt>
                <c:pt idx="2118">
                  <c:v>5.91903274</c:v>
                </c:pt>
                <c:pt idx="2119">
                  <c:v>5.92242592</c:v>
                </c:pt>
                <c:pt idx="2120">
                  <c:v>5.92400628</c:v>
                </c:pt>
                <c:pt idx="2121">
                  <c:v>5.92742095</c:v>
                </c:pt>
                <c:pt idx="2122">
                  <c:v>5.93146073</c:v>
                </c:pt>
                <c:pt idx="2123">
                  <c:v>5.93456871</c:v>
                </c:pt>
                <c:pt idx="2124">
                  <c:v>5.93766496</c:v>
                </c:pt>
                <c:pt idx="2125">
                  <c:v>5.9407827</c:v>
                </c:pt>
                <c:pt idx="2126">
                  <c:v>5.94390044</c:v>
                </c:pt>
                <c:pt idx="2127">
                  <c:v>5.9470006</c:v>
                </c:pt>
                <c:pt idx="2128">
                  <c:v>5.94976477</c:v>
                </c:pt>
                <c:pt idx="2129">
                  <c:v>5.95228865</c:v>
                </c:pt>
                <c:pt idx="2130">
                  <c:v>5.9554064</c:v>
                </c:pt>
                <c:pt idx="2131">
                  <c:v>5.95849288</c:v>
                </c:pt>
                <c:pt idx="2132">
                  <c:v>5.96167313</c:v>
                </c:pt>
                <c:pt idx="2133">
                  <c:v>5.96513078</c:v>
                </c:pt>
                <c:pt idx="2134">
                  <c:v>5.96890098</c:v>
                </c:pt>
                <c:pt idx="2135">
                  <c:v>5.97208123</c:v>
                </c:pt>
                <c:pt idx="2136">
                  <c:v>5.97396047</c:v>
                </c:pt>
                <c:pt idx="2137">
                  <c:v>5.97715636</c:v>
                </c:pt>
                <c:pt idx="2138">
                  <c:v>5.98198339</c:v>
                </c:pt>
                <c:pt idx="2139">
                  <c:v>5.98487648</c:v>
                </c:pt>
                <c:pt idx="2140">
                  <c:v>5.98812706</c:v>
                </c:pt>
                <c:pt idx="2141">
                  <c:v>5.99103773</c:v>
                </c:pt>
                <c:pt idx="2142">
                  <c:v>5.99463212</c:v>
                </c:pt>
                <c:pt idx="2143">
                  <c:v>5.99824604</c:v>
                </c:pt>
                <c:pt idx="2144">
                  <c:v>6.00120751</c:v>
                </c:pt>
                <c:pt idx="2145">
                  <c:v>6.00380562</c:v>
                </c:pt>
                <c:pt idx="2146">
                  <c:v>6.00713629</c:v>
                </c:pt>
                <c:pt idx="2147">
                  <c:v>6.01078343</c:v>
                </c:pt>
                <c:pt idx="2148">
                  <c:v>6.01404963</c:v>
                </c:pt>
                <c:pt idx="2149">
                  <c:v>6.01776123</c:v>
                </c:pt>
                <c:pt idx="2150">
                  <c:v>6.02072465</c:v>
                </c:pt>
                <c:pt idx="2151">
                  <c:v>6.02369979</c:v>
                </c:pt>
                <c:pt idx="2152">
                  <c:v>6.02741138</c:v>
                </c:pt>
                <c:pt idx="2153">
                  <c:v>6.03040996</c:v>
                </c:pt>
                <c:pt idx="2154">
                  <c:v>6.03379533</c:v>
                </c:pt>
                <c:pt idx="2155">
                  <c:v>6.03749325</c:v>
                </c:pt>
                <c:pt idx="2156">
                  <c:v>6.04081806</c:v>
                </c:pt>
                <c:pt idx="2157">
                  <c:v>6.04385376</c:v>
                </c:pt>
                <c:pt idx="2158">
                  <c:v>6.04686015</c:v>
                </c:pt>
                <c:pt idx="2159">
                  <c:v>6.0495325</c:v>
                </c:pt>
                <c:pt idx="2160">
                  <c:v>6.05324996</c:v>
                </c:pt>
                <c:pt idx="2161">
                  <c:v>6.05799495</c:v>
                </c:pt>
                <c:pt idx="2162">
                  <c:v>6.06133538</c:v>
                </c:pt>
                <c:pt idx="2163">
                  <c:v>6.06475005</c:v>
                </c:pt>
                <c:pt idx="2164">
                  <c:v>6.06846165</c:v>
                </c:pt>
                <c:pt idx="2165">
                  <c:v>6.07016312</c:v>
                </c:pt>
                <c:pt idx="2166">
                  <c:v>6.07388058</c:v>
                </c:pt>
                <c:pt idx="2167">
                  <c:v>6.07861971</c:v>
                </c:pt>
                <c:pt idx="2168">
                  <c:v>6.0806435</c:v>
                </c:pt>
                <c:pt idx="2169">
                  <c:v>6.08404059</c:v>
                </c:pt>
                <c:pt idx="2170">
                  <c:v>6.0873908</c:v>
                </c:pt>
                <c:pt idx="2171">
                  <c:v>6.09047338</c:v>
                </c:pt>
                <c:pt idx="2172">
                  <c:v>6.09517148</c:v>
                </c:pt>
                <c:pt idx="2173">
                  <c:v>6.09822866</c:v>
                </c:pt>
                <c:pt idx="2174">
                  <c:v>6.10194026</c:v>
                </c:pt>
                <c:pt idx="2175">
                  <c:v>6.10468684</c:v>
                </c:pt>
                <c:pt idx="2176">
                  <c:v>6.10839844</c:v>
                </c:pt>
                <c:pt idx="2177">
                  <c:v>6.11143413</c:v>
                </c:pt>
                <c:pt idx="2178">
                  <c:v>6.11515354</c:v>
                </c:pt>
                <c:pt idx="2179">
                  <c:v>6.11790013</c:v>
                </c:pt>
                <c:pt idx="2180">
                  <c:v>6.12191451</c:v>
                </c:pt>
                <c:pt idx="2181">
                  <c:v>6.12495216</c:v>
                </c:pt>
                <c:pt idx="2182">
                  <c:v>6.1279859</c:v>
                </c:pt>
                <c:pt idx="2183">
                  <c:v>6.13207843</c:v>
                </c:pt>
                <c:pt idx="2184">
                  <c:v>6.13541887</c:v>
                </c:pt>
                <c:pt idx="2185">
                  <c:v>6.13882768</c:v>
                </c:pt>
                <c:pt idx="2186">
                  <c:v>6.14222476</c:v>
                </c:pt>
                <c:pt idx="2187">
                  <c:v>6.14521748</c:v>
                </c:pt>
                <c:pt idx="2188">
                  <c:v>6.14858527</c:v>
                </c:pt>
                <c:pt idx="2189">
                  <c:v>6.15198236</c:v>
                </c:pt>
                <c:pt idx="2190">
                  <c:v>6.15530717</c:v>
                </c:pt>
                <c:pt idx="2191">
                  <c:v>6.15865347</c:v>
                </c:pt>
                <c:pt idx="2192">
                  <c:v>6.16206814</c:v>
                </c:pt>
                <c:pt idx="2193">
                  <c:v>6.16474049</c:v>
                </c:pt>
                <c:pt idx="2194">
                  <c:v>6.16971403</c:v>
                </c:pt>
                <c:pt idx="2195">
                  <c:v>6.17272628</c:v>
                </c:pt>
                <c:pt idx="2196">
                  <c:v>6.17641248</c:v>
                </c:pt>
                <c:pt idx="2197">
                  <c:v>6.17943841</c:v>
                </c:pt>
                <c:pt idx="2198">
                  <c:v>6.18277885</c:v>
                </c:pt>
                <c:pt idx="2199">
                  <c:v>6.18443539</c:v>
                </c:pt>
                <c:pt idx="2200">
                  <c:v>6.18975665</c:v>
                </c:pt>
                <c:pt idx="2201">
                  <c:v>6.1914464</c:v>
                </c:pt>
                <c:pt idx="2202">
                  <c:v>6.19607223</c:v>
                </c:pt>
                <c:pt idx="2203">
                  <c:v>6.19903564</c:v>
                </c:pt>
                <c:pt idx="2204">
                  <c:v>6.20200492</c:v>
                </c:pt>
                <c:pt idx="2205">
                  <c:v>6.20503476</c:v>
                </c:pt>
                <c:pt idx="2206">
                  <c:v>6.20831464</c:v>
                </c:pt>
                <c:pt idx="2207">
                  <c:v>6.21125071</c:v>
                </c:pt>
                <c:pt idx="2208">
                  <c:v>6.21492128</c:v>
                </c:pt>
                <c:pt idx="2209">
                  <c:v>6.21789056</c:v>
                </c:pt>
                <c:pt idx="2210">
                  <c:v>6.22281526</c:v>
                </c:pt>
                <c:pt idx="2211">
                  <c:v>6.22575915</c:v>
                </c:pt>
                <c:pt idx="2212">
                  <c:v>6.22932228</c:v>
                </c:pt>
                <c:pt idx="2213">
                  <c:v>6.23098273</c:v>
                </c:pt>
                <c:pt idx="2214">
                  <c:v>6.23423526</c:v>
                </c:pt>
                <c:pt idx="2215">
                  <c:v>6.23784919</c:v>
                </c:pt>
                <c:pt idx="2216">
                  <c:v>6.24142209</c:v>
                </c:pt>
                <c:pt idx="2217">
                  <c:v>6.24468829</c:v>
                </c:pt>
                <c:pt idx="2218">
                  <c:v>6.24758334</c:v>
                </c:pt>
                <c:pt idx="2219">
                  <c:v>6.2512207</c:v>
                </c:pt>
                <c:pt idx="2220">
                  <c:v>6.25411575</c:v>
                </c:pt>
                <c:pt idx="2221">
                  <c:v>6.25801488</c:v>
                </c:pt>
                <c:pt idx="2222">
                  <c:v>6.26094509</c:v>
                </c:pt>
                <c:pt idx="2223">
                  <c:v>6.26386944</c:v>
                </c:pt>
                <c:pt idx="2224">
                  <c:v>6.26676058</c:v>
                </c:pt>
                <c:pt idx="2225">
                  <c:v>6.27029831</c:v>
                </c:pt>
                <c:pt idx="2226">
                  <c:v>6.27319336</c:v>
                </c:pt>
                <c:pt idx="2227">
                  <c:v>6.27644589</c:v>
                </c:pt>
                <c:pt idx="2228">
                  <c:v>6.27998754</c:v>
                </c:pt>
                <c:pt idx="2229">
                  <c:v>6.28291774</c:v>
                </c:pt>
                <c:pt idx="2230">
                  <c:v>6.28610972</c:v>
                </c:pt>
                <c:pt idx="2231">
                  <c:v>6.28902235</c:v>
                </c:pt>
                <c:pt idx="2232">
                  <c:v>6.29256399</c:v>
                </c:pt>
                <c:pt idx="2233">
                  <c:v>6.29581652</c:v>
                </c:pt>
                <c:pt idx="2234">
                  <c:v>6.29939724</c:v>
                </c:pt>
                <c:pt idx="2235">
                  <c:v>6.3026107</c:v>
                </c:pt>
                <c:pt idx="2236">
                  <c:v>6.30548426</c:v>
                </c:pt>
                <c:pt idx="2237">
                  <c:v>6.3100124</c:v>
                </c:pt>
                <c:pt idx="2238">
                  <c:v>6.31193462</c:v>
                </c:pt>
                <c:pt idx="2239">
                  <c:v>6.31617366</c:v>
                </c:pt>
                <c:pt idx="2240">
                  <c:v>6.31936563</c:v>
                </c:pt>
                <c:pt idx="2241">
                  <c:v>6.32328234</c:v>
                </c:pt>
                <c:pt idx="2242">
                  <c:v>6.32612074</c:v>
                </c:pt>
                <c:pt idx="2243">
                  <c:v>6.32938694</c:v>
                </c:pt>
                <c:pt idx="2244">
                  <c:v>6.33260627</c:v>
                </c:pt>
                <c:pt idx="2245">
                  <c:v>6.33554819</c:v>
                </c:pt>
                <c:pt idx="2246">
                  <c:v>6.33838854</c:v>
                </c:pt>
                <c:pt idx="2247">
                  <c:v>6.34200637</c:v>
                </c:pt>
                <c:pt idx="2248">
                  <c:v>6.34549528</c:v>
                </c:pt>
                <c:pt idx="2249">
                  <c:v>6.34876148</c:v>
                </c:pt>
                <c:pt idx="2250">
                  <c:v>6.3519769</c:v>
                </c:pt>
                <c:pt idx="2251">
                  <c:v>6.35492273</c:v>
                </c:pt>
                <c:pt idx="2252">
                  <c:v>6.35811471</c:v>
                </c:pt>
                <c:pt idx="2253">
                  <c:v>6.3613731</c:v>
                </c:pt>
                <c:pt idx="2254">
                  <c:v>6.36427596</c:v>
                </c:pt>
                <c:pt idx="2255">
                  <c:v>6.36715538</c:v>
                </c:pt>
                <c:pt idx="2256">
                  <c:v>6.37073414</c:v>
                </c:pt>
                <c:pt idx="2257">
                  <c:v>6.37460006</c:v>
                </c:pt>
                <c:pt idx="2258">
                  <c:v>6.37785259</c:v>
                </c:pt>
                <c:pt idx="2259">
                  <c:v>6.37979043</c:v>
                </c:pt>
                <c:pt idx="2260">
                  <c:v>6.38464677</c:v>
                </c:pt>
                <c:pt idx="2261">
                  <c:v>6.38751056</c:v>
                </c:pt>
                <c:pt idx="2262">
                  <c:v>6.38981175</c:v>
                </c:pt>
                <c:pt idx="2263">
                  <c:v>6.39307795</c:v>
                </c:pt>
                <c:pt idx="2264">
                  <c:v>6.39599449</c:v>
                </c:pt>
                <c:pt idx="2265">
                  <c:v>6.39953613</c:v>
                </c:pt>
                <c:pt idx="2266">
                  <c:v>6.40278866</c:v>
                </c:pt>
                <c:pt idx="2267">
                  <c:v>6.4060412</c:v>
                </c:pt>
                <c:pt idx="2268">
                  <c:v>6.41022553</c:v>
                </c:pt>
                <c:pt idx="2269">
                  <c:v>6.41378867</c:v>
                </c:pt>
                <c:pt idx="2270">
                  <c:v>6.41673841</c:v>
                </c:pt>
                <c:pt idx="2271">
                  <c:v>6.41962955</c:v>
                </c:pt>
                <c:pt idx="2272">
                  <c:v>6.42254804</c:v>
                </c:pt>
                <c:pt idx="2273">
                  <c:v>6.42581424</c:v>
                </c:pt>
                <c:pt idx="2274">
                  <c:v>6.43004546</c:v>
                </c:pt>
                <c:pt idx="2275">
                  <c:v>6.43331167</c:v>
                </c:pt>
                <c:pt idx="2276">
                  <c:v>6.4362536</c:v>
                </c:pt>
                <c:pt idx="2277">
                  <c:v>6.43979524</c:v>
                </c:pt>
                <c:pt idx="2278">
                  <c:v>6.44304777</c:v>
                </c:pt>
                <c:pt idx="2279">
                  <c:v>6.44600533</c:v>
                </c:pt>
                <c:pt idx="2280">
                  <c:v>6.44926372</c:v>
                </c:pt>
                <c:pt idx="2281">
                  <c:v>6.45251625</c:v>
                </c:pt>
                <c:pt idx="2282">
                  <c:v>6.4547647</c:v>
                </c:pt>
                <c:pt idx="2283">
                  <c:v>6.45865992</c:v>
                </c:pt>
                <c:pt idx="2284">
                  <c:v>6.46198473</c:v>
                </c:pt>
                <c:pt idx="2285">
                  <c:v>6.46523727</c:v>
                </c:pt>
                <c:pt idx="2286">
                  <c:v>6.4674779</c:v>
                </c:pt>
                <c:pt idx="2287">
                  <c:v>6.47203144</c:v>
                </c:pt>
                <c:pt idx="2288">
                  <c:v>6.47528397</c:v>
                </c:pt>
                <c:pt idx="2289">
                  <c:v>6.4788979</c:v>
                </c:pt>
                <c:pt idx="2290">
                  <c:v>6.48178513</c:v>
                </c:pt>
                <c:pt idx="2291">
                  <c:v>6.48505134</c:v>
                </c:pt>
                <c:pt idx="2292">
                  <c:v>6.4886887</c:v>
                </c:pt>
                <c:pt idx="2293">
                  <c:v>6.49161891</c:v>
                </c:pt>
                <c:pt idx="2294">
                  <c:v>6.49447879</c:v>
                </c:pt>
                <c:pt idx="2295">
                  <c:v>6.49841309</c:v>
                </c:pt>
                <c:pt idx="2296">
                  <c:v>6.50138236</c:v>
                </c:pt>
                <c:pt idx="2297">
                  <c:v>6.50331239</c:v>
                </c:pt>
                <c:pt idx="2298">
                  <c:v>6.50687553</c:v>
                </c:pt>
                <c:pt idx="2299">
                  <c:v>6.5111341</c:v>
                </c:pt>
                <c:pt idx="2300">
                  <c:v>6.51431435</c:v>
                </c:pt>
                <c:pt idx="2301">
                  <c:v>6.51727777</c:v>
                </c:pt>
                <c:pt idx="2302">
                  <c:v>6.52016305</c:v>
                </c:pt>
                <c:pt idx="2303">
                  <c:v>6.52372618</c:v>
                </c:pt>
                <c:pt idx="2304">
                  <c:v>6.52667397</c:v>
                </c:pt>
                <c:pt idx="2305">
                  <c:v>6.5295905</c:v>
                </c:pt>
                <c:pt idx="2306">
                  <c:v>6.53641984</c:v>
                </c:pt>
                <c:pt idx="2307">
                  <c:v>6.53961182</c:v>
                </c:pt>
                <c:pt idx="2308">
                  <c:v>6.54286435</c:v>
                </c:pt>
                <c:pt idx="2309">
                  <c:v>6.54611688</c:v>
                </c:pt>
                <c:pt idx="2310">
                  <c:v>6.54903927</c:v>
                </c:pt>
                <c:pt idx="2311">
                  <c:v>6.55193432</c:v>
                </c:pt>
                <c:pt idx="2312">
                  <c:v>6.55520053</c:v>
                </c:pt>
                <c:pt idx="2313">
                  <c:v>6.55804283</c:v>
                </c:pt>
                <c:pt idx="2314">
                  <c:v>6.56195563</c:v>
                </c:pt>
                <c:pt idx="2315">
                  <c:v>6.56613802</c:v>
                </c:pt>
                <c:pt idx="2316">
                  <c:v>6.56811688</c:v>
                </c:pt>
                <c:pt idx="2317">
                  <c:v>6.57130886</c:v>
                </c:pt>
                <c:pt idx="2318">
                  <c:v>6.57777485</c:v>
                </c:pt>
                <c:pt idx="2319">
                  <c:v>6.58133017</c:v>
                </c:pt>
                <c:pt idx="2320">
                  <c:v>6.58493042</c:v>
                </c:pt>
                <c:pt idx="2321">
                  <c:v>6.58815951</c:v>
                </c:pt>
                <c:pt idx="2322">
                  <c:v>6.59135148</c:v>
                </c:pt>
                <c:pt idx="2323">
                  <c:v>6.59461769</c:v>
                </c:pt>
                <c:pt idx="2324">
                  <c:v>6.59818082</c:v>
                </c:pt>
                <c:pt idx="2325">
                  <c:v>6.6013728</c:v>
                </c:pt>
                <c:pt idx="2326">
                  <c:v>6.604639</c:v>
                </c:pt>
                <c:pt idx="2327">
                  <c:v>6.6084932</c:v>
                </c:pt>
                <c:pt idx="2328">
                  <c:v>6.61005793</c:v>
                </c:pt>
                <c:pt idx="2329">
                  <c:v>6.61332414</c:v>
                </c:pt>
                <c:pt idx="2330">
                  <c:v>6.61651611</c:v>
                </c:pt>
                <c:pt idx="2331">
                  <c:v>6.62134119</c:v>
                </c:pt>
                <c:pt idx="2332">
                  <c:v>6.6229489</c:v>
                </c:pt>
                <c:pt idx="2333">
                  <c:v>6.62616627</c:v>
                </c:pt>
                <c:pt idx="2334">
                  <c:v>6.62974307</c:v>
                </c:pt>
                <c:pt idx="2335">
                  <c:v>6.63262445</c:v>
                </c:pt>
                <c:pt idx="2336">
                  <c:v>6.63581447</c:v>
                </c:pt>
                <c:pt idx="2337">
                  <c:v>6.6397175</c:v>
                </c:pt>
                <c:pt idx="2338">
                  <c:v>6.64289776</c:v>
                </c:pt>
                <c:pt idx="2339">
                  <c:v>6.6464394</c:v>
                </c:pt>
                <c:pt idx="2340">
                  <c:v>6.64932663</c:v>
                </c:pt>
                <c:pt idx="2341">
                  <c:v>6.65287219</c:v>
                </c:pt>
                <c:pt idx="2342">
                  <c:v>6.65641383</c:v>
                </c:pt>
                <c:pt idx="2343">
                  <c:v>6.65959408</c:v>
                </c:pt>
                <c:pt idx="2344">
                  <c:v>6.66277434</c:v>
                </c:pt>
                <c:pt idx="2345">
                  <c:v>6.66501497</c:v>
                </c:pt>
                <c:pt idx="2346">
                  <c:v>6.66949624</c:v>
                </c:pt>
                <c:pt idx="2347">
                  <c:v>6.67241277</c:v>
                </c:pt>
                <c:pt idx="2348">
                  <c:v>6.67493666</c:v>
                </c:pt>
                <c:pt idx="2349">
                  <c:v>6.67816965</c:v>
                </c:pt>
                <c:pt idx="2350">
                  <c:v>6.68169176</c:v>
                </c:pt>
                <c:pt idx="2351">
                  <c:v>6.68518066</c:v>
                </c:pt>
                <c:pt idx="2352">
                  <c:v>6.68865003</c:v>
                </c:pt>
                <c:pt idx="2353">
                  <c:v>6.69183028</c:v>
                </c:pt>
                <c:pt idx="2354">
                  <c:v>6.69342041</c:v>
                </c:pt>
                <c:pt idx="2355">
                  <c:v>6.69787433</c:v>
                </c:pt>
                <c:pt idx="2356">
                  <c:v>6.70136323</c:v>
                </c:pt>
                <c:pt idx="2357">
                  <c:v>6.70296117</c:v>
                </c:pt>
                <c:pt idx="2358">
                  <c:v>6.70744243</c:v>
                </c:pt>
                <c:pt idx="2359">
                  <c:v>6.71056799</c:v>
                </c:pt>
                <c:pt idx="2360">
                  <c:v>6.71344155</c:v>
                </c:pt>
                <c:pt idx="2361">
                  <c:v>6.7166218</c:v>
                </c:pt>
                <c:pt idx="2362">
                  <c:v>6.71886243</c:v>
                </c:pt>
                <c:pt idx="2363">
                  <c:v>6.72197041</c:v>
                </c:pt>
                <c:pt idx="2364">
                  <c:v>6.72645167</c:v>
                </c:pt>
                <c:pt idx="2365">
                  <c:v>6.72862003</c:v>
                </c:pt>
                <c:pt idx="2366">
                  <c:v>6.73180028</c:v>
                </c:pt>
                <c:pt idx="2367">
                  <c:v>6.73461914</c:v>
                </c:pt>
                <c:pt idx="2368">
                  <c:v>6.73936999</c:v>
                </c:pt>
                <c:pt idx="2369">
                  <c:v>6.74256196</c:v>
                </c:pt>
                <c:pt idx="2370">
                  <c:v>6.74408762</c:v>
                </c:pt>
                <c:pt idx="2371">
                  <c:v>6.74755699</c:v>
                </c:pt>
                <c:pt idx="2372">
                  <c:v>6.75073724</c:v>
                </c:pt>
                <c:pt idx="2373">
                  <c:v>6.75481023</c:v>
                </c:pt>
                <c:pt idx="2374">
                  <c:v>6.75796509</c:v>
                </c:pt>
                <c:pt idx="2375">
                  <c:v>6.75956107</c:v>
                </c:pt>
                <c:pt idx="2376">
                  <c:v>6.76432559</c:v>
                </c:pt>
                <c:pt idx="2377">
                  <c:v>6.76779496</c:v>
                </c:pt>
                <c:pt idx="2378">
                  <c:v>6.77062163</c:v>
                </c:pt>
                <c:pt idx="2379">
                  <c:v>6.77373938</c:v>
                </c:pt>
                <c:pt idx="2380">
                  <c:v>6.77722828</c:v>
                </c:pt>
                <c:pt idx="2381">
                  <c:v>6.78001002</c:v>
                </c:pt>
                <c:pt idx="2382">
                  <c:v>6.78188926</c:v>
                </c:pt>
                <c:pt idx="2383">
                  <c:v>6.78509686</c:v>
                </c:pt>
                <c:pt idx="2384">
                  <c:v>6.78821461</c:v>
                </c:pt>
                <c:pt idx="2385">
                  <c:v>6.79133235</c:v>
                </c:pt>
                <c:pt idx="2386">
                  <c:v>6.79482125</c:v>
                </c:pt>
                <c:pt idx="2387">
                  <c:v>6.79793899</c:v>
                </c:pt>
                <c:pt idx="2388">
                  <c:v>6.80046288</c:v>
                </c:pt>
                <c:pt idx="2389">
                  <c:v>6.80386192</c:v>
                </c:pt>
                <c:pt idx="2390">
                  <c:v>6.80733129</c:v>
                </c:pt>
                <c:pt idx="2391">
                  <c:v>6.81043926</c:v>
                </c:pt>
                <c:pt idx="2392">
                  <c:v>6.81323077</c:v>
                </c:pt>
                <c:pt idx="2393">
                  <c:v>6.81665521</c:v>
                </c:pt>
                <c:pt idx="2394">
                  <c:v>6.82102513</c:v>
                </c:pt>
                <c:pt idx="2395">
                  <c:v>6.82388306</c:v>
                </c:pt>
                <c:pt idx="2396">
                  <c:v>6.82666675</c:v>
                </c:pt>
                <c:pt idx="2397">
                  <c:v>6.83002673</c:v>
                </c:pt>
                <c:pt idx="2398">
                  <c:v>6.83193722</c:v>
                </c:pt>
                <c:pt idx="2399">
                  <c:v>6.83530306</c:v>
                </c:pt>
                <c:pt idx="2400">
                  <c:v>6.83876656</c:v>
                </c:pt>
                <c:pt idx="2401">
                  <c:v>6.84180812</c:v>
                </c:pt>
                <c:pt idx="2402">
                  <c:v>6.84491609</c:v>
                </c:pt>
                <c:pt idx="2403">
                  <c:v>6.84804556</c:v>
                </c:pt>
                <c:pt idx="2404">
                  <c:v>6.85108907</c:v>
                </c:pt>
                <c:pt idx="2405">
                  <c:v>6.85387862</c:v>
                </c:pt>
                <c:pt idx="2406">
                  <c:v>6.85762148</c:v>
                </c:pt>
                <c:pt idx="2407">
                  <c:v>6.86038369</c:v>
                </c:pt>
                <c:pt idx="2408">
                  <c:v>6.86311464</c:v>
                </c:pt>
                <c:pt idx="2409">
                  <c:v>6.86623824</c:v>
                </c:pt>
                <c:pt idx="2410">
                  <c:v>6.86957282</c:v>
                </c:pt>
                <c:pt idx="2411">
                  <c:v>6.87269056</c:v>
                </c:pt>
                <c:pt idx="2412">
                  <c:v>6.876031</c:v>
                </c:pt>
                <c:pt idx="2413">
                  <c:v>6.87907451</c:v>
                </c:pt>
                <c:pt idx="2414">
                  <c:v>6.88185039</c:v>
                </c:pt>
                <c:pt idx="2415">
                  <c:v>6.88553269</c:v>
                </c:pt>
                <c:pt idx="2416">
                  <c:v>6.88886141</c:v>
                </c:pt>
                <c:pt idx="2417">
                  <c:v>6.89131887</c:v>
                </c:pt>
                <c:pt idx="2418">
                  <c:v>6.89436629</c:v>
                </c:pt>
                <c:pt idx="2419">
                  <c:v>6.89767938</c:v>
                </c:pt>
                <c:pt idx="2420">
                  <c:v>6.90071508</c:v>
                </c:pt>
                <c:pt idx="2421">
                  <c:v>6.90411216</c:v>
                </c:pt>
                <c:pt idx="2422">
                  <c:v>6.90649735</c:v>
                </c:pt>
                <c:pt idx="2423">
                  <c:v>6.90921268</c:v>
                </c:pt>
                <c:pt idx="2424">
                  <c:v>6.91255312</c:v>
                </c:pt>
                <c:pt idx="2425">
                  <c:v>6.91559663</c:v>
                </c:pt>
                <c:pt idx="2426">
                  <c:v>6.91864014</c:v>
                </c:pt>
                <c:pt idx="2427">
                  <c:v>6.92196495</c:v>
                </c:pt>
                <c:pt idx="2428">
                  <c:v>6.92528976</c:v>
                </c:pt>
                <c:pt idx="2429">
                  <c:v>6.92680565</c:v>
                </c:pt>
                <c:pt idx="2430">
                  <c:v>6.93044302</c:v>
                </c:pt>
                <c:pt idx="2431">
                  <c:v>6.93345722</c:v>
                </c:pt>
                <c:pt idx="2432">
                  <c:v>6.93615888</c:v>
                </c:pt>
                <c:pt idx="2433">
                  <c:v>6.93887811</c:v>
                </c:pt>
                <c:pt idx="2434">
                  <c:v>6.94306245</c:v>
                </c:pt>
                <c:pt idx="2435">
                  <c:v>6.94639507</c:v>
                </c:pt>
                <c:pt idx="2436">
                  <c:v>6.94914947</c:v>
                </c:pt>
                <c:pt idx="2437">
                  <c:v>6.95181596</c:v>
                </c:pt>
                <c:pt idx="2438">
                  <c:v>6.95456254</c:v>
                </c:pt>
                <c:pt idx="2439">
                  <c:v>6.95724075</c:v>
                </c:pt>
                <c:pt idx="2440">
                  <c:v>6.96028426</c:v>
                </c:pt>
                <c:pt idx="2441">
                  <c:v>6.96355046</c:v>
                </c:pt>
                <c:pt idx="2442">
                  <c:v>6.96659397</c:v>
                </c:pt>
                <c:pt idx="2443">
                  <c:v>6.96930735</c:v>
                </c:pt>
                <c:pt idx="2444">
                  <c:v>6.97227076</c:v>
                </c:pt>
                <c:pt idx="2445">
                  <c:v>6.97559557</c:v>
                </c:pt>
                <c:pt idx="2446">
                  <c:v>6.97863127</c:v>
                </c:pt>
                <c:pt idx="2447">
                  <c:v>6.98158883</c:v>
                </c:pt>
                <c:pt idx="2448">
                  <c:v>6.9849195</c:v>
                </c:pt>
                <c:pt idx="2449">
                  <c:v>6.98788292</c:v>
                </c:pt>
                <c:pt idx="2450">
                  <c:v>6.99120773</c:v>
                </c:pt>
                <c:pt idx="2451">
                  <c:v>6.99391133</c:v>
                </c:pt>
                <c:pt idx="2452">
                  <c:v>6.99720684</c:v>
                </c:pt>
                <c:pt idx="2453">
                  <c:v>7.00014681</c:v>
                </c:pt>
                <c:pt idx="2454">
                  <c:v>7.00284456</c:v>
                </c:pt>
                <c:pt idx="2455">
                  <c:v>7.00556575</c:v>
                </c:pt>
                <c:pt idx="2456">
                  <c:v>7.00883195</c:v>
                </c:pt>
                <c:pt idx="2457">
                  <c:v>7.01448139</c:v>
                </c:pt>
                <c:pt idx="2458">
                  <c:v>7.01744481</c:v>
                </c:pt>
                <c:pt idx="2459">
                  <c:v>7.02041214</c:v>
                </c:pt>
                <c:pt idx="2460">
                  <c:v>7.02366076</c:v>
                </c:pt>
                <c:pt idx="2461">
                  <c:v>7.02691329</c:v>
                </c:pt>
                <c:pt idx="2462">
                  <c:v>7.0296169</c:v>
                </c:pt>
                <c:pt idx="2463">
                  <c:v>7.03284013</c:v>
                </c:pt>
                <c:pt idx="2464">
                  <c:v>7.0349362</c:v>
                </c:pt>
                <c:pt idx="2465">
                  <c:v>7.03874743</c:v>
                </c:pt>
                <c:pt idx="2466">
                  <c:v>7.0417167</c:v>
                </c:pt>
                <c:pt idx="2467">
                  <c:v>7.04462152</c:v>
                </c:pt>
                <c:pt idx="2468">
                  <c:v>7.04758494</c:v>
                </c:pt>
                <c:pt idx="2469">
                  <c:v>7.05047607</c:v>
                </c:pt>
                <c:pt idx="2470">
                  <c:v>7.05344535</c:v>
                </c:pt>
                <c:pt idx="2471">
                  <c:v>7.05522692</c:v>
                </c:pt>
                <c:pt idx="2472">
                  <c:v>7.05930968</c:v>
                </c:pt>
                <c:pt idx="2473">
                  <c:v>7.06225747</c:v>
                </c:pt>
                <c:pt idx="2474">
                  <c:v>7.06487707</c:v>
                </c:pt>
                <c:pt idx="2475">
                  <c:v>7.06753379</c:v>
                </c:pt>
                <c:pt idx="2476">
                  <c:v>7.07103832</c:v>
                </c:pt>
                <c:pt idx="2477">
                  <c:v>7.07393337</c:v>
                </c:pt>
                <c:pt idx="2478">
                  <c:v>7.0765686</c:v>
                </c:pt>
                <c:pt idx="2479">
                  <c:v>7.08009462</c:v>
                </c:pt>
                <c:pt idx="2480">
                  <c:v>7.08148354</c:v>
                </c:pt>
                <c:pt idx="2481">
                  <c:v>7.08444696</c:v>
                </c:pt>
                <c:pt idx="2482">
                  <c:v>7.08762721</c:v>
                </c:pt>
                <c:pt idx="2483">
                  <c:v>7.09085825</c:v>
                </c:pt>
                <c:pt idx="2484">
                  <c:v>7.0937533</c:v>
                </c:pt>
                <c:pt idx="2485">
                  <c:v>7.09666202</c:v>
                </c:pt>
                <c:pt idx="2486">
                  <c:v>7.09955316</c:v>
                </c:pt>
                <c:pt idx="2487">
                  <c:v>7.1024443</c:v>
                </c:pt>
                <c:pt idx="2488">
                  <c:v>7.10562455</c:v>
                </c:pt>
                <c:pt idx="2489">
                  <c:v>7.10851569</c:v>
                </c:pt>
                <c:pt idx="2490">
                  <c:v>7.11112357</c:v>
                </c:pt>
                <c:pt idx="2491">
                  <c:v>7.11371974</c:v>
                </c:pt>
                <c:pt idx="2492">
                  <c:v>7.11682771</c:v>
                </c:pt>
                <c:pt idx="2493">
                  <c:v>7.11971885</c:v>
                </c:pt>
                <c:pt idx="2494">
                  <c:v>7.12203176</c:v>
                </c:pt>
                <c:pt idx="2495">
                  <c:v>7.12521202</c:v>
                </c:pt>
                <c:pt idx="2496">
                  <c:v>7.12810316</c:v>
                </c:pt>
                <c:pt idx="2497">
                  <c:v>7.13092202</c:v>
                </c:pt>
                <c:pt idx="2498">
                  <c:v>7.13242814</c:v>
                </c:pt>
                <c:pt idx="2499">
                  <c:v>7.14241429</c:v>
                </c:pt>
                <c:pt idx="2500">
                  <c:v>7.14497334</c:v>
                </c:pt>
                <c:pt idx="2501">
                  <c:v>7.14783518</c:v>
                </c:pt>
                <c:pt idx="2502">
                  <c:v>7.15188277</c:v>
                </c:pt>
                <c:pt idx="2503">
                  <c:v>7.15447503</c:v>
                </c:pt>
                <c:pt idx="2504">
                  <c:v>7.15961657</c:v>
                </c:pt>
                <c:pt idx="2505">
                  <c:v>7.16271478</c:v>
                </c:pt>
                <c:pt idx="2506">
                  <c:v>7.16560982</c:v>
                </c:pt>
                <c:pt idx="2507">
                  <c:v>7.16843454</c:v>
                </c:pt>
                <c:pt idx="2508">
                  <c:v>7.17102876</c:v>
                </c:pt>
                <c:pt idx="2509">
                  <c:v>7.17356632</c:v>
                </c:pt>
                <c:pt idx="2510">
                  <c:v>7.17644769</c:v>
                </c:pt>
                <c:pt idx="2511">
                  <c:v>7.17956543</c:v>
                </c:pt>
                <c:pt idx="2512">
                  <c:v>7.18208932</c:v>
                </c:pt>
                <c:pt idx="2513">
                  <c:v>7.18498632</c:v>
                </c:pt>
                <c:pt idx="2514">
                  <c:v>7.1881021</c:v>
                </c:pt>
                <c:pt idx="2515">
                  <c:v>7.19092292</c:v>
                </c:pt>
                <c:pt idx="2516">
                  <c:v>7.19404066</c:v>
                </c:pt>
                <c:pt idx="2517">
                  <c:v>7.19662315</c:v>
                </c:pt>
                <c:pt idx="2518">
                  <c:v>7.19916266</c:v>
                </c:pt>
                <c:pt idx="2519">
                  <c:v>7.20228041</c:v>
                </c:pt>
                <c:pt idx="2520">
                  <c:v>7.2062147</c:v>
                </c:pt>
                <c:pt idx="2521">
                  <c:v>7.20876593</c:v>
                </c:pt>
                <c:pt idx="2522">
                  <c:v>7.21078973</c:v>
                </c:pt>
                <c:pt idx="2523">
                  <c:v>7.21476505</c:v>
                </c:pt>
                <c:pt idx="2524">
                  <c:v>7.21616178</c:v>
                </c:pt>
                <c:pt idx="2525">
                  <c:v>7.220393</c:v>
                </c:pt>
                <c:pt idx="2526">
                  <c:v>7.22293251</c:v>
                </c:pt>
                <c:pt idx="2527">
                  <c:v>7.225515</c:v>
                </c:pt>
                <c:pt idx="2528">
                  <c:v>7.22828112</c:v>
                </c:pt>
                <c:pt idx="2529">
                  <c:v>7.23117226</c:v>
                </c:pt>
                <c:pt idx="2530">
                  <c:v>7.23399112</c:v>
                </c:pt>
                <c:pt idx="2531">
                  <c:v>7.23650133</c:v>
                </c:pt>
                <c:pt idx="2532">
                  <c:v>7.23961907</c:v>
                </c:pt>
                <c:pt idx="2533">
                  <c:v>7.24243989</c:v>
                </c:pt>
                <c:pt idx="2534">
                  <c:v>7.24526656</c:v>
                </c:pt>
                <c:pt idx="2535">
                  <c:v>7.24808542</c:v>
                </c:pt>
                <c:pt idx="2536">
                  <c:v>7.25112503</c:v>
                </c:pt>
                <c:pt idx="2537">
                  <c:v>7.25365087</c:v>
                </c:pt>
                <c:pt idx="2538">
                  <c:v>7.25675884</c:v>
                </c:pt>
                <c:pt idx="2539">
                  <c:v>7.25899947</c:v>
                </c:pt>
                <c:pt idx="2540">
                  <c:v>7.26181833</c:v>
                </c:pt>
                <c:pt idx="2541">
                  <c:v>7.26322483</c:v>
                </c:pt>
                <c:pt idx="2542">
                  <c:v>7.2699858</c:v>
                </c:pt>
                <c:pt idx="2543">
                  <c:v>7.27244327</c:v>
                </c:pt>
                <c:pt idx="2544">
                  <c:v>7.27554734</c:v>
                </c:pt>
                <c:pt idx="2545">
                  <c:v>7.27836815</c:v>
                </c:pt>
                <c:pt idx="2546">
                  <c:v>7.28111473</c:v>
                </c:pt>
                <c:pt idx="2547">
                  <c:v>7.28451377</c:v>
                </c:pt>
                <c:pt idx="2548">
                  <c:v>7.28726036</c:v>
                </c:pt>
                <c:pt idx="2549">
                  <c:v>7.28979987</c:v>
                </c:pt>
                <c:pt idx="2550">
                  <c:v>7.29260896</c:v>
                </c:pt>
                <c:pt idx="2551">
                  <c:v>7.29535555</c:v>
                </c:pt>
                <c:pt idx="2552">
                  <c:v>7.29677767</c:v>
                </c:pt>
                <c:pt idx="2553">
                  <c:v>7.30070415</c:v>
                </c:pt>
                <c:pt idx="2554">
                  <c:v>7.30375548</c:v>
                </c:pt>
                <c:pt idx="2555">
                  <c:v>7.30677554</c:v>
                </c:pt>
                <c:pt idx="2556">
                  <c:v>7.30988352</c:v>
                </c:pt>
                <c:pt idx="2557">
                  <c:v>7.3126301</c:v>
                </c:pt>
                <c:pt idx="2558">
                  <c:v>7.31511296</c:v>
                </c:pt>
                <c:pt idx="2559">
                  <c:v>7.31790643</c:v>
                </c:pt>
                <c:pt idx="2560">
                  <c:v>7.32097729</c:v>
                </c:pt>
                <c:pt idx="2561">
                  <c:v>7.32368871</c:v>
                </c:pt>
                <c:pt idx="2562">
                  <c:v>7.32650757</c:v>
                </c:pt>
                <c:pt idx="2563">
                  <c:v>7.32925415</c:v>
                </c:pt>
                <c:pt idx="2564">
                  <c:v>7.33174092</c:v>
                </c:pt>
                <c:pt idx="2565">
                  <c:v>7.33453048</c:v>
                </c:pt>
                <c:pt idx="2566">
                  <c:v>7.33727706</c:v>
                </c:pt>
                <c:pt idx="2567">
                  <c:v>7.34002364</c:v>
                </c:pt>
                <c:pt idx="2568">
                  <c:v>7.34277023</c:v>
                </c:pt>
                <c:pt idx="2569">
                  <c:v>7.34529997</c:v>
                </c:pt>
                <c:pt idx="2570">
                  <c:v>7.34829464</c:v>
                </c:pt>
                <c:pt idx="2571">
                  <c:v>7.35133815</c:v>
                </c:pt>
                <c:pt idx="2572">
                  <c:v>7.35408474</c:v>
                </c:pt>
                <c:pt idx="2573">
                  <c:v>7.35519822</c:v>
                </c:pt>
                <c:pt idx="2574">
                  <c:v>7.36262141</c:v>
                </c:pt>
                <c:pt idx="2575">
                  <c:v>7.3640201</c:v>
                </c:pt>
                <c:pt idx="2576">
                  <c:v>7.36705579</c:v>
                </c:pt>
                <c:pt idx="2577">
                  <c:v>7.36980237</c:v>
                </c:pt>
                <c:pt idx="2578">
                  <c:v>7.37254896</c:v>
                </c:pt>
                <c:pt idx="2579">
                  <c:v>7.37524084</c:v>
                </c:pt>
                <c:pt idx="2580">
                  <c:v>7.37883718</c:v>
                </c:pt>
                <c:pt idx="2581">
                  <c:v>7.38158377</c:v>
                </c:pt>
                <c:pt idx="2582">
                  <c:v>7.38454718</c:v>
                </c:pt>
                <c:pt idx="2583">
                  <c:v>7.38704372</c:v>
                </c:pt>
                <c:pt idx="2584">
                  <c:v>7.3897903</c:v>
                </c:pt>
                <c:pt idx="2585">
                  <c:v>7.39112648</c:v>
                </c:pt>
                <c:pt idx="2586">
                  <c:v>7.39661964</c:v>
                </c:pt>
                <c:pt idx="2587">
                  <c:v>7.40174946</c:v>
                </c:pt>
                <c:pt idx="2588">
                  <c:v>7.40612133</c:v>
                </c:pt>
                <c:pt idx="2589">
                  <c:v>7.40886791</c:v>
                </c:pt>
                <c:pt idx="2590">
                  <c:v>7.41154026</c:v>
                </c:pt>
                <c:pt idx="2591">
                  <c:v>7.41316946</c:v>
                </c:pt>
                <c:pt idx="2592">
                  <c:v>7.41591604</c:v>
                </c:pt>
                <c:pt idx="2593">
                  <c:v>7.41725612</c:v>
                </c:pt>
                <c:pt idx="2594">
                  <c:v>7.42237813</c:v>
                </c:pt>
                <c:pt idx="2595">
                  <c:v>7.42538452</c:v>
                </c:pt>
                <c:pt idx="2596">
                  <c:v>7.42675781</c:v>
                </c:pt>
                <c:pt idx="2597">
                  <c:v>7.43076634</c:v>
                </c:pt>
                <c:pt idx="2598">
                  <c:v>7.43326288</c:v>
                </c:pt>
                <c:pt idx="2599">
                  <c:v>7.43566565</c:v>
                </c:pt>
                <c:pt idx="2600">
                  <c:v>7.4389006</c:v>
                </c:pt>
                <c:pt idx="2601">
                  <c:v>7.44026803</c:v>
                </c:pt>
                <c:pt idx="2602">
                  <c:v>7.44190113</c:v>
                </c:pt>
                <c:pt idx="2603">
                  <c:v>7.44702313</c:v>
                </c:pt>
                <c:pt idx="2604">
                  <c:v>7.44945325</c:v>
                </c:pt>
                <c:pt idx="2605">
                  <c:v>7.45104338</c:v>
                </c:pt>
                <c:pt idx="2606">
                  <c:v>7.4540068</c:v>
                </c:pt>
                <c:pt idx="2607">
                  <c:v>7.45756407</c:v>
                </c:pt>
                <c:pt idx="2608">
                  <c:v>7.46023642</c:v>
                </c:pt>
                <c:pt idx="2609">
                  <c:v>7.4615726</c:v>
                </c:pt>
                <c:pt idx="2610">
                  <c:v>7.46773971</c:v>
                </c:pt>
                <c:pt idx="2611">
                  <c:v>7.47070312</c:v>
                </c:pt>
                <c:pt idx="2612">
                  <c:v>7.47395566</c:v>
                </c:pt>
                <c:pt idx="2613">
                  <c:v>7.47612401</c:v>
                </c:pt>
                <c:pt idx="2614">
                  <c:v>7.47800325</c:v>
                </c:pt>
                <c:pt idx="2615">
                  <c:v>7.48094713</c:v>
                </c:pt>
                <c:pt idx="2616">
                  <c:v>7.48599491</c:v>
                </c:pt>
                <c:pt idx="2617">
                  <c:v>7.49133961</c:v>
                </c:pt>
                <c:pt idx="2618">
                  <c:v>7.49433819</c:v>
                </c:pt>
                <c:pt idx="2619">
                  <c:v>7.49672338</c:v>
                </c:pt>
                <c:pt idx="2620">
                  <c:v>7.49939768</c:v>
                </c:pt>
                <c:pt idx="2621">
                  <c:v>7.50308388</c:v>
                </c:pt>
                <c:pt idx="2622">
                  <c:v>7.5057406</c:v>
                </c:pt>
                <c:pt idx="2623">
                  <c:v>7.50737371</c:v>
                </c:pt>
                <c:pt idx="2624">
                  <c:v>7.51081768</c:v>
                </c:pt>
                <c:pt idx="2625">
                  <c:v>7.51375765</c:v>
                </c:pt>
                <c:pt idx="2626">
                  <c:v>7.51613308</c:v>
                </c:pt>
                <c:pt idx="2627">
                  <c:v>7.51880543</c:v>
                </c:pt>
                <c:pt idx="2628">
                  <c:v>7.52095815</c:v>
                </c:pt>
                <c:pt idx="2629">
                  <c:v>7.52411692</c:v>
                </c:pt>
                <c:pt idx="2630">
                  <c:v>7.52679122</c:v>
                </c:pt>
                <c:pt idx="2631">
                  <c:v>7.5288873</c:v>
                </c:pt>
                <c:pt idx="2632">
                  <c:v>7.53148932</c:v>
                </c:pt>
                <c:pt idx="2633">
                  <c:v>7.53445274</c:v>
                </c:pt>
                <c:pt idx="2634">
                  <c:v>7.53573031</c:v>
                </c:pt>
                <c:pt idx="2635">
                  <c:v>7.53915084</c:v>
                </c:pt>
                <c:pt idx="2636">
                  <c:v>7.54074097</c:v>
                </c:pt>
                <c:pt idx="2637">
                  <c:v>7.54442717</c:v>
                </c:pt>
                <c:pt idx="2638">
                  <c:v>7.54575162</c:v>
                </c:pt>
                <c:pt idx="2639">
                  <c:v>7.54992033</c:v>
                </c:pt>
                <c:pt idx="2640">
                  <c:v>7.55093223</c:v>
                </c:pt>
                <c:pt idx="2641">
                  <c:v>7.5564254</c:v>
                </c:pt>
                <c:pt idx="2642">
                  <c:v>7.56293046</c:v>
                </c:pt>
                <c:pt idx="2643">
                  <c:v>7.56579425</c:v>
                </c:pt>
                <c:pt idx="2644">
                  <c:v>7.56787274</c:v>
                </c:pt>
                <c:pt idx="2645">
                  <c:v>7.57069356</c:v>
                </c:pt>
                <c:pt idx="2646">
                  <c:v>7.57348312</c:v>
                </c:pt>
                <c:pt idx="2647">
                  <c:v>7.57456729</c:v>
                </c:pt>
                <c:pt idx="2648">
                  <c:v>7.58064064</c:v>
                </c:pt>
                <c:pt idx="2649">
                  <c:v>7.58323876</c:v>
                </c:pt>
                <c:pt idx="2650">
                  <c:v>7.58680189</c:v>
                </c:pt>
                <c:pt idx="2651">
                  <c:v>7.59155273</c:v>
                </c:pt>
                <c:pt idx="2652">
                  <c:v>7.59585819</c:v>
                </c:pt>
                <c:pt idx="2653">
                  <c:v>7.59964792</c:v>
                </c:pt>
                <c:pt idx="2654">
                  <c:v>7.60187097</c:v>
                </c:pt>
                <c:pt idx="2655">
                  <c:v>7.60862608</c:v>
                </c:pt>
                <c:pt idx="2656">
                  <c:v>7.61164615</c:v>
                </c:pt>
                <c:pt idx="2657">
                  <c:v>7.61434194</c:v>
                </c:pt>
                <c:pt idx="2658">
                  <c:v>7.6163462</c:v>
                </c:pt>
                <c:pt idx="2659">
                  <c:v>7.61909279</c:v>
                </c:pt>
                <c:pt idx="2660">
                  <c:v>7.62161667</c:v>
                </c:pt>
                <c:pt idx="2661">
                  <c:v>7.62414056</c:v>
                </c:pt>
                <c:pt idx="2662">
                  <c:v>7.62711374</c:v>
                </c:pt>
                <c:pt idx="2663">
                  <c:v>7.62863159</c:v>
                </c:pt>
                <c:pt idx="2664">
                  <c:v>7.63186068</c:v>
                </c:pt>
                <c:pt idx="2665">
                  <c:v>7.63441387</c:v>
                </c:pt>
                <c:pt idx="2666">
                  <c:v>7.63713115</c:v>
                </c:pt>
                <c:pt idx="2667">
                  <c:v>7.63838919</c:v>
                </c:pt>
                <c:pt idx="2668">
                  <c:v>7.64221995</c:v>
                </c:pt>
                <c:pt idx="2669">
                  <c:v>7.64448011</c:v>
                </c:pt>
                <c:pt idx="2670">
                  <c:v>7.64596475</c:v>
                </c:pt>
                <c:pt idx="2671">
                  <c:v>7.64850817</c:v>
                </c:pt>
                <c:pt idx="2672">
                  <c:v>7.65349539</c:v>
                </c:pt>
                <c:pt idx="2673">
                  <c:v>7.65631425</c:v>
                </c:pt>
                <c:pt idx="2674">
                  <c:v>7.66103384</c:v>
                </c:pt>
                <c:pt idx="2675">
                  <c:v>7.66325298</c:v>
                </c:pt>
                <c:pt idx="2676">
                  <c:v>7.66838475</c:v>
                </c:pt>
                <c:pt idx="2677">
                  <c:v>7.67351652</c:v>
                </c:pt>
                <c:pt idx="2678">
                  <c:v>7.67597399</c:v>
                </c:pt>
                <c:pt idx="2679">
                  <c:v>7.67835918</c:v>
                </c:pt>
                <c:pt idx="2680">
                  <c:v>7.68077953</c:v>
                </c:pt>
                <c:pt idx="2681">
                  <c:v>7.68341868</c:v>
                </c:pt>
                <c:pt idx="2682">
                  <c:v>7.68580387</c:v>
                </c:pt>
                <c:pt idx="2683">
                  <c:v>7.68909351</c:v>
                </c:pt>
                <c:pt idx="2684">
                  <c:v>7.69259804</c:v>
                </c:pt>
                <c:pt idx="2685">
                  <c:v>7.69512779</c:v>
                </c:pt>
                <c:pt idx="2686">
                  <c:v>7.69718479</c:v>
                </c:pt>
                <c:pt idx="2687">
                  <c:v>7.69904059</c:v>
                </c:pt>
                <c:pt idx="2688">
                  <c:v>7.705825</c:v>
                </c:pt>
                <c:pt idx="2689">
                  <c:v>7.70828247</c:v>
                </c:pt>
                <c:pt idx="2690">
                  <c:v>7.71247658</c:v>
                </c:pt>
                <c:pt idx="2691">
                  <c:v>7.71492623</c:v>
                </c:pt>
                <c:pt idx="2692">
                  <c:v>7.71707896</c:v>
                </c:pt>
                <c:pt idx="2693">
                  <c:v>7.71818462</c:v>
                </c:pt>
                <c:pt idx="2694">
                  <c:v>7.72220096</c:v>
                </c:pt>
                <c:pt idx="2695">
                  <c:v>7.72411146</c:v>
                </c:pt>
                <c:pt idx="2696">
                  <c:v>7.72524447</c:v>
                </c:pt>
                <c:pt idx="2697">
                  <c:v>7.73073763</c:v>
                </c:pt>
                <c:pt idx="2698">
                  <c:v>7.73385538</c:v>
                </c:pt>
                <c:pt idx="2699">
                  <c:v>7.7399424</c:v>
                </c:pt>
                <c:pt idx="2700">
                  <c:v>7.74224359</c:v>
                </c:pt>
                <c:pt idx="2701">
                  <c:v>7.74362664</c:v>
                </c:pt>
                <c:pt idx="2702">
                  <c:v>7.74695145</c:v>
                </c:pt>
                <c:pt idx="2703">
                  <c:v>7.74933664</c:v>
                </c:pt>
                <c:pt idx="2704">
                  <c:v>7.75078026</c:v>
                </c:pt>
                <c:pt idx="2705">
                  <c:v>7.75612496</c:v>
                </c:pt>
                <c:pt idx="2706">
                  <c:v>7.75887154</c:v>
                </c:pt>
                <c:pt idx="2707">
                  <c:v>7.7613212</c:v>
                </c:pt>
                <c:pt idx="2708">
                  <c:v>7.76384508</c:v>
                </c:pt>
                <c:pt idx="2709">
                  <c:v>7.7666659</c:v>
                </c:pt>
                <c:pt idx="2710">
                  <c:v>7.76892411</c:v>
                </c:pt>
                <c:pt idx="2711">
                  <c:v>7.77126828</c:v>
                </c:pt>
                <c:pt idx="2712">
                  <c:v>7.77383905</c:v>
                </c:pt>
                <c:pt idx="2713">
                  <c:v>7.77644107</c:v>
                </c:pt>
                <c:pt idx="2714">
                  <c:v>7.77987918</c:v>
                </c:pt>
                <c:pt idx="2715">
                  <c:v>7.78143805</c:v>
                </c:pt>
                <c:pt idx="2716">
                  <c:v>7.7843331</c:v>
                </c:pt>
                <c:pt idx="2717">
                  <c:v>7.78700545</c:v>
                </c:pt>
                <c:pt idx="2718">
                  <c:v>7.7899005</c:v>
                </c:pt>
                <c:pt idx="2719">
                  <c:v>7.79234234</c:v>
                </c:pt>
                <c:pt idx="2720">
                  <c:v>7.79552259</c:v>
                </c:pt>
                <c:pt idx="2721">
                  <c:v>7.79821447</c:v>
                </c:pt>
                <c:pt idx="2722">
                  <c:v>7.80065436</c:v>
                </c:pt>
                <c:pt idx="2723">
                  <c:v>7.80303955</c:v>
                </c:pt>
                <c:pt idx="2724">
                  <c:v>7.8057119</c:v>
                </c:pt>
                <c:pt idx="2725">
                  <c:v>7.80868118</c:v>
                </c:pt>
                <c:pt idx="2726">
                  <c:v>7.81083391</c:v>
                </c:pt>
                <c:pt idx="2727">
                  <c:v>7.8145455</c:v>
                </c:pt>
                <c:pt idx="2728">
                  <c:v>7.81720613</c:v>
                </c:pt>
                <c:pt idx="2729">
                  <c:v>7.81959327</c:v>
                </c:pt>
                <c:pt idx="2730">
                  <c:v>7.82508644</c:v>
                </c:pt>
                <c:pt idx="2731">
                  <c:v>7.82746968</c:v>
                </c:pt>
                <c:pt idx="2732">
                  <c:v>7.8300717</c:v>
                </c:pt>
                <c:pt idx="2733">
                  <c:v>7.83187866</c:v>
                </c:pt>
                <c:pt idx="2734">
                  <c:v>7.83448069</c:v>
                </c:pt>
                <c:pt idx="2735">
                  <c:v>7.83785433</c:v>
                </c:pt>
                <c:pt idx="2736">
                  <c:v>7.84098575</c:v>
                </c:pt>
                <c:pt idx="2737">
                  <c:v>7.84098575</c:v>
                </c:pt>
                <c:pt idx="2738">
                  <c:v>7.84772718</c:v>
                </c:pt>
                <c:pt idx="2739">
                  <c:v>7.8503253</c:v>
                </c:pt>
                <c:pt idx="2740">
                  <c:v>7.85143878</c:v>
                </c:pt>
                <c:pt idx="2741">
                  <c:v>7.855586</c:v>
                </c:pt>
                <c:pt idx="2742">
                  <c:v>7.85893621</c:v>
                </c:pt>
                <c:pt idx="2743">
                  <c:v>7.861296</c:v>
                </c:pt>
                <c:pt idx="2744">
                  <c:v>7.86411486</c:v>
                </c:pt>
                <c:pt idx="2745">
                  <c:v>7.86570499</c:v>
                </c:pt>
                <c:pt idx="2746">
                  <c:v>7.86830701</c:v>
                </c:pt>
                <c:pt idx="2747">
                  <c:v>7.87112587</c:v>
                </c:pt>
                <c:pt idx="2748">
                  <c:v>7.87400529</c:v>
                </c:pt>
                <c:pt idx="2749">
                  <c:v>7.87632992</c:v>
                </c:pt>
                <c:pt idx="2750">
                  <c:v>7.87734182</c:v>
                </c:pt>
                <c:pt idx="2751">
                  <c:v>7.88150272</c:v>
                </c:pt>
                <c:pt idx="2752">
                  <c:v>7.88384689</c:v>
                </c:pt>
                <c:pt idx="2753">
                  <c:v>7.88493106</c:v>
                </c:pt>
                <c:pt idx="2754">
                  <c:v>7.88934005</c:v>
                </c:pt>
                <c:pt idx="2755">
                  <c:v>7.89194207</c:v>
                </c:pt>
                <c:pt idx="2756">
                  <c:v>7.89736296</c:v>
                </c:pt>
                <c:pt idx="2757">
                  <c:v>7.90020917</c:v>
                </c:pt>
                <c:pt idx="2758">
                  <c:v>7.90310422</c:v>
                </c:pt>
                <c:pt idx="2759">
                  <c:v>7.90538587</c:v>
                </c:pt>
                <c:pt idx="2760">
                  <c:v>7.90777106</c:v>
                </c:pt>
                <c:pt idx="2761">
                  <c:v>7.91037309</c:v>
                </c:pt>
                <c:pt idx="2762">
                  <c:v>7.91138498</c:v>
                </c:pt>
                <c:pt idx="2763">
                  <c:v>7.91757944</c:v>
                </c:pt>
                <c:pt idx="2764">
                  <c:v>7.92017756</c:v>
                </c:pt>
                <c:pt idx="2765">
                  <c:v>7.92280498</c:v>
                </c:pt>
                <c:pt idx="2766">
                  <c:v>7.92641891</c:v>
                </c:pt>
                <c:pt idx="2767">
                  <c:v>7.92800903</c:v>
                </c:pt>
                <c:pt idx="2768">
                  <c:v>7.93061106</c:v>
                </c:pt>
                <c:pt idx="2769">
                  <c:v>7.93342992</c:v>
                </c:pt>
                <c:pt idx="2770">
                  <c:v>7.9362859</c:v>
                </c:pt>
                <c:pt idx="2771">
                  <c:v>7.93863397</c:v>
                </c:pt>
                <c:pt idx="2772">
                  <c:v>7.94170483</c:v>
                </c:pt>
                <c:pt idx="2773">
                  <c:v>7.94405485</c:v>
                </c:pt>
                <c:pt idx="2774">
                  <c:v>7.94665688</c:v>
                </c:pt>
                <c:pt idx="2775">
                  <c:v>7.94920225</c:v>
                </c:pt>
                <c:pt idx="2776">
                  <c:v>7.95055992</c:v>
                </c:pt>
                <c:pt idx="2777">
                  <c:v>7.95729354</c:v>
                </c:pt>
                <c:pt idx="2778">
                  <c:v>7.95937203</c:v>
                </c:pt>
                <c:pt idx="2779">
                  <c:v>7.9616908</c:v>
                </c:pt>
                <c:pt idx="2780">
                  <c:v>7.96450966</c:v>
                </c:pt>
                <c:pt idx="2781">
                  <c:v>7.96711169</c:v>
                </c:pt>
                <c:pt idx="2782">
                  <c:v>7.97050682</c:v>
                </c:pt>
                <c:pt idx="2783">
                  <c:v>7.97332764</c:v>
                </c:pt>
                <c:pt idx="2784">
                  <c:v>7.97462865</c:v>
                </c:pt>
                <c:pt idx="2785">
                  <c:v>7.97723067</c:v>
                </c:pt>
                <c:pt idx="2786">
                  <c:v>7.98008274</c:v>
                </c:pt>
                <c:pt idx="2787">
                  <c:v>7.98265156</c:v>
                </c:pt>
                <c:pt idx="2788">
                  <c:v>7.98525359</c:v>
                </c:pt>
                <c:pt idx="2789">
                  <c:v>7.98785561</c:v>
                </c:pt>
                <c:pt idx="2790">
                  <c:v>7.99067447</c:v>
                </c:pt>
                <c:pt idx="2791">
                  <c:v>7.9929991</c:v>
                </c:pt>
                <c:pt idx="2792">
                  <c:v>7.99403835</c:v>
                </c:pt>
                <c:pt idx="2793">
                  <c:v>7.99920333</c:v>
                </c:pt>
                <c:pt idx="2794">
                  <c:v>8.00129941</c:v>
                </c:pt>
                <c:pt idx="2795">
                  <c:v>8.00383697</c:v>
                </c:pt>
                <c:pt idx="2796">
                  <c:v>8.00643508</c:v>
                </c:pt>
                <c:pt idx="2797">
                  <c:v>8.0090332</c:v>
                </c:pt>
                <c:pt idx="2798">
                  <c:v>8.01416497</c:v>
                </c:pt>
                <c:pt idx="2799">
                  <c:v>8.01705025</c:v>
                </c:pt>
                <c:pt idx="2800">
                  <c:v>8.01883182</c:v>
                </c:pt>
                <c:pt idx="2801">
                  <c:v>8.02117599</c:v>
                </c:pt>
                <c:pt idx="2802">
                  <c:v>8.02402806</c:v>
                </c:pt>
                <c:pt idx="2803">
                  <c:v>8.02684887</c:v>
                </c:pt>
                <c:pt idx="2804">
                  <c:v>8.02944699</c:v>
                </c:pt>
                <c:pt idx="2805">
                  <c:v>8.03180092</c:v>
                </c:pt>
                <c:pt idx="2806">
                  <c:v>8.0343463</c:v>
                </c:pt>
                <c:pt idx="2807">
                  <c:v>8.03694442</c:v>
                </c:pt>
                <c:pt idx="2808">
                  <c:v>8.04032978</c:v>
                </c:pt>
                <c:pt idx="2809">
                  <c:v>8.04184372</c:v>
                </c:pt>
                <c:pt idx="2810">
                  <c:v>8.04466649</c:v>
                </c:pt>
                <c:pt idx="2811">
                  <c:v>8.04800498</c:v>
                </c:pt>
                <c:pt idx="2812">
                  <c:v>8.05059333</c:v>
                </c:pt>
                <c:pt idx="2813">
                  <c:v>8.05186504</c:v>
                </c:pt>
                <c:pt idx="2814">
                  <c:v>8.05542817</c:v>
                </c:pt>
                <c:pt idx="2815">
                  <c:v>8.05702611</c:v>
                </c:pt>
                <c:pt idx="2816">
                  <c:v>8.06266383</c:v>
                </c:pt>
                <c:pt idx="2817">
                  <c:v>8.0661918</c:v>
                </c:pt>
                <c:pt idx="2818">
                  <c:v>8.0661918</c:v>
                </c:pt>
                <c:pt idx="2819">
                  <c:v>8.07112041</c:v>
                </c:pt>
                <c:pt idx="2820">
                  <c:v>8.07336105</c:v>
                </c:pt>
                <c:pt idx="2821">
                  <c:v>8.07487889</c:v>
                </c:pt>
                <c:pt idx="2822">
                  <c:v>8.07849282</c:v>
                </c:pt>
                <c:pt idx="2823">
                  <c:v>8.08131168</c:v>
                </c:pt>
                <c:pt idx="2824">
                  <c:v>8.08131168</c:v>
                </c:pt>
                <c:pt idx="2825">
                  <c:v>8.08637117</c:v>
                </c:pt>
                <c:pt idx="2826">
                  <c:v>8.08898101</c:v>
                </c:pt>
                <c:pt idx="2827">
                  <c:v>8.09121383</c:v>
                </c:pt>
                <c:pt idx="2828">
                  <c:v>8.09381585</c:v>
                </c:pt>
                <c:pt idx="2829">
                  <c:v>8.0968496</c:v>
                </c:pt>
                <c:pt idx="2830">
                  <c:v>8.0968496</c:v>
                </c:pt>
                <c:pt idx="2831">
                  <c:v>8.09916446</c:v>
                </c:pt>
                <c:pt idx="2832">
                  <c:v>8.10451307</c:v>
                </c:pt>
                <c:pt idx="2833">
                  <c:v>8.10575743</c:v>
                </c:pt>
                <c:pt idx="2834">
                  <c:v>8.10828132</c:v>
                </c:pt>
                <c:pt idx="2835">
                  <c:v>8.11188547</c:v>
                </c:pt>
                <c:pt idx="2836">
                  <c:v>8.11414564</c:v>
                </c:pt>
                <c:pt idx="2837">
                  <c:v>8.11674376</c:v>
                </c:pt>
                <c:pt idx="2838">
                  <c:v>8.11904495</c:v>
                </c:pt>
                <c:pt idx="2839">
                  <c:v>8.12156883</c:v>
                </c:pt>
                <c:pt idx="2840">
                  <c:v>8.12438965</c:v>
                </c:pt>
                <c:pt idx="2841">
                  <c:v>8.12743316</c:v>
                </c:pt>
                <c:pt idx="2842">
                  <c:v>8.12951165</c:v>
                </c:pt>
                <c:pt idx="2843">
                  <c:v>8.13176205</c:v>
                </c:pt>
                <c:pt idx="2844">
                  <c:v>8.13433673</c:v>
                </c:pt>
                <c:pt idx="2845">
                  <c:v>8.13686062</c:v>
                </c:pt>
                <c:pt idx="2846">
                  <c:v>8.13913446</c:v>
                </c:pt>
                <c:pt idx="2847">
                  <c:v>8.14188104</c:v>
                </c:pt>
                <c:pt idx="2848">
                  <c:v>8.14441079</c:v>
                </c:pt>
                <c:pt idx="2849">
                  <c:v>8.14694053</c:v>
                </c:pt>
                <c:pt idx="2850">
                  <c:v>8.14918117</c:v>
                </c:pt>
                <c:pt idx="2851">
                  <c:v>8.15148431</c:v>
                </c:pt>
                <c:pt idx="2852">
                  <c:v>8.15474661</c:v>
                </c:pt>
                <c:pt idx="2853">
                  <c:v>8.15597534</c:v>
                </c:pt>
                <c:pt idx="2854">
                  <c:v>8.16120869</c:v>
                </c:pt>
                <c:pt idx="2855">
                  <c:v>8.16421509</c:v>
                </c:pt>
                <c:pt idx="2856">
                  <c:v>8.16667256</c:v>
                </c:pt>
                <c:pt idx="2857">
                  <c:v>8.16934686</c:v>
                </c:pt>
                <c:pt idx="2858">
                  <c:v>8.17204656</c:v>
                </c:pt>
                <c:pt idx="2859">
                  <c:v>8.17449621</c:v>
                </c:pt>
                <c:pt idx="2860">
                  <c:v>8.1769361</c:v>
                </c:pt>
                <c:pt idx="2861">
                  <c:v>8.17939357</c:v>
                </c:pt>
                <c:pt idx="2862">
                  <c:v>8.18134509</c:v>
                </c:pt>
                <c:pt idx="2863">
                  <c:v>8.1842206</c:v>
                </c:pt>
                <c:pt idx="2864">
                  <c:v>8.1842206</c:v>
                </c:pt>
                <c:pt idx="2865">
                  <c:v>8.18904567</c:v>
                </c:pt>
                <c:pt idx="2866">
                  <c:v>8.19357382</c:v>
                </c:pt>
                <c:pt idx="2867">
                  <c:v>8.19594925</c:v>
                </c:pt>
                <c:pt idx="2868">
                  <c:v>8.19810197</c:v>
                </c:pt>
                <c:pt idx="2869">
                  <c:v>8.20114939</c:v>
                </c:pt>
                <c:pt idx="2870">
                  <c:v>8.20329821</c:v>
                </c:pt>
                <c:pt idx="2871">
                  <c:v>8.20493131</c:v>
                </c:pt>
                <c:pt idx="2872">
                  <c:v>8.2072325</c:v>
                </c:pt>
                <c:pt idx="2873">
                  <c:v>8.20931686</c:v>
                </c:pt>
                <c:pt idx="2874">
                  <c:v>8.21213181</c:v>
                </c:pt>
                <c:pt idx="2875">
                  <c:v>8.214433</c:v>
                </c:pt>
                <c:pt idx="2876">
                  <c:v>8.21747651</c:v>
                </c:pt>
                <c:pt idx="2877">
                  <c:v>8.21933231</c:v>
                </c:pt>
                <c:pt idx="2878">
                  <c:v>8.2216335</c:v>
                </c:pt>
                <c:pt idx="2879">
                  <c:v>8.22297749</c:v>
                </c:pt>
                <c:pt idx="2880">
                  <c:v>8.22764629</c:v>
                </c:pt>
                <c:pt idx="2881">
                  <c:v>8.23461432</c:v>
                </c:pt>
                <c:pt idx="2882">
                  <c:v>8.23989456</c:v>
                </c:pt>
                <c:pt idx="2883">
                  <c:v>8.24111938</c:v>
                </c:pt>
                <c:pt idx="2884">
                  <c:v>8.24664966</c:v>
                </c:pt>
                <c:pt idx="2885">
                  <c:v>8.25013857</c:v>
                </c:pt>
                <c:pt idx="2886">
                  <c:v>8.25013857</c:v>
                </c:pt>
                <c:pt idx="2887">
                  <c:v>8.25637405</c:v>
                </c:pt>
                <c:pt idx="2888">
                  <c:v>8.25846622</c:v>
                </c:pt>
                <c:pt idx="2889">
                  <c:v>8.26330888</c:v>
                </c:pt>
                <c:pt idx="2890">
                  <c:v>8.26562179</c:v>
                </c:pt>
                <c:pt idx="2891">
                  <c:v>8.27307624</c:v>
                </c:pt>
                <c:pt idx="2892">
                  <c:v>8.27396702</c:v>
                </c:pt>
                <c:pt idx="2893">
                  <c:v>8.27745592</c:v>
                </c:pt>
                <c:pt idx="2894">
                  <c:v>8.28253495</c:v>
                </c:pt>
                <c:pt idx="2895">
                  <c:v>8.28347457</c:v>
                </c:pt>
                <c:pt idx="2896">
                  <c:v>8.28695761</c:v>
                </c:pt>
                <c:pt idx="2897">
                  <c:v>8.28925685</c:v>
                </c:pt>
                <c:pt idx="2898">
                  <c:v>8.2913373</c:v>
                </c:pt>
                <c:pt idx="2899">
                  <c:v>8.2913373</c:v>
                </c:pt>
                <c:pt idx="2900">
                  <c:v>8.29597875</c:v>
                </c:pt>
                <c:pt idx="2901">
                  <c:v>8.2985378</c:v>
                </c:pt>
                <c:pt idx="2902">
                  <c:v>8.29973723</c:v>
                </c:pt>
                <c:pt idx="2903">
                  <c:v>8.30320659</c:v>
                </c:pt>
                <c:pt idx="2904">
                  <c:v>8.30551951</c:v>
                </c:pt>
                <c:pt idx="2905">
                  <c:v>8.30670331</c:v>
                </c:pt>
                <c:pt idx="2906">
                  <c:v>8.30992849</c:v>
                </c:pt>
                <c:pt idx="2907">
                  <c:v>8.31197378</c:v>
                </c:pt>
                <c:pt idx="2908">
                  <c:v>8.3143492</c:v>
                </c:pt>
                <c:pt idx="2909">
                  <c:v>8.31687309</c:v>
                </c:pt>
                <c:pt idx="2910">
                  <c:v>8.32013929</c:v>
                </c:pt>
                <c:pt idx="2911">
                  <c:v>8.32423963</c:v>
                </c:pt>
                <c:pt idx="2912">
                  <c:v>8.32540976</c:v>
                </c:pt>
                <c:pt idx="2913">
                  <c:v>8.33119985</c:v>
                </c:pt>
                <c:pt idx="2914">
                  <c:v>8.33216487</c:v>
                </c:pt>
                <c:pt idx="2915">
                  <c:v>8.33350104</c:v>
                </c:pt>
                <c:pt idx="2916">
                  <c:v>8.34300273</c:v>
                </c:pt>
                <c:pt idx="2917">
                  <c:v>8.34879282</c:v>
                </c:pt>
                <c:pt idx="2918">
                  <c:v>8.35131671</c:v>
                </c:pt>
                <c:pt idx="2919">
                  <c:v>8.35437975</c:v>
                </c:pt>
                <c:pt idx="2920">
                  <c:v>8.35643871</c:v>
                </c:pt>
                <c:pt idx="2921">
                  <c:v>8.35756001</c:v>
                </c:pt>
                <c:pt idx="2922">
                  <c:v>8.36334229</c:v>
                </c:pt>
                <c:pt idx="2923">
                  <c:v>8.36543836</c:v>
                </c:pt>
                <c:pt idx="2924">
                  <c:v>8.36660849</c:v>
                </c:pt>
                <c:pt idx="2925">
                  <c:v>8.37187896</c:v>
                </c:pt>
                <c:pt idx="2926">
                  <c:v>8.37628013</c:v>
                </c:pt>
                <c:pt idx="2927">
                  <c:v>8.37744636</c:v>
                </c:pt>
                <c:pt idx="2928">
                  <c:v>8.38412723</c:v>
                </c:pt>
                <c:pt idx="2929">
                  <c:v>8.38642842</c:v>
                </c:pt>
                <c:pt idx="2930">
                  <c:v>8.38784469</c:v>
                </c:pt>
                <c:pt idx="2931">
                  <c:v>8.3901576</c:v>
                </c:pt>
                <c:pt idx="2932">
                  <c:v>8.4037987</c:v>
                </c:pt>
                <c:pt idx="2933">
                  <c:v>8.4072876</c:v>
                </c:pt>
                <c:pt idx="2934">
                  <c:v>8.40844405</c:v>
                </c:pt>
                <c:pt idx="2935">
                  <c:v>8.41169658</c:v>
                </c:pt>
                <c:pt idx="2936">
                  <c:v>8.4144881</c:v>
                </c:pt>
                <c:pt idx="2937">
                  <c:v>8.41559962</c:v>
                </c:pt>
                <c:pt idx="2938">
                  <c:v>8.42094823</c:v>
                </c:pt>
                <c:pt idx="2939">
                  <c:v>8.42326114</c:v>
                </c:pt>
                <c:pt idx="2940">
                  <c:v>8.42326114</c:v>
                </c:pt>
                <c:pt idx="2941">
                  <c:v>8.42673051</c:v>
                </c:pt>
                <c:pt idx="2942">
                  <c:v>8.43229595</c:v>
                </c:pt>
                <c:pt idx="2943">
                  <c:v>8.43460495</c:v>
                </c:pt>
                <c:pt idx="2944">
                  <c:v>8.43690614</c:v>
                </c:pt>
                <c:pt idx="2945">
                  <c:v>8.44039505</c:v>
                </c:pt>
                <c:pt idx="2946">
                  <c:v>8.44663053</c:v>
                </c:pt>
                <c:pt idx="2947">
                  <c:v>8.44776354</c:v>
                </c:pt>
                <c:pt idx="2948">
                  <c:v>8.45217253</c:v>
                </c:pt>
                <c:pt idx="2949">
                  <c:v>8.45535278</c:v>
                </c:pt>
                <c:pt idx="2950">
                  <c:v>8.46070139</c:v>
                </c:pt>
                <c:pt idx="2951">
                  <c:v>8.46070139</c:v>
                </c:pt>
                <c:pt idx="2952">
                  <c:v>8.46966392</c:v>
                </c:pt>
                <c:pt idx="2953">
                  <c:v>8.47082038</c:v>
                </c:pt>
                <c:pt idx="2954">
                  <c:v>8.47431905</c:v>
                </c:pt>
                <c:pt idx="2955">
                  <c:v>8.47431905</c:v>
                </c:pt>
                <c:pt idx="2956">
                  <c:v>8.48285572</c:v>
                </c:pt>
                <c:pt idx="2957">
                  <c:v>8.4876808</c:v>
                </c:pt>
                <c:pt idx="2958">
                  <c:v>8.48998199</c:v>
                </c:pt>
                <c:pt idx="2959">
                  <c:v>8.490947</c:v>
                </c:pt>
                <c:pt idx="2960">
                  <c:v>8.49666286</c:v>
                </c:pt>
                <c:pt idx="2961">
                  <c:v>8.50156217</c:v>
                </c:pt>
                <c:pt idx="2962">
                  <c:v>8.50245295</c:v>
                </c:pt>
                <c:pt idx="2963">
                  <c:v>8.51047</c:v>
                </c:pt>
                <c:pt idx="2964">
                  <c:v>8.51512708</c:v>
                </c:pt>
                <c:pt idx="2965">
                  <c:v>8.51967477</c:v>
                </c:pt>
                <c:pt idx="2966">
                  <c:v>8.52197596</c:v>
                </c:pt>
                <c:pt idx="2967">
                  <c:v>8.52360906</c:v>
                </c:pt>
                <c:pt idx="2968">
                  <c:v>8.52680103</c:v>
                </c:pt>
                <c:pt idx="2969">
                  <c:v>8.52902799</c:v>
                </c:pt>
                <c:pt idx="2970">
                  <c:v>8.53363037</c:v>
                </c:pt>
                <c:pt idx="2971">
                  <c:v>8.53570887</c:v>
                </c:pt>
                <c:pt idx="2972">
                  <c:v>8.53793582</c:v>
                </c:pt>
                <c:pt idx="2973">
                  <c:v>8.54231551</c:v>
                </c:pt>
                <c:pt idx="2974">
                  <c:v>8.54505037</c:v>
                </c:pt>
                <c:pt idx="2975">
                  <c:v>8.54706635</c:v>
                </c:pt>
                <c:pt idx="2976">
                  <c:v>8.55404416</c:v>
                </c:pt>
                <c:pt idx="2977">
                  <c:v>8.55813277</c:v>
                </c:pt>
                <c:pt idx="2978">
                  <c:v>8.5606508</c:v>
                </c:pt>
                <c:pt idx="2979">
                  <c:v>8.56488202</c:v>
                </c:pt>
                <c:pt idx="2980">
                  <c:v>8.56919138</c:v>
                </c:pt>
                <c:pt idx="2981">
                  <c:v>8.57371562</c:v>
                </c:pt>
                <c:pt idx="2982">
                  <c:v>8.5795272</c:v>
                </c:pt>
                <c:pt idx="2983">
                  <c:v>8.58039454</c:v>
                </c:pt>
                <c:pt idx="2984">
                  <c:v>8.58306885</c:v>
                </c:pt>
                <c:pt idx="2985">
                  <c:v>8.58509264</c:v>
                </c:pt>
                <c:pt idx="2986">
                  <c:v>8.58733328</c:v>
                </c:pt>
                <c:pt idx="2987">
                  <c:v>8.59044125</c:v>
                </c:pt>
                <c:pt idx="2988">
                  <c:v>8.59264477</c:v>
                </c:pt>
                <c:pt idx="2989">
                  <c:v>8.59398094</c:v>
                </c:pt>
                <c:pt idx="2990">
                  <c:v>8.59709869</c:v>
                </c:pt>
                <c:pt idx="2991">
                  <c:v>8.5993315</c:v>
                </c:pt>
                <c:pt idx="2992">
                  <c:v>8.60157214</c:v>
                </c:pt>
                <c:pt idx="2993">
                  <c:v>8.60287315</c:v>
                </c:pt>
                <c:pt idx="2994">
                  <c:v>8.60556113</c:v>
                </c:pt>
                <c:pt idx="2995">
                  <c:v>8.60949542</c:v>
                </c:pt>
                <c:pt idx="2996">
                  <c:v>8.61194507</c:v>
                </c:pt>
                <c:pt idx="2997">
                  <c:v>8.61393176</c:v>
                </c:pt>
                <c:pt idx="2998">
                  <c:v>8.6161763</c:v>
                </c:pt>
                <c:pt idx="2999">
                  <c:v>8.61862986</c:v>
                </c:pt>
                <c:pt idx="3000">
                  <c:v>8.62144676</c:v>
                </c:pt>
                <c:pt idx="3001">
                  <c:v>8.62347251</c:v>
                </c:pt>
                <c:pt idx="3002">
                  <c:v>8.62592998</c:v>
                </c:pt>
                <c:pt idx="3003">
                  <c:v>8.62809834</c:v>
                </c:pt>
                <c:pt idx="3004">
                  <c:v>8.63033897</c:v>
                </c:pt>
                <c:pt idx="3005">
                  <c:v>8.63229049</c:v>
                </c:pt>
                <c:pt idx="3006">
                  <c:v>8.63473428</c:v>
                </c:pt>
                <c:pt idx="3007">
                  <c:v>8.63696124</c:v>
                </c:pt>
                <c:pt idx="3008">
                  <c:v>8.63915694</c:v>
                </c:pt>
                <c:pt idx="3009">
                  <c:v>8.64139758</c:v>
                </c:pt>
                <c:pt idx="3010">
                  <c:v>8.6433491</c:v>
                </c:pt>
                <c:pt idx="3011">
                  <c:v>8.64515606</c:v>
                </c:pt>
                <c:pt idx="3012">
                  <c:v>8.64757641</c:v>
                </c:pt>
                <c:pt idx="3013">
                  <c:v>8.65002606</c:v>
                </c:pt>
                <c:pt idx="3014">
                  <c:v>8.65202251</c:v>
                </c:pt>
                <c:pt idx="3015">
                  <c:v>8.65418305</c:v>
                </c:pt>
                <c:pt idx="3016">
                  <c:v>8.65641001</c:v>
                </c:pt>
                <c:pt idx="3017">
                  <c:v>8.65856274</c:v>
                </c:pt>
                <c:pt idx="3018">
                  <c:v>8.66055137</c:v>
                </c:pt>
                <c:pt idx="3019">
                  <c:v>8.66250289</c:v>
                </c:pt>
                <c:pt idx="3020">
                  <c:v>8.66474352</c:v>
                </c:pt>
                <c:pt idx="3021">
                  <c:v>8.66691188</c:v>
                </c:pt>
                <c:pt idx="3022">
                  <c:v>8.66947483</c:v>
                </c:pt>
                <c:pt idx="3023">
                  <c:v>8.67146542</c:v>
                </c:pt>
                <c:pt idx="3024">
                  <c:v>8.6735615</c:v>
                </c:pt>
                <c:pt idx="3025">
                  <c:v>8.67594669</c:v>
                </c:pt>
                <c:pt idx="3026">
                  <c:v>8.67768137</c:v>
                </c:pt>
                <c:pt idx="3027">
                  <c:v>8.67999428</c:v>
                </c:pt>
                <c:pt idx="3028">
                  <c:v>8.68209036</c:v>
                </c:pt>
                <c:pt idx="3029">
                  <c:v>8.6840243</c:v>
                </c:pt>
                <c:pt idx="3030">
                  <c:v>8.68714204</c:v>
                </c:pt>
                <c:pt idx="3031">
                  <c:v>8.68840398</c:v>
                </c:pt>
                <c:pt idx="3032">
                  <c:v>8.69092787</c:v>
                </c:pt>
                <c:pt idx="3033">
                  <c:v>8.69300441</c:v>
                </c:pt>
                <c:pt idx="3034">
                  <c:v>8.69466681</c:v>
                </c:pt>
                <c:pt idx="3035">
                  <c:v>8.69924184</c:v>
                </c:pt>
                <c:pt idx="3036">
                  <c:v>8.70146099</c:v>
                </c:pt>
                <c:pt idx="3037">
                  <c:v>8.70290656</c:v>
                </c:pt>
                <c:pt idx="3038">
                  <c:v>8.70562579</c:v>
                </c:pt>
                <c:pt idx="3039">
                  <c:v>8.70763005</c:v>
                </c:pt>
                <c:pt idx="3040">
                  <c:v>8.70993124</c:v>
                </c:pt>
                <c:pt idx="3041">
                  <c:v>8.71179681</c:v>
                </c:pt>
                <c:pt idx="3042">
                  <c:v>8.71382061</c:v>
                </c:pt>
                <c:pt idx="3043">
                  <c:v>8.7158698</c:v>
                </c:pt>
                <c:pt idx="3044">
                  <c:v>8.71815732</c:v>
                </c:pt>
                <c:pt idx="3045">
                  <c:v>8.71995256</c:v>
                </c:pt>
                <c:pt idx="3046">
                  <c:v>8.72119301</c:v>
                </c:pt>
                <c:pt idx="3047">
                  <c:v>8.72328909</c:v>
                </c:pt>
                <c:pt idx="3048">
                  <c:v>8.72551995</c:v>
                </c:pt>
                <c:pt idx="3049">
                  <c:v>8.72798719</c:v>
                </c:pt>
                <c:pt idx="3050">
                  <c:v>8.73001099</c:v>
                </c:pt>
                <c:pt idx="3051">
                  <c:v>8.73203478</c:v>
                </c:pt>
                <c:pt idx="3052">
                  <c:v>8.73384175</c:v>
                </c:pt>
                <c:pt idx="3053">
                  <c:v>8.73752795</c:v>
                </c:pt>
                <c:pt idx="3054">
                  <c:v>8.74036634</c:v>
                </c:pt>
                <c:pt idx="3055">
                  <c:v>8.74237061</c:v>
                </c:pt>
                <c:pt idx="3056">
                  <c:v>8.74237061</c:v>
                </c:pt>
                <c:pt idx="3057">
                  <c:v>8.74667606</c:v>
                </c:pt>
                <c:pt idx="3058">
                  <c:v>8.748442</c:v>
                </c:pt>
                <c:pt idx="3059">
                  <c:v>8.7501044</c:v>
                </c:pt>
                <c:pt idx="3060">
                  <c:v>8.75254038</c:v>
                </c:pt>
                <c:pt idx="3061">
                  <c:v>8.75454464</c:v>
                </c:pt>
                <c:pt idx="3062">
                  <c:v>8.75639263</c:v>
                </c:pt>
                <c:pt idx="3063">
                  <c:v>8.75863326</c:v>
                </c:pt>
                <c:pt idx="3064">
                  <c:v>8.76040897</c:v>
                </c:pt>
                <c:pt idx="3065">
                  <c:v>8.76248746</c:v>
                </c:pt>
                <c:pt idx="3066">
                  <c:v>8.76448782</c:v>
                </c:pt>
                <c:pt idx="3067">
                  <c:v>8.76634752</c:v>
                </c:pt>
                <c:pt idx="3068">
                  <c:v>8.76835179</c:v>
                </c:pt>
                <c:pt idx="3069">
                  <c:v>8.77057875</c:v>
                </c:pt>
                <c:pt idx="3070">
                  <c:v>8.77258301</c:v>
                </c:pt>
                <c:pt idx="3071">
                  <c:v>8.77438997</c:v>
                </c:pt>
                <c:pt idx="3072">
                  <c:v>8.7766306</c:v>
                </c:pt>
                <c:pt idx="3073">
                  <c:v>8.77829301</c:v>
                </c:pt>
                <c:pt idx="3074">
                  <c:v>8.78089699</c:v>
                </c:pt>
                <c:pt idx="3075">
                  <c:v>8.78312394</c:v>
                </c:pt>
                <c:pt idx="3076">
                  <c:v>8.78512821</c:v>
                </c:pt>
                <c:pt idx="3077">
                  <c:v>8.78617136</c:v>
                </c:pt>
                <c:pt idx="3078">
                  <c:v>8.78861711</c:v>
                </c:pt>
                <c:pt idx="3079">
                  <c:v>8.79043579</c:v>
                </c:pt>
                <c:pt idx="3080">
                  <c:v>8.79307103</c:v>
                </c:pt>
                <c:pt idx="3081">
                  <c:v>8.79448143</c:v>
                </c:pt>
                <c:pt idx="3082">
                  <c:v>8.79693109</c:v>
                </c:pt>
                <c:pt idx="3083">
                  <c:v>8.79893535</c:v>
                </c:pt>
                <c:pt idx="3084">
                  <c:v>8.80098845</c:v>
                </c:pt>
                <c:pt idx="3085">
                  <c:v>8.80301225</c:v>
                </c:pt>
                <c:pt idx="3086">
                  <c:v>8.80503604</c:v>
                </c:pt>
                <c:pt idx="3087">
                  <c:v>8.80702663</c:v>
                </c:pt>
                <c:pt idx="3088">
                  <c:v>8.8088668</c:v>
                </c:pt>
                <c:pt idx="3089">
                  <c:v>8.81073823</c:v>
                </c:pt>
                <c:pt idx="3090">
                  <c:v>8.8135649</c:v>
                </c:pt>
                <c:pt idx="3091">
                  <c:v>8.81459829</c:v>
                </c:pt>
                <c:pt idx="3092">
                  <c:v>8.81681743</c:v>
                </c:pt>
                <c:pt idx="3093">
                  <c:v>8.81905807</c:v>
                </c:pt>
                <c:pt idx="3094">
                  <c:v>8.82108186</c:v>
                </c:pt>
                <c:pt idx="3095">
                  <c:v>8.82310566</c:v>
                </c:pt>
                <c:pt idx="3096">
                  <c:v>8.82536192</c:v>
                </c:pt>
                <c:pt idx="3097">
                  <c:v>8.82737009</c:v>
                </c:pt>
                <c:pt idx="3098">
                  <c:v>8.82939389</c:v>
                </c:pt>
                <c:pt idx="3099">
                  <c:v>8.83141769</c:v>
                </c:pt>
                <c:pt idx="3100">
                  <c:v>8.83365832</c:v>
                </c:pt>
                <c:pt idx="3101">
                  <c:v>8.83568212</c:v>
                </c:pt>
                <c:pt idx="3102">
                  <c:v>8.83770591</c:v>
                </c:pt>
                <c:pt idx="3103">
                  <c:v>8.83954022</c:v>
                </c:pt>
                <c:pt idx="3104">
                  <c:v>8.84160895</c:v>
                </c:pt>
                <c:pt idx="3105">
                  <c:v>8.84340029</c:v>
                </c:pt>
                <c:pt idx="3106">
                  <c:v>8.8458011</c:v>
                </c:pt>
                <c:pt idx="3107">
                  <c:v>8.8480769</c:v>
                </c:pt>
                <c:pt idx="3108">
                  <c:v>8.84963577</c:v>
                </c:pt>
                <c:pt idx="3109">
                  <c:v>8.85171426</c:v>
                </c:pt>
                <c:pt idx="3110">
                  <c:v>8.85349583</c:v>
                </c:pt>
                <c:pt idx="3111">
                  <c:v>8.85534186</c:v>
                </c:pt>
                <c:pt idx="3112">
                  <c:v>8.85809821</c:v>
                </c:pt>
                <c:pt idx="3113">
                  <c:v>8.85917262</c:v>
                </c:pt>
                <c:pt idx="3114">
                  <c:v>8.86112414</c:v>
                </c:pt>
                <c:pt idx="3115">
                  <c:v>8.86336477</c:v>
                </c:pt>
                <c:pt idx="3116">
                  <c:v>8.86515025</c:v>
                </c:pt>
                <c:pt idx="3117">
                  <c:v>8.86722874</c:v>
                </c:pt>
                <c:pt idx="3118">
                  <c:v>8.86943616</c:v>
                </c:pt>
                <c:pt idx="3119">
                  <c:v>8.87138573</c:v>
                </c:pt>
                <c:pt idx="3120">
                  <c:v>8.87362832</c:v>
                </c:pt>
                <c:pt idx="3121">
                  <c:v>8.87546849</c:v>
                </c:pt>
                <c:pt idx="3122">
                  <c:v>8.87782047</c:v>
                </c:pt>
                <c:pt idx="3123">
                  <c:v>8.87941059</c:v>
                </c:pt>
                <c:pt idx="3124">
                  <c:v>8.88148127</c:v>
                </c:pt>
                <c:pt idx="3125">
                  <c:v>8.8834113</c:v>
                </c:pt>
                <c:pt idx="3126">
                  <c:v>8.88541557</c:v>
                </c:pt>
                <c:pt idx="3127">
                  <c:v>8.88786717</c:v>
                </c:pt>
                <c:pt idx="3128">
                  <c:v>8.88981869</c:v>
                </c:pt>
                <c:pt idx="3129">
                  <c:v>8.89157682</c:v>
                </c:pt>
                <c:pt idx="3130">
                  <c:v>8.89335839</c:v>
                </c:pt>
                <c:pt idx="3131">
                  <c:v>8.89596236</c:v>
                </c:pt>
                <c:pt idx="3132">
                  <c:v>8.89791388</c:v>
                </c:pt>
                <c:pt idx="3133">
                  <c:v>8.89892578</c:v>
                </c:pt>
                <c:pt idx="3134">
                  <c:v>8.90107851</c:v>
                </c:pt>
                <c:pt idx="3135">
                  <c:v>8.90323123</c:v>
                </c:pt>
                <c:pt idx="3136">
                  <c:v>8.90543084</c:v>
                </c:pt>
                <c:pt idx="3137">
                  <c:v>8.90702097</c:v>
                </c:pt>
                <c:pt idx="3138">
                  <c:v>8.90902133</c:v>
                </c:pt>
                <c:pt idx="3139">
                  <c:v>8.91102559</c:v>
                </c:pt>
                <c:pt idx="3140">
                  <c:v>8.91316464</c:v>
                </c:pt>
                <c:pt idx="3141">
                  <c:v>8.91510835</c:v>
                </c:pt>
                <c:pt idx="3142">
                  <c:v>8.91711261</c:v>
                </c:pt>
                <c:pt idx="3143">
                  <c:v>8.91904264</c:v>
                </c:pt>
                <c:pt idx="3144">
                  <c:v>8.92097072</c:v>
                </c:pt>
                <c:pt idx="3145">
                  <c:v>8.92292223</c:v>
                </c:pt>
                <c:pt idx="3146">
                  <c:v>8.92480148</c:v>
                </c:pt>
                <c:pt idx="3147">
                  <c:v>8.92689755</c:v>
                </c:pt>
                <c:pt idx="3148">
                  <c:v>8.92854433</c:v>
                </c:pt>
                <c:pt idx="3149">
                  <c:v>8.93040013</c:v>
                </c:pt>
                <c:pt idx="3150">
                  <c:v>8.93240439</c:v>
                </c:pt>
                <c:pt idx="3151">
                  <c:v>8.93418596</c:v>
                </c:pt>
                <c:pt idx="3152">
                  <c:v>8.93596752</c:v>
                </c:pt>
                <c:pt idx="3153">
                  <c:v>8.93789755</c:v>
                </c:pt>
                <c:pt idx="3154">
                  <c:v>8.93940173</c:v>
                </c:pt>
                <c:pt idx="3155">
                  <c:v>8.94094106</c:v>
                </c:pt>
                <c:pt idx="3156">
                  <c:v>8.94243742</c:v>
                </c:pt>
                <c:pt idx="3157">
                  <c:v>8.94424438</c:v>
                </c:pt>
                <c:pt idx="3158">
                  <c:v>8.94561768</c:v>
                </c:pt>
                <c:pt idx="3159">
                  <c:v>8.94717655</c:v>
                </c:pt>
                <c:pt idx="3160">
                  <c:v>8.94947774</c:v>
                </c:pt>
                <c:pt idx="3161">
                  <c:v>8.95066545</c:v>
                </c:pt>
                <c:pt idx="3162">
                  <c:v>8.9522673</c:v>
                </c:pt>
                <c:pt idx="3163">
                  <c:v>8.95370896</c:v>
                </c:pt>
                <c:pt idx="3164">
                  <c:v>8.95486932</c:v>
                </c:pt>
                <c:pt idx="3165">
                  <c:v>8.95608438</c:v>
                </c:pt>
                <c:pt idx="3166">
                  <c:v>8.95739907</c:v>
                </c:pt>
                <c:pt idx="3167">
                  <c:v>8.9584598</c:v>
                </c:pt>
                <c:pt idx="3168">
                  <c:v>8.95964751</c:v>
                </c:pt>
                <c:pt idx="3169">
                  <c:v>8.9613021</c:v>
                </c:pt>
                <c:pt idx="3170">
                  <c:v>8.96180024</c:v>
                </c:pt>
                <c:pt idx="3171">
                  <c:v>8.96318135</c:v>
                </c:pt>
                <c:pt idx="3172">
                  <c:v>8.96439836</c:v>
                </c:pt>
                <c:pt idx="3173">
                  <c:v>8.96484375</c:v>
                </c:pt>
                <c:pt idx="3174">
                  <c:v>8.96571109</c:v>
                </c:pt>
                <c:pt idx="3175">
                  <c:v>8.96665071</c:v>
                </c:pt>
                <c:pt idx="3176">
                  <c:v>8.96736764</c:v>
                </c:pt>
                <c:pt idx="3177">
                  <c:v>8.96816856</c:v>
                </c:pt>
                <c:pt idx="3178">
                  <c:v>8.96907497</c:v>
                </c:pt>
                <c:pt idx="3179">
                  <c:v>8.96974306</c:v>
                </c:pt>
                <c:pt idx="3180">
                  <c:v>8.97033691</c:v>
                </c:pt>
                <c:pt idx="3181">
                  <c:v>8.97098742</c:v>
                </c:pt>
                <c:pt idx="3182">
                  <c:v>8.97159886</c:v>
                </c:pt>
                <c:pt idx="3183">
                  <c:v>8.97211848</c:v>
                </c:pt>
                <c:pt idx="3184">
                  <c:v>8.97256387</c:v>
                </c:pt>
                <c:pt idx="3185">
                  <c:v>8.9728608</c:v>
                </c:pt>
                <c:pt idx="3186">
                  <c:v>8.97323196</c:v>
                </c:pt>
                <c:pt idx="3187">
                  <c:v>8.97344489</c:v>
                </c:pt>
                <c:pt idx="3188">
                  <c:v>8.973734</c:v>
                </c:pt>
                <c:pt idx="3189">
                  <c:v>8.97387856</c:v>
                </c:pt>
                <c:pt idx="3190">
                  <c:v>8.97390005</c:v>
                </c:pt>
                <c:pt idx="3191">
                  <c:v>8.97397428</c:v>
                </c:pt>
                <c:pt idx="3192">
                  <c:v>8.97390005</c:v>
                </c:pt>
                <c:pt idx="3193">
                  <c:v>8.97387856</c:v>
                </c:pt>
                <c:pt idx="3194">
                  <c:v>8.973734</c:v>
                </c:pt>
                <c:pt idx="3195">
                  <c:v>8.97345466</c:v>
                </c:pt>
                <c:pt idx="3196">
                  <c:v>8.97315577</c:v>
                </c:pt>
                <c:pt idx="3197">
                  <c:v>8.97293894</c:v>
                </c:pt>
                <c:pt idx="3198">
                  <c:v>8.97250527</c:v>
                </c:pt>
                <c:pt idx="3199">
                  <c:v>8.97199932</c:v>
                </c:pt>
                <c:pt idx="3200">
                  <c:v>8.97152463</c:v>
                </c:pt>
                <c:pt idx="3201">
                  <c:v>8.97098742</c:v>
                </c:pt>
                <c:pt idx="3202">
                  <c:v>8.97041115</c:v>
                </c:pt>
                <c:pt idx="3203">
                  <c:v>8.96961413</c:v>
                </c:pt>
                <c:pt idx="3204">
                  <c:v>8.96892651</c:v>
                </c:pt>
                <c:pt idx="3205">
                  <c:v>8.96810996</c:v>
                </c:pt>
                <c:pt idx="3206">
                  <c:v>8.96730122</c:v>
                </c:pt>
                <c:pt idx="3207">
                  <c:v>8.96610569</c:v>
                </c:pt>
                <c:pt idx="3208">
                  <c:v>8.96563881</c:v>
                </c:pt>
                <c:pt idx="3209">
                  <c:v>8.96419324</c:v>
                </c:pt>
                <c:pt idx="3210">
                  <c:v>8.96310907</c:v>
                </c:pt>
                <c:pt idx="3211">
                  <c:v>8.96209717</c:v>
                </c:pt>
                <c:pt idx="3212">
                  <c:v>8.96151894</c:v>
                </c:pt>
                <c:pt idx="3213">
                  <c:v>8.96038983</c:v>
                </c:pt>
                <c:pt idx="3214">
                  <c:v>8.95927635</c:v>
                </c:pt>
                <c:pt idx="3215">
                  <c:v>8.95786595</c:v>
                </c:pt>
                <c:pt idx="3216">
                  <c:v>8.95682084</c:v>
                </c:pt>
                <c:pt idx="3217">
                  <c:v>8.95573666</c:v>
                </c:pt>
                <c:pt idx="3218">
                  <c:v>8.95472476</c:v>
                </c:pt>
                <c:pt idx="3219">
                  <c:v>8.95356831</c:v>
                </c:pt>
                <c:pt idx="3220">
                  <c:v>8.95248413</c:v>
                </c:pt>
                <c:pt idx="3221">
                  <c:v>8.95118507</c:v>
                </c:pt>
                <c:pt idx="3222">
                  <c:v>8.94999736</c:v>
                </c:pt>
                <c:pt idx="3223">
                  <c:v>8.94880965</c:v>
                </c:pt>
                <c:pt idx="3224">
                  <c:v>8.94791887</c:v>
                </c:pt>
                <c:pt idx="3225">
                  <c:v>8.94665692</c:v>
                </c:pt>
                <c:pt idx="3226">
                  <c:v>8.94554344</c:v>
                </c:pt>
                <c:pt idx="3227">
                  <c:v>8.94435573</c:v>
                </c:pt>
                <c:pt idx="3228">
                  <c:v>8.94316802</c:v>
                </c:pt>
                <c:pt idx="3229">
                  <c:v>8.94220301</c:v>
                </c:pt>
                <c:pt idx="3230">
                  <c:v>8.94120869</c:v>
                </c:pt>
                <c:pt idx="3231">
                  <c:v>8.93960489</c:v>
                </c:pt>
                <c:pt idx="3232">
                  <c:v>8.93841718</c:v>
                </c:pt>
                <c:pt idx="3233">
                  <c:v>8.93737793</c:v>
                </c:pt>
                <c:pt idx="3234">
                  <c:v>8.93607692</c:v>
                </c:pt>
                <c:pt idx="3235">
                  <c:v>8.93492828</c:v>
                </c:pt>
                <c:pt idx="3236">
                  <c:v>8.93374056</c:v>
                </c:pt>
                <c:pt idx="3237">
                  <c:v>8.93246299</c:v>
                </c:pt>
                <c:pt idx="3238">
                  <c:v>8.93123426</c:v>
                </c:pt>
                <c:pt idx="3239">
                  <c:v>8.93015008</c:v>
                </c:pt>
                <c:pt idx="3240">
                  <c:v>8.92876702</c:v>
                </c:pt>
                <c:pt idx="3241">
                  <c:v>8.92757931</c:v>
                </c:pt>
                <c:pt idx="3242">
                  <c:v>8.92624314</c:v>
                </c:pt>
                <c:pt idx="3243">
                  <c:v>8.92520389</c:v>
                </c:pt>
                <c:pt idx="3244">
                  <c:v>8.92364502</c:v>
                </c:pt>
                <c:pt idx="3245">
                  <c:v>8.92205489</c:v>
                </c:pt>
                <c:pt idx="3246">
                  <c:v>8.92075388</c:v>
                </c:pt>
                <c:pt idx="3247">
                  <c:v>8.91981426</c:v>
                </c:pt>
                <c:pt idx="3248">
                  <c:v>8.91793502</c:v>
                </c:pt>
                <c:pt idx="3249">
                  <c:v>8.91663401</c:v>
                </c:pt>
                <c:pt idx="3250">
                  <c:v>8.91583894</c:v>
                </c:pt>
                <c:pt idx="3251">
                  <c:v>8.91451449</c:v>
                </c:pt>
                <c:pt idx="3252">
                  <c:v>8.91317832</c:v>
                </c:pt>
                <c:pt idx="3253">
                  <c:v>8.91179135</c:v>
                </c:pt>
                <c:pt idx="3254">
                  <c:v>8.91043173</c:v>
                </c:pt>
                <c:pt idx="3255">
                  <c:v>8.90916979</c:v>
                </c:pt>
                <c:pt idx="3256">
                  <c:v>8.90767148</c:v>
                </c:pt>
                <c:pt idx="3257">
                  <c:v>8.90637046</c:v>
                </c:pt>
                <c:pt idx="3258">
                  <c:v>8.90508703</c:v>
                </c:pt>
                <c:pt idx="3259">
                  <c:v>8.903913</c:v>
                </c:pt>
                <c:pt idx="3260">
                  <c:v>8.90261198</c:v>
                </c:pt>
                <c:pt idx="3261">
                  <c:v>8.90107851</c:v>
                </c:pt>
                <c:pt idx="3262">
                  <c:v>8.89974233</c:v>
                </c:pt>
                <c:pt idx="3263">
                  <c:v>8.89863667</c:v>
                </c:pt>
                <c:pt idx="3264">
                  <c:v>8.89729268</c:v>
                </c:pt>
                <c:pt idx="3265">
                  <c:v>8.8961792</c:v>
                </c:pt>
                <c:pt idx="3266">
                  <c:v>8.89499149</c:v>
                </c:pt>
                <c:pt idx="3267">
                  <c:v>8.89372954</c:v>
                </c:pt>
                <c:pt idx="3268">
                  <c:v>8.89242072</c:v>
                </c:pt>
                <c:pt idx="3269">
                  <c:v>8.89105719</c:v>
                </c:pt>
                <c:pt idx="3270">
                  <c:v>8.88964679</c:v>
                </c:pt>
                <c:pt idx="3271">
                  <c:v>8.88822857</c:v>
                </c:pt>
                <c:pt idx="3272">
                  <c:v>8.8871229</c:v>
                </c:pt>
                <c:pt idx="3273">
                  <c:v>8.88571249</c:v>
                </c:pt>
                <c:pt idx="3274">
                  <c:v>8.88445055</c:v>
                </c:pt>
                <c:pt idx="3275">
                  <c:v>8.88302452</c:v>
                </c:pt>
                <c:pt idx="3276">
                  <c:v>8.88186806</c:v>
                </c:pt>
                <c:pt idx="3277">
                  <c:v>8.88073895</c:v>
                </c:pt>
                <c:pt idx="3278">
                  <c:v>8.87962743</c:v>
                </c:pt>
                <c:pt idx="3279">
                  <c:v>8.8780666</c:v>
                </c:pt>
                <c:pt idx="3280">
                  <c:v>8.87695313</c:v>
                </c:pt>
                <c:pt idx="3281">
                  <c:v>8.87594123</c:v>
                </c:pt>
                <c:pt idx="3282">
                  <c:v>8.87456794</c:v>
                </c:pt>
                <c:pt idx="3283">
                  <c:v>8.8731673</c:v>
                </c:pt>
                <c:pt idx="3284">
                  <c:v>8.87203819</c:v>
                </c:pt>
                <c:pt idx="3285">
                  <c:v>8.8706649</c:v>
                </c:pt>
                <c:pt idx="3286">
                  <c:v>8.86952993</c:v>
                </c:pt>
                <c:pt idx="3287">
                  <c:v>8.86826799</c:v>
                </c:pt>
                <c:pt idx="3288">
                  <c:v>8.86668958</c:v>
                </c:pt>
                <c:pt idx="3289">
                  <c:v>8.86529871</c:v>
                </c:pt>
                <c:pt idx="3290">
                  <c:v>8.86403677</c:v>
                </c:pt>
                <c:pt idx="3291">
                  <c:v>8.86329249</c:v>
                </c:pt>
                <c:pt idx="3292">
                  <c:v>8.86188404</c:v>
                </c:pt>
                <c:pt idx="3293">
                  <c:v>8.8606221</c:v>
                </c:pt>
                <c:pt idx="3294">
                  <c:v>8.85898899</c:v>
                </c:pt>
                <c:pt idx="3295">
                  <c:v>8.85787161</c:v>
                </c:pt>
                <c:pt idx="3296">
                  <c:v>8.85676204</c:v>
                </c:pt>
                <c:pt idx="3297">
                  <c:v>8.85550009</c:v>
                </c:pt>
                <c:pt idx="3298">
                  <c:v>8.85408969</c:v>
                </c:pt>
                <c:pt idx="3299">
                  <c:v>8.85295667</c:v>
                </c:pt>
                <c:pt idx="3300">
                  <c:v>8.85180022</c:v>
                </c:pt>
                <c:pt idx="3301">
                  <c:v>8.85057148</c:v>
                </c:pt>
                <c:pt idx="3302">
                  <c:v>8.84941307</c:v>
                </c:pt>
                <c:pt idx="3303">
                  <c:v>8.84768034</c:v>
                </c:pt>
                <c:pt idx="3304">
                  <c:v>8.84629533</c:v>
                </c:pt>
                <c:pt idx="3305">
                  <c:v>8.84522287</c:v>
                </c:pt>
                <c:pt idx="3306">
                  <c:v>8.844588</c:v>
                </c:pt>
                <c:pt idx="3307">
                  <c:v>8.8427322</c:v>
                </c:pt>
                <c:pt idx="3308">
                  <c:v>8.84191565</c:v>
                </c:pt>
                <c:pt idx="3309">
                  <c:v>8.84072793</c:v>
                </c:pt>
                <c:pt idx="3310">
                  <c:v>8.8394406</c:v>
                </c:pt>
                <c:pt idx="3311">
                  <c:v>8.83812982</c:v>
                </c:pt>
                <c:pt idx="3312">
                  <c:v>8.83686787</c:v>
                </c:pt>
                <c:pt idx="3313">
                  <c:v>8.8355317</c:v>
                </c:pt>
                <c:pt idx="3314">
                  <c:v>8.83416427</c:v>
                </c:pt>
                <c:pt idx="3315">
                  <c:v>8.83286326</c:v>
                </c:pt>
                <c:pt idx="3316">
                  <c:v>8.83167164</c:v>
                </c:pt>
                <c:pt idx="3317">
                  <c:v>8.83055034</c:v>
                </c:pt>
                <c:pt idx="3318">
                  <c:v>8.82932161</c:v>
                </c:pt>
                <c:pt idx="3319">
                  <c:v>8.82809288</c:v>
                </c:pt>
                <c:pt idx="3320">
                  <c:v>8.82736618</c:v>
                </c:pt>
                <c:pt idx="3321">
                  <c:v>8.82549085</c:v>
                </c:pt>
                <c:pt idx="3322">
                  <c:v>8.82455123</c:v>
                </c:pt>
                <c:pt idx="3323">
                  <c:v>8.82328343</c:v>
                </c:pt>
                <c:pt idx="3324">
                  <c:v>8.82209572</c:v>
                </c:pt>
                <c:pt idx="3325">
                  <c:v>8.82050364</c:v>
                </c:pt>
                <c:pt idx="3326">
                  <c:v>8.8192749</c:v>
                </c:pt>
                <c:pt idx="3327">
                  <c:v>8.81808719</c:v>
                </c:pt>
                <c:pt idx="3328">
                  <c:v>8.81689948</c:v>
                </c:pt>
                <c:pt idx="3329">
                  <c:v>8.81615716</c:v>
                </c:pt>
                <c:pt idx="3330">
                  <c:v>8.81482099</c:v>
                </c:pt>
                <c:pt idx="3331">
                  <c:v>8.81363327</c:v>
                </c:pt>
                <c:pt idx="3332">
                  <c:v>8.81244556</c:v>
                </c:pt>
                <c:pt idx="3333">
                  <c:v>8.81110939</c:v>
                </c:pt>
                <c:pt idx="3334">
                  <c:v>8.80992168</c:v>
                </c:pt>
                <c:pt idx="3335">
                  <c:v>8.80865973</c:v>
                </c:pt>
                <c:pt idx="3336">
                  <c:v>8.80727668</c:v>
                </c:pt>
                <c:pt idx="3337">
                  <c:v>8.80604794</c:v>
                </c:pt>
                <c:pt idx="3338">
                  <c:v>8.80510832</c:v>
                </c:pt>
                <c:pt idx="3339">
                  <c:v>8.80366275</c:v>
                </c:pt>
                <c:pt idx="3340">
                  <c:v>8.80294387</c:v>
                </c:pt>
                <c:pt idx="3341">
                  <c:v>8.80163895</c:v>
                </c:pt>
                <c:pt idx="3342">
                  <c:v>8.80012306</c:v>
                </c:pt>
                <c:pt idx="3343">
                  <c:v>8.79896465</c:v>
                </c:pt>
                <c:pt idx="3344">
                  <c:v>8.7978961</c:v>
                </c:pt>
                <c:pt idx="3345">
                  <c:v>8.7967963</c:v>
                </c:pt>
                <c:pt idx="3346">
                  <c:v>8.79566914</c:v>
                </c:pt>
                <c:pt idx="3347">
                  <c:v>8.79433883</c:v>
                </c:pt>
                <c:pt idx="3348">
                  <c:v>8.79307103</c:v>
                </c:pt>
                <c:pt idx="3349">
                  <c:v>8.79173485</c:v>
                </c:pt>
                <c:pt idx="3350">
                  <c:v>8.79062137</c:v>
                </c:pt>
                <c:pt idx="3351">
                  <c:v>8.79000212</c:v>
                </c:pt>
                <c:pt idx="3352">
                  <c:v>8.78870111</c:v>
                </c:pt>
                <c:pt idx="3353">
                  <c:v>8.78754465</c:v>
                </c:pt>
                <c:pt idx="3354">
                  <c:v>8.78617136</c:v>
                </c:pt>
                <c:pt idx="3355">
                  <c:v>8.78512821</c:v>
                </c:pt>
                <c:pt idx="3356">
                  <c:v>8.78393073</c:v>
                </c:pt>
                <c:pt idx="3357">
                  <c:v>8.78290125</c:v>
                </c:pt>
                <c:pt idx="3358">
                  <c:v>8.7823406</c:v>
                </c:pt>
                <c:pt idx="3359">
                  <c:v>8.78060592</c:v>
                </c:pt>
                <c:pt idx="3360">
                  <c:v>8.77933811</c:v>
                </c:pt>
                <c:pt idx="3361">
                  <c:v>8.77807617</c:v>
                </c:pt>
                <c:pt idx="3362">
                  <c:v>8.77688846</c:v>
                </c:pt>
                <c:pt idx="3363">
                  <c:v>8.77599768</c:v>
                </c:pt>
                <c:pt idx="3364">
                  <c:v>8.77482364</c:v>
                </c:pt>
                <c:pt idx="3365">
                  <c:v>8.77366718</c:v>
                </c:pt>
                <c:pt idx="3366">
                  <c:v>8.77243454</c:v>
                </c:pt>
                <c:pt idx="3367">
                  <c:v>8.77124683</c:v>
                </c:pt>
                <c:pt idx="3368">
                  <c:v>8.77020759</c:v>
                </c:pt>
                <c:pt idx="3369">
                  <c:v>8.76909411</c:v>
                </c:pt>
                <c:pt idx="3370">
                  <c:v>8.76857448</c:v>
                </c:pt>
                <c:pt idx="3371">
                  <c:v>8.7639721</c:v>
                </c:pt>
                <c:pt idx="3372">
                  <c:v>8.76330401</c:v>
                </c:pt>
                <c:pt idx="3373">
                  <c:v>8.76224719</c:v>
                </c:pt>
                <c:pt idx="3374">
                  <c:v>8.7605125</c:v>
                </c:pt>
                <c:pt idx="3375">
                  <c:v>8.75996358</c:v>
                </c:pt>
                <c:pt idx="3376">
                  <c:v>8.75877587</c:v>
                </c:pt>
                <c:pt idx="3377">
                  <c:v>8.75754909</c:v>
                </c:pt>
                <c:pt idx="3378">
                  <c:v>8.75610352</c:v>
                </c:pt>
                <c:pt idx="3379">
                  <c:v>8.75521273</c:v>
                </c:pt>
                <c:pt idx="3380">
                  <c:v>8.75476734</c:v>
                </c:pt>
                <c:pt idx="3381">
                  <c:v>8.75306001</c:v>
                </c:pt>
                <c:pt idx="3382">
                  <c:v>8.75176681</c:v>
                </c:pt>
                <c:pt idx="3383">
                  <c:v>8.74971957</c:v>
                </c:pt>
                <c:pt idx="3384">
                  <c:v>8.74793605</c:v>
                </c:pt>
                <c:pt idx="3385">
                  <c:v>8.74555086</c:v>
                </c:pt>
                <c:pt idx="3386">
                  <c:v>8.74345478</c:v>
                </c:pt>
                <c:pt idx="3387">
                  <c:v>8.73991314</c:v>
                </c:pt>
                <c:pt idx="3388">
                  <c:v>8.73774478</c:v>
                </c:pt>
                <c:pt idx="3389">
                  <c:v>8.73717437</c:v>
                </c:pt>
                <c:pt idx="3390">
                  <c:v>8.73311896</c:v>
                </c:pt>
                <c:pt idx="3391">
                  <c:v>8.73242352</c:v>
                </c:pt>
                <c:pt idx="3392">
                  <c:v>8.72979415</c:v>
                </c:pt>
                <c:pt idx="3393">
                  <c:v>8.72908309</c:v>
                </c:pt>
                <c:pt idx="3394">
                  <c:v>8.72740896</c:v>
                </c:pt>
                <c:pt idx="3395">
                  <c:v>8.7263365</c:v>
                </c:pt>
                <c:pt idx="3396">
                  <c:v>8.72524061</c:v>
                </c:pt>
                <c:pt idx="3397">
                  <c:v>8.72451782</c:v>
                </c:pt>
                <c:pt idx="3398">
                  <c:v>8.72140985</c:v>
                </c:pt>
                <c:pt idx="3399">
                  <c:v>8.71743453</c:v>
                </c:pt>
                <c:pt idx="3400">
                  <c:v>8.71594403</c:v>
                </c:pt>
                <c:pt idx="3401">
                  <c:v>8.71475632</c:v>
                </c:pt>
                <c:pt idx="3402">
                  <c:v>8.71410972</c:v>
                </c:pt>
                <c:pt idx="3403">
                  <c:v>8.71295327</c:v>
                </c:pt>
                <c:pt idx="3404">
                  <c:v>8.71141588</c:v>
                </c:pt>
                <c:pt idx="3405">
                  <c:v>8.71027896</c:v>
                </c:pt>
                <c:pt idx="3406">
                  <c:v>8.70785275</c:v>
                </c:pt>
                <c:pt idx="3407">
                  <c:v>8.70717099</c:v>
                </c:pt>
                <c:pt idx="3408">
                  <c:v>8.70592272</c:v>
                </c:pt>
                <c:pt idx="3409">
                  <c:v>8.70493036</c:v>
                </c:pt>
                <c:pt idx="3410">
                  <c:v>8.70436385</c:v>
                </c:pt>
                <c:pt idx="3411">
                  <c:v>8.70191419</c:v>
                </c:pt>
                <c:pt idx="3412">
                  <c:v>8.69998416</c:v>
                </c:pt>
                <c:pt idx="3413">
                  <c:v>8.69887068</c:v>
                </c:pt>
                <c:pt idx="3414">
                  <c:v>8.69671796</c:v>
                </c:pt>
                <c:pt idx="3415">
                  <c:v>8.69567871</c:v>
                </c:pt>
                <c:pt idx="3416">
                  <c:v>8.69441677</c:v>
                </c:pt>
                <c:pt idx="3417">
                  <c:v>8.69330329</c:v>
                </c:pt>
                <c:pt idx="3418">
                  <c:v>8.69220934</c:v>
                </c:pt>
                <c:pt idx="3419">
                  <c:v>8.69115056</c:v>
                </c:pt>
                <c:pt idx="3420">
                  <c:v>8.68996871</c:v>
                </c:pt>
                <c:pt idx="3421">
                  <c:v>8.68884937</c:v>
                </c:pt>
                <c:pt idx="3422">
                  <c:v>8.68758352</c:v>
                </c:pt>
                <c:pt idx="3423">
                  <c:v>8.68647395</c:v>
                </c:pt>
                <c:pt idx="3424">
                  <c:v>8.68536047</c:v>
                </c:pt>
                <c:pt idx="3425">
                  <c:v>8.68424699</c:v>
                </c:pt>
                <c:pt idx="3426">
                  <c:v>8.68313351</c:v>
                </c:pt>
                <c:pt idx="3427">
                  <c:v>8.68172897</c:v>
                </c:pt>
                <c:pt idx="3428">
                  <c:v>8.68120348</c:v>
                </c:pt>
                <c:pt idx="3429">
                  <c:v>8.67964461</c:v>
                </c:pt>
                <c:pt idx="3430">
                  <c:v>8.67882806</c:v>
                </c:pt>
                <c:pt idx="3431">
                  <c:v>8.67739226</c:v>
                </c:pt>
                <c:pt idx="3432">
                  <c:v>8.6768238</c:v>
                </c:pt>
                <c:pt idx="3433">
                  <c:v>8.67511646</c:v>
                </c:pt>
                <c:pt idx="3434">
                  <c:v>8.67444837</c:v>
                </c:pt>
                <c:pt idx="3435">
                  <c:v>8.67305555</c:v>
                </c:pt>
                <c:pt idx="3436">
                  <c:v>8.67197137</c:v>
                </c:pt>
                <c:pt idx="3437">
                  <c:v>8.67095947</c:v>
                </c:pt>
                <c:pt idx="3438">
                  <c:v>8.66994757</c:v>
                </c:pt>
                <c:pt idx="3439">
                  <c:v>8.66828517</c:v>
                </c:pt>
                <c:pt idx="3440">
                  <c:v>8.66734555</c:v>
                </c:pt>
                <c:pt idx="3441">
                  <c:v>8.6661344</c:v>
                </c:pt>
                <c:pt idx="3442">
                  <c:v>8.66546631</c:v>
                </c:pt>
                <c:pt idx="3443">
                  <c:v>8.66420437</c:v>
                </c:pt>
                <c:pt idx="3444">
                  <c:v>8.66309089</c:v>
                </c:pt>
                <c:pt idx="3445">
                  <c:v>8.66182894</c:v>
                </c:pt>
                <c:pt idx="3446">
                  <c:v>8.66071546</c:v>
                </c:pt>
                <c:pt idx="3447">
                  <c:v>8.65945352</c:v>
                </c:pt>
                <c:pt idx="3448">
                  <c:v>8.6584553</c:v>
                </c:pt>
                <c:pt idx="3449">
                  <c:v>8.65737112</c:v>
                </c:pt>
                <c:pt idx="3450">
                  <c:v>8.65614239</c:v>
                </c:pt>
                <c:pt idx="3451">
                  <c:v>8.65514807</c:v>
                </c:pt>
                <c:pt idx="3452">
                  <c:v>8.65419087</c:v>
                </c:pt>
                <c:pt idx="3453">
                  <c:v>8.65296213</c:v>
                </c:pt>
                <c:pt idx="3454">
                  <c:v>8.65187796</c:v>
                </c:pt>
                <c:pt idx="3455">
                  <c:v>8.65079378</c:v>
                </c:pt>
                <c:pt idx="3456">
                  <c:v>8.64972914</c:v>
                </c:pt>
                <c:pt idx="3457">
                  <c:v>8.64861566</c:v>
                </c:pt>
                <c:pt idx="3458">
                  <c:v>8.64779911</c:v>
                </c:pt>
                <c:pt idx="3459">
                  <c:v>8.64668563</c:v>
                </c:pt>
                <c:pt idx="3460">
                  <c:v>8.64522834</c:v>
                </c:pt>
                <c:pt idx="3461">
                  <c:v>8.64436099</c:v>
                </c:pt>
                <c:pt idx="3462">
                  <c:v>8.64319672</c:v>
                </c:pt>
                <c:pt idx="3463">
                  <c:v>8.6419758</c:v>
                </c:pt>
                <c:pt idx="3464">
                  <c:v>8.641044</c:v>
                </c:pt>
                <c:pt idx="3465">
                  <c:v>8.64000475</c:v>
                </c:pt>
                <c:pt idx="3466">
                  <c:v>8.63908467</c:v>
                </c:pt>
                <c:pt idx="3467">
                  <c:v>8.63800049</c:v>
                </c:pt>
                <c:pt idx="3468">
                  <c:v>8.6371097</c:v>
                </c:pt>
                <c:pt idx="3469">
                  <c:v>8.63614469</c:v>
                </c:pt>
                <c:pt idx="3470">
                  <c:v>8.63518163</c:v>
                </c:pt>
                <c:pt idx="3471">
                  <c:v>8.63416973</c:v>
                </c:pt>
                <c:pt idx="3472">
                  <c:v>8.63337467</c:v>
                </c:pt>
                <c:pt idx="3473">
                  <c:v>8.63228463</c:v>
                </c:pt>
                <c:pt idx="3474">
                  <c:v>8.63131961</c:v>
                </c:pt>
                <c:pt idx="3475">
                  <c:v>8.6303546</c:v>
                </c:pt>
                <c:pt idx="3476">
                  <c:v>8.62931535</c:v>
                </c:pt>
                <c:pt idx="3477">
                  <c:v>8.62853201</c:v>
                </c:pt>
                <c:pt idx="3478">
                  <c:v>8.62768225</c:v>
                </c:pt>
                <c:pt idx="3479">
                  <c:v>8.62672505</c:v>
                </c:pt>
                <c:pt idx="3480">
                  <c:v>8.62600226</c:v>
                </c:pt>
                <c:pt idx="3481">
                  <c:v>8.62499036</c:v>
                </c:pt>
                <c:pt idx="3482">
                  <c:v>8.62412302</c:v>
                </c:pt>
                <c:pt idx="3483">
                  <c:v>8.62330256</c:v>
                </c:pt>
                <c:pt idx="3484">
                  <c:v>8.62204062</c:v>
                </c:pt>
                <c:pt idx="3485">
                  <c:v>8.62166946</c:v>
                </c:pt>
                <c:pt idx="3486">
                  <c:v>8.62077868</c:v>
                </c:pt>
                <c:pt idx="3487">
                  <c:v>8.61951673</c:v>
                </c:pt>
                <c:pt idx="3488">
                  <c:v>8.61870214</c:v>
                </c:pt>
                <c:pt idx="3489">
                  <c:v>8.61795786</c:v>
                </c:pt>
                <c:pt idx="3490">
                  <c:v>8.61706708</c:v>
                </c:pt>
                <c:pt idx="3491">
                  <c:v>8.6161763</c:v>
                </c:pt>
                <c:pt idx="3492">
                  <c:v>8.6154496</c:v>
                </c:pt>
                <c:pt idx="3493">
                  <c:v>8.61439473</c:v>
                </c:pt>
                <c:pt idx="3494">
                  <c:v>8.61372664</c:v>
                </c:pt>
                <c:pt idx="3495">
                  <c:v>8.61291009</c:v>
                </c:pt>
                <c:pt idx="3496">
                  <c:v>8.61112852</c:v>
                </c:pt>
                <c:pt idx="3497">
                  <c:v>8.61039011</c:v>
                </c:pt>
                <c:pt idx="3498">
                  <c:v>8.60949542</c:v>
                </c:pt>
                <c:pt idx="3499">
                  <c:v>8.60872771</c:v>
                </c:pt>
                <c:pt idx="3500">
                  <c:v>8.60793264</c:v>
                </c:pt>
                <c:pt idx="3501">
                  <c:v>8.60704577</c:v>
                </c:pt>
                <c:pt idx="3502">
                  <c:v>8.60590885</c:v>
                </c:pt>
                <c:pt idx="3503">
                  <c:v>8.6050415</c:v>
                </c:pt>
                <c:pt idx="3504">
                  <c:v>8.60422495</c:v>
                </c:pt>
                <c:pt idx="3505">
                  <c:v>8.60345138</c:v>
                </c:pt>
                <c:pt idx="3506">
                  <c:v>8.60258404</c:v>
                </c:pt>
                <c:pt idx="3507">
                  <c:v>8.60170107</c:v>
                </c:pt>
                <c:pt idx="3508">
                  <c:v>8.60103298</c:v>
                </c:pt>
                <c:pt idx="3509">
                  <c:v>8.60027112</c:v>
                </c:pt>
                <c:pt idx="3510">
                  <c:v>8.59897011</c:v>
                </c:pt>
                <c:pt idx="3511">
                  <c:v>8.59821216</c:v>
                </c:pt>
                <c:pt idx="3512">
                  <c:v>8.59732138</c:v>
                </c:pt>
                <c:pt idx="3513">
                  <c:v>8.59644037</c:v>
                </c:pt>
                <c:pt idx="3514">
                  <c:v>8.59593442</c:v>
                </c:pt>
                <c:pt idx="3515">
                  <c:v>8.5949948</c:v>
                </c:pt>
                <c:pt idx="3516">
                  <c:v>8.59412745</c:v>
                </c:pt>
                <c:pt idx="3517">
                  <c:v>8.59376606</c:v>
                </c:pt>
                <c:pt idx="3518">
                  <c:v>8.59246505</c:v>
                </c:pt>
                <c:pt idx="3519">
                  <c:v>8.59153129</c:v>
                </c:pt>
                <c:pt idx="3520">
                  <c:v>8.59065809</c:v>
                </c:pt>
                <c:pt idx="3521">
                  <c:v>8.58989819</c:v>
                </c:pt>
                <c:pt idx="3522">
                  <c:v>8.5890074</c:v>
                </c:pt>
                <c:pt idx="3523">
                  <c:v>8.58812834</c:v>
                </c:pt>
                <c:pt idx="3524">
                  <c:v>8.587261</c:v>
                </c:pt>
                <c:pt idx="3525">
                  <c:v>8.58639366</c:v>
                </c:pt>
                <c:pt idx="3526">
                  <c:v>8.58509264</c:v>
                </c:pt>
                <c:pt idx="3527">
                  <c:v>8.58433079</c:v>
                </c:pt>
                <c:pt idx="3528">
                  <c:v>8.58373694</c:v>
                </c:pt>
                <c:pt idx="3529">
                  <c:v>8.5825629</c:v>
                </c:pt>
                <c:pt idx="3530">
                  <c:v>8.5818069</c:v>
                </c:pt>
                <c:pt idx="3531">
                  <c:v>8.58084189</c:v>
                </c:pt>
                <c:pt idx="3532">
                  <c:v>8.58039454</c:v>
                </c:pt>
                <c:pt idx="3533">
                  <c:v>8.57913455</c:v>
                </c:pt>
                <c:pt idx="3534">
                  <c:v>8.57846647</c:v>
                </c:pt>
                <c:pt idx="3535">
                  <c:v>8.57757568</c:v>
                </c:pt>
                <c:pt idx="3536">
                  <c:v>8.57649151</c:v>
                </c:pt>
                <c:pt idx="3537">
                  <c:v>8.57564565</c:v>
                </c:pt>
                <c:pt idx="3538">
                  <c:v>8.57512603</c:v>
                </c:pt>
                <c:pt idx="3539">
                  <c:v>8.5741786</c:v>
                </c:pt>
                <c:pt idx="3540">
                  <c:v>8.57323898</c:v>
                </c:pt>
                <c:pt idx="3541">
                  <c:v>8.57245368</c:v>
                </c:pt>
                <c:pt idx="3542">
                  <c:v>8.5715629</c:v>
                </c:pt>
                <c:pt idx="3543">
                  <c:v>8.57070923</c:v>
                </c:pt>
                <c:pt idx="3544">
                  <c:v>8.56955863</c:v>
                </c:pt>
                <c:pt idx="3545">
                  <c:v>8.5691191</c:v>
                </c:pt>
                <c:pt idx="3546">
                  <c:v>8.56807399</c:v>
                </c:pt>
                <c:pt idx="3547">
                  <c:v>8.56716758</c:v>
                </c:pt>
                <c:pt idx="3548">
                  <c:v>8.56606973</c:v>
                </c:pt>
                <c:pt idx="3549">
                  <c:v>8.56517895</c:v>
                </c:pt>
                <c:pt idx="3550">
                  <c:v>8.56428817</c:v>
                </c:pt>
                <c:pt idx="3551">
                  <c:v>8.56376854</c:v>
                </c:pt>
                <c:pt idx="3552">
                  <c:v>8.56280353</c:v>
                </c:pt>
                <c:pt idx="3553">
                  <c:v>8.56203581</c:v>
                </c:pt>
                <c:pt idx="3554">
                  <c:v>8.56027964</c:v>
                </c:pt>
                <c:pt idx="3555">
                  <c:v>8.55938886</c:v>
                </c:pt>
                <c:pt idx="3556">
                  <c:v>8.55820505</c:v>
                </c:pt>
                <c:pt idx="3557">
                  <c:v>8.55738459</c:v>
                </c:pt>
                <c:pt idx="3558">
                  <c:v>8.55641958</c:v>
                </c:pt>
                <c:pt idx="3559">
                  <c:v>8.5555288</c:v>
                </c:pt>
                <c:pt idx="3560">
                  <c:v>8.55473569</c:v>
                </c:pt>
                <c:pt idx="3561">
                  <c:v>8.55379607</c:v>
                </c:pt>
                <c:pt idx="3562">
                  <c:v>8.55307328</c:v>
                </c:pt>
                <c:pt idx="3563">
                  <c:v>8.55220594</c:v>
                </c:pt>
                <c:pt idx="3564">
                  <c:v>8.55141088</c:v>
                </c:pt>
                <c:pt idx="3565">
                  <c:v>8.55054353</c:v>
                </c:pt>
                <c:pt idx="3566">
                  <c:v>8.54960391</c:v>
                </c:pt>
                <c:pt idx="3567">
                  <c:v>8.54880885</c:v>
                </c:pt>
                <c:pt idx="3568">
                  <c:v>8.54794151</c:v>
                </c:pt>
                <c:pt idx="3569">
                  <c:v>8.54671277</c:v>
                </c:pt>
                <c:pt idx="3570">
                  <c:v>8.54591771</c:v>
                </c:pt>
                <c:pt idx="3571">
                  <c:v>8.54505037</c:v>
                </c:pt>
                <c:pt idx="3572">
                  <c:v>8.54418303</c:v>
                </c:pt>
                <c:pt idx="3573">
                  <c:v>8.54317113</c:v>
                </c:pt>
                <c:pt idx="3574">
                  <c:v>8.54230379</c:v>
                </c:pt>
                <c:pt idx="3575">
                  <c:v>8.54149896</c:v>
                </c:pt>
                <c:pt idx="3576">
                  <c:v>8.54053394</c:v>
                </c:pt>
                <c:pt idx="3577">
                  <c:v>8.53970176</c:v>
                </c:pt>
                <c:pt idx="3578">
                  <c:v>8.53919581</c:v>
                </c:pt>
                <c:pt idx="3579">
                  <c:v>8.53830698</c:v>
                </c:pt>
                <c:pt idx="3580">
                  <c:v>8.53695518</c:v>
                </c:pt>
                <c:pt idx="3581">
                  <c:v>8.53652151</c:v>
                </c:pt>
                <c:pt idx="3582">
                  <c:v>8.5355604</c:v>
                </c:pt>
                <c:pt idx="3583">
                  <c:v>8.53507594</c:v>
                </c:pt>
                <c:pt idx="3584">
                  <c:v>8.53363037</c:v>
                </c:pt>
                <c:pt idx="3585">
                  <c:v>8.53273959</c:v>
                </c:pt>
                <c:pt idx="3586">
                  <c:v>8.5318488</c:v>
                </c:pt>
                <c:pt idx="3587">
                  <c:v>8.53045012</c:v>
                </c:pt>
                <c:pt idx="3588">
                  <c:v>8.52857088</c:v>
                </c:pt>
                <c:pt idx="3589">
                  <c:v>8.52734214</c:v>
                </c:pt>
                <c:pt idx="3590">
                  <c:v>8.52633025</c:v>
                </c:pt>
                <c:pt idx="3591">
                  <c:v>8.52591025</c:v>
                </c:pt>
                <c:pt idx="3592">
                  <c:v>8.52148759</c:v>
                </c:pt>
                <c:pt idx="3593">
                  <c:v>8.5207648</c:v>
                </c:pt>
              </c:numCache>
            </c:numRef>
          </c:xVal>
          <c:yVal>
            <c:numRef>
              <c:f>'Chart Data'!$B$2:$B$3595</c:f>
              <c:numCache>
                <c:formatCode>0.0</c:formatCode>
                <c:ptCount val="3594"/>
                <c:pt idx="0">
                  <c:v>51.46489547</c:v>
                </c:pt>
                <c:pt idx="1">
                  <c:v>51.46489547</c:v>
                </c:pt>
                <c:pt idx="2">
                  <c:v>51.46484892</c:v>
                </c:pt>
                <c:pt idx="3">
                  <c:v>51.46484892</c:v>
                </c:pt>
                <c:pt idx="4">
                  <c:v>51.46484892</c:v>
                </c:pt>
                <c:pt idx="5">
                  <c:v>51.46484892</c:v>
                </c:pt>
                <c:pt idx="6">
                  <c:v>51.46484892</c:v>
                </c:pt>
                <c:pt idx="7">
                  <c:v>51.46485901</c:v>
                </c:pt>
                <c:pt idx="8">
                  <c:v>51.46485901</c:v>
                </c:pt>
                <c:pt idx="9">
                  <c:v>51.46485901</c:v>
                </c:pt>
                <c:pt idx="10">
                  <c:v>51.46484892</c:v>
                </c:pt>
                <c:pt idx="11">
                  <c:v>51.46481323</c:v>
                </c:pt>
                <c:pt idx="12">
                  <c:v>51.46481323</c:v>
                </c:pt>
                <c:pt idx="13">
                  <c:v>51.46481323</c:v>
                </c:pt>
                <c:pt idx="14">
                  <c:v>51.46484892</c:v>
                </c:pt>
                <c:pt idx="15">
                  <c:v>51.46484892</c:v>
                </c:pt>
                <c:pt idx="16">
                  <c:v>51.46485901</c:v>
                </c:pt>
                <c:pt idx="17">
                  <c:v>51.46485901</c:v>
                </c:pt>
                <c:pt idx="18">
                  <c:v>51.46484892</c:v>
                </c:pt>
                <c:pt idx="19">
                  <c:v>51.46485901</c:v>
                </c:pt>
                <c:pt idx="20">
                  <c:v>51.46485901</c:v>
                </c:pt>
                <c:pt idx="21">
                  <c:v>51.46485901</c:v>
                </c:pt>
                <c:pt idx="22">
                  <c:v>51.46485901</c:v>
                </c:pt>
                <c:pt idx="23">
                  <c:v>51.46485901</c:v>
                </c:pt>
                <c:pt idx="24">
                  <c:v>51.46484892</c:v>
                </c:pt>
                <c:pt idx="25">
                  <c:v>51.46485901</c:v>
                </c:pt>
                <c:pt idx="26">
                  <c:v>51.46485901</c:v>
                </c:pt>
                <c:pt idx="27">
                  <c:v>51.46485901</c:v>
                </c:pt>
                <c:pt idx="28">
                  <c:v>51.46484892</c:v>
                </c:pt>
                <c:pt idx="29">
                  <c:v>51.46485901</c:v>
                </c:pt>
                <c:pt idx="30">
                  <c:v>51.46484892</c:v>
                </c:pt>
                <c:pt idx="31">
                  <c:v>51.46484892</c:v>
                </c:pt>
                <c:pt idx="32">
                  <c:v>51.46481323</c:v>
                </c:pt>
                <c:pt idx="33">
                  <c:v>51.46481323</c:v>
                </c:pt>
                <c:pt idx="34">
                  <c:v>51.46480237</c:v>
                </c:pt>
                <c:pt idx="35">
                  <c:v>51.46480237</c:v>
                </c:pt>
                <c:pt idx="36">
                  <c:v>51.46475582</c:v>
                </c:pt>
                <c:pt idx="37">
                  <c:v>51.46476746</c:v>
                </c:pt>
                <c:pt idx="38">
                  <c:v>51.46475582</c:v>
                </c:pt>
                <c:pt idx="39">
                  <c:v>51.46470927</c:v>
                </c:pt>
                <c:pt idx="40">
                  <c:v>51.46472168</c:v>
                </c:pt>
                <c:pt idx="41">
                  <c:v>51.46470927</c:v>
                </c:pt>
                <c:pt idx="42">
                  <c:v>51.46466271</c:v>
                </c:pt>
                <c:pt idx="43">
                  <c:v>51.46461616</c:v>
                </c:pt>
                <c:pt idx="44">
                  <c:v>51.46458435</c:v>
                </c:pt>
                <c:pt idx="45">
                  <c:v>51.46452306</c:v>
                </c:pt>
                <c:pt idx="46">
                  <c:v>51.46440125</c:v>
                </c:pt>
                <c:pt idx="47">
                  <c:v>51.4642903</c:v>
                </c:pt>
                <c:pt idx="48">
                  <c:v>51.46417236</c:v>
                </c:pt>
                <c:pt idx="49">
                  <c:v>51.46403503</c:v>
                </c:pt>
                <c:pt idx="50">
                  <c:v>51.46387133</c:v>
                </c:pt>
                <c:pt idx="51">
                  <c:v>51.46373167</c:v>
                </c:pt>
                <c:pt idx="52">
                  <c:v>51.46349891</c:v>
                </c:pt>
                <c:pt idx="53">
                  <c:v>51.46326615</c:v>
                </c:pt>
                <c:pt idx="54">
                  <c:v>51.46303339</c:v>
                </c:pt>
                <c:pt idx="55">
                  <c:v>51.4627533</c:v>
                </c:pt>
                <c:pt idx="56">
                  <c:v>51.46247476</c:v>
                </c:pt>
                <c:pt idx="57">
                  <c:v>51.46214889</c:v>
                </c:pt>
                <c:pt idx="58">
                  <c:v>51.46179199</c:v>
                </c:pt>
                <c:pt idx="59">
                  <c:v>51.46138</c:v>
                </c:pt>
                <c:pt idx="60">
                  <c:v>51.46096802</c:v>
                </c:pt>
                <c:pt idx="61">
                  <c:v>51.46056612</c:v>
                </c:pt>
                <c:pt idx="62">
                  <c:v>51.46010059</c:v>
                </c:pt>
                <c:pt idx="63">
                  <c:v>51.45959473</c:v>
                </c:pt>
                <c:pt idx="64">
                  <c:v>51.45899963</c:v>
                </c:pt>
                <c:pt idx="65">
                  <c:v>51.45847127</c:v>
                </c:pt>
                <c:pt idx="66">
                  <c:v>51.45772643</c:v>
                </c:pt>
                <c:pt idx="67">
                  <c:v>51.45716858</c:v>
                </c:pt>
                <c:pt idx="68">
                  <c:v>51.45646952</c:v>
                </c:pt>
                <c:pt idx="69">
                  <c:v>51.45614365</c:v>
                </c:pt>
                <c:pt idx="70">
                  <c:v>51.45529175</c:v>
                </c:pt>
                <c:pt idx="71">
                  <c:v>51.45455933</c:v>
                </c:pt>
                <c:pt idx="72">
                  <c:v>51.45386259</c:v>
                </c:pt>
                <c:pt idx="73">
                  <c:v>51.45277405</c:v>
                </c:pt>
                <c:pt idx="74">
                  <c:v>51.45222473</c:v>
                </c:pt>
                <c:pt idx="75">
                  <c:v>51.4513092</c:v>
                </c:pt>
                <c:pt idx="76">
                  <c:v>51.45032462</c:v>
                </c:pt>
                <c:pt idx="77">
                  <c:v>51.44962634</c:v>
                </c:pt>
                <c:pt idx="78">
                  <c:v>51.44851685</c:v>
                </c:pt>
                <c:pt idx="79">
                  <c:v>51.44767115</c:v>
                </c:pt>
                <c:pt idx="80">
                  <c:v>51.44659424</c:v>
                </c:pt>
                <c:pt idx="81">
                  <c:v>51.44554138</c:v>
                </c:pt>
                <c:pt idx="82">
                  <c:v>51.44445904</c:v>
                </c:pt>
                <c:pt idx="83">
                  <c:v>51.44343489</c:v>
                </c:pt>
                <c:pt idx="84">
                  <c:v>51.44273661</c:v>
                </c:pt>
                <c:pt idx="85">
                  <c:v>51.44142151</c:v>
                </c:pt>
                <c:pt idx="86">
                  <c:v>51.44054865</c:v>
                </c:pt>
                <c:pt idx="87">
                  <c:v>51.4394314</c:v>
                </c:pt>
                <c:pt idx="88">
                  <c:v>51.43849182</c:v>
                </c:pt>
                <c:pt idx="89">
                  <c:v>51.43798828</c:v>
                </c:pt>
                <c:pt idx="90">
                  <c:v>51.43649861</c:v>
                </c:pt>
                <c:pt idx="91">
                  <c:v>51.43547446</c:v>
                </c:pt>
                <c:pt idx="92">
                  <c:v>51.43449686</c:v>
                </c:pt>
                <c:pt idx="93">
                  <c:v>51.43354797</c:v>
                </c:pt>
                <c:pt idx="94">
                  <c:v>51.43268133</c:v>
                </c:pt>
                <c:pt idx="95">
                  <c:v>51.43170373</c:v>
                </c:pt>
                <c:pt idx="96">
                  <c:v>51.43067958</c:v>
                </c:pt>
                <c:pt idx="97">
                  <c:v>51.42993474</c:v>
                </c:pt>
                <c:pt idx="98">
                  <c:v>51.42905025</c:v>
                </c:pt>
                <c:pt idx="99">
                  <c:v>51.42819214</c:v>
                </c:pt>
                <c:pt idx="100">
                  <c:v>51.42709506</c:v>
                </c:pt>
                <c:pt idx="101">
                  <c:v>51.42631531</c:v>
                </c:pt>
                <c:pt idx="102">
                  <c:v>51.42553711</c:v>
                </c:pt>
                <c:pt idx="103">
                  <c:v>51.42475891</c:v>
                </c:pt>
                <c:pt idx="104">
                  <c:v>51.42434848</c:v>
                </c:pt>
                <c:pt idx="105">
                  <c:v>51.42352295</c:v>
                </c:pt>
                <c:pt idx="106">
                  <c:v>51.4227657</c:v>
                </c:pt>
                <c:pt idx="107">
                  <c:v>51.42197431</c:v>
                </c:pt>
                <c:pt idx="108">
                  <c:v>51.42137146</c:v>
                </c:pt>
                <c:pt idx="109">
                  <c:v>51.42063904</c:v>
                </c:pt>
                <c:pt idx="110">
                  <c:v>51.41997257</c:v>
                </c:pt>
                <c:pt idx="111">
                  <c:v>51.4193573</c:v>
                </c:pt>
                <c:pt idx="112">
                  <c:v>51.41867065</c:v>
                </c:pt>
                <c:pt idx="113">
                  <c:v>51.41793823</c:v>
                </c:pt>
                <c:pt idx="114">
                  <c:v>51.41725159</c:v>
                </c:pt>
                <c:pt idx="115">
                  <c:v>51.41647339</c:v>
                </c:pt>
                <c:pt idx="116">
                  <c:v>51.41573631</c:v>
                </c:pt>
                <c:pt idx="117">
                  <c:v>51.4151001</c:v>
                </c:pt>
                <c:pt idx="118">
                  <c:v>51.41445923</c:v>
                </c:pt>
                <c:pt idx="119">
                  <c:v>51.41382767</c:v>
                </c:pt>
                <c:pt idx="120">
                  <c:v>51.41299438</c:v>
                </c:pt>
                <c:pt idx="121">
                  <c:v>51.41239929</c:v>
                </c:pt>
                <c:pt idx="122">
                  <c:v>51.41177937</c:v>
                </c:pt>
                <c:pt idx="123">
                  <c:v>51.41098798</c:v>
                </c:pt>
                <c:pt idx="124">
                  <c:v>51.41024315</c:v>
                </c:pt>
                <c:pt idx="125">
                  <c:v>51.40945176</c:v>
                </c:pt>
                <c:pt idx="126">
                  <c:v>51.40870692</c:v>
                </c:pt>
                <c:pt idx="127">
                  <c:v>51.40810174</c:v>
                </c:pt>
                <c:pt idx="128">
                  <c:v>51.40722656</c:v>
                </c:pt>
                <c:pt idx="129">
                  <c:v>51.40656552</c:v>
                </c:pt>
                <c:pt idx="130">
                  <c:v>51.40567017</c:v>
                </c:pt>
                <c:pt idx="131">
                  <c:v>51.40489197</c:v>
                </c:pt>
                <c:pt idx="132">
                  <c:v>51.40423791</c:v>
                </c:pt>
                <c:pt idx="133">
                  <c:v>51.4034729</c:v>
                </c:pt>
                <c:pt idx="134">
                  <c:v>51.40287781</c:v>
                </c:pt>
                <c:pt idx="135">
                  <c:v>51.4019103</c:v>
                </c:pt>
                <c:pt idx="136">
                  <c:v>51.40139822</c:v>
                </c:pt>
                <c:pt idx="137">
                  <c:v>51.40056028</c:v>
                </c:pt>
                <c:pt idx="138">
                  <c:v>51.39990234</c:v>
                </c:pt>
                <c:pt idx="139">
                  <c:v>51.39897751</c:v>
                </c:pt>
                <c:pt idx="140">
                  <c:v>51.39837233</c:v>
                </c:pt>
                <c:pt idx="141">
                  <c:v>51.39753439</c:v>
                </c:pt>
                <c:pt idx="142">
                  <c:v>51.396743</c:v>
                </c:pt>
                <c:pt idx="143">
                  <c:v>51.39605713</c:v>
                </c:pt>
                <c:pt idx="144">
                  <c:v>51.39525333</c:v>
                </c:pt>
                <c:pt idx="145">
                  <c:v>51.39446194</c:v>
                </c:pt>
                <c:pt idx="146">
                  <c:v>51.39358521</c:v>
                </c:pt>
                <c:pt idx="147">
                  <c:v>51.39278606</c:v>
                </c:pt>
                <c:pt idx="148">
                  <c:v>51.39162225</c:v>
                </c:pt>
                <c:pt idx="149">
                  <c:v>51.39120483</c:v>
                </c:pt>
                <c:pt idx="150">
                  <c:v>51.39028931</c:v>
                </c:pt>
                <c:pt idx="151">
                  <c:v>51.38920154</c:v>
                </c:pt>
                <c:pt idx="152">
                  <c:v>51.38841248</c:v>
                </c:pt>
                <c:pt idx="153">
                  <c:v>51.38749695</c:v>
                </c:pt>
                <c:pt idx="154">
                  <c:v>51.3866272</c:v>
                </c:pt>
                <c:pt idx="155">
                  <c:v>51.38584977</c:v>
                </c:pt>
                <c:pt idx="156">
                  <c:v>51.38529968</c:v>
                </c:pt>
                <c:pt idx="157">
                  <c:v>51.38424683</c:v>
                </c:pt>
                <c:pt idx="158">
                  <c:v>51.38347561</c:v>
                </c:pt>
                <c:pt idx="159">
                  <c:v>51.38241577</c:v>
                </c:pt>
                <c:pt idx="160">
                  <c:v>51.38161352</c:v>
                </c:pt>
                <c:pt idx="161">
                  <c:v>51.38072903</c:v>
                </c:pt>
                <c:pt idx="162">
                  <c:v>51.37966919</c:v>
                </c:pt>
                <c:pt idx="163">
                  <c:v>51.37879944</c:v>
                </c:pt>
                <c:pt idx="164">
                  <c:v>51.37779624</c:v>
                </c:pt>
                <c:pt idx="165">
                  <c:v>51.37719106</c:v>
                </c:pt>
                <c:pt idx="166">
                  <c:v>51.37593415</c:v>
                </c:pt>
                <c:pt idx="167">
                  <c:v>51.37556173</c:v>
                </c:pt>
                <c:pt idx="168">
                  <c:v>51.37449646</c:v>
                </c:pt>
                <c:pt idx="169">
                  <c:v>51.37332722</c:v>
                </c:pt>
                <c:pt idx="170">
                  <c:v>51.37252808</c:v>
                </c:pt>
                <c:pt idx="171">
                  <c:v>51.37165134</c:v>
                </c:pt>
                <c:pt idx="172">
                  <c:v>51.37076685</c:v>
                </c:pt>
                <c:pt idx="173">
                  <c:v>51.36987305</c:v>
                </c:pt>
                <c:pt idx="174">
                  <c:v>51.36885821</c:v>
                </c:pt>
                <c:pt idx="175">
                  <c:v>51.36806682</c:v>
                </c:pt>
                <c:pt idx="176">
                  <c:v>51.36718233</c:v>
                </c:pt>
                <c:pt idx="177">
                  <c:v>51.36621094</c:v>
                </c:pt>
                <c:pt idx="178">
                  <c:v>51.36538696</c:v>
                </c:pt>
                <c:pt idx="179">
                  <c:v>51.36447144</c:v>
                </c:pt>
                <c:pt idx="180">
                  <c:v>51.36369091</c:v>
                </c:pt>
                <c:pt idx="181">
                  <c:v>51.36271331</c:v>
                </c:pt>
                <c:pt idx="182">
                  <c:v>51.36182882</c:v>
                </c:pt>
                <c:pt idx="183">
                  <c:v>51.36090088</c:v>
                </c:pt>
                <c:pt idx="184">
                  <c:v>51.36003113</c:v>
                </c:pt>
                <c:pt idx="185">
                  <c:v>51.35922189</c:v>
                </c:pt>
                <c:pt idx="186">
                  <c:v>51.3583374</c:v>
                </c:pt>
                <c:pt idx="187">
                  <c:v>51.35754601</c:v>
                </c:pt>
                <c:pt idx="188">
                  <c:v>51.35655212</c:v>
                </c:pt>
                <c:pt idx="189">
                  <c:v>51.35554504</c:v>
                </c:pt>
                <c:pt idx="190">
                  <c:v>51.35475288</c:v>
                </c:pt>
                <c:pt idx="191">
                  <c:v>51.35386839</c:v>
                </c:pt>
                <c:pt idx="192">
                  <c:v>51.35289079</c:v>
                </c:pt>
                <c:pt idx="193">
                  <c:v>51.3520063</c:v>
                </c:pt>
                <c:pt idx="194">
                  <c:v>51.3510287</c:v>
                </c:pt>
                <c:pt idx="195">
                  <c:v>51.35018921</c:v>
                </c:pt>
                <c:pt idx="196">
                  <c:v>51.34931946</c:v>
                </c:pt>
                <c:pt idx="197">
                  <c:v>51.34831238</c:v>
                </c:pt>
                <c:pt idx="198">
                  <c:v>51.34762573</c:v>
                </c:pt>
                <c:pt idx="199">
                  <c:v>51.34671021</c:v>
                </c:pt>
                <c:pt idx="200">
                  <c:v>51.34593201</c:v>
                </c:pt>
                <c:pt idx="201">
                  <c:v>51.34493036</c:v>
                </c:pt>
                <c:pt idx="202">
                  <c:v>51.34405518</c:v>
                </c:pt>
                <c:pt idx="203">
                  <c:v>51.34313965</c:v>
                </c:pt>
                <c:pt idx="204">
                  <c:v>51.34218378</c:v>
                </c:pt>
                <c:pt idx="205">
                  <c:v>51.34120618</c:v>
                </c:pt>
                <c:pt idx="206">
                  <c:v>51.34032169</c:v>
                </c:pt>
                <c:pt idx="207">
                  <c:v>51.33943176</c:v>
                </c:pt>
                <c:pt idx="208">
                  <c:v>51.33859925</c:v>
                </c:pt>
                <c:pt idx="209">
                  <c:v>51.33771476</c:v>
                </c:pt>
                <c:pt idx="210">
                  <c:v>51.33682251</c:v>
                </c:pt>
                <c:pt idx="211">
                  <c:v>51.33595276</c:v>
                </c:pt>
                <c:pt idx="212">
                  <c:v>51.33503723</c:v>
                </c:pt>
                <c:pt idx="213">
                  <c:v>51.33407593</c:v>
                </c:pt>
                <c:pt idx="214">
                  <c:v>51.3332923</c:v>
                </c:pt>
                <c:pt idx="215">
                  <c:v>51.3323147</c:v>
                </c:pt>
                <c:pt idx="216">
                  <c:v>51.33151245</c:v>
                </c:pt>
                <c:pt idx="217">
                  <c:v>51.33073425</c:v>
                </c:pt>
                <c:pt idx="218">
                  <c:v>51.32994054</c:v>
                </c:pt>
                <c:pt idx="219">
                  <c:v>51.32917786</c:v>
                </c:pt>
                <c:pt idx="220">
                  <c:v>51.32826233</c:v>
                </c:pt>
                <c:pt idx="221">
                  <c:v>51.32738016</c:v>
                </c:pt>
                <c:pt idx="222">
                  <c:v>51.32658878</c:v>
                </c:pt>
                <c:pt idx="223">
                  <c:v>51.32579041</c:v>
                </c:pt>
                <c:pt idx="224">
                  <c:v>51.32519531</c:v>
                </c:pt>
                <c:pt idx="225">
                  <c:v>51.32423401</c:v>
                </c:pt>
                <c:pt idx="226">
                  <c:v>51.32356288</c:v>
                </c:pt>
                <c:pt idx="227">
                  <c:v>51.32290649</c:v>
                </c:pt>
                <c:pt idx="228">
                  <c:v>51.32216631</c:v>
                </c:pt>
                <c:pt idx="229">
                  <c:v>51.32142148</c:v>
                </c:pt>
                <c:pt idx="230">
                  <c:v>51.32080078</c:v>
                </c:pt>
                <c:pt idx="231">
                  <c:v>51.32002258</c:v>
                </c:pt>
                <c:pt idx="232">
                  <c:v>51.31933594</c:v>
                </c:pt>
                <c:pt idx="233">
                  <c:v>51.31864929</c:v>
                </c:pt>
                <c:pt idx="234">
                  <c:v>51.3180542</c:v>
                </c:pt>
                <c:pt idx="235">
                  <c:v>51.31736755</c:v>
                </c:pt>
                <c:pt idx="236">
                  <c:v>51.31668091</c:v>
                </c:pt>
                <c:pt idx="237">
                  <c:v>51.31602142</c:v>
                </c:pt>
                <c:pt idx="238">
                  <c:v>51.31544495</c:v>
                </c:pt>
                <c:pt idx="239">
                  <c:v>51.3146714</c:v>
                </c:pt>
                <c:pt idx="240">
                  <c:v>51.31407166</c:v>
                </c:pt>
                <c:pt idx="241">
                  <c:v>51.31322828</c:v>
                </c:pt>
                <c:pt idx="242">
                  <c:v>51.31253</c:v>
                </c:pt>
                <c:pt idx="243">
                  <c:v>51.31219482</c:v>
                </c:pt>
                <c:pt idx="244">
                  <c:v>51.31122654</c:v>
                </c:pt>
                <c:pt idx="245">
                  <c:v>51.31059265</c:v>
                </c:pt>
                <c:pt idx="246">
                  <c:v>51.31029549</c:v>
                </c:pt>
                <c:pt idx="247">
                  <c:v>51.30940247</c:v>
                </c:pt>
                <c:pt idx="248">
                  <c:v>51.3087616</c:v>
                </c:pt>
                <c:pt idx="249">
                  <c:v>51.30812073</c:v>
                </c:pt>
                <c:pt idx="250">
                  <c:v>51.30757141</c:v>
                </c:pt>
                <c:pt idx="251">
                  <c:v>51.30685063</c:v>
                </c:pt>
                <c:pt idx="252">
                  <c:v>51.30628967</c:v>
                </c:pt>
                <c:pt idx="253">
                  <c:v>51.30560303</c:v>
                </c:pt>
                <c:pt idx="254">
                  <c:v>51.30503509</c:v>
                </c:pt>
                <c:pt idx="255">
                  <c:v>51.30441284</c:v>
                </c:pt>
                <c:pt idx="256">
                  <c:v>51.30377197</c:v>
                </c:pt>
                <c:pt idx="257">
                  <c:v>51.30321955</c:v>
                </c:pt>
                <c:pt idx="258">
                  <c:v>51.30252127</c:v>
                </c:pt>
                <c:pt idx="259">
                  <c:v>51.30186954</c:v>
                </c:pt>
                <c:pt idx="260">
                  <c:v>51.30126436</c:v>
                </c:pt>
                <c:pt idx="261">
                  <c:v>51.30061263</c:v>
                </c:pt>
                <c:pt idx="262">
                  <c:v>51.29997253</c:v>
                </c:pt>
                <c:pt idx="263">
                  <c:v>51.29940227</c:v>
                </c:pt>
                <c:pt idx="264">
                  <c:v>51.29879709</c:v>
                </c:pt>
                <c:pt idx="265">
                  <c:v>51.29804993</c:v>
                </c:pt>
                <c:pt idx="266">
                  <c:v>51.29749363</c:v>
                </c:pt>
                <c:pt idx="267">
                  <c:v>51.29679534</c:v>
                </c:pt>
                <c:pt idx="268">
                  <c:v>51.29614361</c:v>
                </c:pt>
                <c:pt idx="269">
                  <c:v>51.29553843</c:v>
                </c:pt>
                <c:pt idx="270">
                  <c:v>51.29484015</c:v>
                </c:pt>
                <c:pt idx="271">
                  <c:v>51.29429626</c:v>
                </c:pt>
                <c:pt idx="272">
                  <c:v>51.29395566</c:v>
                </c:pt>
                <c:pt idx="273">
                  <c:v>51.29319763</c:v>
                </c:pt>
                <c:pt idx="274">
                  <c:v>51.29232788</c:v>
                </c:pt>
                <c:pt idx="275">
                  <c:v>51.2917677</c:v>
                </c:pt>
                <c:pt idx="276">
                  <c:v>51.29106942</c:v>
                </c:pt>
                <c:pt idx="277">
                  <c:v>51.29049683</c:v>
                </c:pt>
                <c:pt idx="278">
                  <c:v>51.28990173</c:v>
                </c:pt>
                <c:pt idx="279">
                  <c:v>51.28930664</c:v>
                </c:pt>
                <c:pt idx="280">
                  <c:v>51.28874181</c:v>
                </c:pt>
                <c:pt idx="281">
                  <c:v>51.28813663</c:v>
                </c:pt>
                <c:pt idx="282">
                  <c:v>51.28738403</c:v>
                </c:pt>
                <c:pt idx="283">
                  <c:v>51.28674316</c:v>
                </c:pt>
                <c:pt idx="284">
                  <c:v>51.28623962</c:v>
                </c:pt>
                <c:pt idx="285">
                  <c:v>51.28569031</c:v>
                </c:pt>
                <c:pt idx="286">
                  <c:v>51.28477478</c:v>
                </c:pt>
                <c:pt idx="287">
                  <c:v>51.28422624</c:v>
                </c:pt>
                <c:pt idx="288">
                  <c:v>51.28358459</c:v>
                </c:pt>
                <c:pt idx="289">
                  <c:v>51.28308105</c:v>
                </c:pt>
                <c:pt idx="290">
                  <c:v>51.28217794</c:v>
                </c:pt>
                <c:pt idx="291">
                  <c:v>51.28161621</c:v>
                </c:pt>
                <c:pt idx="292">
                  <c:v>51.28097534</c:v>
                </c:pt>
                <c:pt idx="293">
                  <c:v>51.28040896</c:v>
                </c:pt>
                <c:pt idx="294">
                  <c:v>51.27973938</c:v>
                </c:pt>
                <c:pt idx="295">
                  <c:v>51.27909851</c:v>
                </c:pt>
                <c:pt idx="296">
                  <c:v>51.27840721</c:v>
                </c:pt>
                <c:pt idx="297">
                  <c:v>51.27799988</c:v>
                </c:pt>
                <c:pt idx="298">
                  <c:v>51.27742961</c:v>
                </c:pt>
                <c:pt idx="299">
                  <c:v>51.27644348</c:v>
                </c:pt>
                <c:pt idx="300">
                  <c:v>51.27580028</c:v>
                </c:pt>
                <c:pt idx="301">
                  <c:v>51.275102</c:v>
                </c:pt>
                <c:pt idx="302">
                  <c:v>51.27472958</c:v>
                </c:pt>
                <c:pt idx="303">
                  <c:v>51.27378845</c:v>
                </c:pt>
                <c:pt idx="304">
                  <c:v>51.27342224</c:v>
                </c:pt>
                <c:pt idx="305">
                  <c:v>51.2727356</c:v>
                </c:pt>
                <c:pt idx="306">
                  <c:v>51.27204895</c:v>
                </c:pt>
                <c:pt idx="307">
                  <c:v>51.27128472</c:v>
                </c:pt>
                <c:pt idx="308">
                  <c:v>51.27072144</c:v>
                </c:pt>
                <c:pt idx="309">
                  <c:v>51.27007436</c:v>
                </c:pt>
                <c:pt idx="310">
                  <c:v>51.26934814</c:v>
                </c:pt>
                <c:pt idx="311">
                  <c:v>51.2686615</c:v>
                </c:pt>
                <c:pt idx="312">
                  <c:v>51.26797485</c:v>
                </c:pt>
                <c:pt idx="313">
                  <c:v>51.26737433</c:v>
                </c:pt>
                <c:pt idx="314">
                  <c:v>51.2667226</c:v>
                </c:pt>
                <c:pt idx="315">
                  <c:v>51.26597776</c:v>
                </c:pt>
                <c:pt idx="316">
                  <c:v>51.26532603</c:v>
                </c:pt>
                <c:pt idx="317">
                  <c:v>51.26472473</c:v>
                </c:pt>
                <c:pt idx="318">
                  <c:v>51.26406912</c:v>
                </c:pt>
                <c:pt idx="319">
                  <c:v>51.26335144</c:v>
                </c:pt>
                <c:pt idx="320">
                  <c:v>51.26271057</c:v>
                </c:pt>
                <c:pt idx="321">
                  <c:v>51.26206737</c:v>
                </c:pt>
                <c:pt idx="322">
                  <c:v>51.2615553</c:v>
                </c:pt>
                <c:pt idx="323">
                  <c:v>51.26097107</c:v>
                </c:pt>
                <c:pt idx="324">
                  <c:v>51.26023865</c:v>
                </c:pt>
                <c:pt idx="325">
                  <c:v>51.25964666</c:v>
                </c:pt>
                <c:pt idx="326">
                  <c:v>51.25891113</c:v>
                </c:pt>
                <c:pt idx="327">
                  <c:v>51.25801733</c:v>
                </c:pt>
                <c:pt idx="328">
                  <c:v>51.25744629</c:v>
                </c:pt>
                <c:pt idx="329">
                  <c:v>51.25689697</c:v>
                </c:pt>
                <c:pt idx="330">
                  <c:v>51.25616455</c:v>
                </c:pt>
                <c:pt idx="331">
                  <c:v>51.25559661</c:v>
                </c:pt>
                <c:pt idx="332">
                  <c:v>51.25488281</c:v>
                </c:pt>
                <c:pt idx="333">
                  <c:v>51.25420005</c:v>
                </c:pt>
                <c:pt idx="334">
                  <c:v>51.25346375</c:v>
                </c:pt>
                <c:pt idx="335">
                  <c:v>51.25300598</c:v>
                </c:pt>
                <c:pt idx="336">
                  <c:v>51.25236511</c:v>
                </c:pt>
                <c:pt idx="337">
                  <c:v>51.25167847</c:v>
                </c:pt>
                <c:pt idx="338">
                  <c:v>51.25089484</c:v>
                </c:pt>
                <c:pt idx="339">
                  <c:v>51.25024311</c:v>
                </c:pt>
                <c:pt idx="340">
                  <c:v>51.24959137</c:v>
                </c:pt>
                <c:pt idx="341">
                  <c:v>51.24884033</c:v>
                </c:pt>
                <c:pt idx="342">
                  <c:v>51.24842757</c:v>
                </c:pt>
                <c:pt idx="343">
                  <c:v>51.24777584</c:v>
                </c:pt>
                <c:pt idx="344">
                  <c:v>51.24710083</c:v>
                </c:pt>
                <c:pt idx="345">
                  <c:v>51.24609996</c:v>
                </c:pt>
                <c:pt idx="346">
                  <c:v>51.24554133</c:v>
                </c:pt>
                <c:pt idx="347">
                  <c:v>51.24484305</c:v>
                </c:pt>
                <c:pt idx="348">
                  <c:v>51.24421692</c:v>
                </c:pt>
                <c:pt idx="349">
                  <c:v>51.24363269</c:v>
                </c:pt>
                <c:pt idx="350">
                  <c:v>51.24288785</c:v>
                </c:pt>
                <c:pt idx="351">
                  <c:v>51.24223612</c:v>
                </c:pt>
                <c:pt idx="352">
                  <c:v>51.24160767</c:v>
                </c:pt>
                <c:pt idx="353">
                  <c:v>51.24093266</c:v>
                </c:pt>
                <c:pt idx="354">
                  <c:v>51.24042058</c:v>
                </c:pt>
                <c:pt idx="355">
                  <c:v>51.23967575</c:v>
                </c:pt>
                <c:pt idx="356">
                  <c:v>51.23908997</c:v>
                </c:pt>
                <c:pt idx="357">
                  <c:v>51.23840332</c:v>
                </c:pt>
                <c:pt idx="358">
                  <c:v>51.23776245</c:v>
                </c:pt>
                <c:pt idx="359">
                  <c:v>51.23707581</c:v>
                </c:pt>
                <c:pt idx="360">
                  <c:v>51.23641709</c:v>
                </c:pt>
                <c:pt idx="361">
                  <c:v>51.2359314</c:v>
                </c:pt>
                <c:pt idx="362">
                  <c:v>51.23548605</c:v>
                </c:pt>
                <c:pt idx="363">
                  <c:v>51.23492742</c:v>
                </c:pt>
                <c:pt idx="364">
                  <c:v>51.23450845</c:v>
                </c:pt>
                <c:pt idx="365">
                  <c:v>51.23404293</c:v>
                </c:pt>
                <c:pt idx="366">
                  <c:v>51.23373413</c:v>
                </c:pt>
                <c:pt idx="367">
                  <c:v>51.23336792</c:v>
                </c:pt>
                <c:pt idx="368">
                  <c:v>51.23311188</c:v>
                </c:pt>
                <c:pt idx="369">
                  <c:v>51.23286438</c:v>
                </c:pt>
                <c:pt idx="370">
                  <c:v>51.2326355</c:v>
                </c:pt>
                <c:pt idx="371">
                  <c:v>51.2324136</c:v>
                </c:pt>
                <c:pt idx="372">
                  <c:v>51.23231506</c:v>
                </c:pt>
                <c:pt idx="373">
                  <c:v>51.23213196</c:v>
                </c:pt>
                <c:pt idx="374">
                  <c:v>51.23208618</c:v>
                </c:pt>
                <c:pt idx="375">
                  <c:v>51.23194808</c:v>
                </c:pt>
                <c:pt idx="376">
                  <c:v>51.23185497</c:v>
                </c:pt>
                <c:pt idx="377">
                  <c:v>51.23180842</c:v>
                </c:pt>
                <c:pt idx="378">
                  <c:v>51.23176187</c:v>
                </c:pt>
                <c:pt idx="379">
                  <c:v>51.23171997</c:v>
                </c:pt>
                <c:pt idx="380">
                  <c:v>51.23167419</c:v>
                </c:pt>
                <c:pt idx="381">
                  <c:v>51.23162221</c:v>
                </c:pt>
                <c:pt idx="382">
                  <c:v>51.23162221</c:v>
                </c:pt>
                <c:pt idx="383">
                  <c:v>51.23158264</c:v>
                </c:pt>
                <c:pt idx="384">
                  <c:v>51.23153687</c:v>
                </c:pt>
                <c:pt idx="385">
                  <c:v>51.23153687</c:v>
                </c:pt>
                <c:pt idx="386">
                  <c:v>51.23148255</c:v>
                </c:pt>
                <c:pt idx="387">
                  <c:v>51.23148255</c:v>
                </c:pt>
                <c:pt idx="388">
                  <c:v>51.23144531</c:v>
                </c:pt>
                <c:pt idx="389">
                  <c:v>51.231436</c:v>
                </c:pt>
                <c:pt idx="390">
                  <c:v>51.23139954</c:v>
                </c:pt>
                <c:pt idx="391">
                  <c:v>51.23139954</c:v>
                </c:pt>
                <c:pt idx="392">
                  <c:v>51.23138945</c:v>
                </c:pt>
                <c:pt idx="393">
                  <c:v>51.23139954</c:v>
                </c:pt>
                <c:pt idx="394">
                  <c:v>51.23138945</c:v>
                </c:pt>
                <c:pt idx="395">
                  <c:v>51.23135376</c:v>
                </c:pt>
                <c:pt idx="396">
                  <c:v>51.23135376</c:v>
                </c:pt>
                <c:pt idx="397">
                  <c:v>51.23135376</c:v>
                </c:pt>
                <c:pt idx="398">
                  <c:v>51.23135376</c:v>
                </c:pt>
                <c:pt idx="399">
                  <c:v>51.2313429</c:v>
                </c:pt>
                <c:pt idx="400">
                  <c:v>51.23135376</c:v>
                </c:pt>
                <c:pt idx="401">
                  <c:v>51.23135376</c:v>
                </c:pt>
                <c:pt idx="402">
                  <c:v>51.23135376</c:v>
                </c:pt>
                <c:pt idx="403">
                  <c:v>51.2313429</c:v>
                </c:pt>
                <c:pt idx="404">
                  <c:v>51.23135376</c:v>
                </c:pt>
                <c:pt idx="405">
                  <c:v>51.23135376</c:v>
                </c:pt>
                <c:pt idx="406">
                  <c:v>51.2313429</c:v>
                </c:pt>
                <c:pt idx="407">
                  <c:v>51.23135376</c:v>
                </c:pt>
                <c:pt idx="408">
                  <c:v>51.2313429</c:v>
                </c:pt>
                <c:pt idx="409">
                  <c:v>51.23138945</c:v>
                </c:pt>
                <c:pt idx="410">
                  <c:v>51.23138945</c:v>
                </c:pt>
                <c:pt idx="411">
                  <c:v>51.23138945</c:v>
                </c:pt>
                <c:pt idx="412">
                  <c:v>51.23139954</c:v>
                </c:pt>
                <c:pt idx="413">
                  <c:v>51.23138945</c:v>
                </c:pt>
                <c:pt idx="414">
                  <c:v>51.23139954</c:v>
                </c:pt>
                <c:pt idx="415">
                  <c:v>51.231436</c:v>
                </c:pt>
                <c:pt idx="416">
                  <c:v>51.23144531</c:v>
                </c:pt>
                <c:pt idx="417">
                  <c:v>51.231436</c:v>
                </c:pt>
                <c:pt idx="418">
                  <c:v>51.23144531</c:v>
                </c:pt>
                <c:pt idx="419">
                  <c:v>51.23148255</c:v>
                </c:pt>
                <c:pt idx="420">
                  <c:v>51.23149109</c:v>
                </c:pt>
                <c:pt idx="421">
                  <c:v>51.23148255</c:v>
                </c:pt>
                <c:pt idx="422">
                  <c:v>51.23148255</c:v>
                </c:pt>
                <c:pt idx="423">
                  <c:v>51.23149109</c:v>
                </c:pt>
                <c:pt idx="424">
                  <c:v>51.23149109</c:v>
                </c:pt>
                <c:pt idx="425">
                  <c:v>51.23153687</c:v>
                </c:pt>
                <c:pt idx="426">
                  <c:v>51.23152911</c:v>
                </c:pt>
                <c:pt idx="427">
                  <c:v>51.23152911</c:v>
                </c:pt>
                <c:pt idx="428">
                  <c:v>51.23153687</c:v>
                </c:pt>
                <c:pt idx="429">
                  <c:v>51.23153687</c:v>
                </c:pt>
                <c:pt idx="430">
                  <c:v>51.23152911</c:v>
                </c:pt>
                <c:pt idx="431">
                  <c:v>51.23153687</c:v>
                </c:pt>
                <c:pt idx="432">
                  <c:v>51.23152911</c:v>
                </c:pt>
                <c:pt idx="433">
                  <c:v>51.23153687</c:v>
                </c:pt>
                <c:pt idx="434">
                  <c:v>51.23152911</c:v>
                </c:pt>
                <c:pt idx="435">
                  <c:v>51.23153687</c:v>
                </c:pt>
                <c:pt idx="436">
                  <c:v>51.23153687</c:v>
                </c:pt>
                <c:pt idx="437">
                  <c:v>51.23153687</c:v>
                </c:pt>
                <c:pt idx="438">
                  <c:v>51.23148255</c:v>
                </c:pt>
                <c:pt idx="439">
                  <c:v>51.23149109</c:v>
                </c:pt>
                <c:pt idx="440">
                  <c:v>51.23149109</c:v>
                </c:pt>
                <c:pt idx="441">
                  <c:v>51.23144531</c:v>
                </c:pt>
                <c:pt idx="442">
                  <c:v>51.23144531</c:v>
                </c:pt>
                <c:pt idx="443">
                  <c:v>51.23139954</c:v>
                </c:pt>
                <c:pt idx="444">
                  <c:v>51.23139954</c:v>
                </c:pt>
                <c:pt idx="445">
                  <c:v>51.23135376</c:v>
                </c:pt>
                <c:pt idx="446">
                  <c:v>51.23135376</c:v>
                </c:pt>
                <c:pt idx="447">
                  <c:v>51.23130798</c:v>
                </c:pt>
                <c:pt idx="448">
                  <c:v>51.23130798</c:v>
                </c:pt>
                <c:pt idx="449">
                  <c:v>51.23126221</c:v>
                </c:pt>
                <c:pt idx="450">
                  <c:v>51.23121643</c:v>
                </c:pt>
                <c:pt idx="451">
                  <c:v>51.23117065</c:v>
                </c:pt>
                <c:pt idx="452">
                  <c:v>51.23112488</c:v>
                </c:pt>
                <c:pt idx="453">
                  <c:v>51.23111014</c:v>
                </c:pt>
                <c:pt idx="454">
                  <c:v>51.23106358</c:v>
                </c:pt>
                <c:pt idx="455">
                  <c:v>51.23103333</c:v>
                </c:pt>
                <c:pt idx="456">
                  <c:v>51.23097048</c:v>
                </c:pt>
                <c:pt idx="457">
                  <c:v>51.23092393</c:v>
                </c:pt>
                <c:pt idx="458">
                  <c:v>51.230896</c:v>
                </c:pt>
                <c:pt idx="459">
                  <c:v>51.23087738</c:v>
                </c:pt>
                <c:pt idx="460">
                  <c:v>51.23083082</c:v>
                </c:pt>
                <c:pt idx="461">
                  <c:v>51.23078427</c:v>
                </c:pt>
                <c:pt idx="462">
                  <c:v>51.23073772</c:v>
                </c:pt>
                <c:pt idx="463">
                  <c:v>51.23069117</c:v>
                </c:pt>
                <c:pt idx="464">
                  <c:v>51.23064461</c:v>
                </c:pt>
                <c:pt idx="465">
                  <c:v>51.23059806</c:v>
                </c:pt>
                <c:pt idx="466">
                  <c:v>51.23052979</c:v>
                </c:pt>
                <c:pt idx="467">
                  <c:v>51.23050496</c:v>
                </c:pt>
                <c:pt idx="468">
                  <c:v>51.23043823</c:v>
                </c:pt>
                <c:pt idx="469">
                  <c:v>51.23041185</c:v>
                </c:pt>
                <c:pt idx="470">
                  <c:v>51.23034668</c:v>
                </c:pt>
                <c:pt idx="471">
                  <c:v>51.2303009</c:v>
                </c:pt>
                <c:pt idx="472">
                  <c:v>51.23025513</c:v>
                </c:pt>
                <c:pt idx="473">
                  <c:v>51.23016357</c:v>
                </c:pt>
                <c:pt idx="474">
                  <c:v>51.23013254</c:v>
                </c:pt>
                <c:pt idx="475">
                  <c:v>51.23007202</c:v>
                </c:pt>
                <c:pt idx="476">
                  <c:v>51.23003943</c:v>
                </c:pt>
                <c:pt idx="477">
                  <c:v>51.22998047</c:v>
                </c:pt>
                <c:pt idx="478">
                  <c:v>51.22989978</c:v>
                </c:pt>
                <c:pt idx="479">
                  <c:v>51.22985323</c:v>
                </c:pt>
                <c:pt idx="480">
                  <c:v>51.22975159</c:v>
                </c:pt>
                <c:pt idx="481">
                  <c:v>51.22971357</c:v>
                </c:pt>
                <c:pt idx="482">
                  <c:v>51.22962046</c:v>
                </c:pt>
                <c:pt idx="483">
                  <c:v>51.22957391</c:v>
                </c:pt>
                <c:pt idx="484">
                  <c:v>51.22952271</c:v>
                </c:pt>
                <c:pt idx="485">
                  <c:v>51.22948081</c:v>
                </c:pt>
                <c:pt idx="486">
                  <c:v>51.2293877</c:v>
                </c:pt>
                <c:pt idx="487">
                  <c:v>51.22934115</c:v>
                </c:pt>
                <c:pt idx="488">
                  <c:v>51.22924805</c:v>
                </c:pt>
                <c:pt idx="489">
                  <c:v>51.22920227</c:v>
                </c:pt>
                <c:pt idx="490">
                  <c:v>51.22915649</c:v>
                </c:pt>
                <c:pt idx="491">
                  <c:v>51.22906184</c:v>
                </c:pt>
                <c:pt idx="492">
                  <c:v>51.22897339</c:v>
                </c:pt>
                <c:pt idx="493">
                  <c:v>51.22896873</c:v>
                </c:pt>
                <c:pt idx="494">
                  <c:v>51.22888184</c:v>
                </c:pt>
                <c:pt idx="495">
                  <c:v>51.22878252</c:v>
                </c:pt>
                <c:pt idx="496">
                  <c:v>51.22873597</c:v>
                </c:pt>
                <c:pt idx="497">
                  <c:v>51.22868942</c:v>
                </c:pt>
                <c:pt idx="498">
                  <c:v>51.22860718</c:v>
                </c:pt>
                <c:pt idx="499">
                  <c:v>51.22851563</c:v>
                </c:pt>
                <c:pt idx="500">
                  <c:v>51.22845666</c:v>
                </c:pt>
                <c:pt idx="501">
                  <c:v>51.22841011</c:v>
                </c:pt>
                <c:pt idx="502">
                  <c:v>51.22833252</c:v>
                </c:pt>
                <c:pt idx="503">
                  <c:v>51.22827045</c:v>
                </c:pt>
                <c:pt idx="504">
                  <c:v>51.22819519</c:v>
                </c:pt>
                <c:pt idx="505">
                  <c:v>51.22814941</c:v>
                </c:pt>
                <c:pt idx="506">
                  <c:v>51.22808424</c:v>
                </c:pt>
                <c:pt idx="507">
                  <c:v>51.22805786</c:v>
                </c:pt>
                <c:pt idx="508">
                  <c:v>51.22796631</c:v>
                </c:pt>
                <c:pt idx="509">
                  <c:v>51.22792053</c:v>
                </c:pt>
                <c:pt idx="510">
                  <c:v>51.22785148</c:v>
                </c:pt>
                <c:pt idx="511">
                  <c:v>51.2277832</c:v>
                </c:pt>
                <c:pt idx="512">
                  <c:v>51.22775838</c:v>
                </c:pt>
                <c:pt idx="513">
                  <c:v>51.22769165</c:v>
                </c:pt>
                <c:pt idx="514">
                  <c:v>51.22764587</c:v>
                </c:pt>
                <c:pt idx="515">
                  <c:v>51.22755432</c:v>
                </c:pt>
                <c:pt idx="516">
                  <c:v>51.22752561</c:v>
                </c:pt>
                <c:pt idx="517">
                  <c:v>51.22746277</c:v>
                </c:pt>
                <c:pt idx="518">
                  <c:v>51.22743251</c:v>
                </c:pt>
                <c:pt idx="519">
                  <c:v>51.22737122</c:v>
                </c:pt>
                <c:pt idx="520">
                  <c:v>51.22732544</c:v>
                </c:pt>
                <c:pt idx="521">
                  <c:v>51.22729285</c:v>
                </c:pt>
                <c:pt idx="522">
                  <c:v>51.2272463</c:v>
                </c:pt>
                <c:pt idx="523">
                  <c:v>51.22719975</c:v>
                </c:pt>
                <c:pt idx="524">
                  <c:v>51.22710664</c:v>
                </c:pt>
                <c:pt idx="525">
                  <c:v>51.22709656</c:v>
                </c:pt>
                <c:pt idx="526">
                  <c:v>51.22706009</c:v>
                </c:pt>
                <c:pt idx="527">
                  <c:v>51.227005</c:v>
                </c:pt>
                <c:pt idx="528">
                  <c:v>51.22696699</c:v>
                </c:pt>
                <c:pt idx="529">
                  <c:v>51.22687388</c:v>
                </c:pt>
                <c:pt idx="530">
                  <c:v>51.22682733</c:v>
                </c:pt>
                <c:pt idx="531">
                  <c:v>51.22677612</c:v>
                </c:pt>
                <c:pt idx="532">
                  <c:v>51.22673035</c:v>
                </c:pt>
                <c:pt idx="533">
                  <c:v>51.22663879</c:v>
                </c:pt>
                <c:pt idx="534">
                  <c:v>51.22659457</c:v>
                </c:pt>
                <c:pt idx="535">
                  <c:v>51.22654802</c:v>
                </c:pt>
                <c:pt idx="536">
                  <c:v>51.22650146</c:v>
                </c:pt>
                <c:pt idx="537">
                  <c:v>51.22645491</c:v>
                </c:pt>
                <c:pt idx="538">
                  <c:v>51.22640991</c:v>
                </c:pt>
                <c:pt idx="539">
                  <c:v>51.22636181</c:v>
                </c:pt>
                <c:pt idx="540">
                  <c:v>51.22631526</c:v>
                </c:pt>
                <c:pt idx="541">
                  <c:v>51.2262687</c:v>
                </c:pt>
                <c:pt idx="542">
                  <c:v>51.22622681</c:v>
                </c:pt>
                <c:pt idx="543">
                  <c:v>51.2261756</c:v>
                </c:pt>
                <c:pt idx="544">
                  <c:v>51.22612905</c:v>
                </c:pt>
                <c:pt idx="545">
                  <c:v>51.22608249</c:v>
                </c:pt>
                <c:pt idx="546">
                  <c:v>51.22603594</c:v>
                </c:pt>
                <c:pt idx="547">
                  <c:v>51.22598939</c:v>
                </c:pt>
                <c:pt idx="548">
                  <c:v>51.22594284</c:v>
                </c:pt>
                <c:pt idx="549">
                  <c:v>51.22589629</c:v>
                </c:pt>
                <c:pt idx="550">
                  <c:v>51.22584973</c:v>
                </c:pt>
                <c:pt idx="551">
                  <c:v>51.22576904</c:v>
                </c:pt>
                <c:pt idx="552">
                  <c:v>51.22572327</c:v>
                </c:pt>
                <c:pt idx="553">
                  <c:v>51.22567749</c:v>
                </c:pt>
                <c:pt idx="554">
                  <c:v>51.22563171</c:v>
                </c:pt>
                <c:pt idx="555">
                  <c:v>51.22554016</c:v>
                </c:pt>
                <c:pt idx="556">
                  <c:v>51.22552387</c:v>
                </c:pt>
                <c:pt idx="557">
                  <c:v>51.22547732</c:v>
                </c:pt>
                <c:pt idx="558">
                  <c:v>51.22540283</c:v>
                </c:pt>
                <c:pt idx="559">
                  <c:v>51.22535706</c:v>
                </c:pt>
                <c:pt idx="560">
                  <c:v>51.22529111</c:v>
                </c:pt>
                <c:pt idx="561">
                  <c:v>51.22521973</c:v>
                </c:pt>
                <c:pt idx="562">
                  <c:v>51.22517395</c:v>
                </c:pt>
                <c:pt idx="563">
                  <c:v>51.2251049</c:v>
                </c:pt>
                <c:pt idx="564">
                  <c:v>51.22505835</c:v>
                </c:pt>
                <c:pt idx="565">
                  <c:v>51.22501179</c:v>
                </c:pt>
                <c:pt idx="566">
                  <c:v>51.22496524</c:v>
                </c:pt>
                <c:pt idx="567">
                  <c:v>51.22489929</c:v>
                </c:pt>
                <c:pt idx="568">
                  <c:v>51.22485352</c:v>
                </c:pt>
                <c:pt idx="569">
                  <c:v>51.22477903</c:v>
                </c:pt>
                <c:pt idx="570">
                  <c:v>51.22476196</c:v>
                </c:pt>
                <c:pt idx="571">
                  <c:v>51.22471619</c:v>
                </c:pt>
                <c:pt idx="572">
                  <c:v>51.22467041</c:v>
                </c:pt>
                <c:pt idx="573">
                  <c:v>51.22462463</c:v>
                </c:pt>
                <c:pt idx="574">
                  <c:v>51.22459282</c:v>
                </c:pt>
                <c:pt idx="575">
                  <c:v>51.22453308</c:v>
                </c:pt>
                <c:pt idx="576">
                  <c:v>51.22449972</c:v>
                </c:pt>
                <c:pt idx="577">
                  <c:v>51.22444153</c:v>
                </c:pt>
                <c:pt idx="578">
                  <c:v>51.22439575</c:v>
                </c:pt>
                <c:pt idx="579">
                  <c:v>51.22436006</c:v>
                </c:pt>
                <c:pt idx="580">
                  <c:v>51.22431351</c:v>
                </c:pt>
                <c:pt idx="581">
                  <c:v>51.22422041</c:v>
                </c:pt>
                <c:pt idx="582">
                  <c:v>51.22421265</c:v>
                </c:pt>
                <c:pt idx="583">
                  <c:v>51.22416687</c:v>
                </c:pt>
                <c:pt idx="584">
                  <c:v>51.22412109</c:v>
                </c:pt>
                <c:pt idx="585">
                  <c:v>51.22408075</c:v>
                </c:pt>
                <c:pt idx="586">
                  <c:v>51.22402954</c:v>
                </c:pt>
                <c:pt idx="587">
                  <c:v>51.22398376</c:v>
                </c:pt>
                <c:pt idx="588">
                  <c:v>51.22394109</c:v>
                </c:pt>
                <c:pt idx="589">
                  <c:v>51.22389454</c:v>
                </c:pt>
                <c:pt idx="590">
                  <c:v>51.22384799</c:v>
                </c:pt>
                <c:pt idx="591">
                  <c:v>51.22380066</c:v>
                </c:pt>
                <c:pt idx="592">
                  <c:v>51.22375488</c:v>
                </c:pt>
                <c:pt idx="593">
                  <c:v>51.22370911</c:v>
                </c:pt>
                <c:pt idx="594">
                  <c:v>51.22366333</c:v>
                </c:pt>
                <c:pt idx="595">
                  <c:v>51.22361523</c:v>
                </c:pt>
                <c:pt idx="596">
                  <c:v>51.22357178</c:v>
                </c:pt>
                <c:pt idx="597">
                  <c:v>51.22352212</c:v>
                </c:pt>
                <c:pt idx="598">
                  <c:v>51.22347557</c:v>
                </c:pt>
                <c:pt idx="599">
                  <c:v>51.22342902</c:v>
                </c:pt>
                <c:pt idx="600">
                  <c:v>51.22338867</c:v>
                </c:pt>
                <c:pt idx="601">
                  <c:v>51.22329712</c:v>
                </c:pt>
                <c:pt idx="602">
                  <c:v>51.22328936</c:v>
                </c:pt>
                <c:pt idx="603">
                  <c:v>51.22320557</c:v>
                </c:pt>
                <c:pt idx="604">
                  <c:v>51.22315979</c:v>
                </c:pt>
                <c:pt idx="605">
                  <c:v>51.22310315</c:v>
                </c:pt>
                <c:pt idx="606">
                  <c:v>51.22306824</c:v>
                </c:pt>
                <c:pt idx="607">
                  <c:v>51.22301005</c:v>
                </c:pt>
                <c:pt idx="608">
                  <c:v>51.22296349</c:v>
                </c:pt>
                <c:pt idx="609">
                  <c:v>51.22293091</c:v>
                </c:pt>
                <c:pt idx="610">
                  <c:v>51.22287039</c:v>
                </c:pt>
                <c:pt idx="611">
                  <c:v>51.22282384</c:v>
                </c:pt>
                <c:pt idx="612">
                  <c:v>51.22277729</c:v>
                </c:pt>
                <c:pt idx="613">
                  <c:v>51.22268418</c:v>
                </c:pt>
                <c:pt idx="614">
                  <c:v>51.22263763</c:v>
                </c:pt>
                <c:pt idx="615">
                  <c:v>51.2225647</c:v>
                </c:pt>
                <c:pt idx="616">
                  <c:v>51.2225647</c:v>
                </c:pt>
                <c:pt idx="617">
                  <c:v>51.22249797</c:v>
                </c:pt>
                <c:pt idx="618">
                  <c:v>51.22245142</c:v>
                </c:pt>
                <c:pt idx="619">
                  <c:v>51.22240487</c:v>
                </c:pt>
                <c:pt idx="620">
                  <c:v>51.22233582</c:v>
                </c:pt>
                <c:pt idx="621">
                  <c:v>51.22231176</c:v>
                </c:pt>
                <c:pt idx="622">
                  <c:v>51.22221866</c:v>
                </c:pt>
                <c:pt idx="623">
                  <c:v>51.222079</c:v>
                </c:pt>
                <c:pt idx="624">
                  <c:v>51.22203245</c:v>
                </c:pt>
                <c:pt idx="625">
                  <c:v>51.22201538</c:v>
                </c:pt>
                <c:pt idx="626">
                  <c:v>51.22192383</c:v>
                </c:pt>
                <c:pt idx="627">
                  <c:v>51.22187805</c:v>
                </c:pt>
                <c:pt idx="628">
                  <c:v>51.22183228</c:v>
                </c:pt>
                <c:pt idx="629">
                  <c:v>51.2217865</c:v>
                </c:pt>
                <c:pt idx="630">
                  <c:v>51.22169495</c:v>
                </c:pt>
                <c:pt idx="631">
                  <c:v>51.22164917</c:v>
                </c:pt>
                <c:pt idx="632">
                  <c:v>51.22160339</c:v>
                </c:pt>
                <c:pt idx="633">
                  <c:v>51.22152038</c:v>
                </c:pt>
                <c:pt idx="634">
                  <c:v>51.22152038</c:v>
                </c:pt>
                <c:pt idx="635">
                  <c:v>51.22142029</c:v>
                </c:pt>
                <c:pt idx="636">
                  <c:v>51.22138072</c:v>
                </c:pt>
                <c:pt idx="637">
                  <c:v>51.22132874</c:v>
                </c:pt>
                <c:pt idx="638">
                  <c:v>51.22123718</c:v>
                </c:pt>
                <c:pt idx="639">
                  <c:v>51.22119451</c:v>
                </c:pt>
                <c:pt idx="640">
                  <c:v>51.22105408</c:v>
                </c:pt>
                <c:pt idx="641">
                  <c:v>51.2210083</c:v>
                </c:pt>
                <c:pt idx="642">
                  <c:v>51.22096175</c:v>
                </c:pt>
                <c:pt idx="643">
                  <c:v>51.22086864</c:v>
                </c:pt>
                <c:pt idx="644">
                  <c:v>51.22086864</c:v>
                </c:pt>
                <c:pt idx="645">
                  <c:v>51.22077554</c:v>
                </c:pt>
                <c:pt idx="646">
                  <c:v>51.22072899</c:v>
                </c:pt>
                <c:pt idx="647">
                  <c:v>51.22068787</c:v>
                </c:pt>
                <c:pt idx="648">
                  <c:v>51.22059631</c:v>
                </c:pt>
                <c:pt idx="649">
                  <c:v>51.22058933</c:v>
                </c:pt>
                <c:pt idx="650">
                  <c:v>51.22049623</c:v>
                </c:pt>
                <c:pt idx="651">
                  <c:v>51.22044967</c:v>
                </c:pt>
                <c:pt idx="652">
                  <c:v>51.22045898</c:v>
                </c:pt>
                <c:pt idx="653">
                  <c:v>51.22036743</c:v>
                </c:pt>
                <c:pt idx="654">
                  <c:v>51.22032166</c:v>
                </c:pt>
                <c:pt idx="655">
                  <c:v>51.22027588</c:v>
                </c:pt>
                <c:pt idx="656">
                  <c:v>51.22021691</c:v>
                </c:pt>
                <c:pt idx="657">
                  <c:v>51.22017036</c:v>
                </c:pt>
                <c:pt idx="658">
                  <c:v>51.22012381</c:v>
                </c:pt>
                <c:pt idx="659">
                  <c:v>51.22009277</c:v>
                </c:pt>
                <c:pt idx="660">
                  <c:v>51.220047</c:v>
                </c:pt>
                <c:pt idx="661">
                  <c:v>51.21998415</c:v>
                </c:pt>
                <c:pt idx="662">
                  <c:v>51.21995544</c:v>
                </c:pt>
                <c:pt idx="663">
                  <c:v>51.21990967</c:v>
                </c:pt>
                <c:pt idx="664">
                  <c:v>51.21986389</c:v>
                </c:pt>
                <c:pt idx="665">
                  <c:v>51.21979794</c:v>
                </c:pt>
                <c:pt idx="666">
                  <c:v>51.21977234</c:v>
                </c:pt>
                <c:pt idx="667">
                  <c:v>51.21970484</c:v>
                </c:pt>
                <c:pt idx="668">
                  <c:v>51.21965829</c:v>
                </c:pt>
                <c:pt idx="669">
                  <c:v>51.21965829</c:v>
                </c:pt>
                <c:pt idx="670">
                  <c:v>51.21963501</c:v>
                </c:pt>
                <c:pt idx="671">
                  <c:v>51.21956518</c:v>
                </c:pt>
                <c:pt idx="672">
                  <c:v>51.21951863</c:v>
                </c:pt>
                <c:pt idx="673">
                  <c:v>51.21947208</c:v>
                </c:pt>
                <c:pt idx="674">
                  <c:v>51.2194519</c:v>
                </c:pt>
                <c:pt idx="675">
                  <c:v>51.21940613</c:v>
                </c:pt>
                <c:pt idx="676">
                  <c:v>51.21933242</c:v>
                </c:pt>
                <c:pt idx="677">
                  <c:v>51.21928587</c:v>
                </c:pt>
                <c:pt idx="678">
                  <c:v>51.21922302</c:v>
                </c:pt>
                <c:pt idx="679">
                  <c:v>51.21919276</c:v>
                </c:pt>
                <c:pt idx="680">
                  <c:v>51.21914621</c:v>
                </c:pt>
                <c:pt idx="681">
                  <c:v>51.21909966</c:v>
                </c:pt>
                <c:pt idx="682">
                  <c:v>51.21908569</c:v>
                </c:pt>
                <c:pt idx="683">
                  <c:v>51.21899414</c:v>
                </c:pt>
                <c:pt idx="684">
                  <c:v>51.21899414</c:v>
                </c:pt>
                <c:pt idx="685">
                  <c:v>51.21894836</c:v>
                </c:pt>
                <c:pt idx="686">
                  <c:v>51.21891345</c:v>
                </c:pt>
                <c:pt idx="687">
                  <c:v>51.21885681</c:v>
                </c:pt>
                <c:pt idx="688">
                  <c:v>51.21881104</c:v>
                </c:pt>
                <c:pt idx="689">
                  <c:v>51.21877379</c:v>
                </c:pt>
                <c:pt idx="690">
                  <c:v>51.21872724</c:v>
                </c:pt>
                <c:pt idx="691">
                  <c:v>51.21868069</c:v>
                </c:pt>
                <c:pt idx="692">
                  <c:v>51.21862793</c:v>
                </c:pt>
                <c:pt idx="693">
                  <c:v>51.21858758</c:v>
                </c:pt>
                <c:pt idx="694">
                  <c:v>51.21858215</c:v>
                </c:pt>
                <c:pt idx="695">
                  <c:v>51.21853638</c:v>
                </c:pt>
                <c:pt idx="696">
                  <c:v>51.21849448</c:v>
                </c:pt>
                <c:pt idx="697">
                  <c:v>51.21844482</c:v>
                </c:pt>
                <c:pt idx="698">
                  <c:v>51.21839905</c:v>
                </c:pt>
                <c:pt idx="699">
                  <c:v>51.21840138</c:v>
                </c:pt>
                <c:pt idx="700">
                  <c:v>51.21835482</c:v>
                </c:pt>
                <c:pt idx="701">
                  <c:v>51.2183075</c:v>
                </c:pt>
                <c:pt idx="702">
                  <c:v>51.21826172</c:v>
                </c:pt>
                <c:pt idx="703">
                  <c:v>51.21826172</c:v>
                </c:pt>
                <c:pt idx="704">
                  <c:v>51.21821594</c:v>
                </c:pt>
                <c:pt idx="705">
                  <c:v>51.21817017</c:v>
                </c:pt>
                <c:pt idx="706">
                  <c:v>51.21816861</c:v>
                </c:pt>
                <c:pt idx="707">
                  <c:v>51.21812206</c:v>
                </c:pt>
                <c:pt idx="708">
                  <c:v>51.21807861</c:v>
                </c:pt>
                <c:pt idx="709">
                  <c:v>51.21807551</c:v>
                </c:pt>
                <c:pt idx="710">
                  <c:v>51.21802896</c:v>
                </c:pt>
                <c:pt idx="711">
                  <c:v>51.21798706</c:v>
                </c:pt>
                <c:pt idx="712">
                  <c:v>51.21798241</c:v>
                </c:pt>
                <c:pt idx="713">
                  <c:v>51.21794128</c:v>
                </c:pt>
                <c:pt idx="714">
                  <c:v>51.2178893</c:v>
                </c:pt>
                <c:pt idx="715">
                  <c:v>51.2178893</c:v>
                </c:pt>
                <c:pt idx="716">
                  <c:v>51.21784275</c:v>
                </c:pt>
                <c:pt idx="717">
                  <c:v>51.2177962</c:v>
                </c:pt>
                <c:pt idx="718">
                  <c:v>51.2177962</c:v>
                </c:pt>
                <c:pt idx="719">
                  <c:v>51.21775818</c:v>
                </c:pt>
                <c:pt idx="720">
                  <c:v>51.21774964</c:v>
                </c:pt>
                <c:pt idx="721">
                  <c:v>51.21770309</c:v>
                </c:pt>
                <c:pt idx="722">
                  <c:v>51.21765654</c:v>
                </c:pt>
                <c:pt idx="723">
                  <c:v>51.21762085</c:v>
                </c:pt>
                <c:pt idx="724">
                  <c:v>51.21757507</c:v>
                </c:pt>
                <c:pt idx="725">
                  <c:v>51.21756344</c:v>
                </c:pt>
                <c:pt idx="726">
                  <c:v>51.2175293</c:v>
                </c:pt>
                <c:pt idx="727">
                  <c:v>51.21748352</c:v>
                </c:pt>
                <c:pt idx="728">
                  <c:v>51.21747033</c:v>
                </c:pt>
                <c:pt idx="729">
                  <c:v>51.21742378</c:v>
                </c:pt>
                <c:pt idx="730">
                  <c:v>51.21737723</c:v>
                </c:pt>
                <c:pt idx="731">
                  <c:v>51.21734619</c:v>
                </c:pt>
                <c:pt idx="732">
                  <c:v>51.21733067</c:v>
                </c:pt>
                <c:pt idx="733">
                  <c:v>51.21725464</c:v>
                </c:pt>
                <c:pt idx="734">
                  <c:v>51.21725464</c:v>
                </c:pt>
                <c:pt idx="735">
                  <c:v>51.21720886</c:v>
                </c:pt>
                <c:pt idx="736">
                  <c:v>51.21714447</c:v>
                </c:pt>
                <c:pt idx="737">
                  <c:v>51.21711731</c:v>
                </c:pt>
                <c:pt idx="738">
                  <c:v>51.21709791</c:v>
                </c:pt>
                <c:pt idx="739">
                  <c:v>51.21705136</c:v>
                </c:pt>
                <c:pt idx="740">
                  <c:v>51.21705136</c:v>
                </c:pt>
                <c:pt idx="741">
                  <c:v>51.21700481</c:v>
                </c:pt>
                <c:pt idx="742">
                  <c:v>51.21697998</c:v>
                </c:pt>
                <c:pt idx="743">
                  <c:v>51.2169342</c:v>
                </c:pt>
                <c:pt idx="744">
                  <c:v>51.21688843</c:v>
                </c:pt>
                <c:pt idx="745">
                  <c:v>51.21686515</c:v>
                </c:pt>
                <c:pt idx="746">
                  <c:v>51.21686515</c:v>
                </c:pt>
                <c:pt idx="747">
                  <c:v>51.21679688</c:v>
                </c:pt>
                <c:pt idx="748">
                  <c:v>51.21677205</c:v>
                </c:pt>
                <c:pt idx="749">
                  <c:v>51.2167511</c:v>
                </c:pt>
                <c:pt idx="750">
                  <c:v>51.21670532</c:v>
                </c:pt>
                <c:pt idx="751">
                  <c:v>51.21665955</c:v>
                </c:pt>
                <c:pt idx="752">
                  <c:v>51.21661377</c:v>
                </c:pt>
                <c:pt idx="753">
                  <c:v>51.21661377</c:v>
                </c:pt>
                <c:pt idx="754">
                  <c:v>51.21658584</c:v>
                </c:pt>
                <c:pt idx="755">
                  <c:v>51.21653929</c:v>
                </c:pt>
                <c:pt idx="756">
                  <c:v>51.21652222</c:v>
                </c:pt>
                <c:pt idx="757">
                  <c:v>51.21649273</c:v>
                </c:pt>
                <c:pt idx="758">
                  <c:v>51.21643066</c:v>
                </c:pt>
                <c:pt idx="759">
                  <c:v>51.21643066</c:v>
                </c:pt>
                <c:pt idx="760">
                  <c:v>51.21635308</c:v>
                </c:pt>
                <c:pt idx="761">
                  <c:v>51.21633911</c:v>
                </c:pt>
                <c:pt idx="762">
                  <c:v>51.21629333</c:v>
                </c:pt>
                <c:pt idx="763">
                  <c:v>51.21624756</c:v>
                </c:pt>
                <c:pt idx="764">
                  <c:v>51.21625997</c:v>
                </c:pt>
                <c:pt idx="765">
                  <c:v>51.21620178</c:v>
                </c:pt>
                <c:pt idx="766">
                  <c:v>51.21616687</c:v>
                </c:pt>
                <c:pt idx="767">
                  <c:v>51.21612032</c:v>
                </c:pt>
                <c:pt idx="768">
                  <c:v>51.21607376</c:v>
                </c:pt>
                <c:pt idx="769">
                  <c:v>51.21602721</c:v>
                </c:pt>
                <c:pt idx="770">
                  <c:v>51.21598066</c:v>
                </c:pt>
                <c:pt idx="771">
                  <c:v>51.21592712</c:v>
                </c:pt>
                <c:pt idx="772">
                  <c:v>51.21592712</c:v>
                </c:pt>
                <c:pt idx="773">
                  <c:v>51.21588135</c:v>
                </c:pt>
                <c:pt idx="774">
                  <c:v>51.21583557</c:v>
                </c:pt>
                <c:pt idx="775">
                  <c:v>51.21579445</c:v>
                </c:pt>
                <c:pt idx="776">
                  <c:v>51.2157479</c:v>
                </c:pt>
                <c:pt idx="777">
                  <c:v>51.21569824</c:v>
                </c:pt>
                <c:pt idx="778">
                  <c:v>51.21569824</c:v>
                </c:pt>
                <c:pt idx="779">
                  <c:v>51.21565247</c:v>
                </c:pt>
                <c:pt idx="780">
                  <c:v>51.21560824</c:v>
                </c:pt>
                <c:pt idx="781">
                  <c:v>51.21556091</c:v>
                </c:pt>
                <c:pt idx="782">
                  <c:v>51.21551514</c:v>
                </c:pt>
                <c:pt idx="783">
                  <c:v>51.21546858</c:v>
                </c:pt>
                <c:pt idx="784">
                  <c:v>51.21542358</c:v>
                </c:pt>
                <c:pt idx="785">
                  <c:v>51.21537548</c:v>
                </c:pt>
                <c:pt idx="786">
                  <c:v>51.21533203</c:v>
                </c:pt>
                <c:pt idx="787">
                  <c:v>51.21533203</c:v>
                </c:pt>
                <c:pt idx="788">
                  <c:v>51.21528238</c:v>
                </c:pt>
                <c:pt idx="789">
                  <c:v>51.21524048</c:v>
                </c:pt>
                <c:pt idx="790">
                  <c:v>51.2151947</c:v>
                </c:pt>
                <c:pt idx="791">
                  <c:v>51.21514893</c:v>
                </c:pt>
                <c:pt idx="792">
                  <c:v>51.21510315</c:v>
                </c:pt>
                <c:pt idx="793">
                  <c:v>51.21509617</c:v>
                </c:pt>
                <c:pt idx="794">
                  <c:v>51.21504961</c:v>
                </c:pt>
                <c:pt idx="795">
                  <c:v>51.2150116</c:v>
                </c:pt>
                <c:pt idx="796">
                  <c:v>51.21492004</c:v>
                </c:pt>
                <c:pt idx="797">
                  <c:v>51.21487427</c:v>
                </c:pt>
                <c:pt idx="798">
                  <c:v>51.2147703</c:v>
                </c:pt>
                <c:pt idx="799">
                  <c:v>51.21469116</c:v>
                </c:pt>
                <c:pt idx="800">
                  <c:v>51.21459961</c:v>
                </c:pt>
                <c:pt idx="801">
                  <c:v>51.21449099</c:v>
                </c:pt>
                <c:pt idx="802">
                  <c:v>51.21437073</c:v>
                </c:pt>
                <c:pt idx="803">
                  <c:v>51.2142334</c:v>
                </c:pt>
                <c:pt idx="804">
                  <c:v>51.21411857</c:v>
                </c:pt>
                <c:pt idx="805">
                  <c:v>51.21395874</c:v>
                </c:pt>
                <c:pt idx="806">
                  <c:v>51.21377563</c:v>
                </c:pt>
                <c:pt idx="807">
                  <c:v>51.21360649</c:v>
                </c:pt>
                <c:pt idx="808">
                  <c:v>51.21350098</c:v>
                </c:pt>
                <c:pt idx="809">
                  <c:v>51.21328063</c:v>
                </c:pt>
                <c:pt idx="810">
                  <c:v>51.21300132</c:v>
                </c:pt>
                <c:pt idx="811">
                  <c:v>51.21276855</c:v>
                </c:pt>
                <c:pt idx="812">
                  <c:v>51.21258545</c:v>
                </c:pt>
                <c:pt idx="813">
                  <c:v>51.21239614</c:v>
                </c:pt>
                <c:pt idx="814">
                  <c:v>51.21212769</c:v>
                </c:pt>
                <c:pt idx="815">
                  <c:v>51.21183751</c:v>
                </c:pt>
                <c:pt idx="816">
                  <c:v>51.2115582</c:v>
                </c:pt>
                <c:pt idx="817">
                  <c:v>51.21125793</c:v>
                </c:pt>
                <c:pt idx="818">
                  <c:v>51.21095302</c:v>
                </c:pt>
                <c:pt idx="819">
                  <c:v>51.21066284</c:v>
                </c:pt>
                <c:pt idx="820">
                  <c:v>51.21034784</c:v>
                </c:pt>
                <c:pt idx="821">
                  <c:v>51.21020508</c:v>
                </c:pt>
                <c:pt idx="822">
                  <c:v>51.20988232</c:v>
                </c:pt>
                <c:pt idx="823">
                  <c:v>51.20960999</c:v>
                </c:pt>
                <c:pt idx="824">
                  <c:v>51.20933533</c:v>
                </c:pt>
                <c:pt idx="825">
                  <c:v>51.20901489</c:v>
                </c:pt>
                <c:pt idx="826">
                  <c:v>51.20871851</c:v>
                </c:pt>
                <c:pt idx="827">
                  <c:v>51.2084392</c:v>
                </c:pt>
                <c:pt idx="828">
                  <c:v>51.20829954</c:v>
                </c:pt>
                <c:pt idx="829">
                  <c:v>51.20796204</c:v>
                </c:pt>
                <c:pt idx="830">
                  <c:v>51.20769436</c:v>
                </c:pt>
                <c:pt idx="831">
                  <c:v>51.20741505</c:v>
                </c:pt>
                <c:pt idx="832">
                  <c:v>51.20704263</c:v>
                </c:pt>
                <c:pt idx="833">
                  <c:v>51.20676332</c:v>
                </c:pt>
                <c:pt idx="834">
                  <c:v>51.206484</c:v>
                </c:pt>
                <c:pt idx="835">
                  <c:v>51.20620469</c:v>
                </c:pt>
                <c:pt idx="836">
                  <c:v>51.20599365</c:v>
                </c:pt>
                <c:pt idx="837">
                  <c:v>51.20567322</c:v>
                </c:pt>
                <c:pt idx="838">
                  <c:v>51.2054133</c:v>
                </c:pt>
                <c:pt idx="839">
                  <c:v>51.20513399</c:v>
                </c:pt>
                <c:pt idx="840">
                  <c:v>51.20489502</c:v>
                </c:pt>
                <c:pt idx="841">
                  <c:v>51.20462191</c:v>
                </c:pt>
                <c:pt idx="842">
                  <c:v>51.2043426</c:v>
                </c:pt>
                <c:pt idx="843">
                  <c:v>51.20397949</c:v>
                </c:pt>
                <c:pt idx="844">
                  <c:v>51.20375061</c:v>
                </c:pt>
                <c:pt idx="845">
                  <c:v>51.20343018</c:v>
                </c:pt>
                <c:pt idx="846">
                  <c:v>51.20320129</c:v>
                </c:pt>
                <c:pt idx="847">
                  <c:v>51.20294603</c:v>
                </c:pt>
                <c:pt idx="848">
                  <c:v>51.20265198</c:v>
                </c:pt>
                <c:pt idx="849">
                  <c:v>51.20237732</c:v>
                </c:pt>
                <c:pt idx="850">
                  <c:v>51.20206154</c:v>
                </c:pt>
                <c:pt idx="851">
                  <c:v>51.20178223</c:v>
                </c:pt>
                <c:pt idx="852">
                  <c:v>51.20154947</c:v>
                </c:pt>
                <c:pt idx="853">
                  <c:v>51.20127015</c:v>
                </c:pt>
                <c:pt idx="854">
                  <c:v>51.20095825</c:v>
                </c:pt>
                <c:pt idx="855">
                  <c:v>51.20077515</c:v>
                </c:pt>
                <c:pt idx="856">
                  <c:v>51.20050049</c:v>
                </c:pt>
                <c:pt idx="857">
                  <c:v>51.20019945</c:v>
                </c:pt>
                <c:pt idx="858">
                  <c:v>51.19992014</c:v>
                </c:pt>
                <c:pt idx="859">
                  <c:v>51.19967651</c:v>
                </c:pt>
                <c:pt idx="860">
                  <c:v>51.19935608</c:v>
                </c:pt>
                <c:pt idx="861">
                  <c:v>51.1991272</c:v>
                </c:pt>
                <c:pt idx="862">
                  <c:v>51.19870978</c:v>
                </c:pt>
                <c:pt idx="863">
                  <c:v>51.19847702</c:v>
                </c:pt>
                <c:pt idx="864">
                  <c:v>51.19830322</c:v>
                </c:pt>
                <c:pt idx="865">
                  <c:v>51.19789124</c:v>
                </c:pt>
                <c:pt idx="866">
                  <c:v>51.19761658</c:v>
                </c:pt>
                <c:pt idx="867">
                  <c:v>51.19734192</c:v>
                </c:pt>
                <c:pt idx="868">
                  <c:v>51.19717356</c:v>
                </c:pt>
                <c:pt idx="869">
                  <c:v>51.19692993</c:v>
                </c:pt>
                <c:pt idx="870">
                  <c:v>51.1966095</c:v>
                </c:pt>
                <c:pt idx="871">
                  <c:v>51.19633484</c:v>
                </c:pt>
                <c:pt idx="872">
                  <c:v>51.19596863</c:v>
                </c:pt>
                <c:pt idx="873">
                  <c:v>51.19569397</c:v>
                </c:pt>
                <c:pt idx="874">
                  <c:v>51.19546509</c:v>
                </c:pt>
                <c:pt idx="875">
                  <c:v>51.19519043</c:v>
                </c:pt>
                <c:pt idx="876">
                  <c:v>51.1948925</c:v>
                </c:pt>
                <c:pt idx="877">
                  <c:v>51.19461318</c:v>
                </c:pt>
                <c:pt idx="878">
                  <c:v>51.1942749</c:v>
                </c:pt>
                <c:pt idx="879">
                  <c:v>51.19390869</c:v>
                </c:pt>
                <c:pt idx="880">
                  <c:v>51.19358826</c:v>
                </c:pt>
                <c:pt idx="881">
                  <c:v>51.19322205</c:v>
                </c:pt>
                <c:pt idx="882">
                  <c:v>51.19290161</c:v>
                </c:pt>
                <c:pt idx="883">
                  <c:v>51.19258118</c:v>
                </c:pt>
                <c:pt idx="884">
                  <c:v>51.19233212</c:v>
                </c:pt>
                <c:pt idx="885">
                  <c:v>51.19189453</c:v>
                </c:pt>
                <c:pt idx="886">
                  <c:v>51.19148254</c:v>
                </c:pt>
                <c:pt idx="887">
                  <c:v>51.19116832</c:v>
                </c:pt>
                <c:pt idx="888">
                  <c:v>51.1907959</c:v>
                </c:pt>
                <c:pt idx="889">
                  <c:v>51.19033038</c:v>
                </c:pt>
                <c:pt idx="890">
                  <c:v>51.18995796</c:v>
                </c:pt>
                <c:pt idx="891">
                  <c:v>51.18953899</c:v>
                </c:pt>
                <c:pt idx="892">
                  <c:v>51.18912002</c:v>
                </c:pt>
                <c:pt idx="893">
                  <c:v>51.1887476</c:v>
                </c:pt>
                <c:pt idx="894">
                  <c:v>51.1882782</c:v>
                </c:pt>
                <c:pt idx="895">
                  <c:v>51.18786311</c:v>
                </c:pt>
                <c:pt idx="896">
                  <c:v>51.18745422</c:v>
                </c:pt>
                <c:pt idx="897">
                  <c:v>51.18699646</c:v>
                </c:pt>
                <c:pt idx="898">
                  <c:v>51.18655964</c:v>
                </c:pt>
                <c:pt idx="899">
                  <c:v>51.18612671</c:v>
                </c:pt>
                <c:pt idx="900">
                  <c:v>51.18562317</c:v>
                </c:pt>
                <c:pt idx="901">
                  <c:v>51.18516308</c:v>
                </c:pt>
                <c:pt idx="902">
                  <c:v>51.184651</c:v>
                </c:pt>
                <c:pt idx="903">
                  <c:v>51.18424988</c:v>
                </c:pt>
                <c:pt idx="904">
                  <c:v>51.18371996</c:v>
                </c:pt>
                <c:pt idx="905">
                  <c:v>51.18325444</c:v>
                </c:pt>
                <c:pt idx="906">
                  <c:v>51.18274236</c:v>
                </c:pt>
                <c:pt idx="907">
                  <c:v>51.18223029</c:v>
                </c:pt>
                <c:pt idx="908">
                  <c:v>51.18171821</c:v>
                </c:pt>
                <c:pt idx="909">
                  <c:v>51.18134579</c:v>
                </c:pt>
                <c:pt idx="910">
                  <c:v>51.1807251</c:v>
                </c:pt>
                <c:pt idx="911">
                  <c:v>51.18026733</c:v>
                </c:pt>
                <c:pt idx="912">
                  <c:v>51.17976379</c:v>
                </c:pt>
                <c:pt idx="913">
                  <c:v>51.17926025</c:v>
                </c:pt>
                <c:pt idx="914">
                  <c:v>51.17878542</c:v>
                </c:pt>
                <c:pt idx="915">
                  <c:v>51.17834473</c:v>
                </c:pt>
                <c:pt idx="916">
                  <c:v>51.17774963</c:v>
                </c:pt>
                <c:pt idx="917">
                  <c:v>51.17724609</c:v>
                </c:pt>
                <c:pt idx="918">
                  <c:v>51.17678367</c:v>
                </c:pt>
                <c:pt idx="919">
                  <c:v>51.17619324</c:v>
                </c:pt>
                <c:pt idx="920">
                  <c:v>51.17594573</c:v>
                </c:pt>
                <c:pt idx="921">
                  <c:v>51.17541504</c:v>
                </c:pt>
                <c:pt idx="922">
                  <c:v>51.1752009</c:v>
                </c:pt>
                <c:pt idx="923">
                  <c:v>51.17449951</c:v>
                </c:pt>
                <c:pt idx="924">
                  <c:v>51.17343191</c:v>
                </c:pt>
                <c:pt idx="925">
                  <c:v>51.17291984</c:v>
                </c:pt>
                <c:pt idx="926">
                  <c:v>51.17248535</c:v>
                </c:pt>
                <c:pt idx="927">
                  <c:v>51.17198879</c:v>
                </c:pt>
                <c:pt idx="928">
                  <c:v>51.17147672</c:v>
                </c:pt>
                <c:pt idx="929">
                  <c:v>51.17106628</c:v>
                </c:pt>
                <c:pt idx="930">
                  <c:v>51.17045257</c:v>
                </c:pt>
                <c:pt idx="931">
                  <c:v>51.17001343</c:v>
                </c:pt>
                <c:pt idx="932">
                  <c:v>51.16950989</c:v>
                </c:pt>
                <c:pt idx="933">
                  <c:v>51.16896057</c:v>
                </c:pt>
                <c:pt idx="934">
                  <c:v>51.16845703</c:v>
                </c:pt>
                <c:pt idx="935">
                  <c:v>51.16793875</c:v>
                </c:pt>
                <c:pt idx="936">
                  <c:v>51.16738012</c:v>
                </c:pt>
                <c:pt idx="937">
                  <c:v>51.16686805</c:v>
                </c:pt>
                <c:pt idx="938">
                  <c:v>51.16662598</c:v>
                </c:pt>
                <c:pt idx="939">
                  <c:v>51.16607666</c:v>
                </c:pt>
                <c:pt idx="940">
                  <c:v>51.16556459</c:v>
                </c:pt>
                <c:pt idx="941">
                  <c:v>51.16505251</c:v>
                </c:pt>
                <c:pt idx="942">
                  <c:v>51.16449388</c:v>
                </c:pt>
                <c:pt idx="943">
                  <c:v>51.1640625</c:v>
                </c:pt>
                <c:pt idx="944">
                  <c:v>51.16355896</c:v>
                </c:pt>
                <c:pt idx="945">
                  <c:v>51.16305076</c:v>
                </c:pt>
                <c:pt idx="946">
                  <c:v>51.16258524</c:v>
                </c:pt>
                <c:pt idx="947">
                  <c:v>51.16207317</c:v>
                </c:pt>
                <c:pt idx="948">
                  <c:v>51.16159058</c:v>
                </c:pt>
                <c:pt idx="949">
                  <c:v>51.16104902</c:v>
                </c:pt>
                <c:pt idx="950">
                  <c:v>51.16053694</c:v>
                </c:pt>
                <c:pt idx="951">
                  <c:v>51.15997832</c:v>
                </c:pt>
                <c:pt idx="952">
                  <c:v>51.15953064</c:v>
                </c:pt>
                <c:pt idx="953">
                  <c:v>51.15909382</c:v>
                </c:pt>
                <c:pt idx="954">
                  <c:v>51.1585352</c:v>
                </c:pt>
                <c:pt idx="955">
                  <c:v>51.15802312</c:v>
                </c:pt>
                <c:pt idx="956">
                  <c:v>51.1575576</c:v>
                </c:pt>
                <c:pt idx="957">
                  <c:v>51.15701294</c:v>
                </c:pt>
                <c:pt idx="958">
                  <c:v>51.1564869</c:v>
                </c:pt>
                <c:pt idx="959">
                  <c:v>51.15597482</c:v>
                </c:pt>
                <c:pt idx="960">
                  <c:v>51.1554162</c:v>
                </c:pt>
                <c:pt idx="961">
                  <c:v>51.15490412</c:v>
                </c:pt>
                <c:pt idx="962">
                  <c:v>51.15467834</c:v>
                </c:pt>
                <c:pt idx="963">
                  <c:v>51.15390015</c:v>
                </c:pt>
                <c:pt idx="964">
                  <c:v>51.15339661</c:v>
                </c:pt>
                <c:pt idx="965">
                  <c:v>51.15289307</c:v>
                </c:pt>
                <c:pt idx="966">
                  <c:v>51.1523903</c:v>
                </c:pt>
                <c:pt idx="967">
                  <c:v>51.15187823</c:v>
                </c:pt>
                <c:pt idx="968">
                  <c:v>51.15161133</c:v>
                </c:pt>
                <c:pt idx="969">
                  <c:v>51.15085408</c:v>
                </c:pt>
                <c:pt idx="970">
                  <c:v>51.15037537</c:v>
                </c:pt>
                <c:pt idx="971">
                  <c:v>51.14987183</c:v>
                </c:pt>
                <c:pt idx="972">
                  <c:v>51.14941406</c:v>
                </c:pt>
                <c:pt idx="973">
                  <c:v>51.14891052</c:v>
                </c:pt>
                <c:pt idx="974">
                  <c:v>51.14845276</c:v>
                </c:pt>
                <c:pt idx="975">
                  <c:v>51.14792129</c:v>
                </c:pt>
                <c:pt idx="976">
                  <c:v>51.14749146</c:v>
                </c:pt>
                <c:pt idx="977">
                  <c:v>51.14689636</c:v>
                </c:pt>
                <c:pt idx="978">
                  <c:v>51.1464386</c:v>
                </c:pt>
                <c:pt idx="979">
                  <c:v>51.14587299</c:v>
                </c:pt>
                <c:pt idx="980">
                  <c:v>51.14536091</c:v>
                </c:pt>
                <c:pt idx="981">
                  <c:v>51.14503505</c:v>
                </c:pt>
                <c:pt idx="982">
                  <c:v>51.14456177</c:v>
                </c:pt>
                <c:pt idx="983">
                  <c:v>51.1440109</c:v>
                </c:pt>
                <c:pt idx="984">
                  <c:v>51.14256778</c:v>
                </c:pt>
                <c:pt idx="985">
                  <c:v>51.14186096</c:v>
                </c:pt>
                <c:pt idx="986">
                  <c:v>51.14135742</c:v>
                </c:pt>
                <c:pt idx="987">
                  <c:v>51.14094543</c:v>
                </c:pt>
                <c:pt idx="988">
                  <c:v>51.14039612</c:v>
                </c:pt>
                <c:pt idx="989">
                  <c:v>51.13989258</c:v>
                </c:pt>
                <c:pt idx="990">
                  <c:v>51.13930912</c:v>
                </c:pt>
                <c:pt idx="991">
                  <c:v>51.13902283</c:v>
                </c:pt>
                <c:pt idx="992">
                  <c:v>51.13851929</c:v>
                </c:pt>
                <c:pt idx="993">
                  <c:v>51.13796997</c:v>
                </c:pt>
                <c:pt idx="994">
                  <c:v>51.13746643</c:v>
                </c:pt>
                <c:pt idx="995">
                  <c:v>51.13696289</c:v>
                </c:pt>
                <c:pt idx="996">
                  <c:v>51.13641357</c:v>
                </c:pt>
                <c:pt idx="997">
                  <c:v>51.13586426</c:v>
                </c:pt>
                <c:pt idx="998">
                  <c:v>51.13539874</c:v>
                </c:pt>
                <c:pt idx="999">
                  <c:v>51.13476563</c:v>
                </c:pt>
                <c:pt idx="1000">
                  <c:v>51.13423493</c:v>
                </c:pt>
                <c:pt idx="1001">
                  <c:v>51.13372285</c:v>
                </c:pt>
                <c:pt idx="1002">
                  <c:v>51.13339699</c:v>
                </c:pt>
                <c:pt idx="1003">
                  <c:v>51.13232629</c:v>
                </c:pt>
                <c:pt idx="1004">
                  <c:v>51.13181421</c:v>
                </c:pt>
                <c:pt idx="1005">
                  <c:v>51.13125559</c:v>
                </c:pt>
                <c:pt idx="1006">
                  <c:v>51.13078308</c:v>
                </c:pt>
                <c:pt idx="1007">
                  <c:v>51.13023376</c:v>
                </c:pt>
                <c:pt idx="1008">
                  <c:v>51.12976591</c:v>
                </c:pt>
                <c:pt idx="1009">
                  <c:v>51.12925384</c:v>
                </c:pt>
                <c:pt idx="1010">
                  <c:v>51.12872314</c:v>
                </c:pt>
                <c:pt idx="1011">
                  <c:v>51.1282196</c:v>
                </c:pt>
                <c:pt idx="1012">
                  <c:v>51.12776417</c:v>
                </c:pt>
                <c:pt idx="1013">
                  <c:v>51.12720554</c:v>
                </c:pt>
                <c:pt idx="1014">
                  <c:v>51.12675476</c:v>
                </c:pt>
                <c:pt idx="1015">
                  <c:v>51.12622794</c:v>
                </c:pt>
                <c:pt idx="1016">
                  <c:v>51.12562277</c:v>
                </c:pt>
                <c:pt idx="1017">
                  <c:v>51.12506104</c:v>
                </c:pt>
                <c:pt idx="1018">
                  <c:v>51.12473827</c:v>
                </c:pt>
                <c:pt idx="1019">
                  <c:v>51.12368774</c:v>
                </c:pt>
                <c:pt idx="1020">
                  <c:v>51.12306239</c:v>
                </c:pt>
                <c:pt idx="1021">
                  <c:v>51.12258911</c:v>
                </c:pt>
                <c:pt idx="1022">
                  <c:v>51.1220848</c:v>
                </c:pt>
                <c:pt idx="1023">
                  <c:v>51.12153625</c:v>
                </c:pt>
                <c:pt idx="1024">
                  <c:v>51.12124686</c:v>
                </c:pt>
                <c:pt idx="1025">
                  <c:v>51.11993408</c:v>
                </c:pt>
                <c:pt idx="1026">
                  <c:v>51.11943054</c:v>
                </c:pt>
                <c:pt idx="1027">
                  <c:v>51.11891924</c:v>
                </c:pt>
                <c:pt idx="1028">
                  <c:v>51.11833191</c:v>
                </c:pt>
                <c:pt idx="1029">
                  <c:v>51.11778259</c:v>
                </c:pt>
                <c:pt idx="1030">
                  <c:v>51.11752268</c:v>
                </c:pt>
                <c:pt idx="1031">
                  <c:v>51.1170106</c:v>
                </c:pt>
                <c:pt idx="1032">
                  <c:v>51.11640542</c:v>
                </c:pt>
                <c:pt idx="1033">
                  <c:v>51.11595154</c:v>
                </c:pt>
                <c:pt idx="1034">
                  <c:v>51.115448</c:v>
                </c:pt>
                <c:pt idx="1035">
                  <c:v>51.1146698</c:v>
                </c:pt>
                <c:pt idx="1036">
                  <c:v>51.11421747</c:v>
                </c:pt>
                <c:pt idx="1037">
                  <c:v>51.11384505</c:v>
                </c:pt>
                <c:pt idx="1038">
                  <c:v>51.11319332</c:v>
                </c:pt>
                <c:pt idx="1039">
                  <c:v>51.11260986</c:v>
                </c:pt>
                <c:pt idx="1040">
                  <c:v>51.11238098</c:v>
                </c:pt>
                <c:pt idx="1041">
                  <c:v>51.11174011</c:v>
                </c:pt>
                <c:pt idx="1042">
                  <c:v>51.11123657</c:v>
                </c:pt>
                <c:pt idx="1043">
                  <c:v>51.11058639</c:v>
                </c:pt>
                <c:pt idx="1044">
                  <c:v>51.11013794</c:v>
                </c:pt>
                <c:pt idx="1045">
                  <c:v>51.10972595</c:v>
                </c:pt>
                <c:pt idx="1046">
                  <c:v>51.10909672</c:v>
                </c:pt>
                <c:pt idx="1047">
                  <c:v>51.10853809</c:v>
                </c:pt>
                <c:pt idx="1048">
                  <c:v>51.10802602</c:v>
                </c:pt>
                <c:pt idx="1049">
                  <c:v>51.10752869</c:v>
                </c:pt>
                <c:pt idx="1050">
                  <c:v>51.10704842</c:v>
                </c:pt>
                <c:pt idx="1051">
                  <c:v>51.10672256</c:v>
                </c:pt>
                <c:pt idx="1052">
                  <c:v>51.10593117</c:v>
                </c:pt>
                <c:pt idx="1053">
                  <c:v>51.1055122</c:v>
                </c:pt>
                <c:pt idx="1054">
                  <c:v>51.10500012</c:v>
                </c:pt>
                <c:pt idx="1055">
                  <c:v>51.1044415</c:v>
                </c:pt>
                <c:pt idx="1056">
                  <c:v>51.10395813</c:v>
                </c:pt>
                <c:pt idx="1057">
                  <c:v>51.10345459</c:v>
                </c:pt>
                <c:pt idx="1058">
                  <c:v>51.10267639</c:v>
                </c:pt>
                <c:pt idx="1059">
                  <c:v>51.1023932</c:v>
                </c:pt>
                <c:pt idx="1060">
                  <c:v>51.10194397</c:v>
                </c:pt>
                <c:pt idx="1061">
                  <c:v>51.1013225</c:v>
                </c:pt>
                <c:pt idx="1062">
                  <c:v>51.10084534</c:v>
                </c:pt>
                <c:pt idx="1063">
                  <c:v>51.10011292</c:v>
                </c:pt>
                <c:pt idx="1064">
                  <c:v>51.0995636</c:v>
                </c:pt>
                <c:pt idx="1065">
                  <c:v>51.09908799</c:v>
                </c:pt>
                <c:pt idx="1066">
                  <c:v>51.09857592</c:v>
                </c:pt>
                <c:pt idx="1067">
                  <c:v>51.09805298</c:v>
                </c:pt>
                <c:pt idx="1068">
                  <c:v>51.09764099</c:v>
                </c:pt>
                <c:pt idx="1069">
                  <c:v>51.09717935</c:v>
                </c:pt>
                <c:pt idx="1070">
                  <c:v>51.09662072</c:v>
                </c:pt>
                <c:pt idx="1071">
                  <c:v>51.09617615</c:v>
                </c:pt>
                <c:pt idx="1072">
                  <c:v>51.09550347</c:v>
                </c:pt>
                <c:pt idx="1073">
                  <c:v>51.09489829</c:v>
                </c:pt>
                <c:pt idx="1074">
                  <c:v>51.09443665</c:v>
                </c:pt>
                <c:pt idx="1075">
                  <c:v>51.09393311</c:v>
                </c:pt>
                <c:pt idx="1076">
                  <c:v>51.09345517</c:v>
                </c:pt>
                <c:pt idx="1077">
                  <c:v>51.0931293</c:v>
                </c:pt>
                <c:pt idx="1078">
                  <c:v>51.09257068</c:v>
                </c:pt>
                <c:pt idx="1079">
                  <c:v>51.0920586</c:v>
                </c:pt>
                <c:pt idx="1080">
                  <c:v>51.09131377</c:v>
                </c:pt>
                <c:pt idx="1081">
                  <c:v>51.09082031</c:v>
                </c:pt>
                <c:pt idx="1082">
                  <c:v>51.09033617</c:v>
                </c:pt>
                <c:pt idx="1083">
                  <c:v>51.08982409</c:v>
                </c:pt>
                <c:pt idx="1084">
                  <c:v>51.08935547</c:v>
                </c:pt>
                <c:pt idx="1085">
                  <c:v>51.08903503</c:v>
                </c:pt>
                <c:pt idx="1086">
                  <c:v>51.08828787</c:v>
                </c:pt>
                <c:pt idx="1087">
                  <c:v>51.0877758</c:v>
                </c:pt>
                <c:pt idx="1088">
                  <c:v>51.08744993</c:v>
                </c:pt>
                <c:pt idx="1089">
                  <c:v>51.0868913</c:v>
                </c:pt>
                <c:pt idx="1090">
                  <c:v>51.08637923</c:v>
                </c:pt>
                <c:pt idx="1091">
                  <c:v>51.08586715</c:v>
                </c:pt>
                <c:pt idx="1092">
                  <c:v>51.08526198</c:v>
                </c:pt>
                <c:pt idx="1093">
                  <c:v>51.0847499</c:v>
                </c:pt>
                <c:pt idx="1094">
                  <c:v>51.08423783</c:v>
                </c:pt>
                <c:pt idx="1095">
                  <c:v>51.08372498</c:v>
                </c:pt>
                <c:pt idx="1096">
                  <c:v>51.08317566</c:v>
                </c:pt>
                <c:pt idx="1097">
                  <c:v>51.08262634</c:v>
                </c:pt>
                <c:pt idx="1098">
                  <c:v>51.08214298</c:v>
                </c:pt>
                <c:pt idx="1099">
                  <c:v>51.0816309</c:v>
                </c:pt>
                <c:pt idx="1100">
                  <c:v>51.08106995</c:v>
                </c:pt>
                <c:pt idx="1101">
                  <c:v>51.08060675</c:v>
                </c:pt>
                <c:pt idx="1102">
                  <c:v>51.07990847</c:v>
                </c:pt>
                <c:pt idx="1103">
                  <c:v>51.07937622</c:v>
                </c:pt>
                <c:pt idx="1104">
                  <c:v>51.07888432</c:v>
                </c:pt>
                <c:pt idx="1105">
                  <c:v>51.07841492</c:v>
                </c:pt>
                <c:pt idx="1106">
                  <c:v>51.07786017</c:v>
                </c:pt>
                <c:pt idx="1107">
                  <c:v>51.07731628</c:v>
                </c:pt>
                <c:pt idx="1108">
                  <c:v>51.07681274</c:v>
                </c:pt>
                <c:pt idx="1109">
                  <c:v>51.07632395</c:v>
                </c:pt>
                <c:pt idx="1110">
                  <c:v>51.07580566</c:v>
                </c:pt>
                <c:pt idx="1111">
                  <c:v>51.07520669</c:v>
                </c:pt>
                <c:pt idx="1112">
                  <c:v>51.07475281</c:v>
                </c:pt>
                <c:pt idx="1113">
                  <c:v>51.07429504</c:v>
                </c:pt>
                <c:pt idx="1114">
                  <c:v>51.07381012</c:v>
                </c:pt>
                <c:pt idx="1115">
                  <c:v>51.07329805</c:v>
                </c:pt>
                <c:pt idx="1116">
                  <c:v>51.07255554</c:v>
                </c:pt>
                <c:pt idx="1117">
                  <c:v>51.07223511</c:v>
                </c:pt>
                <c:pt idx="1118">
                  <c:v>51.07150269</c:v>
                </c:pt>
                <c:pt idx="1119">
                  <c:v>51.0712032</c:v>
                </c:pt>
                <c:pt idx="1120">
                  <c:v>51.07064457</c:v>
                </c:pt>
                <c:pt idx="1121">
                  <c:v>51.0701325</c:v>
                </c:pt>
                <c:pt idx="1122">
                  <c:v>51.06962042</c:v>
                </c:pt>
                <c:pt idx="1123">
                  <c:v>51.06907654</c:v>
                </c:pt>
                <c:pt idx="1124">
                  <c:v>51.06841007</c:v>
                </c:pt>
                <c:pt idx="1125">
                  <c:v>51.06780489</c:v>
                </c:pt>
                <c:pt idx="1126">
                  <c:v>51.06747902</c:v>
                </c:pt>
                <c:pt idx="1127">
                  <c:v>51.06696695</c:v>
                </c:pt>
                <c:pt idx="1128">
                  <c:v>51.06640832</c:v>
                </c:pt>
                <c:pt idx="1129">
                  <c:v>51.06589624</c:v>
                </c:pt>
                <c:pt idx="1130">
                  <c:v>51.06541443</c:v>
                </c:pt>
                <c:pt idx="1131">
                  <c:v>51.06468589</c:v>
                </c:pt>
                <c:pt idx="1132">
                  <c:v>51.06426692</c:v>
                </c:pt>
                <c:pt idx="1133">
                  <c:v>51.06370829</c:v>
                </c:pt>
                <c:pt idx="1134">
                  <c:v>51.06317139</c:v>
                </c:pt>
                <c:pt idx="1135">
                  <c:v>51.0627594</c:v>
                </c:pt>
                <c:pt idx="1136">
                  <c:v>51.06221008</c:v>
                </c:pt>
                <c:pt idx="1137">
                  <c:v>51.06166077</c:v>
                </c:pt>
                <c:pt idx="1138">
                  <c:v>51.06111145</c:v>
                </c:pt>
                <c:pt idx="1139">
                  <c:v>51.06056213</c:v>
                </c:pt>
                <c:pt idx="1140">
                  <c:v>51.06005859</c:v>
                </c:pt>
                <c:pt idx="1141">
                  <c:v>51.0594635</c:v>
                </c:pt>
                <c:pt idx="1142">
                  <c:v>51.05900651</c:v>
                </c:pt>
                <c:pt idx="1143">
                  <c:v>51.05840133</c:v>
                </c:pt>
                <c:pt idx="1144">
                  <c:v>51.05784271</c:v>
                </c:pt>
                <c:pt idx="1145">
                  <c:v>51.05733063</c:v>
                </c:pt>
                <c:pt idx="1146">
                  <c:v>51.05677201</c:v>
                </c:pt>
                <c:pt idx="1147">
                  <c:v>51.05625916</c:v>
                </c:pt>
                <c:pt idx="1148">
                  <c:v>51.05584717</c:v>
                </c:pt>
                <c:pt idx="1149">
                  <c:v>51.05523578</c:v>
                </c:pt>
                <c:pt idx="1150">
                  <c:v>51.05470276</c:v>
                </c:pt>
                <c:pt idx="1151">
                  <c:v>51.05419922</c:v>
                </c:pt>
                <c:pt idx="1152">
                  <c:v>51.0534668</c:v>
                </c:pt>
                <c:pt idx="1153">
                  <c:v>51.05296326</c:v>
                </c:pt>
                <c:pt idx="1154">
                  <c:v>51.0524892</c:v>
                </c:pt>
                <c:pt idx="1155">
                  <c:v>51.05200195</c:v>
                </c:pt>
                <c:pt idx="1156">
                  <c:v>51.05137195</c:v>
                </c:pt>
                <c:pt idx="1157">
                  <c:v>51.05085754</c:v>
                </c:pt>
                <c:pt idx="1158">
                  <c:v>51.05030124</c:v>
                </c:pt>
                <c:pt idx="1159">
                  <c:v>51.04994202</c:v>
                </c:pt>
                <c:pt idx="1160">
                  <c:v>51.04920959</c:v>
                </c:pt>
                <c:pt idx="1161">
                  <c:v>51.04888916</c:v>
                </c:pt>
                <c:pt idx="1162">
                  <c:v>51.04829407</c:v>
                </c:pt>
                <c:pt idx="1163">
                  <c:v>51.04783398</c:v>
                </c:pt>
                <c:pt idx="1164">
                  <c:v>51.0473219</c:v>
                </c:pt>
                <c:pt idx="1165">
                  <c:v>51.04671672</c:v>
                </c:pt>
                <c:pt idx="1166">
                  <c:v>51.04620465</c:v>
                </c:pt>
                <c:pt idx="1167">
                  <c:v>51.04563904</c:v>
                </c:pt>
                <c:pt idx="1168">
                  <c:v>51.04504084</c:v>
                </c:pt>
                <c:pt idx="1169">
                  <c:v>51.04452877</c:v>
                </c:pt>
                <c:pt idx="1170">
                  <c:v>51.04392359</c:v>
                </c:pt>
                <c:pt idx="1171">
                  <c:v>51.04341151</c:v>
                </c:pt>
                <c:pt idx="1172">
                  <c:v>51.04285289</c:v>
                </c:pt>
                <c:pt idx="1173">
                  <c:v>51.04229736</c:v>
                </c:pt>
                <c:pt idx="1174">
                  <c:v>51.04196839</c:v>
                </c:pt>
                <c:pt idx="1175">
                  <c:v>51.04140977</c:v>
                </c:pt>
                <c:pt idx="1176">
                  <c:v>51.04092407</c:v>
                </c:pt>
                <c:pt idx="1177">
                  <c:v>51.04037476</c:v>
                </c:pt>
                <c:pt idx="1178">
                  <c:v>51.03959656</c:v>
                </c:pt>
                <c:pt idx="1179">
                  <c:v>51.03918457</c:v>
                </c:pt>
                <c:pt idx="1180">
                  <c:v>51.03870974</c:v>
                </c:pt>
                <c:pt idx="1181">
                  <c:v>51.03804016</c:v>
                </c:pt>
                <c:pt idx="1182">
                  <c:v>51.03749084</c:v>
                </c:pt>
                <c:pt idx="1183">
                  <c:v>51.0369873</c:v>
                </c:pt>
                <c:pt idx="1184">
                  <c:v>51.03648376</c:v>
                </c:pt>
                <c:pt idx="1185">
                  <c:v>51.03593445</c:v>
                </c:pt>
                <c:pt idx="1186">
                  <c:v>51.03540453</c:v>
                </c:pt>
                <c:pt idx="1187">
                  <c:v>51.0348459</c:v>
                </c:pt>
                <c:pt idx="1188">
                  <c:v>51.03437805</c:v>
                </c:pt>
                <c:pt idx="1189">
                  <c:v>51.03378296</c:v>
                </c:pt>
                <c:pt idx="1190">
                  <c:v>51.03317002</c:v>
                </c:pt>
                <c:pt idx="1191">
                  <c:v>51.03268433</c:v>
                </c:pt>
                <c:pt idx="1192">
                  <c:v>51.03208923</c:v>
                </c:pt>
                <c:pt idx="1193">
                  <c:v>51.03153992</c:v>
                </c:pt>
                <c:pt idx="1194">
                  <c:v>51.03107517</c:v>
                </c:pt>
                <c:pt idx="1195">
                  <c:v>51.03053284</c:v>
                </c:pt>
                <c:pt idx="1196">
                  <c:v>51.02998352</c:v>
                </c:pt>
                <c:pt idx="1197">
                  <c:v>51.02949239</c:v>
                </c:pt>
                <c:pt idx="1198">
                  <c:v>51.02888722</c:v>
                </c:pt>
                <c:pt idx="1199">
                  <c:v>51.02828979</c:v>
                </c:pt>
                <c:pt idx="1200">
                  <c:v>51.02767686</c:v>
                </c:pt>
                <c:pt idx="1201">
                  <c:v>51.02737427</c:v>
                </c:pt>
                <c:pt idx="1202">
                  <c:v>51.02682495</c:v>
                </c:pt>
                <c:pt idx="1203">
                  <c:v>51.02627563</c:v>
                </c:pt>
                <c:pt idx="1204">
                  <c:v>51.02562856</c:v>
                </c:pt>
                <c:pt idx="1205">
                  <c:v>51.02513123</c:v>
                </c:pt>
                <c:pt idx="1206">
                  <c:v>51.02455786</c:v>
                </c:pt>
                <c:pt idx="1207">
                  <c:v>51.02395268</c:v>
                </c:pt>
                <c:pt idx="1208">
                  <c:v>51.02339405</c:v>
                </c:pt>
                <c:pt idx="1209">
                  <c:v>51.02288198</c:v>
                </c:pt>
                <c:pt idx="1210">
                  <c:v>51.0223699</c:v>
                </c:pt>
                <c:pt idx="1211">
                  <c:v>51.02174377</c:v>
                </c:pt>
                <c:pt idx="1212">
                  <c:v>51.02114868</c:v>
                </c:pt>
                <c:pt idx="1213">
                  <c:v>51.02088023</c:v>
                </c:pt>
                <c:pt idx="1214">
                  <c:v>51.0203216</c:v>
                </c:pt>
                <c:pt idx="1215">
                  <c:v>51.01976298</c:v>
                </c:pt>
                <c:pt idx="1216">
                  <c:v>51.01892504</c:v>
                </c:pt>
                <c:pt idx="1217">
                  <c:v>51.01859917</c:v>
                </c:pt>
                <c:pt idx="1218">
                  <c:v>51.01808167</c:v>
                </c:pt>
                <c:pt idx="1219">
                  <c:v>51.01753235</c:v>
                </c:pt>
                <c:pt idx="1220">
                  <c:v>51.01693726</c:v>
                </c:pt>
                <c:pt idx="1221">
                  <c:v>51.01631811</c:v>
                </c:pt>
                <c:pt idx="1222">
                  <c:v>51.01570129</c:v>
                </c:pt>
                <c:pt idx="1223">
                  <c:v>51.01524353</c:v>
                </c:pt>
                <c:pt idx="1224">
                  <c:v>51.01469421</c:v>
                </c:pt>
                <c:pt idx="1225">
                  <c:v>51.01413016</c:v>
                </c:pt>
                <c:pt idx="1226">
                  <c:v>51.0135498</c:v>
                </c:pt>
                <c:pt idx="1227">
                  <c:v>51.01290894</c:v>
                </c:pt>
                <c:pt idx="1228">
                  <c:v>51.01240772</c:v>
                </c:pt>
                <c:pt idx="1229">
                  <c:v>51.01194763</c:v>
                </c:pt>
                <c:pt idx="1230">
                  <c:v>51.01124392</c:v>
                </c:pt>
                <c:pt idx="1231">
                  <c:v>51.01075745</c:v>
                </c:pt>
                <c:pt idx="1232">
                  <c:v>51.01020813</c:v>
                </c:pt>
                <c:pt idx="1233">
                  <c:v>51.00965881</c:v>
                </c:pt>
                <c:pt idx="1234">
                  <c:v>51.00915527</c:v>
                </c:pt>
                <c:pt idx="1235">
                  <c:v>51.00860596</c:v>
                </c:pt>
                <c:pt idx="1236">
                  <c:v>51.00807837</c:v>
                </c:pt>
                <c:pt idx="1237">
                  <c:v>51.00741577</c:v>
                </c:pt>
                <c:pt idx="1238">
                  <c:v>51.00695801</c:v>
                </c:pt>
                <c:pt idx="1239">
                  <c:v>51.00630938</c:v>
                </c:pt>
                <c:pt idx="1240">
                  <c:v>51.00575075</c:v>
                </c:pt>
                <c:pt idx="1241">
                  <c:v>51.00505247</c:v>
                </c:pt>
                <c:pt idx="1242">
                  <c:v>51.00471497</c:v>
                </c:pt>
                <c:pt idx="1243">
                  <c:v>51.00421453</c:v>
                </c:pt>
                <c:pt idx="1244">
                  <c:v>51.0036559</c:v>
                </c:pt>
                <c:pt idx="1245">
                  <c:v>51.00281796</c:v>
                </c:pt>
                <c:pt idx="1246">
                  <c:v>51.00256348</c:v>
                </c:pt>
                <c:pt idx="1247">
                  <c:v>51.00178528</c:v>
                </c:pt>
                <c:pt idx="1248">
                  <c:v>51.00142139</c:v>
                </c:pt>
                <c:pt idx="1249">
                  <c:v>51.00059509</c:v>
                </c:pt>
                <c:pt idx="1250">
                  <c:v>51.00004578</c:v>
                </c:pt>
                <c:pt idx="1251">
                  <c:v>50.99969896</c:v>
                </c:pt>
                <c:pt idx="1252">
                  <c:v>50.99914034</c:v>
                </c:pt>
                <c:pt idx="1253">
                  <c:v>50.99858171</c:v>
                </c:pt>
                <c:pt idx="1254">
                  <c:v>50.99797653</c:v>
                </c:pt>
                <c:pt idx="1255">
                  <c:v>50.9974179</c:v>
                </c:pt>
                <c:pt idx="1256">
                  <c:v>50.99679565</c:v>
                </c:pt>
                <c:pt idx="1257">
                  <c:v>50.99624634</c:v>
                </c:pt>
                <c:pt idx="1258">
                  <c:v>50.99560547</c:v>
                </c:pt>
                <c:pt idx="1259">
                  <c:v>50.99499719</c:v>
                </c:pt>
                <c:pt idx="1260">
                  <c:v>50.99450684</c:v>
                </c:pt>
                <c:pt idx="1261">
                  <c:v>50.99391174</c:v>
                </c:pt>
                <c:pt idx="1262">
                  <c:v>50.99345398</c:v>
                </c:pt>
                <c:pt idx="1263">
                  <c:v>50.99290466</c:v>
                </c:pt>
                <c:pt idx="1264">
                  <c:v>50.99226379</c:v>
                </c:pt>
                <c:pt idx="1265">
                  <c:v>50.99171448</c:v>
                </c:pt>
                <c:pt idx="1266">
                  <c:v>50.99125671</c:v>
                </c:pt>
                <c:pt idx="1267">
                  <c:v>50.99066162</c:v>
                </c:pt>
                <c:pt idx="1268">
                  <c:v>50.99006265</c:v>
                </c:pt>
                <c:pt idx="1269">
                  <c:v>50.98950402</c:v>
                </c:pt>
                <c:pt idx="1270">
                  <c:v>50.98889884</c:v>
                </c:pt>
                <c:pt idx="1271">
                  <c:v>50.98834022</c:v>
                </c:pt>
                <c:pt idx="1272">
                  <c:v>50.9879678</c:v>
                </c:pt>
                <c:pt idx="1273">
                  <c:v>50.98731995</c:v>
                </c:pt>
                <c:pt idx="1274">
                  <c:v>50.98680399</c:v>
                </c:pt>
                <c:pt idx="1275">
                  <c:v>50.98617554</c:v>
                </c:pt>
                <c:pt idx="1276">
                  <c:v>50.98559363</c:v>
                </c:pt>
                <c:pt idx="1277">
                  <c:v>50.98508156</c:v>
                </c:pt>
                <c:pt idx="1278">
                  <c:v>50.98452293</c:v>
                </c:pt>
                <c:pt idx="1279">
                  <c:v>50.98391775</c:v>
                </c:pt>
                <c:pt idx="1280">
                  <c:v>50.98329163</c:v>
                </c:pt>
                <c:pt idx="1281">
                  <c:v>50.98274231</c:v>
                </c:pt>
                <c:pt idx="1282">
                  <c:v>50.98214877</c:v>
                </c:pt>
                <c:pt idx="1283">
                  <c:v>50.98159014</c:v>
                </c:pt>
                <c:pt idx="1284">
                  <c:v>50.98109436</c:v>
                </c:pt>
                <c:pt idx="1285">
                  <c:v>50.98042634</c:v>
                </c:pt>
                <c:pt idx="1286">
                  <c:v>50.97990417</c:v>
                </c:pt>
                <c:pt idx="1287">
                  <c:v>50.97963495</c:v>
                </c:pt>
                <c:pt idx="1288">
                  <c:v>50.97894287</c:v>
                </c:pt>
                <c:pt idx="1289">
                  <c:v>50.97842459</c:v>
                </c:pt>
                <c:pt idx="1290">
                  <c:v>50.97786596</c:v>
                </c:pt>
                <c:pt idx="1291">
                  <c:v>50.97702802</c:v>
                </c:pt>
                <c:pt idx="1292">
                  <c:v>50.97651672</c:v>
                </c:pt>
                <c:pt idx="1293">
                  <c:v>50.97595732</c:v>
                </c:pt>
                <c:pt idx="1294">
                  <c:v>50.97546387</c:v>
                </c:pt>
                <c:pt idx="1295">
                  <c:v>50.97484007</c:v>
                </c:pt>
                <c:pt idx="1296">
                  <c:v>50.97432799</c:v>
                </c:pt>
                <c:pt idx="1297">
                  <c:v>50.97400213</c:v>
                </c:pt>
                <c:pt idx="1298">
                  <c:v>50.9732666</c:v>
                </c:pt>
                <c:pt idx="1299">
                  <c:v>50.97262573</c:v>
                </c:pt>
                <c:pt idx="1300">
                  <c:v>50.97207642</c:v>
                </c:pt>
                <c:pt idx="1301">
                  <c:v>50.97157288</c:v>
                </c:pt>
                <c:pt idx="1302">
                  <c:v>50.97097778</c:v>
                </c:pt>
                <c:pt idx="1303">
                  <c:v>50.97051071</c:v>
                </c:pt>
                <c:pt idx="1304">
                  <c:v>50.96992493</c:v>
                </c:pt>
                <c:pt idx="1305">
                  <c:v>50.96937561</c:v>
                </c:pt>
                <c:pt idx="1306">
                  <c:v>50.96874172</c:v>
                </c:pt>
                <c:pt idx="1307">
                  <c:v>50.96818542</c:v>
                </c:pt>
                <c:pt idx="1308">
                  <c:v>50.96767102</c:v>
                </c:pt>
                <c:pt idx="1309">
                  <c:v>50.96694946</c:v>
                </c:pt>
                <c:pt idx="1310">
                  <c:v>50.96630859</c:v>
                </c:pt>
                <c:pt idx="1311">
                  <c:v>50.96585083</c:v>
                </c:pt>
                <c:pt idx="1312">
                  <c:v>50.96530151</c:v>
                </c:pt>
                <c:pt idx="1313">
                  <c:v>50.96466064</c:v>
                </c:pt>
                <c:pt idx="1314">
                  <c:v>50.9641796</c:v>
                </c:pt>
                <c:pt idx="1315">
                  <c:v>50.96365356</c:v>
                </c:pt>
                <c:pt idx="1316">
                  <c:v>50.96296925</c:v>
                </c:pt>
                <c:pt idx="1317">
                  <c:v>50.96246338</c:v>
                </c:pt>
                <c:pt idx="1318">
                  <c:v>50.96199165</c:v>
                </c:pt>
                <c:pt idx="1319">
                  <c:v>50.96136475</c:v>
                </c:pt>
                <c:pt idx="1320">
                  <c:v>50.96078129</c:v>
                </c:pt>
                <c:pt idx="1321">
                  <c:v>50.96022266</c:v>
                </c:pt>
                <c:pt idx="1322">
                  <c:v>50.95957947</c:v>
                </c:pt>
                <c:pt idx="1323">
                  <c:v>50.95924507</c:v>
                </c:pt>
                <c:pt idx="1324">
                  <c:v>50.95875549</c:v>
                </c:pt>
                <c:pt idx="1325">
                  <c:v>50.95797729</c:v>
                </c:pt>
                <c:pt idx="1326">
                  <c:v>50.95756531</c:v>
                </c:pt>
                <c:pt idx="1327">
                  <c:v>50.95678711</c:v>
                </c:pt>
                <c:pt idx="1328">
                  <c:v>50.9564209</c:v>
                </c:pt>
                <c:pt idx="1329">
                  <c:v>50.95589331</c:v>
                </c:pt>
                <c:pt idx="1330">
                  <c:v>50.95527649</c:v>
                </c:pt>
                <c:pt idx="1331">
                  <c:v>50.9546364</c:v>
                </c:pt>
                <c:pt idx="1332">
                  <c:v>50.9540863</c:v>
                </c:pt>
                <c:pt idx="1333">
                  <c:v>50.95356569</c:v>
                </c:pt>
                <c:pt idx="1334">
                  <c:v>50.95303345</c:v>
                </c:pt>
                <c:pt idx="1335">
                  <c:v>50.95243835</c:v>
                </c:pt>
                <c:pt idx="1336">
                  <c:v>50.95193637</c:v>
                </c:pt>
                <c:pt idx="1337">
                  <c:v>50.95137774</c:v>
                </c:pt>
                <c:pt idx="1338">
                  <c:v>50.95069885</c:v>
                </c:pt>
                <c:pt idx="1339">
                  <c:v>50.95016738</c:v>
                </c:pt>
                <c:pt idx="1340">
                  <c:v>50.94960875</c:v>
                </c:pt>
                <c:pt idx="1341">
                  <c:v>50.94909668</c:v>
                </c:pt>
                <c:pt idx="1342">
                  <c:v>50.94850159</c:v>
                </c:pt>
                <c:pt idx="1343">
                  <c:v>50.94786072</c:v>
                </c:pt>
                <c:pt idx="1344">
                  <c:v>50.94737425</c:v>
                </c:pt>
                <c:pt idx="1345">
                  <c:v>50.94681562</c:v>
                </c:pt>
                <c:pt idx="1346">
                  <c:v>50.94616389</c:v>
                </c:pt>
                <c:pt idx="1347">
                  <c:v>50.94566345</c:v>
                </c:pt>
                <c:pt idx="1348">
                  <c:v>50.94518629</c:v>
                </c:pt>
                <c:pt idx="1349">
                  <c:v>50.94453456</c:v>
                </c:pt>
                <c:pt idx="1350">
                  <c:v>50.9438324</c:v>
                </c:pt>
                <c:pt idx="1351">
                  <c:v>50.9432311</c:v>
                </c:pt>
                <c:pt idx="1352">
                  <c:v>50.94273376</c:v>
                </c:pt>
                <c:pt idx="1353">
                  <c:v>50.94218445</c:v>
                </c:pt>
                <c:pt idx="1354">
                  <c:v>50.94158936</c:v>
                </c:pt>
                <c:pt idx="1355">
                  <c:v>50.94099426</c:v>
                </c:pt>
                <c:pt idx="1356">
                  <c:v>50.94048452</c:v>
                </c:pt>
                <c:pt idx="1357">
                  <c:v>50.93987934</c:v>
                </c:pt>
                <c:pt idx="1358">
                  <c:v>50.93932071</c:v>
                </c:pt>
                <c:pt idx="1359">
                  <c:v>50.938797</c:v>
                </c:pt>
                <c:pt idx="1360">
                  <c:v>50.93829656</c:v>
                </c:pt>
                <c:pt idx="1361">
                  <c:v>50.93774414</c:v>
                </c:pt>
                <c:pt idx="1362">
                  <c:v>50.93722586</c:v>
                </c:pt>
                <c:pt idx="1363">
                  <c:v>50.93666723</c:v>
                </c:pt>
                <c:pt idx="1364">
                  <c:v>50.93606205</c:v>
                </c:pt>
                <c:pt idx="1365">
                  <c:v>50.93554688</c:v>
                </c:pt>
                <c:pt idx="1366">
                  <c:v>50.93489825</c:v>
                </c:pt>
                <c:pt idx="1367">
                  <c:v>50.93435669</c:v>
                </c:pt>
                <c:pt idx="1368">
                  <c:v>50.9338741</c:v>
                </c:pt>
                <c:pt idx="1369">
                  <c:v>50.93326892</c:v>
                </c:pt>
                <c:pt idx="1370">
                  <c:v>50.93275452</c:v>
                </c:pt>
                <c:pt idx="1371">
                  <c:v>50.93224477</c:v>
                </c:pt>
                <c:pt idx="1372">
                  <c:v>50.93163959</c:v>
                </c:pt>
                <c:pt idx="1373">
                  <c:v>50.93103441</c:v>
                </c:pt>
                <c:pt idx="1374">
                  <c:v>50.93055725</c:v>
                </c:pt>
                <c:pt idx="1375">
                  <c:v>50.92996371</c:v>
                </c:pt>
                <c:pt idx="1376">
                  <c:v>50.92936707</c:v>
                </c:pt>
                <c:pt idx="1377">
                  <c:v>50.92881775</c:v>
                </c:pt>
                <c:pt idx="1378">
                  <c:v>50.92824128</c:v>
                </c:pt>
                <c:pt idx="1379">
                  <c:v>50.92749023</c:v>
                </c:pt>
                <c:pt idx="1380">
                  <c:v>50.92703247</c:v>
                </c:pt>
                <c:pt idx="1381">
                  <c:v>50.92643738</c:v>
                </c:pt>
                <c:pt idx="1382">
                  <c:v>50.92591367</c:v>
                </c:pt>
                <c:pt idx="1383">
                  <c:v>50.9254303</c:v>
                </c:pt>
                <c:pt idx="1384">
                  <c:v>50.92478943</c:v>
                </c:pt>
                <c:pt idx="1385">
                  <c:v>50.92424011</c:v>
                </c:pt>
                <c:pt idx="1386">
                  <c:v>50.92364502</c:v>
                </c:pt>
                <c:pt idx="1387">
                  <c:v>50.92304993</c:v>
                </c:pt>
                <c:pt idx="1388">
                  <c:v>50.92259216</c:v>
                </c:pt>
                <c:pt idx="1389">
                  <c:v>50.92204285</c:v>
                </c:pt>
                <c:pt idx="1390">
                  <c:v>50.92144465</c:v>
                </c:pt>
                <c:pt idx="1391">
                  <c:v>50.92088602</c:v>
                </c:pt>
                <c:pt idx="1392">
                  <c:v>50.92016602</c:v>
                </c:pt>
                <c:pt idx="1393">
                  <c:v>50.91981532</c:v>
                </c:pt>
                <c:pt idx="1394">
                  <c:v>50.91902393</c:v>
                </c:pt>
                <c:pt idx="1395">
                  <c:v>50.91855841</c:v>
                </c:pt>
                <c:pt idx="1396">
                  <c:v>50.91795323</c:v>
                </c:pt>
                <c:pt idx="1397">
                  <c:v>50.91746521</c:v>
                </c:pt>
                <c:pt idx="1398">
                  <c:v>50.91688253</c:v>
                </c:pt>
                <c:pt idx="1399">
                  <c:v>50.9163239</c:v>
                </c:pt>
                <c:pt idx="1400">
                  <c:v>50.91581726</c:v>
                </c:pt>
                <c:pt idx="1401">
                  <c:v>50.91511355</c:v>
                </c:pt>
                <c:pt idx="1402">
                  <c:v>50.91462708</c:v>
                </c:pt>
                <c:pt idx="1403">
                  <c:v>50.91403198</c:v>
                </c:pt>
                <c:pt idx="1404">
                  <c:v>50.91348267</c:v>
                </c:pt>
                <c:pt idx="1405">
                  <c:v>50.91292559</c:v>
                </c:pt>
                <c:pt idx="1406">
                  <c:v>50.91238403</c:v>
                </c:pt>
                <c:pt idx="1407">
                  <c:v>50.91183472</c:v>
                </c:pt>
                <c:pt idx="1408">
                  <c:v>50.91124971</c:v>
                </c:pt>
                <c:pt idx="1409">
                  <c:v>50.91073608</c:v>
                </c:pt>
                <c:pt idx="1410">
                  <c:v>50.90991211</c:v>
                </c:pt>
                <c:pt idx="1411">
                  <c:v>50.90957383</c:v>
                </c:pt>
                <c:pt idx="1412">
                  <c:v>50.9090152</c:v>
                </c:pt>
                <c:pt idx="1413">
                  <c:v>50.90826416</c:v>
                </c:pt>
                <c:pt idx="1414">
                  <c:v>50.90785217</c:v>
                </c:pt>
                <c:pt idx="1415">
                  <c:v>50.90719967</c:v>
                </c:pt>
                <c:pt idx="1416">
                  <c:v>50.90657043</c:v>
                </c:pt>
                <c:pt idx="1417">
                  <c:v>50.90592957</c:v>
                </c:pt>
                <c:pt idx="1418">
                  <c:v>50.90543068</c:v>
                </c:pt>
                <c:pt idx="1419">
                  <c:v>50.9048255</c:v>
                </c:pt>
                <c:pt idx="1420">
                  <c:v>50.90414429</c:v>
                </c:pt>
                <c:pt idx="1421">
                  <c:v>50.90377808</c:v>
                </c:pt>
                <c:pt idx="1422">
                  <c:v>50.90322876</c:v>
                </c:pt>
                <c:pt idx="1423">
                  <c:v>50.90249789</c:v>
                </c:pt>
                <c:pt idx="1424">
                  <c:v>50.90193926</c:v>
                </c:pt>
                <c:pt idx="1425">
                  <c:v>50.90135193</c:v>
                </c:pt>
                <c:pt idx="1426">
                  <c:v>50.90082201</c:v>
                </c:pt>
                <c:pt idx="1427">
                  <c:v>50.90026338</c:v>
                </c:pt>
                <c:pt idx="1428">
                  <c:v>50.8996582</c:v>
                </c:pt>
                <c:pt idx="1429">
                  <c:v>50.89910889</c:v>
                </c:pt>
                <c:pt idx="1430">
                  <c:v>50.89851379</c:v>
                </c:pt>
                <c:pt idx="1431">
                  <c:v>50.89793577</c:v>
                </c:pt>
                <c:pt idx="1432">
                  <c:v>50.89737714</c:v>
                </c:pt>
                <c:pt idx="1433">
                  <c:v>50.89677196</c:v>
                </c:pt>
                <c:pt idx="1434">
                  <c:v>50.8961792</c:v>
                </c:pt>
                <c:pt idx="1435">
                  <c:v>50.89565471</c:v>
                </c:pt>
                <c:pt idx="1436">
                  <c:v>50.89503479</c:v>
                </c:pt>
                <c:pt idx="1437">
                  <c:v>50.89444435</c:v>
                </c:pt>
                <c:pt idx="1438">
                  <c:v>50.89388573</c:v>
                </c:pt>
                <c:pt idx="1439">
                  <c:v>50.89328055</c:v>
                </c:pt>
                <c:pt idx="1440">
                  <c:v>50.89267537</c:v>
                </c:pt>
                <c:pt idx="1441">
                  <c:v>50.89215088</c:v>
                </c:pt>
                <c:pt idx="1442">
                  <c:v>50.89160467</c:v>
                </c:pt>
                <c:pt idx="1443">
                  <c:v>50.89076673</c:v>
                </c:pt>
                <c:pt idx="1444">
                  <c:v>50.89045715</c:v>
                </c:pt>
                <c:pt idx="1445">
                  <c:v>50.88983568</c:v>
                </c:pt>
                <c:pt idx="1446">
                  <c:v>50.88922119</c:v>
                </c:pt>
                <c:pt idx="1447">
                  <c:v>50.88867188</c:v>
                </c:pt>
                <c:pt idx="1448">
                  <c:v>50.88792704</c:v>
                </c:pt>
                <c:pt idx="1449">
                  <c:v>50.88736841</c:v>
                </c:pt>
                <c:pt idx="1450">
                  <c:v>50.8868866</c:v>
                </c:pt>
                <c:pt idx="1451">
                  <c:v>50.8862915</c:v>
                </c:pt>
                <c:pt idx="1452">
                  <c:v>50.88565063</c:v>
                </c:pt>
                <c:pt idx="1453">
                  <c:v>50.88519287</c:v>
                </c:pt>
                <c:pt idx="1454">
                  <c:v>50.884552</c:v>
                </c:pt>
                <c:pt idx="1455">
                  <c:v>50.88392355</c:v>
                </c:pt>
                <c:pt idx="1456">
                  <c:v>50.88336182</c:v>
                </c:pt>
                <c:pt idx="1457">
                  <c:v>50.8828125</c:v>
                </c:pt>
                <c:pt idx="1458">
                  <c:v>50.88217163</c:v>
                </c:pt>
                <c:pt idx="1459">
                  <c:v>50.88157654</c:v>
                </c:pt>
                <c:pt idx="1460">
                  <c:v>50.88102722</c:v>
                </c:pt>
                <c:pt idx="1461">
                  <c:v>50.88043213</c:v>
                </c:pt>
                <c:pt idx="1462">
                  <c:v>50.87992859</c:v>
                </c:pt>
                <c:pt idx="1463">
                  <c:v>50.87919617</c:v>
                </c:pt>
                <c:pt idx="1464">
                  <c:v>50.8785553</c:v>
                </c:pt>
                <c:pt idx="1465">
                  <c:v>50.87805796</c:v>
                </c:pt>
                <c:pt idx="1466">
                  <c:v>50.87745279</c:v>
                </c:pt>
                <c:pt idx="1467">
                  <c:v>50.87695313</c:v>
                </c:pt>
                <c:pt idx="1468">
                  <c:v>50.87644958</c:v>
                </c:pt>
                <c:pt idx="1469">
                  <c:v>50.87585449</c:v>
                </c:pt>
                <c:pt idx="1470">
                  <c:v>50.87521828</c:v>
                </c:pt>
                <c:pt idx="1471">
                  <c:v>50.87456655</c:v>
                </c:pt>
                <c:pt idx="1472">
                  <c:v>50.87410102</c:v>
                </c:pt>
                <c:pt idx="1473">
                  <c:v>50.87356567</c:v>
                </c:pt>
                <c:pt idx="1474">
                  <c:v>50.87297058</c:v>
                </c:pt>
                <c:pt idx="1475">
                  <c:v>50.87251282</c:v>
                </c:pt>
                <c:pt idx="1476">
                  <c:v>50.87191307</c:v>
                </c:pt>
                <c:pt idx="1477">
                  <c:v>50.87127686</c:v>
                </c:pt>
                <c:pt idx="1478">
                  <c:v>50.87072754</c:v>
                </c:pt>
                <c:pt idx="1479">
                  <c:v>50.87008667</c:v>
                </c:pt>
                <c:pt idx="1480">
                  <c:v>50.86949158</c:v>
                </c:pt>
                <c:pt idx="1481">
                  <c:v>50.86889648</c:v>
                </c:pt>
                <c:pt idx="1482">
                  <c:v>50.86825562</c:v>
                </c:pt>
                <c:pt idx="1483">
                  <c:v>50.86766052</c:v>
                </c:pt>
                <c:pt idx="1484">
                  <c:v>50.86716474</c:v>
                </c:pt>
                <c:pt idx="1485">
                  <c:v>50.86651301</c:v>
                </c:pt>
                <c:pt idx="1486">
                  <c:v>50.86587524</c:v>
                </c:pt>
                <c:pt idx="1487">
                  <c:v>50.8653492</c:v>
                </c:pt>
                <c:pt idx="1488">
                  <c:v>50.86477661</c:v>
                </c:pt>
                <c:pt idx="1489">
                  <c:v>50.86423195</c:v>
                </c:pt>
                <c:pt idx="1490">
                  <c:v>50.86372375</c:v>
                </c:pt>
                <c:pt idx="1491">
                  <c:v>50.86312866</c:v>
                </c:pt>
                <c:pt idx="1492">
                  <c:v>50.86255607</c:v>
                </c:pt>
                <c:pt idx="1493">
                  <c:v>50.86195089</c:v>
                </c:pt>
                <c:pt idx="1494">
                  <c:v>50.86129761</c:v>
                </c:pt>
                <c:pt idx="1495">
                  <c:v>50.86065674</c:v>
                </c:pt>
                <c:pt idx="1496">
                  <c:v>50.86013535</c:v>
                </c:pt>
                <c:pt idx="1497">
                  <c:v>50.85960388</c:v>
                </c:pt>
                <c:pt idx="1498">
                  <c:v>50.8590181</c:v>
                </c:pt>
                <c:pt idx="1499">
                  <c:v>50.85845947</c:v>
                </c:pt>
                <c:pt idx="1500">
                  <c:v>50.85776119</c:v>
                </c:pt>
                <c:pt idx="1501">
                  <c:v>50.85717773</c:v>
                </c:pt>
                <c:pt idx="1502">
                  <c:v>50.85658264</c:v>
                </c:pt>
                <c:pt idx="1503">
                  <c:v>50.85598755</c:v>
                </c:pt>
                <c:pt idx="1504">
                  <c:v>50.85552979</c:v>
                </c:pt>
                <c:pt idx="1505">
                  <c:v>50.85488892</c:v>
                </c:pt>
                <c:pt idx="1506">
                  <c:v>50.85436288</c:v>
                </c:pt>
                <c:pt idx="1507">
                  <c:v>50.8537577</c:v>
                </c:pt>
                <c:pt idx="1508">
                  <c:v>50.85310597</c:v>
                </c:pt>
                <c:pt idx="1509">
                  <c:v>50.8526001</c:v>
                </c:pt>
                <c:pt idx="1510">
                  <c:v>50.852005</c:v>
                </c:pt>
                <c:pt idx="1511">
                  <c:v>50.85136414</c:v>
                </c:pt>
                <c:pt idx="1512">
                  <c:v>50.85076904</c:v>
                </c:pt>
                <c:pt idx="1513">
                  <c:v>50.85021973</c:v>
                </c:pt>
                <c:pt idx="1514">
                  <c:v>50.84967041</c:v>
                </c:pt>
                <c:pt idx="1515">
                  <c:v>50.84910247</c:v>
                </c:pt>
                <c:pt idx="1516">
                  <c:v>50.84857178</c:v>
                </c:pt>
                <c:pt idx="1517">
                  <c:v>50.84770203</c:v>
                </c:pt>
                <c:pt idx="1518">
                  <c:v>50.84719383</c:v>
                </c:pt>
                <c:pt idx="1519">
                  <c:v>50.84658865</c:v>
                </c:pt>
                <c:pt idx="1520">
                  <c:v>50.8460083</c:v>
                </c:pt>
                <c:pt idx="1521">
                  <c:v>50.84555054</c:v>
                </c:pt>
                <c:pt idx="1522">
                  <c:v>50.84500588</c:v>
                </c:pt>
                <c:pt idx="1523">
                  <c:v>50.8444007</c:v>
                </c:pt>
                <c:pt idx="1524">
                  <c:v>50.84381104</c:v>
                </c:pt>
                <c:pt idx="1525">
                  <c:v>50.84326172</c:v>
                </c:pt>
                <c:pt idx="1526">
                  <c:v>50.84258516</c:v>
                </c:pt>
                <c:pt idx="1527">
                  <c:v>50.84184032</c:v>
                </c:pt>
                <c:pt idx="1528">
                  <c:v>50.84129333</c:v>
                </c:pt>
                <c:pt idx="1529">
                  <c:v>50.84069824</c:v>
                </c:pt>
                <c:pt idx="1530">
                  <c:v>50.84005737</c:v>
                </c:pt>
                <c:pt idx="1531">
                  <c:v>50.83969116</c:v>
                </c:pt>
                <c:pt idx="1532">
                  <c:v>50.83914185</c:v>
                </c:pt>
                <c:pt idx="1533">
                  <c:v>50.83854675</c:v>
                </c:pt>
                <c:pt idx="1534">
                  <c:v>50.83763123</c:v>
                </c:pt>
                <c:pt idx="1535">
                  <c:v>50.83713855</c:v>
                </c:pt>
                <c:pt idx="1536">
                  <c:v>50.83653259</c:v>
                </c:pt>
                <c:pt idx="1537">
                  <c:v>50.8359375</c:v>
                </c:pt>
                <c:pt idx="1538">
                  <c:v>50.83541611</c:v>
                </c:pt>
                <c:pt idx="1539">
                  <c:v>50.83483887</c:v>
                </c:pt>
                <c:pt idx="1540">
                  <c:v>50.83424377</c:v>
                </c:pt>
                <c:pt idx="1541">
                  <c:v>50.83360058</c:v>
                </c:pt>
                <c:pt idx="1542">
                  <c:v>50.83327471</c:v>
                </c:pt>
                <c:pt idx="1543">
                  <c:v>50.83241272</c:v>
                </c:pt>
                <c:pt idx="1544">
                  <c:v>50.83211091</c:v>
                </c:pt>
                <c:pt idx="1545">
                  <c:v>50.83145917</c:v>
                </c:pt>
                <c:pt idx="1546">
                  <c:v>50.830854</c:v>
                </c:pt>
                <c:pt idx="1547">
                  <c:v>50.83024882</c:v>
                </c:pt>
                <c:pt idx="1548">
                  <c:v>50.82943726</c:v>
                </c:pt>
                <c:pt idx="1549">
                  <c:v>50.8288988</c:v>
                </c:pt>
                <c:pt idx="1550">
                  <c:v>50.8283844</c:v>
                </c:pt>
                <c:pt idx="1551">
                  <c:v>50.82774353</c:v>
                </c:pt>
                <c:pt idx="1552">
                  <c:v>50.82708326</c:v>
                </c:pt>
                <c:pt idx="1553">
                  <c:v>50.82647809</c:v>
                </c:pt>
                <c:pt idx="1554">
                  <c:v>50.82582635</c:v>
                </c:pt>
                <c:pt idx="1555">
                  <c:v>50.82531738</c:v>
                </c:pt>
                <c:pt idx="1556">
                  <c:v>50.82472229</c:v>
                </c:pt>
                <c:pt idx="1557">
                  <c:v>50.82408142</c:v>
                </c:pt>
                <c:pt idx="1558">
                  <c:v>50.82377806</c:v>
                </c:pt>
                <c:pt idx="1559">
                  <c:v>50.82317288</c:v>
                </c:pt>
                <c:pt idx="1560">
                  <c:v>50.82247925</c:v>
                </c:pt>
                <c:pt idx="1561">
                  <c:v>50.82188416</c:v>
                </c:pt>
                <c:pt idx="1562">
                  <c:v>50.82128906</c:v>
                </c:pt>
                <c:pt idx="1563">
                  <c:v>50.82073975</c:v>
                </c:pt>
                <c:pt idx="1564">
                  <c:v>50.81991577</c:v>
                </c:pt>
                <c:pt idx="1565">
                  <c:v>50.81945801</c:v>
                </c:pt>
                <c:pt idx="1566">
                  <c:v>50.81875041</c:v>
                </c:pt>
                <c:pt idx="1567">
                  <c:v>50.81845093</c:v>
                </c:pt>
                <c:pt idx="1568">
                  <c:v>50.81762695</c:v>
                </c:pt>
                <c:pt idx="1569">
                  <c:v>50.81702798</c:v>
                </c:pt>
                <c:pt idx="1570">
                  <c:v>50.81639099</c:v>
                </c:pt>
                <c:pt idx="1571">
                  <c:v>50.81586418</c:v>
                </c:pt>
                <c:pt idx="1572">
                  <c:v>50.81547546</c:v>
                </c:pt>
                <c:pt idx="1573">
                  <c:v>50.81465149</c:v>
                </c:pt>
                <c:pt idx="1574">
                  <c:v>50.81414174</c:v>
                </c:pt>
                <c:pt idx="1575">
                  <c:v>50.81349001</c:v>
                </c:pt>
                <c:pt idx="1576">
                  <c:v>50.81297794</c:v>
                </c:pt>
                <c:pt idx="1577">
                  <c:v>50.81227112</c:v>
                </c:pt>
                <c:pt idx="1578">
                  <c:v>50.81167603</c:v>
                </c:pt>
                <c:pt idx="1579">
                  <c:v>50.8111624</c:v>
                </c:pt>
                <c:pt idx="1580">
                  <c:v>50.81051067</c:v>
                </c:pt>
                <c:pt idx="1581">
                  <c:v>50.81004515</c:v>
                </c:pt>
                <c:pt idx="1582">
                  <c:v>50.80947876</c:v>
                </c:pt>
                <c:pt idx="1583">
                  <c:v>50.80864858</c:v>
                </c:pt>
                <c:pt idx="1584">
                  <c:v>50.80815125</c:v>
                </c:pt>
                <c:pt idx="1585">
                  <c:v>50.80764771</c:v>
                </c:pt>
                <c:pt idx="1586">
                  <c:v>50.80714417</c:v>
                </c:pt>
                <c:pt idx="1587">
                  <c:v>50.80646062</c:v>
                </c:pt>
                <c:pt idx="1588">
                  <c:v>50.8059951</c:v>
                </c:pt>
                <c:pt idx="1589">
                  <c:v>50.80534337</c:v>
                </c:pt>
                <c:pt idx="1590">
                  <c:v>50.80471802</c:v>
                </c:pt>
                <c:pt idx="1591">
                  <c:v>50.80412292</c:v>
                </c:pt>
                <c:pt idx="1592">
                  <c:v>50.80343628</c:v>
                </c:pt>
                <c:pt idx="1593">
                  <c:v>50.80292265</c:v>
                </c:pt>
                <c:pt idx="1594">
                  <c:v>50.80224609</c:v>
                </c:pt>
                <c:pt idx="1595">
                  <c:v>50.80166574</c:v>
                </c:pt>
                <c:pt idx="1596">
                  <c:v>50.80106056</c:v>
                </c:pt>
                <c:pt idx="1597">
                  <c:v>50.80055237</c:v>
                </c:pt>
                <c:pt idx="1598">
                  <c:v>50.79986572</c:v>
                </c:pt>
                <c:pt idx="1599">
                  <c:v>50.79924503</c:v>
                </c:pt>
                <c:pt idx="1600">
                  <c:v>50.79872131</c:v>
                </c:pt>
                <c:pt idx="1601">
                  <c:v>50.79803467</c:v>
                </c:pt>
                <c:pt idx="1602">
                  <c:v>50.7975769</c:v>
                </c:pt>
                <c:pt idx="1603">
                  <c:v>50.79691741</c:v>
                </c:pt>
                <c:pt idx="1604">
                  <c:v>50.79640534</c:v>
                </c:pt>
                <c:pt idx="1605">
                  <c:v>50.79580016</c:v>
                </c:pt>
                <c:pt idx="1606">
                  <c:v>50.79524231</c:v>
                </c:pt>
                <c:pt idx="1607">
                  <c:v>50.79460144</c:v>
                </c:pt>
                <c:pt idx="1608">
                  <c:v>50.79393807</c:v>
                </c:pt>
                <c:pt idx="1609">
                  <c:v>50.79337944</c:v>
                </c:pt>
                <c:pt idx="1610">
                  <c:v>50.79272771</c:v>
                </c:pt>
                <c:pt idx="1611">
                  <c:v>50.79217529</c:v>
                </c:pt>
                <c:pt idx="1612">
                  <c:v>50.7915802</c:v>
                </c:pt>
                <c:pt idx="1613">
                  <c:v>50.79100528</c:v>
                </c:pt>
                <c:pt idx="1614">
                  <c:v>50.79043579</c:v>
                </c:pt>
                <c:pt idx="1615">
                  <c:v>50.78993225</c:v>
                </c:pt>
                <c:pt idx="1616">
                  <c:v>50.78933716</c:v>
                </c:pt>
                <c:pt idx="1617">
                  <c:v>50.78874207</c:v>
                </c:pt>
                <c:pt idx="1618">
                  <c:v>50.78811904</c:v>
                </c:pt>
                <c:pt idx="1619">
                  <c:v>50.78751386</c:v>
                </c:pt>
                <c:pt idx="1620">
                  <c:v>50.78677368</c:v>
                </c:pt>
                <c:pt idx="1621">
                  <c:v>50.78616385</c:v>
                </c:pt>
                <c:pt idx="1622">
                  <c:v>50.78569832</c:v>
                </c:pt>
                <c:pt idx="1623">
                  <c:v>50.78503418</c:v>
                </c:pt>
                <c:pt idx="1624">
                  <c:v>50.78448486</c:v>
                </c:pt>
                <c:pt idx="1625">
                  <c:v>50.78393555</c:v>
                </c:pt>
                <c:pt idx="1626">
                  <c:v>50.78343201</c:v>
                </c:pt>
                <c:pt idx="1627">
                  <c:v>50.78283691</c:v>
                </c:pt>
                <c:pt idx="1628">
                  <c:v>50.78219604</c:v>
                </c:pt>
                <c:pt idx="1629">
                  <c:v>50.78160095</c:v>
                </c:pt>
                <c:pt idx="1630">
                  <c:v>50.7810431</c:v>
                </c:pt>
                <c:pt idx="1631">
                  <c:v>50.78039137</c:v>
                </c:pt>
                <c:pt idx="1632">
                  <c:v>50.77983274</c:v>
                </c:pt>
                <c:pt idx="1633">
                  <c:v>50.77918101</c:v>
                </c:pt>
                <c:pt idx="1634">
                  <c:v>50.77862549</c:v>
                </c:pt>
                <c:pt idx="1635">
                  <c:v>50.7780304</c:v>
                </c:pt>
                <c:pt idx="1636">
                  <c:v>50.7772522</c:v>
                </c:pt>
                <c:pt idx="1637">
                  <c:v>50.7766571</c:v>
                </c:pt>
                <c:pt idx="1638">
                  <c:v>50.77629089</c:v>
                </c:pt>
                <c:pt idx="1639">
                  <c:v>50.7755127</c:v>
                </c:pt>
                <c:pt idx="1640">
                  <c:v>50.77499131</c:v>
                </c:pt>
                <c:pt idx="1641">
                  <c:v>50.77438613</c:v>
                </c:pt>
                <c:pt idx="1642">
                  <c:v>50.77377319</c:v>
                </c:pt>
                <c:pt idx="1643">
                  <c:v>50.7731781</c:v>
                </c:pt>
                <c:pt idx="1644">
                  <c:v>50.77258301</c:v>
                </c:pt>
                <c:pt idx="1645">
                  <c:v>50.77207947</c:v>
                </c:pt>
                <c:pt idx="1646">
                  <c:v>50.77140679</c:v>
                </c:pt>
                <c:pt idx="1647">
                  <c:v>50.77084351</c:v>
                </c:pt>
                <c:pt idx="1648">
                  <c:v>50.77020264</c:v>
                </c:pt>
                <c:pt idx="1649">
                  <c:v>50.76960754</c:v>
                </c:pt>
                <c:pt idx="1650">
                  <c:v>50.76901245</c:v>
                </c:pt>
                <c:pt idx="1651">
                  <c:v>50.76832581</c:v>
                </c:pt>
                <c:pt idx="1652">
                  <c:v>50.76768261</c:v>
                </c:pt>
                <c:pt idx="1653">
                  <c:v>50.76721709</c:v>
                </c:pt>
                <c:pt idx="1654">
                  <c:v>50.76665846</c:v>
                </c:pt>
                <c:pt idx="1655">
                  <c:v>50.76589966</c:v>
                </c:pt>
                <c:pt idx="1656">
                  <c:v>50.76530457</c:v>
                </c:pt>
                <c:pt idx="1657">
                  <c:v>50.76470327</c:v>
                </c:pt>
                <c:pt idx="1658">
                  <c:v>50.76416016</c:v>
                </c:pt>
                <c:pt idx="1659">
                  <c:v>50.76363256</c:v>
                </c:pt>
                <c:pt idx="1660">
                  <c:v>50.76293428</c:v>
                </c:pt>
                <c:pt idx="1661">
                  <c:v>50.76237565</c:v>
                </c:pt>
                <c:pt idx="1662">
                  <c:v>50.76181703</c:v>
                </c:pt>
                <c:pt idx="1663">
                  <c:v>50.76107219</c:v>
                </c:pt>
                <c:pt idx="1664">
                  <c:v>50.76054382</c:v>
                </c:pt>
                <c:pt idx="1665">
                  <c:v>50.75999451</c:v>
                </c:pt>
                <c:pt idx="1666">
                  <c:v>50.75948942</c:v>
                </c:pt>
                <c:pt idx="1667">
                  <c:v>50.75880432</c:v>
                </c:pt>
                <c:pt idx="1668">
                  <c:v>50.75830078</c:v>
                </c:pt>
                <c:pt idx="1669">
                  <c:v>50.75762733</c:v>
                </c:pt>
                <c:pt idx="1670">
                  <c:v>50.75706482</c:v>
                </c:pt>
                <c:pt idx="1671">
                  <c:v>50.75642395</c:v>
                </c:pt>
                <c:pt idx="1672">
                  <c:v>50.75576524</c:v>
                </c:pt>
                <c:pt idx="1673">
                  <c:v>50.75523376</c:v>
                </c:pt>
                <c:pt idx="1674">
                  <c:v>50.75460143</c:v>
                </c:pt>
                <c:pt idx="1675">
                  <c:v>50.7540428</c:v>
                </c:pt>
                <c:pt idx="1676">
                  <c:v>50.75349426</c:v>
                </c:pt>
                <c:pt idx="1677">
                  <c:v>50.752879</c:v>
                </c:pt>
                <c:pt idx="1678">
                  <c:v>50.75227382</c:v>
                </c:pt>
                <c:pt idx="1679">
                  <c:v>50.75166864</c:v>
                </c:pt>
                <c:pt idx="1680">
                  <c:v>50.75101691</c:v>
                </c:pt>
                <c:pt idx="1681">
                  <c:v>50.75041173</c:v>
                </c:pt>
                <c:pt idx="1682">
                  <c:v>50.74980655</c:v>
                </c:pt>
                <c:pt idx="1683">
                  <c:v>50.74919128</c:v>
                </c:pt>
                <c:pt idx="1684">
                  <c:v>50.74864274</c:v>
                </c:pt>
                <c:pt idx="1685">
                  <c:v>50.74786377</c:v>
                </c:pt>
                <c:pt idx="1686">
                  <c:v>50.74724618</c:v>
                </c:pt>
                <c:pt idx="1687">
                  <c:v>50.74678065</c:v>
                </c:pt>
                <c:pt idx="1688">
                  <c:v>50.74612427</c:v>
                </c:pt>
                <c:pt idx="1689">
                  <c:v>50.7455703</c:v>
                </c:pt>
                <c:pt idx="1690">
                  <c:v>50.74496512</c:v>
                </c:pt>
                <c:pt idx="1691">
                  <c:v>50.74426683</c:v>
                </c:pt>
                <c:pt idx="1692">
                  <c:v>50.74356079</c:v>
                </c:pt>
                <c:pt idx="1693">
                  <c:v>50.74287027</c:v>
                </c:pt>
                <c:pt idx="1694">
                  <c:v>50.74212543</c:v>
                </c:pt>
                <c:pt idx="1695">
                  <c:v>50.74182129</c:v>
                </c:pt>
                <c:pt idx="1696">
                  <c:v>50.74090576</c:v>
                </c:pt>
                <c:pt idx="1697">
                  <c:v>50.740448</c:v>
                </c:pt>
                <c:pt idx="1698">
                  <c:v>50.73980713</c:v>
                </c:pt>
                <c:pt idx="1699">
                  <c:v>50.73923919</c:v>
                </c:pt>
                <c:pt idx="1700">
                  <c:v>50.73849436</c:v>
                </c:pt>
                <c:pt idx="1701">
                  <c:v>50.7379303</c:v>
                </c:pt>
                <c:pt idx="1702">
                  <c:v>50.73728943</c:v>
                </c:pt>
                <c:pt idx="1703">
                  <c:v>50.73635295</c:v>
                </c:pt>
                <c:pt idx="1704">
                  <c:v>50.73577881</c:v>
                </c:pt>
                <c:pt idx="1705">
                  <c:v>50.73504639</c:v>
                </c:pt>
                <c:pt idx="1706">
                  <c:v>50.73444431</c:v>
                </c:pt>
                <c:pt idx="1707">
                  <c:v>50.73376465</c:v>
                </c:pt>
                <c:pt idx="1708">
                  <c:v>50.73303223</c:v>
                </c:pt>
                <c:pt idx="1709">
                  <c:v>50.73272188</c:v>
                </c:pt>
                <c:pt idx="1710">
                  <c:v>50.73207015</c:v>
                </c:pt>
                <c:pt idx="1711">
                  <c:v>50.73132531</c:v>
                </c:pt>
                <c:pt idx="1712">
                  <c:v>50.73060608</c:v>
                </c:pt>
                <c:pt idx="1713">
                  <c:v>50.73002185</c:v>
                </c:pt>
                <c:pt idx="1714">
                  <c:v>50.72923279</c:v>
                </c:pt>
                <c:pt idx="1715">
                  <c:v>50.72867183</c:v>
                </c:pt>
                <c:pt idx="1716">
                  <c:v>50.72808838</c:v>
                </c:pt>
                <c:pt idx="1717">
                  <c:v>50.72741492</c:v>
                </c:pt>
                <c:pt idx="1718">
                  <c:v>50.72676319</c:v>
                </c:pt>
                <c:pt idx="1719">
                  <c:v>50.72616577</c:v>
                </c:pt>
                <c:pt idx="1720">
                  <c:v>50.72547913</c:v>
                </c:pt>
                <c:pt idx="1721">
                  <c:v>50.7249011</c:v>
                </c:pt>
                <c:pt idx="1722">
                  <c:v>50.72415627</c:v>
                </c:pt>
                <c:pt idx="1723">
                  <c:v>50.72350454</c:v>
                </c:pt>
                <c:pt idx="1724">
                  <c:v>50.72291565</c:v>
                </c:pt>
                <c:pt idx="1725">
                  <c:v>50.7220459</c:v>
                </c:pt>
                <c:pt idx="1726">
                  <c:v>50.72158813</c:v>
                </c:pt>
                <c:pt idx="1727">
                  <c:v>50.7207114</c:v>
                </c:pt>
                <c:pt idx="1728">
                  <c:v>50.72005967</c:v>
                </c:pt>
                <c:pt idx="1729">
                  <c:v>50.7197113</c:v>
                </c:pt>
                <c:pt idx="1730">
                  <c:v>50.71879578</c:v>
                </c:pt>
                <c:pt idx="1731">
                  <c:v>50.71815491</c:v>
                </c:pt>
                <c:pt idx="1732">
                  <c:v>50.7174993</c:v>
                </c:pt>
                <c:pt idx="1733">
                  <c:v>50.71691895</c:v>
                </c:pt>
                <c:pt idx="1734">
                  <c:v>50.71627808</c:v>
                </c:pt>
                <c:pt idx="1735">
                  <c:v>50.71559065</c:v>
                </c:pt>
                <c:pt idx="1736">
                  <c:v>50.71498548</c:v>
                </c:pt>
                <c:pt idx="1737">
                  <c:v>50.71440125</c:v>
                </c:pt>
                <c:pt idx="1738">
                  <c:v>50.71372857</c:v>
                </c:pt>
                <c:pt idx="1739">
                  <c:v>50.71307683</c:v>
                </c:pt>
                <c:pt idx="1740">
                  <c:v>50.71238708</c:v>
                </c:pt>
                <c:pt idx="1741">
                  <c:v>50.71165466</c:v>
                </c:pt>
                <c:pt idx="1742">
                  <c:v>50.71107509</c:v>
                </c:pt>
                <c:pt idx="1743">
                  <c:v>50.71042336</c:v>
                </c:pt>
                <c:pt idx="1744">
                  <c:v>50.70977783</c:v>
                </c:pt>
                <c:pt idx="1745">
                  <c:v>50.70907334</c:v>
                </c:pt>
                <c:pt idx="1746">
                  <c:v>50.70870092</c:v>
                </c:pt>
                <c:pt idx="1747">
                  <c:v>50.70800264</c:v>
                </c:pt>
                <c:pt idx="1748">
                  <c:v>50.70726013</c:v>
                </c:pt>
                <c:pt idx="1749">
                  <c:v>50.70661926</c:v>
                </c:pt>
                <c:pt idx="1750">
                  <c:v>50.70600089</c:v>
                </c:pt>
                <c:pt idx="1751">
                  <c:v>50.7053833</c:v>
                </c:pt>
                <c:pt idx="1752">
                  <c:v>50.70483709</c:v>
                </c:pt>
                <c:pt idx="1753">
                  <c:v>50.70391846</c:v>
                </c:pt>
                <c:pt idx="1754">
                  <c:v>50.70334742</c:v>
                </c:pt>
                <c:pt idx="1755">
                  <c:v>50.70269568</c:v>
                </c:pt>
                <c:pt idx="1756">
                  <c:v>50.70204163</c:v>
                </c:pt>
                <c:pt idx="1757">
                  <c:v>50.70140076</c:v>
                </c:pt>
                <c:pt idx="1758">
                  <c:v>50.70085144</c:v>
                </c:pt>
                <c:pt idx="1759">
                  <c:v>50.70022842</c:v>
                </c:pt>
                <c:pt idx="1760">
                  <c:v>50.69952393</c:v>
                </c:pt>
                <c:pt idx="1761">
                  <c:v>50.69888306</c:v>
                </c:pt>
                <c:pt idx="1762">
                  <c:v>50.69822667</c:v>
                </c:pt>
                <c:pt idx="1763">
                  <c:v>50.69757494</c:v>
                </c:pt>
                <c:pt idx="1764">
                  <c:v>50.6968689</c:v>
                </c:pt>
                <c:pt idx="1765">
                  <c:v>50.69613647</c:v>
                </c:pt>
                <c:pt idx="1766">
                  <c:v>50.69577026</c:v>
                </c:pt>
                <c:pt idx="1767">
                  <c:v>50.69512939</c:v>
                </c:pt>
                <c:pt idx="1768">
                  <c:v>50.69439697</c:v>
                </c:pt>
                <c:pt idx="1769">
                  <c:v>50.6937561</c:v>
                </c:pt>
                <c:pt idx="1770">
                  <c:v>50.69315248</c:v>
                </c:pt>
                <c:pt idx="1771">
                  <c:v>50.69217488</c:v>
                </c:pt>
                <c:pt idx="1772">
                  <c:v>50.6916628</c:v>
                </c:pt>
                <c:pt idx="1773">
                  <c:v>50.69110107</c:v>
                </c:pt>
                <c:pt idx="1774">
                  <c:v>50.69036865</c:v>
                </c:pt>
                <c:pt idx="1775">
                  <c:v>50.68980072</c:v>
                </c:pt>
                <c:pt idx="1776">
                  <c:v>50.68914898</c:v>
                </c:pt>
                <c:pt idx="1777">
                  <c:v>50.68849182</c:v>
                </c:pt>
                <c:pt idx="1778">
                  <c:v>50.68798828</c:v>
                </c:pt>
                <c:pt idx="1779">
                  <c:v>50.68728689</c:v>
                </c:pt>
                <c:pt idx="1780">
                  <c:v>50.68656921</c:v>
                </c:pt>
                <c:pt idx="1781">
                  <c:v>50.68589033</c:v>
                </c:pt>
                <c:pt idx="1782">
                  <c:v>50.68533325</c:v>
                </c:pt>
                <c:pt idx="1783">
                  <c:v>50.68469238</c:v>
                </c:pt>
                <c:pt idx="1784">
                  <c:v>50.68395996</c:v>
                </c:pt>
                <c:pt idx="1785">
                  <c:v>50.68337651</c:v>
                </c:pt>
                <c:pt idx="1786">
                  <c:v>50.68267822</c:v>
                </c:pt>
                <c:pt idx="1787">
                  <c:v>50.6819458</c:v>
                </c:pt>
                <c:pt idx="1788">
                  <c:v>50.68137476</c:v>
                </c:pt>
                <c:pt idx="1789">
                  <c:v>50.68072303</c:v>
                </c:pt>
                <c:pt idx="1790">
                  <c:v>50.68011785</c:v>
                </c:pt>
                <c:pt idx="1791">
                  <c:v>50.67946612</c:v>
                </c:pt>
                <c:pt idx="1792">
                  <c:v>50.67855835</c:v>
                </c:pt>
                <c:pt idx="1793">
                  <c:v>50.67832947</c:v>
                </c:pt>
                <c:pt idx="1794">
                  <c:v>50.67732472</c:v>
                </c:pt>
                <c:pt idx="1795">
                  <c:v>50.67668152</c:v>
                </c:pt>
                <c:pt idx="1796">
                  <c:v>50.6759747</c:v>
                </c:pt>
                <c:pt idx="1797">
                  <c:v>50.67539978</c:v>
                </c:pt>
                <c:pt idx="1798">
                  <c:v>50.67475891</c:v>
                </c:pt>
                <c:pt idx="1799">
                  <c:v>50.67430115</c:v>
                </c:pt>
                <c:pt idx="1800">
                  <c:v>50.67355398</c:v>
                </c:pt>
                <c:pt idx="1801">
                  <c:v>50.67290225</c:v>
                </c:pt>
                <c:pt idx="1802">
                  <c:v>50.67214966</c:v>
                </c:pt>
                <c:pt idx="1803">
                  <c:v>50.67146301</c:v>
                </c:pt>
                <c:pt idx="1804">
                  <c:v>50.67082214</c:v>
                </c:pt>
                <c:pt idx="1805">
                  <c:v>50.67043498</c:v>
                </c:pt>
                <c:pt idx="1806">
                  <c:v>50.66972351</c:v>
                </c:pt>
                <c:pt idx="1807">
                  <c:v>50.66889876</c:v>
                </c:pt>
                <c:pt idx="1808">
                  <c:v>50.66821289</c:v>
                </c:pt>
                <c:pt idx="1809">
                  <c:v>50.66757202</c:v>
                </c:pt>
                <c:pt idx="1810">
                  <c:v>50.66699012</c:v>
                </c:pt>
                <c:pt idx="1811">
                  <c:v>50.66629183</c:v>
                </c:pt>
                <c:pt idx="1812">
                  <c:v>50.66559355</c:v>
                </c:pt>
                <c:pt idx="1813">
                  <c:v>50.66508148</c:v>
                </c:pt>
                <c:pt idx="1814">
                  <c:v>50.66445923</c:v>
                </c:pt>
                <c:pt idx="1815">
                  <c:v>50.66387112</c:v>
                </c:pt>
                <c:pt idx="1816">
                  <c:v>50.66307973</c:v>
                </c:pt>
                <c:pt idx="1817">
                  <c:v>50.66239929</c:v>
                </c:pt>
                <c:pt idx="1818">
                  <c:v>50.66189575</c:v>
                </c:pt>
                <c:pt idx="1819">
                  <c:v>50.66120911</c:v>
                </c:pt>
                <c:pt idx="1820">
                  <c:v>50.66052246</c:v>
                </c:pt>
                <c:pt idx="1821">
                  <c:v>50.65991418</c:v>
                </c:pt>
                <c:pt idx="1822">
                  <c:v>50.65919495</c:v>
                </c:pt>
                <c:pt idx="1823">
                  <c:v>50.65851761</c:v>
                </c:pt>
                <c:pt idx="1824">
                  <c:v>50.65786588</c:v>
                </c:pt>
                <c:pt idx="1825">
                  <c:v>50.65722656</c:v>
                </c:pt>
                <c:pt idx="1826">
                  <c:v>50.65646931</c:v>
                </c:pt>
                <c:pt idx="1827">
                  <c:v>50.65581758</c:v>
                </c:pt>
                <c:pt idx="1828">
                  <c:v>50.6551193</c:v>
                </c:pt>
                <c:pt idx="1829">
                  <c:v>50.65452576</c:v>
                </c:pt>
                <c:pt idx="1830">
                  <c:v>50.65390894</c:v>
                </c:pt>
                <c:pt idx="1831">
                  <c:v>50.65324402</c:v>
                </c:pt>
                <c:pt idx="1832">
                  <c:v>50.65255892</c:v>
                </c:pt>
                <c:pt idx="1833">
                  <c:v>50.65190719</c:v>
                </c:pt>
                <c:pt idx="1834">
                  <c:v>50.65116236</c:v>
                </c:pt>
                <c:pt idx="1835">
                  <c:v>50.65074339</c:v>
                </c:pt>
                <c:pt idx="1836">
                  <c:v>50.65003967</c:v>
                </c:pt>
                <c:pt idx="1837">
                  <c:v>50.64930725</c:v>
                </c:pt>
                <c:pt idx="1838">
                  <c:v>50.64852905</c:v>
                </c:pt>
                <c:pt idx="1839">
                  <c:v>50.64795025</c:v>
                </c:pt>
                <c:pt idx="1840">
                  <c:v>50.64729309</c:v>
                </c:pt>
                <c:pt idx="1841">
                  <c:v>50.64669334</c:v>
                </c:pt>
                <c:pt idx="1842">
                  <c:v>50.64596558</c:v>
                </c:pt>
                <c:pt idx="1843">
                  <c:v>50.64529678</c:v>
                </c:pt>
                <c:pt idx="1844">
                  <c:v>50.64459229</c:v>
                </c:pt>
                <c:pt idx="1845">
                  <c:v>50.64404297</c:v>
                </c:pt>
                <c:pt idx="1846">
                  <c:v>50.64331055</c:v>
                </c:pt>
                <c:pt idx="1847">
                  <c:v>50.6427364</c:v>
                </c:pt>
                <c:pt idx="1848">
                  <c:v>50.64208467</c:v>
                </c:pt>
                <c:pt idx="1849">
                  <c:v>50.64129639</c:v>
                </c:pt>
                <c:pt idx="1850">
                  <c:v>50.64074707</c:v>
                </c:pt>
                <c:pt idx="1851">
                  <c:v>50.6401062</c:v>
                </c:pt>
                <c:pt idx="1852">
                  <c:v>50.63937378</c:v>
                </c:pt>
                <c:pt idx="1853">
                  <c:v>50.63877946</c:v>
                </c:pt>
                <c:pt idx="1854">
                  <c:v>50.63804626</c:v>
                </c:pt>
                <c:pt idx="1855">
                  <c:v>50.6373829</c:v>
                </c:pt>
                <c:pt idx="1856">
                  <c:v>50.63676453</c:v>
                </c:pt>
                <c:pt idx="1857">
                  <c:v>50.63603288</c:v>
                </c:pt>
                <c:pt idx="1858">
                  <c:v>50.6354277</c:v>
                </c:pt>
                <c:pt idx="1859">
                  <c:v>50.63477597</c:v>
                </c:pt>
                <c:pt idx="1860">
                  <c:v>50.63412424</c:v>
                </c:pt>
                <c:pt idx="1861">
                  <c:v>50.6333313</c:v>
                </c:pt>
                <c:pt idx="1862">
                  <c:v>50.63278198</c:v>
                </c:pt>
                <c:pt idx="1863">
                  <c:v>50.63214111</c:v>
                </c:pt>
                <c:pt idx="1864">
                  <c:v>50.63140869</c:v>
                </c:pt>
                <c:pt idx="1865">
                  <c:v>50.63072205</c:v>
                </c:pt>
                <c:pt idx="1866">
                  <c:v>50.63012075</c:v>
                </c:pt>
                <c:pt idx="1867">
                  <c:v>50.62942246</c:v>
                </c:pt>
                <c:pt idx="1868">
                  <c:v>50.62866211</c:v>
                </c:pt>
                <c:pt idx="1869">
                  <c:v>50.62815857</c:v>
                </c:pt>
                <c:pt idx="1870">
                  <c:v>50.62742615</c:v>
                </c:pt>
                <c:pt idx="1871">
                  <c:v>50.62667588</c:v>
                </c:pt>
                <c:pt idx="1872">
                  <c:v>50.62609863</c:v>
                </c:pt>
                <c:pt idx="1873">
                  <c:v>50.62536621</c:v>
                </c:pt>
                <c:pt idx="1874">
                  <c:v>50.62495422</c:v>
                </c:pt>
                <c:pt idx="1875">
                  <c:v>50.62426758</c:v>
                </c:pt>
                <c:pt idx="1876">
                  <c:v>50.62353516</c:v>
                </c:pt>
                <c:pt idx="1877">
                  <c:v>50.62267239</c:v>
                </c:pt>
                <c:pt idx="1878">
                  <c:v>50.62202066</c:v>
                </c:pt>
                <c:pt idx="1879">
                  <c:v>50.62142944</c:v>
                </c:pt>
                <c:pt idx="1880">
                  <c:v>50.62076375</c:v>
                </c:pt>
                <c:pt idx="1881">
                  <c:v>50.62014771</c:v>
                </c:pt>
                <c:pt idx="1882">
                  <c:v>50.61950684</c:v>
                </c:pt>
                <c:pt idx="1883">
                  <c:v>50.6186689</c:v>
                </c:pt>
                <c:pt idx="1884">
                  <c:v>50.61795044</c:v>
                </c:pt>
                <c:pt idx="1885">
                  <c:v>50.61764475</c:v>
                </c:pt>
                <c:pt idx="1886">
                  <c:v>50.61671448</c:v>
                </c:pt>
                <c:pt idx="1887">
                  <c:v>50.61616516</c:v>
                </c:pt>
                <c:pt idx="1888">
                  <c:v>50.61547852</c:v>
                </c:pt>
                <c:pt idx="1889">
                  <c:v>50.61474609</c:v>
                </c:pt>
                <c:pt idx="1890">
                  <c:v>50.61410522</c:v>
                </c:pt>
                <c:pt idx="1891">
                  <c:v>50.61341858</c:v>
                </c:pt>
                <c:pt idx="1892">
                  <c:v>50.61268616</c:v>
                </c:pt>
                <c:pt idx="1893">
                  <c:v>50.61210503</c:v>
                </c:pt>
                <c:pt idx="1894">
                  <c:v>50.61135864</c:v>
                </c:pt>
                <c:pt idx="1895">
                  <c:v>50.61076355</c:v>
                </c:pt>
                <c:pt idx="1896">
                  <c:v>50.61026001</c:v>
                </c:pt>
                <c:pt idx="1897">
                  <c:v>50.60957336</c:v>
                </c:pt>
                <c:pt idx="1898">
                  <c:v>50.6089325</c:v>
                </c:pt>
                <c:pt idx="1899">
                  <c:v>50.60824119</c:v>
                </c:pt>
                <c:pt idx="1900">
                  <c:v>50.60758946</c:v>
                </c:pt>
                <c:pt idx="1901">
                  <c:v>50.60682678</c:v>
                </c:pt>
                <c:pt idx="1902">
                  <c:v>50.60623169</c:v>
                </c:pt>
                <c:pt idx="1903">
                  <c:v>50.60549461</c:v>
                </c:pt>
                <c:pt idx="1904">
                  <c:v>50.60490417</c:v>
                </c:pt>
                <c:pt idx="1905">
                  <c:v>50.6042377</c:v>
                </c:pt>
                <c:pt idx="1906">
                  <c:v>50.60358597</c:v>
                </c:pt>
                <c:pt idx="1907">
                  <c:v>50.60288769</c:v>
                </c:pt>
                <c:pt idx="1908">
                  <c:v>50.60214285</c:v>
                </c:pt>
                <c:pt idx="1909">
                  <c:v>50.6015625</c:v>
                </c:pt>
                <c:pt idx="1910">
                  <c:v>50.60087585</c:v>
                </c:pt>
                <c:pt idx="1911">
                  <c:v>50.60023421</c:v>
                </c:pt>
                <c:pt idx="1912">
                  <c:v>50.59959412</c:v>
                </c:pt>
                <c:pt idx="1913">
                  <c:v>50.59895325</c:v>
                </c:pt>
                <c:pt idx="1914">
                  <c:v>50.59799194</c:v>
                </c:pt>
                <c:pt idx="1915">
                  <c:v>50.59734797</c:v>
                </c:pt>
                <c:pt idx="1916">
                  <c:v>50.59675598</c:v>
                </c:pt>
                <c:pt idx="1917">
                  <c:v>50.59613761</c:v>
                </c:pt>
                <c:pt idx="1918">
                  <c:v>50.59547424</c:v>
                </c:pt>
                <c:pt idx="1919">
                  <c:v>50.5948807</c:v>
                </c:pt>
                <c:pt idx="1920">
                  <c:v>50.59404276</c:v>
                </c:pt>
                <c:pt idx="1921">
                  <c:v>50.59341431</c:v>
                </c:pt>
                <c:pt idx="1922">
                  <c:v>50.59272766</c:v>
                </c:pt>
                <c:pt idx="1923">
                  <c:v>50.59204102</c:v>
                </c:pt>
                <c:pt idx="1924">
                  <c:v>50.59152894</c:v>
                </c:pt>
                <c:pt idx="1925">
                  <c:v>50.59087721</c:v>
                </c:pt>
                <c:pt idx="1926">
                  <c:v>50.59017893</c:v>
                </c:pt>
                <c:pt idx="1927">
                  <c:v>50.58952332</c:v>
                </c:pt>
                <c:pt idx="1928">
                  <c:v>50.58878236</c:v>
                </c:pt>
                <c:pt idx="1929">
                  <c:v>50.5881958</c:v>
                </c:pt>
                <c:pt idx="1930">
                  <c:v>50.58752545</c:v>
                </c:pt>
                <c:pt idx="1931">
                  <c:v>50.58677673</c:v>
                </c:pt>
                <c:pt idx="1932">
                  <c:v>50.58617543</c:v>
                </c:pt>
                <c:pt idx="1933">
                  <c:v>50.58540344</c:v>
                </c:pt>
                <c:pt idx="1934">
                  <c:v>50.5847168</c:v>
                </c:pt>
                <c:pt idx="1935">
                  <c:v>50.58421326</c:v>
                </c:pt>
                <c:pt idx="1936">
                  <c:v>50.58348083</c:v>
                </c:pt>
                <c:pt idx="1937">
                  <c:v>50.58279419</c:v>
                </c:pt>
                <c:pt idx="1938">
                  <c:v>50.58215332</c:v>
                </c:pt>
                <c:pt idx="1939">
                  <c:v>50.5814209</c:v>
                </c:pt>
                <c:pt idx="1940">
                  <c:v>50.58087158</c:v>
                </c:pt>
                <c:pt idx="1941">
                  <c:v>50.5802633</c:v>
                </c:pt>
                <c:pt idx="1942">
                  <c:v>50.57933225</c:v>
                </c:pt>
                <c:pt idx="1943">
                  <c:v>50.57900639</c:v>
                </c:pt>
                <c:pt idx="1944">
                  <c:v>50.57826233</c:v>
                </c:pt>
                <c:pt idx="1945">
                  <c:v>50.57757568</c:v>
                </c:pt>
                <c:pt idx="1946">
                  <c:v>50.57681843</c:v>
                </c:pt>
                <c:pt idx="1947">
                  <c:v>50.57606506</c:v>
                </c:pt>
                <c:pt idx="1948">
                  <c:v>50.57537842</c:v>
                </c:pt>
                <c:pt idx="1949">
                  <c:v>50.57477014</c:v>
                </c:pt>
                <c:pt idx="1950">
                  <c:v>50.57407185</c:v>
                </c:pt>
                <c:pt idx="1951">
                  <c:v>50.57345581</c:v>
                </c:pt>
                <c:pt idx="1952">
                  <c:v>50.57276917</c:v>
                </c:pt>
                <c:pt idx="1953">
                  <c:v>50.571977</c:v>
                </c:pt>
                <c:pt idx="1954">
                  <c:v>50.5713501</c:v>
                </c:pt>
                <c:pt idx="1955">
                  <c:v>50.57076664</c:v>
                </c:pt>
                <c:pt idx="1956">
                  <c:v>50.57002181</c:v>
                </c:pt>
                <c:pt idx="1957">
                  <c:v>50.56937008</c:v>
                </c:pt>
                <c:pt idx="1958">
                  <c:v>50.56874084</c:v>
                </c:pt>
                <c:pt idx="1959">
                  <c:v>50.56815972</c:v>
                </c:pt>
                <c:pt idx="1960">
                  <c:v>50.56745911</c:v>
                </c:pt>
                <c:pt idx="1961">
                  <c:v>50.56681824</c:v>
                </c:pt>
                <c:pt idx="1962">
                  <c:v>50.56620452</c:v>
                </c:pt>
                <c:pt idx="1963">
                  <c:v>50.56555279</c:v>
                </c:pt>
                <c:pt idx="1964">
                  <c:v>50.56484985</c:v>
                </c:pt>
                <c:pt idx="1965">
                  <c:v>50.56387691</c:v>
                </c:pt>
                <c:pt idx="1966">
                  <c:v>50.56333923</c:v>
                </c:pt>
                <c:pt idx="1967">
                  <c:v>50.56278992</c:v>
                </c:pt>
                <c:pt idx="1968">
                  <c:v>50.56206137</c:v>
                </c:pt>
                <c:pt idx="1969">
                  <c:v>50.56131654</c:v>
                </c:pt>
                <c:pt idx="1970">
                  <c:v>50.56061826</c:v>
                </c:pt>
                <c:pt idx="1971">
                  <c:v>50.56004333</c:v>
                </c:pt>
                <c:pt idx="1972">
                  <c:v>50.55922169</c:v>
                </c:pt>
                <c:pt idx="1973">
                  <c:v>50.55856996</c:v>
                </c:pt>
                <c:pt idx="1974">
                  <c:v>50.55793762</c:v>
                </c:pt>
                <c:pt idx="1975">
                  <c:v>50.55729675</c:v>
                </c:pt>
                <c:pt idx="1976">
                  <c:v>50.55661476</c:v>
                </c:pt>
                <c:pt idx="1977">
                  <c:v>50.55601501</c:v>
                </c:pt>
                <c:pt idx="1978">
                  <c:v>50.55532837</c:v>
                </c:pt>
                <c:pt idx="1979">
                  <c:v>50.55470612</c:v>
                </c:pt>
                <c:pt idx="1980">
                  <c:v>50.55409241</c:v>
                </c:pt>
                <c:pt idx="1981">
                  <c:v>50.55340576</c:v>
                </c:pt>
                <c:pt idx="1982">
                  <c:v>50.55275093</c:v>
                </c:pt>
                <c:pt idx="1983">
                  <c:v>50.55189514</c:v>
                </c:pt>
                <c:pt idx="1984">
                  <c:v>50.55116272</c:v>
                </c:pt>
                <c:pt idx="1985">
                  <c:v>50.55056297</c:v>
                </c:pt>
                <c:pt idx="1986">
                  <c:v>50.54992676</c:v>
                </c:pt>
                <c:pt idx="1987">
                  <c:v>50.54925951</c:v>
                </c:pt>
                <c:pt idx="1988">
                  <c:v>50.54860778</c:v>
                </c:pt>
                <c:pt idx="1989">
                  <c:v>50.54800415</c:v>
                </c:pt>
                <c:pt idx="1990">
                  <c:v>50.54735087</c:v>
                </c:pt>
                <c:pt idx="1991">
                  <c:v>50.54676819</c:v>
                </c:pt>
                <c:pt idx="1992">
                  <c:v>50.54618706</c:v>
                </c:pt>
                <c:pt idx="1993">
                  <c:v>50.545578</c:v>
                </c:pt>
                <c:pt idx="1994">
                  <c:v>50.54479049</c:v>
                </c:pt>
                <c:pt idx="1995">
                  <c:v>50.54406738</c:v>
                </c:pt>
                <c:pt idx="1996">
                  <c:v>50.54339393</c:v>
                </c:pt>
                <c:pt idx="1997">
                  <c:v>50.54269409</c:v>
                </c:pt>
                <c:pt idx="1998">
                  <c:v>50.54200745</c:v>
                </c:pt>
                <c:pt idx="1999">
                  <c:v>50.54136658</c:v>
                </c:pt>
                <c:pt idx="2000">
                  <c:v>50.5406939</c:v>
                </c:pt>
                <c:pt idx="2001">
                  <c:v>50.54004217</c:v>
                </c:pt>
                <c:pt idx="2002">
                  <c:v>50.53939043</c:v>
                </c:pt>
                <c:pt idx="2003">
                  <c:v>50.53869215</c:v>
                </c:pt>
                <c:pt idx="2004">
                  <c:v>50.53811646</c:v>
                </c:pt>
                <c:pt idx="2005">
                  <c:v>50.53742981</c:v>
                </c:pt>
                <c:pt idx="2006">
                  <c:v>50.53674316</c:v>
                </c:pt>
                <c:pt idx="2007">
                  <c:v>50.53610229</c:v>
                </c:pt>
                <c:pt idx="2008">
                  <c:v>50.53546143</c:v>
                </c:pt>
                <c:pt idx="2009">
                  <c:v>50.534729</c:v>
                </c:pt>
                <c:pt idx="2010">
                  <c:v>50.53436279</c:v>
                </c:pt>
                <c:pt idx="2011">
                  <c:v>50.53358459</c:v>
                </c:pt>
                <c:pt idx="2012">
                  <c:v>50.53285217</c:v>
                </c:pt>
                <c:pt idx="2013">
                  <c:v>50.5322113</c:v>
                </c:pt>
                <c:pt idx="2014">
                  <c:v>50.53166276</c:v>
                </c:pt>
                <c:pt idx="2015">
                  <c:v>50.53096448</c:v>
                </c:pt>
                <c:pt idx="2016">
                  <c:v>50.53031275</c:v>
                </c:pt>
                <c:pt idx="2017">
                  <c:v>50.52996826</c:v>
                </c:pt>
                <c:pt idx="2018">
                  <c:v>50.52932739</c:v>
                </c:pt>
                <c:pt idx="2019">
                  <c:v>50.52864075</c:v>
                </c:pt>
                <c:pt idx="2020">
                  <c:v>50.52793858</c:v>
                </c:pt>
                <c:pt idx="2021">
                  <c:v>50.52722168</c:v>
                </c:pt>
                <c:pt idx="2022">
                  <c:v>50.52658857</c:v>
                </c:pt>
                <c:pt idx="2023">
                  <c:v>50.52593684</c:v>
                </c:pt>
                <c:pt idx="2024">
                  <c:v>50.52528511</c:v>
                </c:pt>
                <c:pt idx="2025">
                  <c:v>50.52458682</c:v>
                </c:pt>
                <c:pt idx="2026">
                  <c:v>50.52388</c:v>
                </c:pt>
                <c:pt idx="2027">
                  <c:v>50.52328491</c:v>
                </c:pt>
                <c:pt idx="2028">
                  <c:v>50.52296448</c:v>
                </c:pt>
                <c:pt idx="2029">
                  <c:v>50.5219799</c:v>
                </c:pt>
                <c:pt idx="2030">
                  <c:v>50.52137472</c:v>
                </c:pt>
                <c:pt idx="2031">
                  <c:v>50.52072144</c:v>
                </c:pt>
                <c:pt idx="2032">
                  <c:v>50.5202179</c:v>
                </c:pt>
                <c:pt idx="2033">
                  <c:v>50.51957703</c:v>
                </c:pt>
                <c:pt idx="2034">
                  <c:v>50.51902771</c:v>
                </c:pt>
                <c:pt idx="2035">
                  <c:v>50.51838684</c:v>
                </c:pt>
                <c:pt idx="2036">
                  <c:v>50.51769709</c:v>
                </c:pt>
                <c:pt idx="2037">
                  <c:v>50.51705933</c:v>
                </c:pt>
                <c:pt idx="2038">
                  <c:v>50.51646423</c:v>
                </c:pt>
                <c:pt idx="2039">
                  <c:v>50.51582336</c:v>
                </c:pt>
                <c:pt idx="2040">
                  <c:v>50.51527405</c:v>
                </c:pt>
                <c:pt idx="2041">
                  <c:v>50.51463318</c:v>
                </c:pt>
                <c:pt idx="2042">
                  <c:v>50.51390076</c:v>
                </c:pt>
                <c:pt idx="2043">
                  <c:v>50.51321411</c:v>
                </c:pt>
                <c:pt idx="2044">
                  <c:v>50.51261902</c:v>
                </c:pt>
                <c:pt idx="2045">
                  <c:v>50.51193237</c:v>
                </c:pt>
                <c:pt idx="2046">
                  <c:v>50.51136599</c:v>
                </c:pt>
                <c:pt idx="2047">
                  <c:v>50.51076081</c:v>
                </c:pt>
                <c:pt idx="2048">
                  <c:v>50.51019287</c:v>
                </c:pt>
                <c:pt idx="2049">
                  <c:v>50.50950623</c:v>
                </c:pt>
                <c:pt idx="2050">
                  <c:v>50.50914001</c:v>
                </c:pt>
                <c:pt idx="2051">
                  <c:v>50.50845337</c:v>
                </c:pt>
                <c:pt idx="2052">
                  <c:v>50.50785828</c:v>
                </c:pt>
                <c:pt idx="2053">
                  <c:v>50.50703663</c:v>
                </c:pt>
                <c:pt idx="2054">
                  <c:v>50.50643145</c:v>
                </c:pt>
                <c:pt idx="2055">
                  <c:v>50.506073</c:v>
                </c:pt>
                <c:pt idx="2056">
                  <c:v>50.50536075</c:v>
                </c:pt>
                <c:pt idx="2057">
                  <c:v>50.50475557</c:v>
                </c:pt>
                <c:pt idx="2058">
                  <c:v>50.50405729</c:v>
                </c:pt>
                <c:pt idx="2059">
                  <c:v>50.50345211</c:v>
                </c:pt>
                <c:pt idx="2060">
                  <c:v>50.50291443</c:v>
                </c:pt>
                <c:pt idx="2061">
                  <c:v>50.50214864</c:v>
                </c:pt>
                <c:pt idx="2062">
                  <c:v>50.50149536</c:v>
                </c:pt>
                <c:pt idx="2063">
                  <c:v>50.50085449</c:v>
                </c:pt>
                <c:pt idx="2064">
                  <c:v>50.50047276</c:v>
                </c:pt>
                <c:pt idx="2065">
                  <c:v>50.49957275</c:v>
                </c:pt>
                <c:pt idx="2066">
                  <c:v>50.49934387</c:v>
                </c:pt>
                <c:pt idx="2067">
                  <c:v>50.49865723</c:v>
                </c:pt>
                <c:pt idx="2068">
                  <c:v>50.49801636</c:v>
                </c:pt>
                <c:pt idx="2069">
                  <c:v>50.49737549</c:v>
                </c:pt>
                <c:pt idx="2070">
                  <c:v>50.49673462</c:v>
                </c:pt>
                <c:pt idx="2071">
                  <c:v>50.49613953</c:v>
                </c:pt>
                <c:pt idx="2072">
                  <c:v>50.49545288</c:v>
                </c:pt>
                <c:pt idx="2073">
                  <c:v>50.49485779</c:v>
                </c:pt>
                <c:pt idx="2074">
                  <c:v>50.49428132</c:v>
                </c:pt>
                <c:pt idx="2075">
                  <c:v>50.4936676</c:v>
                </c:pt>
                <c:pt idx="2076">
                  <c:v>50.49307251</c:v>
                </c:pt>
                <c:pt idx="2077">
                  <c:v>50.49251233</c:v>
                </c:pt>
                <c:pt idx="2078">
                  <c:v>50.4918606</c:v>
                </c:pt>
                <c:pt idx="2079">
                  <c:v>50.49128723</c:v>
                </c:pt>
                <c:pt idx="2080">
                  <c:v>50.49069214</c:v>
                </c:pt>
                <c:pt idx="2081">
                  <c:v>50.48977661</c:v>
                </c:pt>
                <c:pt idx="2082">
                  <c:v>50.48920712</c:v>
                </c:pt>
                <c:pt idx="2083">
                  <c:v>50.48890686</c:v>
                </c:pt>
                <c:pt idx="2084">
                  <c:v>50.48832263</c:v>
                </c:pt>
                <c:pt idx="2085">
                  <c:v>50.48757779</c:v>
                </c:pt>
                <c:pt idx="2086">
                  <c:v>50.48680115</c:v>
                </c:pt>
                <c:pt idx="2087">
                  <c:v>50.48641399</c:v>
                </c:pt>
                <c:pt idx="2088">
                  <c:v>50.48566915</c:v>
                </c:pt>
                <c:pt idx="2089">
                  <c:v>50.48501587</c:v>
                </c:pt>
                <c:pt idx="2090">
                  <c:v>50.48441224</c:v>
                </c:pt>
                <c:pt idx="2091">
                  <c:v>50.48380706</c:v>
                </c:pt>
                <c:pt idx="2092">
                  <c:v>50.48320188</c:v>
                </c:pt>
                <c:pt idx="2093">
                  <c:v>50.48258972</c:v>
                </c:pt>
                <c:pt idx="2094">
                  <c:v>50.48189842</c:v>
                </c:pt>
                <c:pt idx="2095">
                  <c:v>50.48162842</c:v>
                </c:pt>
                <c:pt idx="2096">
                  <c:v>50.48094177</c:v>
                </c:pt>
                <c:pt idx="2097">
                  <c:v>50.48026909</c:v>
                </c:pt>
                <c:pt idx="2098">
                  <c:v>50.47975159</c:v>
                </c:pt>
                <c:pt idx="2099">
                  <c:v>50.47901218</c:v>
                </c:pt>
                <c:pt idx="2100">
                  <c:v>50.478407</c:v>
                </c:pt>
                <c:pt idx="2101">
                  <c:v>50.47780182</c:v>
                </c:pt>
                <c:pt idx="2102">
                  <c:v>50.47715009</c:v>
                </c:pt>
                <c:pt idx="2103">
                  <c:v>50.47659302</c:v>
                </c:pt>
                <c:pt idx="2104">
                  <c:v>50.47595215</c:v>
                </c:pt>
                <c:pt idx="2105">
                  <c:v>50.47531128</c:v>
                </c:pt>
                <c:pt idx="2106">
                  <c:v>50.47471619</c:v>
                </c:pt>
                <c:pt idx="2107">
                  <c:v>50.47412109</c:v>
                </c:pt>
                <c:pt idx="2108">
                  <c:v>50.47351902</c:v>
                </c:pt>
                <c:pt idx="2109">
                  <c:v>50.47291384</c:v>
                </c:pt>
                <c:pt idx="2110">
                  <c:v>50.47238159</c:v>
                </c:pt>
                <c:pt idx="2111">
                  <c:v>50.47175003</c:v>
                </c:pt>
                <c:pt idx="2112">
                  <c:v>50.47114485</c:v>
                </c:pt>
                <c:pt idx="2113">
                  <c:v>50.47064209</c:v>
                </c:pt>
                <c:pt idx="2114">
                  <c:v>50.47007415</c:v>
                </c:pt>
                <c:pt idx="2115">
                  <c:v>50.46942242</c:v>
                </c:pt>
                <c:pt idx="2116">
                  <c:v>50.46890259</c:v>
                </c:pt>
                <c:pt idx="2117">
                  <c:v>50.46826172</c:v>
                </c:pt>
                <c:pt idx="2118">
                  <c:v>50.46742067</c:v>
                </c:pt>
                <c:pt idx="2119">
                  <c:v>50.46679688</c:v>
                </c:pt>
                <c:pt idx="2120">
                  <c:v>50.46648963</c:v>
                </c:pt>
                <c:pt idx="2121">
                  <c:v>50.4658379</c:v>
                </c:pt>
                <c:pt idx="2122">
                  <c:v>50.46505737</c:v>
                </c:pt>
                <c:pt idx="2123">
                  <c:v>50.46446228</c:v>
                </c:pt>
                <c:pt idx="2124">
                  <c:v>50.46383615</c:v>
                </c:pt>
                <c:pt idx="2125">
                  <c:v>50.46323097</c:v>
                </c:pt>
                <c:pt idx="2126">
                  <c:v>50.46267235</c:v>
                </c:pt>
                <c:pt idx="2127">
                  <c:v>50.46203613</c:v>
                </c:pt>
                <c:pt idx="2128">
                  <c:v>50.46150854</c:v>
                </c:pt>
                <c:pt idx="2129">
                  <c:v>50.46104302</c:v>
                </c:pt>
                <c:pt idx="2130">
                  <c:v>50.46043784</c:v>
                </c:pt>
                <c:pt idx="2131">
                  <c:v>50.45979309</c:v>
                </c:pt>
                <c:pt idx="2132">
                  <c:v>50.459198</c:v>
                </c:pt>
                <c:pt idx="2133">
                  <c:v>50.4585292</c:v>
                </c:pt>
                <c:pt idx="2134">
                  <c:v>50.45777893</c:v>
                </c:pt>
                <c:pt idx="2135">
                  <c:v>50.45718384</c:v>
                </c:pt>
                <c:pt idx="2136">
                  <c:v>50.45681763</c:v>
                </c:pt>
                <c:pt idx="2137">
                  <c:v>50.45620159</c:v>
                </c:pt>
                <c:pt idx="2138">
                  <c:v>50.45526123</c:v>
                </c:pt>
                <c:pt idx="2139">
                  <c:v>50.45471191</c:v>
                </c:pt>
                <c:pt idx="2140">
                  <c:v>50.45407104</c:v>
                </c:pt>
                <c:pt idx="2141">
                  <c:v>50.45350156</c:v>
                </c:pt>
                <c:pt idx="2142">
                  <c:v>50.45278931</c:v>
                </c:pt>
                <c:pt idx="2143">
                  <c:v>50.45210266</c:v>
                </c:pt>
                <c:pt idx="2144">
                  <c:v>50.45154636</c:v>
                </c:pt>
                <c:pt idx="2145">
                  <c:v>50.45098774</c:v>
                </c:pt>
                <c:pt idx="2146">
                  <c:v>50.45036316</c:v>
                </c:pt>
                <c:pt idx="2147">
                  <c:v>50.44963772</c:v>
                </c:pt>
                <c:pt idx="2148">
                  <c:v>50.44903254</c:v>
                </c:pt>
                <c:pt idx="2149">
                  <c:v>50.44828771</c:v>
                </c:pt>
                <c:pt idx="2150">
                  <c:v>50.44770813</c:v>
                </c:pt>
                <c:pt idx="2151">
                  <c:v>50.4471239</c:v>
                </c:pt>
                <c:pt idx="2152">
                  <c:v>50.44642562</c:v>
                </c:pt>
                <c:pt idx="2153">
                  <c:v>50.4458313</c:v>
                </c:pt>
                <c:pt idx="2154">
                  <c:v>50.44516871</c:v>
                </c:pt>
                <c:pt idx="2155">
                  <c:v>50.44445801</c:v>
                </c:pt>
                <c:pt idx="2156">
                  <c:v>50.44381714</c:v>
                </c:pt>
                <c:pt idx="2157">
                  <c:v>50.44322205</c:v>
                </c:pt>
                <c:pt idx="2158">
                  <c:v>50.44260833</c:v>
                </c:pt>
                <c:pt idx="2159">
                  <c:v>50.44209626</c:v>
                </c:pt>
                <c:pt idx="2160">
                  <c:v>50.44139099</c:v>
                </c:pt>
                <c:pt idx="2161">
                  <c:v>50.44046693</c:v>
                </c:pt>
                <c:pt idx="2162">
                  <c:v>50.4398152</c:v>
                </c:pt>
                <c:pt idx="2163">
                  <c:v>50.43916347</c:v>
                </c:pt>
                <c:pt idx="2164">
                  <c:v>50.43841863</c:v>
                </c:pt>
                <c:pt idx="2165">
                  <c:v>50.43809509</c:v>
                </c:pt>
                <c:pt idx="2166">
                  <c:v>50.43739448</c:v>
                </c:pt>
                <c:pt idx="2167">
                  <c:v>50.43644714</c:v>
                </c:pt>
                <c:pt idx="2168">
                  <c:v>50.43608093</c:v>
                </c:pt>
                <c:pt idx="2169">
                  <c:v>50.43544006</c:v>
                </c:pt>
                <c:pt idx="2170">
                  <c:v>50.43478756</c:v>
                </c:pt>
                <c:pt idx="2171">
                  <c:v>50.43415833</c:v>
                </c:pt>
                <c:pt idx="2172">
                  <c:v>50.43328857</c:v>
                </c:pt>
                <c:pt idx="2173">
                  <c:v>50.43269271</c:v>
                </c:pt>
                <c:pt idx="2174">
                  <c:v>50.43194787</c:v>
                </c:pt>
                <c:pt idx="2175">
                  <c:v>50.4314358</c:v>
                </c:pt>
                <c:pt idx="2176">
                  <c:v>50.43073751</c:v>
                </c:pt>
                <c:pt idx="2177">
                  <c:v>50.43013</c:v>
                </c:pt>
                <c:pt idx="2178">
                  <c:v>50.42943405</c:v>
                </c:pt>
                <c:pt idx="2179">
                  <c:v>50.42887542</c:v>
                </c:pt>
                <c:pt idx="2180">
                  <c:v>50.42811584</c:v>
                </c:pt>
                <c:pt idx="2181">
                  <c:v>50.42752541</c:v>
                </c:pt>
                <c:pt idx="2182">
                  <c:v>50.42692566</c:v>
                </c:pt>
                <c:pt idx="2183">
                  <c:v>50.42612884</c:v>
                </c:pt>
                <c:pt idx="2184">
                  <c:v>50.42547711</c:v>
                </c:pt>
                <c:pt idx="2185">
                  <c:v>50.42481995</c:v>
                </c:pt>
                <c:pt idx="2186">
                  <c:v>50.42417908</c:v>
                </c:pt>
                <c:pt idx="2187">
                  <c:v>50.42356847</c:v>
                </c:pt>
                <c:pt idx="2188">
                  <c:v>50.42289734</c:v>
                </c:pt>
                <c:pt idx="2189">
                  <c:v>50.42225647</c:v>
                </c:pt>
                <c:pt idx="2190">
                  <c:v>50.4216156</c:v>
                </c:pt>
                <c:pt idx="2191">
                  <c:v>50.42096154</c:v>
                </c:pt>
                <c:pt idx="2192">
                  <c:v>50.42030981</c:v>
                </c:pt>
                <c:pt idx="2193">
                  <c:v>50.41975118</c:v>
                </c:pt>
                <c:pt idx="2194">
                  <c:v>50.41877359</c:v>
                </c:pt>
                <c:pt idx="2195">
                  <c:v>50.41818237</c:v>
                </c:pt>
                <c:pt idx="2196">
                  <c:v>50.41749573</c:v>
                </c:pt>
                <c:pt idx="2197">
                  <c:v>50.4169115</c:v>
                </c:pt>
                <c:pt idx="2198">
                  <c:v>50.41625977</c:v>
                </c:pt>
                <c:pt idx="2199">
                  <c:v>50.41593933</c:v>
                </c:pt>
                <c:pt idx="2200">
                  <c:v>50.4148632</c:v>
                </c:pt>
                <c:pt idx="2201">
                  <c:v>50.41456604</c:v>
                </c:pt>
                <c:pt idx="2202">
                  <c:v>50.41365051</c:v>
                </c:pt>
                <c:pt idx="2203">
                  <c:v>50.41305542</c:v>
                </c:pt>
                <c:pt idx="2204">
                  <c:v>50.41248903</c:v>
                </c:pt>
                <c:pt idx="2205">
                  <c:v>50.41191101</c:v>
                </c:pt>
                <c:pt idx="2206">
                  <c:v>50.41123212</c:v>
                </c:pt>
                <c:pt idx="2207">
                  <c:v>50.41067505</c:v>
                </c:pt>
                <c:pt idx="2208">
                  <c:v>50.40997521</c:v>
                </c:pt>
                <c:pt idx="2209">
                  <c:v>50.40937003</c:v>
                </c:pt>
                <c:pt idx="2210">
                  <c:v>50.40838623</c:v>
                </c:pt>
                <c:pt idx="2211">
                  <c:v>50.40783381</c:v>
                </c:pt>
                <c:pt idx="2212">
                  <c:v>50.40713553</c:v>
                </c:pt>
                <c:pt idx="2213">
                  <c:v>50.40678406</c:v>
                </c:pt>
                <c:pt idx="2214">
                  <c:v>50.40614319</c:v>
                </c:pt>
                <c:pt idx="2215">
                  <c:v>50.40545654</c:v>
                </c:pt>
                <c:pt idx="2216">
                  <c:v>50.40476136</c:v>
                </c:pt>
                <c:pt idx="2217">
                  <c:v>50.40410963</c:v>
                </c:pt>
                <c:pt idx="2218">
                  <c:v>50.403551</c:v>
                </c:pt>
                <c:pt idx="2219">
                  <c:v>50.40284729</c:v>
                </c:pt>
                <c:pt idx="2220">
                  <c:v>50.40224754</c:v>
                </c:pt>
                <c:pt idx="2221">
                  <c:v>50.40151978</c:v>
                </c:pt>
                <c:pt idx="2222">
                  <c:v>50.40094408</c:v>
                </c:pt>
                <c:pt idx="2223">
                  <c:v>50.40037537</c:v>
                </c:pt>
                <c:pt idx="2224">
                  <c:v>50.39978027</c:v>
                </c:pt>
                <c:pt idx="2225">
                  <c:v>50.39908199</c:v>
                </c:pt>
                <c:pt idx="2226">
                  <c:v>50.39849854</c:v>
                </c:pt>
                <c:pt idx="2227">
                  <c:v>50.39785767</c:v>
                </c:pt>
                <c:pt idx="2228">
                  <c:v>50.39717102</c:v>
                </c:pt>
                <c:pt idx="2229">
                  <c:v>50.39661472</c:v>
                </c:pt>
                <c:pt idx="2230">
                  <c:v>50.39596299</c:v>
                </c:pt>
                <c:pt idx="2231">
                  <c:v>50.39538574</c:v>
                </c:pt>
                <c:pt idx="2232">
                  <c:v>50.3946991</c:v>
                </c:pt>
                <c:pt idx="2233">
                  <c:v>50.39405823</c:v>
                </c:pt>
                <c:pt idx="2234">
                  <c:v>50.39335606</c:v>
                </c:pt>
                <c:pt idx="2235">
                  <c:v>50.39273071</c:v>
                </c:pt>
                <c:pt idx="2236">
                  <c:v>50.39214571</c:v>
                </c:pt>
                <c:pt idx="2237">
                  <c:v>50.39126121</c:v>
                </c:pt>
                <c:pt idx="2238">
                  <c:v>50.39089966</c:v>
                </c:pt>
                <c:pt idx="2239">
                  <c:v>50.39005086</c:v>
                </c:pt>
                <c:pt idx="2240">
                  <c:v>50.38944568</c:v>
                </c:pt>
                <c:pt idx="2241">
                  <c:v>50.38865662</c:v>
                </c:pt>
                <c:pt idx="2242">
                  <c:v>50.38809566</c:v>
                </c:pt>
                <c:pt idx="2243">
                  <c:v>50.38744393</c:v>
                </c:pt>
                <c:pt idx="2244">
                  <c:v>50.38682556</c:v>
                </c:pt>
                <c:pt idx="2245">
                  <c:v>50.38623357</c:v>
                </c:pt>
                <c:pt idx="2246">
                  <c:v>50.38568115</c:v>
                </c:pt>
                <c:pt idx="2247">
                  <c:v>50.38497666</c:v>
                </c:pt>
                <c:pt idx="2248">
                  <c:v>50.38427838</c:v>
                </c:pt>
                <c:pt idx="2249">
                  <c:v>50.38362665</c:v>
                </c:pt>
                <c:pt idx="2250">
                  <c:v>50.38302612</c:v>
                </c:pt>
                <c:pt idx="2251">
                  <c:v>50.38241629</c:v>
                </c:pt>
                <c:pt idx="2252">
                  <c:v>50.38181111</c:v>
                </c:pt>
                <c:pt idx="2253">
                  <c:v>50.38114929</c:v>
                </c:pt>
                <c:pt idx="2254">
                  <c:v>50.38060075</c:v>
                </c:pt>
                <c:pt idx="2255">
                  <c:v>50.38000488</c:v>
                </c:pt>
                <c:pt idx="2256">
                  <c:v>50.37929729</c:v>
                </c:pt>
                <c:pt idx="2257">
                  <c:v>50.37854004</c:v>
                </c:pt>
                <c:pt idx="2258">
                  <c:v>50.37789917</c:v>
                </c:pt>
                <c:pt idx="2259">
                  <c:v>50.3775283</c:v>
                </c:pt>
                <c:pt idx="2260">
                  <c:v>50.37657166</c:v>
                </c:pt>
                <c:pt idx="2261">
                  <c:v>50.37599208</c:v>
                </c:pt>
                <c:pt idx="2262">
                  <c:v>50.37557311</c:v>
                </c:pt>
                <c:pt idx="2263">
                  <c:v>50.37492138</c:v>
                </c:pt>
                <c:pt idx="2264">
                  <c:v>50.37432861</c:v>
                </c:pt>
                <c:pt idx="2265">
                  <c:v>50.37364197</c:v>
                </c:pt>
                <c:pt idx="2266">
                  <c:v>50.3730011</c:v>
                </c:pt>
                <c:pt idx="2267">
                  <c:v>50.37236023</c:v>
                </c:pt>
                <c:pt idx="2268">
                  <c:v>50.37152307</c:v>
                </c:pt>
                <c:pt idx="2269">
                  <c:v>50.37082478</c:v>
                </c:pt>
                <c:pt idx="2270">
                  <c:v>50.37025452</c:v>
                </c:pt>
                <c:pt idx="2271">
                  <c:v>50.36965942</c:v>
                </c:pt>
                <c:pt idx="2272">
                  <c:v>50.36910235</c:v>
                </c:pt>
                <c:pt idx="2273">
                  <c:v>50.36845062</c:v>
                </c:pt>
                <c:pt idx="2274">
                  <c:v>50.36761268</c:v>
                </c:pt>
                <c:pt idx="2275">
                  <c:v>50.36696095</c:v>
                </c:pt>
                <c:pt idx="2276">
                  <c:v>50.3664093</c:v>
                </c:pt>
                <c:pt idx="2277">
                  <c:v>50.36567688</c:v>
                </c:pt>
                <c:pt idx="2278">
                  <c:v>50.36503601</c:v>
                </c:pt>
                <c:pt idx="2279">
                  <c:v>50.36449368</c:v>
                </c:pt>
                <c:pt idx="2280">
                  <c:v>50.36384583</c:v>
                </c:pt>
                <c:pt idx="2281">
                  <c:v>50.36320496</c:v>
                </c:pt>
                <c:pt idx="2282">
                  <c:v>50.36272469</c:v>
                </c:pt>
                <c:pt idx="2283">
                  <c:v>50.36196899</c:v>
                </c:pt>
                <c:pt idx="2284">
                  <c:v>50.36132813</c:v>
                </c:pt>
                <c:pt idx="2285">
                  <c:v>50.36068726</c:v>
                </c:pt>
                <c:pt idx="2286">
                  <c:v>50.36022949</c:v>
                </c:pt>
                <c:pt idx="2287">
                  <c:v>50.35931396</c:v>
                </c:pt>
                <c:pt idx="2288">
                  <c:v>50.3586731</c:v>
                </c:pt>
                <c:pt idx="2289">
                  <c:v>50.35798645</c:v>
                </c:pt>
                <c:pt idx="2290">
                  <c:v>50.35737118</c:v>
                </c:pt>
                <c:pt idx="2291">
                  <c:v>50.35676601</c:v>
                </c:pt>
                <c:pt idx="2292">
                  <c:v>50.35602117</c:v>
                </c:pt>
                <c:pt idx="2293">
                  <c:v>50.35546875</c:v>
                </c:pt>
                <c:pt idx="2294">
                  <c:v>50.35485736</c:v>
                </c:pt>
                <c:pt idx="2295">
                  <c:v>50.35409546</c:v>
                </c:pt>
                <c:pt idx="2296">
                  <c:v>50.35350735</c:v>
                </c:pt>
                <c:pt idx="2297">
                  <c:v>50.35313493</c:v>
                </c:pt>
                <c:pt idx="2298">
                  <c:v>50.3523901</c:v>
                </c:pt>
                <c:pt idx="2299">
                  <c:v>50.35157776</c:v>
                </c:pt>
                <c:pt idx="2300">
                  <c:v>50.35093689</c:v>
                </c:pt>
                <c:pt idx="2301">
                  <c:v>50.3503418</c:v>
                </c:pt>
                <c:pt idx="2302">
                  <c:v>50.34978317</c:v>
                </c:pt>
                <c:pt idx="2303">
                  <c:v>50.34903833</c:v>
                </c:pt>
                <c:pt idx="2304">
                  <c:v>50.34846497</c:v>
                </c:pt>
                <c:pt idx="2305">
                  <c:v>50.34787453</c:v>
                </c:pt>
                <c:pt idx="2306">
                  <c:v>50.34652451</c:v>
                </c:pt>
                <c:pt idx="2307">
                  <c:v>50.34591933</c:v>
                </c:pt>
                <c:pt idx="2308">
                  <c:v>50.34526062</c:v>
                </c:pt>
                <c:pt idx="2309">
                  <c:v>50.34461975</c:v>
                </c:pt>
                <c:pt idx="2310">
                  <c:v>50.34401069</c:v>
                </c:pt>
                <c:pt idx="2311">
                  <c:v>50.34345207</c:v>
                </c:pt>
                <c:pt idx="2312">
                  <c:v>50.34280033</c:v>
                </c:pt>
                <c:pt idx="2313">
                  <c:v>50.34223938</c:v>
                </c:pt>
                <c:pt idx="2314">
                  <c:v>50.34145032</c:v>
                </c:pt>
                <c:pt idx="2315">
                  <c:v>50.34063721</c:v>
                </c:pt>
                <c:pt idx="2316">
                  <c:v>50.34023996</c:v>
                </c:pt>
                <c:pt idx="2317">
                  <c:v>50.33958823</c:v>
                </c:pt>
                <c:pt idx="2318">
                  <c:v>50.33830261</c:v>
                </c:pt>
                <c:pt idx="2319">
                  <c:v>50.33758648</c:v>
                </c:pt>
                <c:pt idx="2320">
                  <c:v>50.33688354</c:v>
                </c:pt>
                <c:pt idx="2321">
                  <c:v>50.33623647</c:v>
                </c:pt>
                <c:pt idx="2322">
                  <c:v>50.33558474</c:v>
                </c:pt>
                <c:pt idx="2323">
                  <c:v>50.33497956</c:v>
                </c:pt>
                <c:pt idx="2324">
                  <c:v>50.33423472</c:v>
                </c:pt>
                <c:pt idx="2325">
                  <c:v>50.33358299</c:v>
                </c:pt>
                <c:pt idx="2326">
                  <c:v>50.33297781</c:v>
                </c:pt>
                <c:pt idx="2327">
                  <c:v>50.33216858</c:v>
                </c:pt>
                <c:pt idx="2328">
                  <c:v>50.33186056</c:v>
                </c:pt>
                <c:pt idx="2329">
                  <c:v>50.33120883</c:v>
                </c:pt>
                <c:pt idx="2330">
                  <c:v>50.33056641</c:v>
                </c:pt>
                <c:pt idx="2331">
                  <c:v>50.32962605</c:v>
                </c:pt>
                <c:pt idx="2332">
                  <c:v>50.32928467</c:v>
                </c:pt>
                <c:pt idx="2333">
                  <c:v>50.32864845</c:v>
                </c:pt>
                <c:pt idx="2334">
                  <c:v>50.32791138</c:v>
                </c:pt>
                <c:pt idx="2335">
                  <c:v>50.32734499</c:v>
                </c:pt>
                <c:pt idx="2336">
                  <c:v>50.32667542</c:v>
                </c:pt>
                <c:pt idx="2337">
                  <c:v>50.32589722</c:v>
                </c:pt>
                <c:pt idx="2338">
                  <c:v>50.32525635</c:v>
                </c:pt>
                <c:pt idx="2339">
                  <c:v>50.3245697</c:v>
                </c:pt>
                <c:pt idx="2340">
                  <c:v>50.32399323</c:v>
                </c:pt>
                <c:pt idx="2341">
                  <c:v>50.32328796</c:v>
                </c:pt>
                <c:pt idx="2342">
                  <c:v>50.32255554</c:v>
                </c:pt>
                <c:pt idx="2343">
                  <c:v>50.32191467</c:v>
                </c:pt>
                <c:pt idx="2344">
                  <c:v>50.3212738</c:v>
                </c:pt>
                <c:pt idx="2345">
                  <c:v>50.32081604</c:v>
                </c:pt>
                <c:pt idx="2346">
                  <c:v>50.31994629</c:v>
                </c:pt>
                <c:pt idx="2347">
                  <c:v>50.31933801</c:v>
                </c:pt>
                <c:pt idx="2348">
                  <c:v>50.31882593</c:v>
                </c:pt>
                <c:pt idx="2349">
                  <c:v>50.31820679</c:v>
                </c:pt>
                <c:pt idx="2350">
                  <c:v>50.31752247</c:v>
                </c:pt>
                <c:pt idx="2351">
                  <c:v>50.31678772</c:v>
                </c:pt>
                <c:pt idx="2352">
                  <c:v>50.31610107</c:v>
                </c:pt>
                <c:pt idx="2353">
                  <c:v>50.31546021</c:v>
                </c:pt>
                <c:pt idx="2354">
                  <c:v>50.31514831</c:v>
                </c:pt>
                <c:pt idx="2355">
                  <c:v>50.31426381</c:v>
                </c:pt>
                <c:pt idx="2356">
                  <c:v>50.31356553</c:v>
                </c:pt>
                <c:pt idx="2357">
                  <c:v>50.31321716</c:v>
                </c:pt>
                <c:pt idx="2358">
                  <c:v>50.31234741</c:v>
                </c:pt>
                <c:pt idx="2359">
                  <c:v>50.31170344</c:v>
                </c:pt>
                <c:pt idx="2360">
                  <c:v>50.31115723</c:v>
                </c:pt>
                <c:pt idx="2361">
                  <c:v>50.31051636</c:v>
                </c:pt>
                <c:pt idx="2362">
                  <c:v>50.31005859</c:v>
                </c:pt>
                <c:pt idx="2363">
                  <c:v>50.30941772</c:v>
                </c:pt>
                <c:pt idx="2364">
                  <c:v>50.30854797</c:v>
                </c:pt>
                <c:pt idx="2365">
                  <c:v>50.30809021</c:v>
                </c:pt>
                <c:pt idx="2366">
                  <c:v>50.30744934</c:v>
                </c:pt>
                <c:pt idx="2367">
                  <c:v>50.30686201</c:v>
                </c:pt>
                <c:pt idx="2368">
                  <c:v>50.30593096</c:v>
                </c:pt>
                <c:pt idx="2369">
                  <c:v>50.30527923</c:v>
                </c:pt>
                <c:pt idx="2370">
                  <c:v>50.30497742</c:v>
                </c:pt>
                <c:pt idx="2371">
                  <c:v>50.30429077</c:v>
                </c:pt>
                <c:pt idx="2372">
                  <c:v>50.3036499</c:v>
                </c:pt>
                <c:pt idx="2373">
                  <c:v>50.30281196</c:v>
                </c:pt>
                <c:pt idx="2374">
                  <c:v>50.30218506</c:v>
                </c:pt>
                <c:pt idx="2375">
                  <c:v>50.30183437</c:v>
                </c:pt>
                <c:pt idx="2376">
                  <c:v>50.30090332</c:v>
                </c:pt>
                <c:pt idx="2377">
                  <c:v>50.30021667</c:v>
                </c:pt>
                <c:pt idx="2378">
                  <c:v>50.29964641</c:v>
                </c:pt>
                <c:pt idx="2379">
                  <c:v>50.29899468</c:v>
                </c:pt>
                <c:pt idx="2380">
                  <c:v>50.29829639</c:v>
                </c:pt>
                <c:pt idx="2381">
                  <c:v>50.29774475</c:v>
                </c:pt>
                <c:pt idx="2382">
                  <c:v>50.29737854</c:v>
                </c:pt>
                <c:pt idx="2383">
                  <c:v>50.29671362</c:v>
                </c:pt>
                <c:pt idx="2384">
                  <c:v>50.29610844</c:v>
                </c:pt>
                <c:pt idx="2385">
                  <c:v>50.29545671</c:v>
                </c:pt>
                <c:pt idx="2386">
                  <c:v>50.29475842</c:v>
                </c:pt>
                <c:pt idx="2387">
                  <c:v>50.29415325</c:v>
                </c:pt>
                <c:pt idx="2388">
                  <c:v>50.29364117</c:v>
                </c:pt>
                <c:pt idx="2389">
                  <c:v>50.29293823</c:v>
                </c:pt>
                <c:pt idx="2390">
                  <c:v>50.29225159</c:v>
                </c:pt>
                <c:pt idx="2391">
                  <c:v>50.29161072</c:v>
                </c:pt>
                <c:pt idx="2392">
                  <c:v>50.29103425</c:v>
                </c:pt>
                <c:pt idx="2393">
                  <c:v>50.29032898</c:v>
                </c:pt>
                <c:pt idx="2394">
                  <c:v>50.28945147</c:v>
                </c:pt>
                <c:pt idx="2395">
                  <c:v>50.28890991</c:v>
                </c:pt>
                <c:pt idx="2396">
                  <c:v>50.28833422</c:v>
                </c:pt>
                <c:pt idx="2397">
                  <c:v>50.28762817</c:v>
                </c:pt>
                <c:pt idx="2398">
                  <c:v>50.28726351</c:v>
                </c:pt>
                <c:pt idx="2399">
                  <c:v>50.28657532</c:v>
                </c:pt>
                <c:pt idx="2400">
                  <c:v>50.28586695</c:v>
                </c:pt>
                <c:pt idx="2401">
                  <c:v>50.2852478</c:v>
                </c:pt>
                <c:pt idx="2402">
                  <c:v>50.28465271</c:v>
                </c:pt>
                <c:pt idx="2403">
                  <c:v>50.28400486</c:v>
                </c:pt>
                <c:pt idx="2404">
                  <c:v>50.28339968</c:v>
                </c:pt>
                <c:pt idx="2405">
                  <c:v>50.28282166</c:v>
                </c:pt>
                <c:pt idx="2406">
                  <c:v>50.28204966</c:v>
                </c:pt>
                <c:pt idx="2407">
                  <c:v>50.28149414</c:v>
                </c:pt>
                <c:pt idx="2408">
                  <c:v>50.28093241</c:v>
                </c:pt>
                <c:pt idx="2409">
                  <c:v>50.28030396</c:v>
                </c:pt>
                <c:pt idx="2410">
                  <c:v>50.27962895</c:v>
                </c:pt>
                <c:pt idx="2411">
                  <c:v>50.27902377</c:v>
                </c:pt>
                <c:pt idx="2412">
                  <c:v>50.27832548</c:v>
                </c:pt>
                <c:pt idx="2413">
                  <c:v>50.27772031</c:v>
                </c:pt>
                <c:pt idx="2414">
                  <c:v>50.27714539</c:v>
                </c:pt>
                <c:pt idx="2415">
                  <c:v>50.27641684</c:v>
                </c:pt>
                <c:pt idx="2416">
                  <c:v>50.27572632</c:v>
                </c:pt>
                <c:pt idx="2417">
                  <c:v>50.27522278</c:v>
                </c:pt>
                <c:pt idx="2418">
                  <c:v>50.27464786</c:v>
                </c:pt>
                <c:pt idx="2419">
                  <c:v>50.27394104</c:v>
                </c:pt>
                <c:pt idx="2420">
                  <c:v>50.27334595</c:v>
                </c:pt>
                <c:pt idx="2421">
                  <c:v>50.2726593</c:v>
                </c:pt>
                <c:pt idx="2422">
                  <c:v>50.27215576</c:v>
                </c:pt>
                <c:pt idx="2423">
                  <c:v>50.27162196</c:v>
                </c:pt>
                <c:pt idx="2424">
                  <c:v>50.27097023</c:v>
                </c:pt>
                <c:pt idx="2425">
                  <c:v>50.2703185</c:v>
                </c:pt>
                <c:pt idx="2426">
                  <c:v>50.26971332</c:v>
                </c:pt>
                <c:pt idx="2427">
                  <c:v>50.26904297</c:v>
                </c:pt>
                <c:pt idx="2428">
                  <c:v>50.26835632</c:v>
                </c:pt>
                <c:pt idx="2429">
                  <c:v>50.26808399</c:v>
                </c:pt>
                <c:pt idx="2430">
                  <c:v>50.26733916</c:v>
                </c:pt>
                <c:pt idx="2431">
                  <c:v>50.26670837</c:v>
                </c:pt>
                <c:pt idx="2432">
                  <c:v>50.26617535</c:v>
                </c:pt>
                <c:pt idx="2433">
                  <c:v>50.26560974</c:v>
                </c:pt>
                <c:pt idx="2434">
                  <c:v>50.26473223</c:v>
                </c:pt>
                <c:pt idx="2435">
                  <c:v>50.26405334</c:v>
                </c:pt>
                <c:pt idx="2436">
                  <c:v>50.26352187</c:v>
                </c:pt>
                <c:pt idx="2437">
                  <c:v>50.26295471</c:v>
                </c:pt>
                <c:pt idx="2438">
                  <c:v>50.2624054</c:v>
                </c:pt>
                <c:pt idx="2439">
                  <c:v>50.26184599</c:v>
                </c:pt>
                <c:pt idx="2440">
                  <c:v>50.26124081</c:v>
                </c:pt>
                <c:pt idx="2441">
                  <c:v>50.26054253</c:v>
                </c:pt>
                <c:pt idx="2442">
                  <c:v>50.25993735</c:v>
                </c:pt>
                <c:pt idx="2443">
                  <c:v>50.25938416</c:v>
                </c:pt>
                <c:pt idx="2444">
                  <c:v>50.25878906</c:v>
                </c:pt>
                <c:pt idx="2445">
                  <c:v>50.25810242</c:v>
                </c:pt>
                <c:pt idx="2446">
                  <c:v>50.25750732</c:v>
                </c:pt>
                <c:pt idx="2447">
                  <c:v>50.25691146</c:v>
                </c:pt>
                <c:pt idx="2448">
                  <c:v>50.25622559</c:v>
                </c:pt>
                <c:pt idx="2449">
                  <c:v>50.25558472</c:v>
                </c:pt>
                <c:pt idx="2450">
                  <c:v>50.25494385</c:v>
                </c:pt>
                <c:pt idx="2451">
                  <c:v>50.25439763</c:v>
                </c:pt>
                <c:pt idx="2452">
                  <c:v>50.25370789</c:v>
                </c:pt>
                <c:pt idx="2453">
                  <c:v>50.25309417</c:v>
                </c:pt>
                <c:pt idx="2454">
                  <c:v>50.25256348</c:v>
                </c:pt>
                <c:pt idx="2455">
                  <c:v>50.25202347</c:v>
                </c:pt>
                <c:pt idx="2456">
                  <c:v>50.25137174</c:v>
                </c:pt>
                <c:pt idx="2457">
                  <c:v>50.25018311</c:v>
                </c:pt>
                <c:pt idx="2458">
                  <c:v>50.24958801</c:v>
                </c:pt>
                <c:pt idx="2459">
                  <c:v>50.24899758</c:v>
                </c:pt>
                <c:pt idx="2460">
                  <c:v>50.24835205</c:v>
                </c:pt>
                <c:pt idx="2461">
                  <c:v>50.24766541</c:v>
                </c:pt>
                <c:pt idx="2462">
                  <c:v>50.24713549</c:v>
                </c:pt>
                <c:pt idx="2463">
                  <c:v>50.24647522</c:v>
                </c:pt>
                <c:pt idx="2464">
                  <c:v>50.24606323</c:v>
                </c:pt>
                <c:pt idx="2465">
                  <c:v>50.2452734</c:v>
                </c:pt>
                <c:pt idx="2466">
                  <c:v>50.24466822</c:v>
                </c:pt>
                <c:pt idx="2467">
                  <c:v>50.24404907</c:v>
                </c:pt>
                <c:pt idx="2468">
                  <c:v>50.24345398</c:v>
                </c:pt>
                <c:pt idx="2469">
                  <c:v>50.24285889</c:v>
                </c:pt>
                <c:pt idx="2470">
                  <c:v>50.2422475</c:v>
                </c:pt>
                <c:pt idx="2471">
                  <c:v>50.24192163</c:v>
                </c:pt>
                <c:pt idx="2472">
                  <c:v>50.24108369</c:v>
                </c:pt>
                <c:pt idx="2473">
                  <c:v>50.24047852</c:v>
                </c:pt>
                <c:pt idx="2474">
                  <c:v>50.23991989</c:v>
                </c:pt>
                <c:pt idx="2475">
                  <c:v>50.23937988</c:v>
                </c:pt>
                <c:pt idx="2476">
                  <c:v>50.23866298</c:v>
                </c:pt>
                <c:pt idx="2477">
                  <c:v>50.23810435</c:v>
                </c:pt>
                <c:pt idx="2478">
                  <c:v>50.23754883</c:v>
                </c:pt>
                <c:pt idx="2479">
                  <c:v>50.23684744</c:v>
                </c:pt>
                <c:pt idx="2480">
                  <c:v>50.23654175</c:v>
                </c:pt>
                <c:pt idx="2481">
                  <c:v>50.23594666</c:v>
                </c:pt>
                <c:pt idx="2482">
                  <c:v>50.23530579</c:v>
                </c:pt>
                <c:pt idx="2483">
                  <c:v>50.23465949</c:v>
                </c:pt>
                <c:pt idx="2484">
                  <c:v>50.23405431</c:v>
                </c:pt>
                <c:pt idx="2485">
                  <c:v>50.23347473</c:v>
                </c:pt>
                <c:pt idx="2486">
                  <c:v>50.23287964</c:v>
                </c:pt>
                <c:pt idx="2487">
                  <c:v>50.23228455</c:v>
                </c:pt>
                <c:pt idx="2488">
                  <c:v>50.2315979</c:v>
                </c:pt>
                <c:pt idx="2489">
                  <c:v>50.23100281</c:v>
                </c:pt>
                <c:pt idx="2490">
                  <c:v>50.23046978</c:v>
                </c:pt>
                <c:pt idx="2491">
                  <c:v>50.22994995</c:v>
                </c:pt>
                <c:pt idx="2492">
                  <c:v>50.22930908</c:v>
                </c:pt>
                <c:pt idx="2493">
                  <c:v>50.22871399</c:v>
                </c:pt>
                <c:pt idx="2494">
                  <c:v>50.22825623</c:v>
                </c:pt>
                <c:pt idx="2495">
                  <c:v>50.22761536</c:v>
                </c:pt>
                <c:pt idx="2496">
                  <c:v>50.22702026</c:v>
                </c:pt>
                <c:pt idx="2497">
                  <c:v>50.22642517</c:v>
                </c:pt>
                <c:pt idx="2498">
                  <c:v>50.22614043</c:v>
                </c:pt>
                <c:pt idx="2499">
                  <c:v>50.2240448</c:v>
                </c:pt>
                <c:pt idx="2500">
                  <c:v>50.2235335</c:v>
                </c:pt>
                <c:pt idx="2501">
                  <c:v>50.22294617</c:v>
                </c:pt>
                <c:pt idx="2502">
                  <c:v>50.22212219</c:v>
                </c:pt>
                <c:pt idx="2503">
                  <c:v>50.22157831</c:v>
                </c:pt>
                <c:pt idx="2504">
                  <c:v>50.22052002</c:v>
                </c:pt>
                <c:pt idx="2505">
                  <c:v>50.21990243</c:v>
                </c:pt>
                <c:pt idx="2506">
                  <c:v>50.21929725</c:v>
                </c:pt>
                <c:pt idx="2507">
                  <c:v>50.21873474</c:v>
                </c:pt>
                <c:pt idx="2508">
                  <c:v>50.21817999</c:v>
                </c:pt>
                <c:pt idx="2509">
                  <c:v>50.21768188</c:v>
                </c:pt>
                <c:pt idx="2510">
                  <c:v>50.21706274</c:v>
                </c:pt>
                <c:pt idx="2511">
                  <c:v>50.21644592</c:v>
                </c:pt>
                <c:pt idx="2512">
                  <c:v>50.21589893</c:v>
                </c:pt>
                <c:pt idx="2513">
                  <c:v>50.21530151</c:v>
                </c:pt>
                <c:pt idx="2514">
                  <c:v>50.21468858</c:v>
                </c:pt>
                <c:pt idx="2515">
                  <c:v>50.2140834</c:v>
                </c:pt>
                <c:pt idx="2516">
                  <c:v>50.21343167</c:v>
                </c:pt>
                <c:pt idx="2517">
                  <c:v>50.21292114</c:v>
                </c:pt>
                <c:pt idx="2518">
                  <c:v>50.21240752</c:v>
                </c:pt>
                <c:pt idx="2519">
                  <c:v>50.21175578</c:v>
                </c:pt>
                <c:pt idx="2520">
                  <c:v>50.21091784</c:v>
                </c:pt>
                <c:pt idx="2521">
                  <c:v>50.21040344</c:v>
                </c:pt>
                <c:pt idx="2522">
                  <c:v>50.20999146</c:v>
                </c:pt>
                <c:pt idx="2523">
                  <c:v>50.20916748</c:v>
                </c:pt>
                <c:pt idx="2524">
                  <c:v>50.20886955</c:v>
                </c:pt>
                <c:pt idx="2525">
                  <c:v>50.20798505</c:v>
                </c:pt>
                <c:pt idx="2526">
                  <c:v>50.20747375</c:v>
                </c:pt>
                <c:pt idx="2527">
                  <c:v>50.2069609</c:v>
                </c:pt>
                <c:pt idx="2528">
                  <c:v>50.20637512</c:v>
                </c:pt>
                <c:pt idx="2529">
                  <c:v>50.20578003</c:v>
                </c:pt>
                <c:pt idx="2530">
                  <c:v>50.20523071</c:v>
                </c:pt>
                <c:pt idx="2531">
                  <c:v>50.20467984</c:v>
                </c:pt>
                <c:pt idx="2532">
                  <c:v>50.20402811</c:v>
                </c:pt>
                <c:pt idx="2533">
                  <c:v>50.20346949</c:v>
                </c:pt>
                <c:pt idx="2534">
                  <c:v>50.20289612</c:v>
                </c:pt>
                <c:pt idx="2535">
                  <c:v>50.20230103</c:v>
                </c:pt>
                <c:pt idx="2536">
                  <c:v>50.20165395</c:v>
                </c:pt>
                <c:pt idx="2537">
                  <c:v>50.20115662</c:v>
                </c:pt>
                <c:pt idx="2538">
                  <c:v>50.20051575</c:v>
                </c:pt>
                <c:pt idx="2539">
                  <c:v>50.20005798</c:v>
                </c:pt>
                <c:pt idx="2540">
                  <c:v>50.19946289</c:v>
                </c:pt>
                <c:pt idx="2541">
                  <c:v>50.19918668</c:v>
                </c:pt>
                <c:pt idx="2542">
                  <c:v>50.19781494</c:v>
                </c:pt>
                <c:pt idx="2543">
                  <c:v>50.19726563</c:v>
                </c:pt>
                <c:pt idx="2544">
                  <c:v>50.19662631</c:v>
                </c:pt>
                <c:pt idx="2545">
                  <c:v>50.19606768</c:v>
                </c:pt>
                <c:pt idx="2546">
                  <c:v>50.19550905</c:v>
                </c:pt>
                <c:pt idx="2547">
                  <c:v>50.1947937</c:v>
                </c:pt>
                <c:pt idx="2548">
                  <c:v>50.19424438</c:v>
                </c:pt>
                <c:pt idx="2549">
                  <c:v>50.19374007</c:v>
                </c:pt>
                <c:pt idx="2550">
                  <c:v>50.19314575</c:v>
                </c:pt>
                <c:pt idx="2551">
                  <c:v>50.19259644</c:v>
                </c:pt>
                <c:pt idx="2552">
                  <c:v>50.19229695</c:v>
                </c:pt>
                <c:pt idx="2553">
                  <c:v>50.1914978</c:v>
                </c:pt>
                <c:pt idx="2554">
                  <c:v>50.19085383</c:v>
                </c:pt>
                <c:pt idx="2555">
                  <c:v>50.19026184</c:v>
                </c:pt>
                <c:pt idx="2556">
                  <c:v>50.18962097</c:v>
                </c:pt>
                <c:pt idx="2557">
                  <c:v>50.18902588</c:v>
                </c:pt>
                <c:pt idx="2558">
                  <c:v>50.18852622</c:v>
                </c:pt>
                <c:pt idx="2559">
                  <c:v>50.18797302</c:v>
                </c:pt>
                <c:pt idx="2560">
                  <c:v>50.18731586</c:v>
                </c:pt>
                <c:pt idx="2561">
                  <c:v>50.18673706</c:v>
                </c:pt>
                <c:pt idx="2562">
                  <c:v>50.18618774</c:v>
                </c:pt>
                <c:pt idx="2563">
                  <c:v>50.18559265</c:v>
                </c:pt>
                <c:pt idx="2564">
                  <c:v>50.18508135</c:v>
                </c:pt>
                <c:pt idx="2565">
                  <c:v>50.18449402</c:v>
                </c:pt>
                <c:pt idx="2566">
                  <c:v>50.1839447</c:v>
                </c:pt>
                <c:pt idx="2567">
                  <c:v>50.18334961</c:v>
                </c:pt>
                <c:pt idx="2568">
                  <c:v>50.18280029</c:v>
                </c:pt>
                <c:pt idx="2569">
                  <c:v>50.18229675</c:v>
                </c:pt>
                <c:pt idx="2570">
                  <c:v>50.18163649</c:v>
                </c:pt>
                <c:pt idx="2571">
                  <c:v>50.18103131</c:v>
                </c:pt>
                <c:pt idx="2572">
                  <c:v>50.18047268</c:v>
                </c:pt>
                <c:pt idx="2573">
                  <c:v>50.18023992</c:v>
                </c:pt>
                <c:pt idx="2574">
                  <c:v>50.1787037</c:v>
                </c:pt>
                <c:pt idx="2575">
                  <c:v>50.17840576</c:v>
                </c:pt>
                <c:pt idx="2576">
                  <c:v>50.17776489</c:v>
                </c:pt>
                <c:pt idx="2577">
                  <c:v>50.17721558</c:v>
                </c:pt>
                <c:pt idx="2578">
                  <c:v>50.17662048</c:v>
                </c:pt>
                <c:pt idx="2579">
                  <c:v>50.17605022</c:v>
                </c:pt>
                <c:pt idx="2580">
                  <c:v>50.17533875</c:v>
                </c:pt>
                <c:pt idx="2581">
                  <c:v>50.17474365</c:v>
                </c:pt>
                <c:pt idx="2582">
                  <c:v>50.17414856</c:v>
                </c:pt>
                <c:pt idx="2583">
                  <c:v>50.1736295</c:v>
                </c:pt>
                <c:pt idx="2584">
                  <c:v>50.17307088</c:v>
                </c:pt>
                <c:pt idx="2585">
                  <c:v>50.17274501</c:v>
                </c:pt>
                <c:pt idx="2586">
                  <c:v>50.17162776</c:v>
                </c:pt>
                <c:pt idx="2587">
                  <c:v>50.17053223</c:v>
                </c:pt>
                <c:pt idx="2588">
                  <c:v>50.16962601</c:v>
                </c:pt>
                <c:pt idx="2589">
                  <c:v>50.16906738</c:v>
                </c:pt>
                <c:pt idx="2590">
                  <c:v>50.1684622</c:v>
                </c:pt>
                <c:pt idx="2591">
                  <c:v>50.16815186</c:v>
                </c:pt>
                <c:pt idx="2592">
                  <c:v>50.16755676</c:v>
                </c:pt>
                <c:pt idx="2593">
                  <c:v>50.1672984</c:v>
                </c:pt>
                <c:pt idx="2594">
                  <c:v>50.1662277</c:v>
                </c:pt>
                <c:pt idx="2595">
                  <c:v>50.16558838</c:v>
                </c:pt>
                <c:pt idx="2596">
                  <c:v>50.16529665</c:v>
                </c:pt>
                <c:pt idx="2597">
                  <c:v>50.16445871</c:v>
                </c:pt>
                <c:pt idx="2598">
                  <c:v>50.16394043</c:v>
                </c:pt>
                <c:pt idx="2599">
                  <c:v>50.16343456</c:v>
                </c:pt>
                <c:pt idx="2600">
                  <c:v>50.16275024</c:v>
                </c:pt>
                <c:pt idx="2601">
                  <c:v>50.16245697</c:v>
                </c:pt>
                <c:pt idx="2602">
                  <c:v>50.1621311</c:v>
                </c:pt>
                <c:pt idx="2603">
                  <c:v>50.1610604</c:v>
                </c:pt>
                <c:pt idx="2604">
                  <c:v>50.16055298</c:v>
                </c:pt>
                <c:pt idx="2605">
                  <c:v>50.16023254</c:v>
                </c:pt>
                <c:pt idx="2606">
                  <c:v>50.15959167</c:v>
                </c:pt>
                <c:pt idx="2607">
                  <c:v>50.15887244</c:v>
                </c:pt>
                <c:pt idx="2608">
                  <c:v>50.15831382</c:v>
                </c:pt>
                <c:pt idx="2609">
                  <c:v>50.1580345</c:v>
                </c:pt>
                <c:pt idx="2610">
                  <c:v>50.15675354</c:v>
                </c:pt>
                <c:pt idx="2611">
                  <c:v>50.15611267</c:v>
                </c:pt>
                <c:pt idx="2612">
                  <c:v>50.1554718</c:v>
                </c:pt>
                <c:pt idx="2613">
                  <c:v>50.15501404</c:v>
                </c:pt>
                <c:pt idx="2614">
                  <c:v>50.15460205</c:v>
                </c:pt>
                <c:pt idx="2615">
                  <c:v>50.15403101</c:v>
                </c:pt>
                <c:pt idx="2616">
                  <c:v>50.15296031</c:v>
                </c:pt>
                <c:pt idx="2617">
                  <c:v>50.15184305</c:v>
                </c:pt>
                <c:pt idx="2618">
                  <c:v>50.1512146</c:v>
                </c:pt>
                <c:pt idx="2619">
                  <c:v>50.15071106</c:v>
                </c:pt>
                <c:pt idx="2620">
                  <c:v>50.15016174</c:v>
                </c:pt>
                <c:pt idx="2621">
                  <c:v>50.14938354</c:v>
                </c:pt>
                <c:pt idx="2622">
                  <c:v>50.14881716</c:v>
                </c:pt>
                <c:pt idx="2623">
                  <c:v>50.14849129</c:v>
                </c:pt>
                <c:pt idx="2624">
                  <c:v>50.1477356</c:v>
                </c:pt>
                <c:pt idx="2625">
                  <c:v>50.14714128</c:v>
                </c:pt>
                <c:pt idx="2626">
                  <c:v>50.1466292</c:v>
                </c:pt>
                <c:pt idx="2627">
                  <c:v>50.14607058</c:v>
                </c:pt>
                <c:pt idx="2628">
                  <c:v>50.14565161</c:v>
                </c:pt>
                <c:pt idx="2629">
                  <c:v>50.14498901</c:v>
                </c:pt>
                <c:pt idx="2630">
                  <c:v>50.1444397</c:v>
                </c:pt>
                <c:pt idx="2631">
                  <c:v>50.14398193</c:v>
                </c:pt>
                <c:pt idx="2632">
                  <c:v>50.14343262</c:v>
                </c:pt>
                <c:pt idx="2633">
                  <c:v>50.14283752</c:v>
                </c:pt>
                <c:pt idx="2634">
                  <c:v>50.14253261</c:v>
                </c:pt>
                <c:pt idx="2635">
                  <c:v>50.14183044</c:v>
                </c:pt>
                <c:pt idx="2636">
                  <c:v>50.14151001</c:v>
                </c:pt>
                <c:pt idx="2637">
                  <c:v>50.14073181</c:v>
                </c:pt>
                <c:pt idx="2638">
                  <c:v>50.14043776</c:v>
                </c:pt>
                <c:pt idx="2639">
                  <c:v>50.1395874</c:v>
                </c:pt>
                <c:pt idx="2640">
                  <c:v>50.13935852</c:v>
                </c:pt>
                <c:pt idx="2641">
                  <c:v>50.13821411</c:v>
                </c:pt>
                <c:pt idx="2642">
                  <c:v>50.13684082</c:v>
                </c:pt>
                <c:pt idx="2643">
                  <c:v>50.13624806</c:v>
                </c:pt>
                <c:pt idx="2644">
                  <c:v>50.13582909</c:v>
                </c:pt>
                <c:pt idx="2645">
                  <c:v>50.13522391</c:v>
                </c:pt>
                <c:pt idx="2646">
                  <c:v>50.13459778</c:v>
                </c:pt>
                <c:pt idx="2647">
                  <c:v>50.13441467</c:v>
                </c:pt>
                <c:pt idx="2648">
                  <c:v>50.13312906</c:v>
                </c:pt>
                <c:pt idx="2649">
                  <c:v>50.13257043</c:v>
                </c:pt>
                <c:pt idx="2650">
                  <c:v>50.13182559</c:v>
                </c:pt>
                <c:pt idx="2651">
                  <c:v>50.13080144</c:v>
                </c:pt>
                <c:pt idx="2652">
                  <c:v>50.12991695</c:v>
                </c:pt>
                <c:pt idx="2653">
                  <c:v>50.12910461</c:v>
                </c:pt>
                <c:pt idx="2654">
                  <c:v>50.12866004</c:v>
                </c:pt>
                <c:pt idx="2655">
                  <c:v>50.12721692</c:v>
                </c:pt>
                <c:pt idx="2656">
                  <c:v>50.12658691</c:v>
                </c:pt>
                <c:pt idx="2657">
                  <c:v>50.12600656</c:v>
                </c:pt>
                <c:pt idx="2658">
                  <c:v>50.12558759</c:v>
                </c:pt>
                <c:pt idx="2659">
                  <c:v>50.12502897</c:v>
                </c:pt>
                <c:pt idx="2660">
                  <c:v>50.12451689</c:v>
                </c:pt>
                <c:pt idx="2661">
                  <c:v>50.12395826</c:v>
                </c:pt>
                <c:pt idx="2662">
                  <c:v>50.12333679</c:v>
                </c:pt>
                <c:pt idx="2663">
                  <c:v>50.12301636</c:v>
                </c:pt>
                <c:pt idx="2664">
                  <c:v>50.12232894</c:v>
                </c:pt>
                <c:pt idx="2665">
                  <c:v>50.12182617</c:v>
                </c:pt>
                <c:pt idx="2666">
                  <c:v>50.12121168</c:v>
                </c:pt>
                <c:pt idx="2667">
                  <c:v>50.12095642</c:v>
                </c:pt>
                <c:pt idx="2668">
                  <c:v>50.12017822</c:v>
                </c:pt>
                <c:pt idx="2669">
                  <c:v>50.11967546</c:v>
                </c:pt>
                <c:pt idx="2670">
                  <c:v>50.11934959</c:v>
                </c:pt>
                <c:pt idx="2671">
                  <c:v>50.11880493</c:v>
                </c:pt>
                <c:pt idx="2672">
                  <c:v>50.1177063</c:v>
                </c:pt>
                <c:pt idx="2673">
                  <c:v>50.11706543</c:v>
                </c:pt>
                <c:pt idx="2674">
                  <c:v>50.11595128</c:v>
                </c:pt>
                <c:pt idx="2675">
                  <c:v>50.1153717</c:v>
                </c:pt>
                <c:pt idx="2676">
                  <c:v>50.11399841</c:v>
                </c:pt>
                <c:pt idx="2677">
                  <c:v>50.11257935</c:v>
                </c:pt>
                <c:pt idx="2678">
                  <c:v>50.1118927</c:v>
                </c:pt>
                <c:pt idx="2679">
                  <c:v>50.11116028</c:v>
                </c:pt>
                <c:pt idx="2680">
                  <c:v>50.11041156</c:v>
                </c:pt>
                <c:pt idx="2681">
                  <c:v>50.10955811</c:v>
                </c:pt>
                <c:pt idx="2682">
                  <c:v>50.10877991</c:v>
                </c:pt>
                <c:pt idx="2683">
                  <c:v>50.10766498</c:v>
                </c:pt>
                <c:pt idx="2684">
                  <c:v>50.10644531</c:v>
                </c:pt>
                <c:pt idx="2685">
                  <c:v>50.10548401</c:v>
                </c:pt>
                <c:pt idx="2686">
                  <c:v>50.10473219</c:v>
                </c:pt>
                <c:pt idx="2687">
                  <c:v>50.10398735</c:v>
                </c:pt>
                <c:pt idx="2688">
                  <c:v>50.10127258</c:v>
                </c:pt>
                <c:pt idx="2689">
                  <c:v>50.1002655</c:v>
                </c:pt>
                <c:pt idx="2690">
                  <c:v>50.09844764</c:v>
                </c:pt>
                <c:pt idx="2691">
                  <c:v>50.09737694</c:v>
                </c:pt>
                <c:pt idx="2692">
                  <c:v>50.09639934</c:v>
                </c:pt>
                <c:pt idx="2693">
                  <c:v>50.09591675</c:v>
                </c:pt>
                <c:pt idx="2694">
                  <c:v>50.09421138</c:v>
                </c:pt>
                <c:pt idx="2695">
                  <c:v>50.0933075</c:v>
                </c:pt>
                <c:pt idx="2696">
                  <c:v>50.09281482</c:v>
                </c:pt>
                <c:pt idx="2697">
                  <c:v>50.0903941</c:v>
                </c:pt>
                <c:pt idx="2698">
                  <c:v>50.08909064</c:v>
                </c:pt>
                <c:pt idx="2699">
                  <c:v>50.08657682</c:v>
                </c:pt>
                <c:pt idx="2700">
                  <c:v>50.08569232</c:v>
                </c:pt>
                <c:pt idx="2701">
                  <c:v>50.08520508</c:v>
                </c:pt>
                <c:pt idx="2702">
                  <c:v>50.08406067</c:v>
                </c:pt>
                <c:pt idx="2703">
                  <c:v>50.08328247</c:v>
                </c:pt>
                <c:pt idx="2704">
                  <c:v>50.08285264</c:v>
                </c:pt>
                <c:pt idx="2705">
                  <c:v>50.08126986</c:v>
                </c:pt>
                <c:pt idx="2706">
                  <c:v>50.08052503</c:v>
                </c:pt>
                <c:pt idx="2707">
                  <c:v>50.0798733</c:v>
                </c:pt>
                <c:pt idx="2708">
                  <c:v>50.07926812</c:v>
                </c:pt>
                <c:pt idx="2709">
                  <c:v>50.07866294</c:v>
                </c:pt>
                <c:pt idx="2710">
                  <c:v>50.07820129</c:v>
                </c:pt>
                <c:pt idx="2711">
                  <c:v>50.07773189</c:v>
                </c:pt>
                <c:pt idx="2712">
                  <c:v>50.07728577</c:v>
                </c:pt>
                <c:pt idx="2713">
                  <c:v>50.07687378</c:v>
                </c:pt>
                <c:pt idx="2714">
                  <c:v>50.07633533</c:v>
                </c:pt>
                <c:pt idx="2715">
                  <c:v>50.07619567</c:v>
                </c:pt>
                <c:pt idx="2716">
                  <c:v>50.07582325</c:v>
                </c:pt>
                <c:pt idx="2717">
                  <c:v>50.07554394</c:v>
                </c:pt>
                <c:pt idx="2718">
                  <c:v>50.07531118</c:v>
                </c:pt>
                <c:pt idx="2719">
                  <c:v>50.07513428</c:v>
                </c:pt>
                <c:pt idx="2720">
                  <c:v>50.07499695</c:v>
                </c:pt>
                <c:pt idx="2721">
                  <c:v>50.07489221</c:v>
                </c:pt>
                <c:pt idx="2722">
                  <c:v>50.07485962</c:v>
                </c:pt>
                <c:pt idx="2723">
                  <c:v>50.07484565</c:v>
                </c:pt>
                <c:pt idx="2724">
                  <c:v>50.07484565</c:v>
                </c:pt>
                <c:pt idx="2725">
                  <c:v>50.07493876</c:v>
                </c:pt>
                <c:pt idx="2726">
                  <c:v>50.07503186</c:v>
                </c:pt>
                <c:pt idx="2727">
                  <c:v>50.07521807</c:v>
                </c:pt>
                <c:pt idx="2728">
                  <c:v>50.07545471</c:v>
                </c:pt>
                <c:pt idx="2729">
                  <c:v>50.07568359</c:v>
                </c:pt>
                <c:pt idx="2730">
                  <c:v>50.07624222</c:v>
                </c:pt>
                <c:pt idx="2731">
                  <c:v>50.07655334</c:v>
                </c:pt>
                <c:pt idx="2732">
                  <c:v>50.07687378</c:v>
                </c:pt>
                <c:pt idx="2733">
                  <c:v>50.07714844</c:v>
                </c:pt>
                <c:pt idx="2734">
                  <c:v>50.07746887</c:v>
                </c:pt>
                <c:pt idx="2735">
                  <c:v>50.0779181</c:v>
                </c:pt>
                <c:pt idx="2736">
                  <c:v>50.07833862</c:v>
                </c:pt>
                <c:pt idx="2737">
                  <c:v>50.07833862</c:v>
                </c:pt>
                <c:pt idx="2738">
                  <c:v>50.07926812</c:v>
                </c:pt>
                <c:pt idx="2739">
                  <c:v>50.07964053</c:v>
                </c:pt>
                <c:pt idx="2740">
                  <c:v>50.07978019</c:v>
                </c:pt>
                <c:pt idx="2741">
                  <c:v>50.08035278</c:v>
                </c:pt>
                <c:pt idx="2742">
                  <c:v>50.08080434</c:v>
                </c:pt>
                <c:pt idx="2743">
                  <c:v>50.08113098</c:v>
                </c:pt>
                <c:pt idx="2744">
                  <c:v>50.08154297</c:v>
                </c:pt>
                <c:pt idx="2745">
                  <c:v>50.08177185</c:v>
                </c:pt>
                <c:pt idx="2746">
                  <c:v>50.08209229</c:v>
                </c:pt>
                <c:pt idx="2747">
                  <c:v>50.08250427</c:v>
                </c:pt>
                <c:pt idx="2748">
                  <c:v>50.08289919</c:v>
                </c:pt>
                <c:pt idx="2749">
                  <c:v>50.08323669</c:v>
                </c:pt>
                <c:pt idx="2750">
                  <c:v>50.08337402</c:v>
                </c:pt>
                <c:pt idx="2751">
                  <c:v>50.08392334</c:v>
                </c:pt>
                <c:pt idx="2752">
                  <c:v>50.08424377</c:v>
                </c:pt>
                <c:pt idx="2753">
                  <c:v>50.08442688</c:v>
                </c:pt>
                <c:pt idx="2754">
                  <c:v>50.08502197</c:v>
                </c:pt>
                <c:pt idx="2755">
                  <c:v>50.08538818</c:v>
                </c:pt>
                <c:pt idx="2756">
                  <c:v>50.08612061</c:v>
                </c:pt>
                <c:pt idx="2757">
                  <c:v>50.08648371</c:v>
                </c:pt>
                <c:pt idx="2758">
                  <c:v>50.08690268</c:v>
                </c:pt>
                <c:pt idx="2759">
                  <c:v>50.08721924</c:v>
                </c:pt>
                <c:pt idx="2760">
                  <c:v>50.08753967</c:v>
                </c:pt>
                <c:pt idx="2761">
                  <c:v>50.08790588</c:v>
                </c:pt>
                <c:pt idx="2762">
                  <c:v>50.08804321</c:v>
                </c:pt>
                <c:pt idx="2763">
                  <c:v>50.08885788</c:v>
                </c:pt>
                <c:pt idx="2764">
                  <c:v>50.08923029</c:v>
                </c:pt>
                <c:pt idx="2765">
                  <c:v>50.08959961</c:v>
                </c:pt>
                <c:pt idx="2766">
                  <c:v>50.09005737</c:v>
                </c:pt>
                <c:pt idx="2767">
                  <c:v>50.09028625</c:v>
                </c:pt>
                <c:pt idx="2768">
                  <c:v>50.09065247</c:v>
                </c:pt>
                <c:pt idx="2769">
                  <c:v>50.09101868</c:v>
                </c:pt>
                <c:pt idx="2770">
                  <c:v>50.09141825</c:v>
                </c:pt>
                <c:pt idx="2771">
                  <c:v>50.09170532</c:v>
                </c:pt>
                <c:pt idx="2772">
                  <c:v>50.09216309</c:v>
                </c:pt>
                <c:pt idx="2773">
                  <c:v>50.09248352</c:v>
                </c:pt>
                <c:pt idx="2774">
                  <c:v>50.09280396</c:v>
                </c:pt>
                <c:pt idx="2775">
                  <c:v>50.09314068</c:v>
                </c:pt>
                <c:pt idx="2776">
                  <c:v>50.09335327</c:v>
                </c:pt>
                <c:pt idx="2777">
                  <c:v>50.09425794</c:v>
                </c:pt>
                <c:pt idx="2778">
                  <c:v>50.09453725</c:v>
                </c:pt>
                <c:pt idx="2779">
                  <c:v>50.09481812</c:v>
                </c:pt>
                <c:pt idx="2780">
                  <c:v>50.0952301</c:v>
                </c:pt>
                <c:pt idx="2781">
                  <c:v>50.09555054</c:v>
                </c:pt>
                <c:pt idx="2782">
                  <c:v>50.09602692</c:v>
                </c:pt>
                <c:pt idx="2783">
                  <c:v>50.09639934</c:v>
                </c:pt>
                <c:pt idx="2784">
                  <c:v>50.09660339</c:v>
                </c:pt>
                <c:pt idx="2785">
                  <c:v>50.09692383</c:v>
                </c:pt>
                <c:pt idx="2786">
                  <c:v>50.09733038</c:v>
                </c:pt>
                <c:pt idx="2787">
                  <c:v>50.09765625</c:v>
                </c:pt>
                <c:pt idx="2788">
                  <c:v>50.09802246</c:v>
                </c:pt>
                <c:pt idx="2789">
                  <c:v>50.09838867</c:v>
                </c:pt>
                <c:pt idx="2790">
                  <c:v>50.09875488</c:v>
                </c:pt>
                <c:pt idx="2791">
                  <c:v>50.09905282</c:v>
                </c:pt>
                <c:pt idx="2792">
                  <c:v>50.09919247</c:v>
                </c:pt>
                <c:pt idx="2793">
                  <c:v>50.09989929</c:v>
                </c:pt>
                <c:pt idx="2794">
                  <c:v>50.10017395</c:v>
                </c:pt>
                <c:pt idx="2795">
                  <c:v>50.10054249</c:v>
                </c:pt>
                <c:pt idx="2796">
                  <c:v>50.10086835</c:v>
                </c:pt>
                <c:pt idx="2797">
                  <c:v>50.10124077</c:v>
                </c:pt>
                <c:pt idx="2798">
                  <c:v>50.10191345</c:v>
                </c:pt>
                <c:pt idx="2799">
                  <c:v>50.10231147</c:v>
                </c:pt>
                <c:pt idx="2800">
                  <c:v>50.10254423</c:v>
                </c:pt>
                <c:pt idx="2801">
                  <c:v>50.10282898</c:v>
                </c:pt>
                <c:pt idx="2802">
                  <c:v>50.10324252</c:v>
                </c:pt>
                <c:pt idx="2803">
                  <c:v>50.10361494</c:v>
                </c:pt>
                <c:pt idx="2804">
                  <c:v>50.1039408</c:v>
                </c:pt>
                <c:pt idx="2805">
                  <c:v>50.10424805</c:v>
                </c:pt>
                <c:pt idx="2806">
                  <c:v>50.10459253</c:v>
                </c:pt>
                <c:pt idx="2807">
                  <c:v>50.10496495</c:v>
                </c:pt>
                <c:pt idx="2808">
                  <c:v>50.10539246</c:v>
                </c:pt>
                <c:pt idx="2809">
                  <c:v>50.10561668</c:v>
                </c:pt>
                <c:pt idx="2810">
                  <c:v>50.10598755</c:v>
                </c:pt>
                <c:pt idx="2811">
                  <c:v>50.10645462</c:v>
                </c:pt>
                <c:pt idx="2812">
                  <c:v>50.10676575</c:v>
                </c:pt>
                <c:pt idx="2813">
                  <c:v>50.1069667</c:v>
                </c:pt>
                <c:pt idx="2814">
                  <c:v>50.10743222</c:v>
                </c:pt>
                <c:pt idx="2815">
                  <c:v>50.1076355</c:v>
                </c:pt>
                <c:pt idx="2816">
                  <c:v>50.1084137</c:v>
                </c:pt>
                <c:pt idx="2817">
                  <c:v>50.10887534</c:v>
                </c:pt>
                <c:pt idx="2818">
                  <c:v>50.10887534</c:v>
                </c:pt>
                <c:pt idx="2819">
                  <c:v>50.10955811</c:v>
                </c:pt>
                <c:pt idx="2820">
                  <c:v>50.10983276</c:v>
                </c:pt>
                <c:pt idx="2821">
                  <c:v>50.11006165</c:v>
                </c:pt>
                <c:pt idx="2822">
                  <c:v>50.11051941</c:v>
                </c:pt>
                <c:pt idx="2823">
                  <c:v>50.1109314</c:v>
                </c:pt>
                <c:pt idx="2824">
                  <c:v>50.1109314</c:v>
                </c:pt>
                <c:pt idx="2825">
                  <c:v>50.11161804</c:v>
                </c:pt>
                <c:pt idx="2826">
                  <c:v>50.11194779</c:v>
                </c:pt>
                <c:pt idx="2827">
                  <c:v>50.11225891</c:v>
                </c:pt>
                <c:pt idx="2828">
                  <c:v>50.11262512</c:v>
                </c:pt>
                <c:pt idx="2829">
                  <c:v>50.11301849</c:v>
                </c:pt>
                <c:pt idx="2830">
                  <c:v>50.11301849</c:v>
                </c:pt>
                <c:pt idx="2831">
                  <c:v>50.11331177</c:v>
                </c:pt>
                <c:pt idx="2832">
                  <c:v>50.11404419</c:v>
                </c:pt>
                <c:pt idx="2833">
                  <c:v>50.11422885</c:v>
                </c:pt>
                <c:pt idx="2834">
                  <c:v>50.11455471</c:v>
                </c:pt>
                <c:pt idx="2835">
                  <c:v>50.11505127</c:v>
                </c:pt>
                <c:pt idx="2836">
                  <c:v>50.1153461</c:v>
                </c:pt>
                <c:pt idx="2837">
                  <c:v>50.11571852</c:v>
                </c:pt>
                <c:pt idx="2838">
                  <c:v>50.11604438</c:v>
                </c:pt>
                <c:pt idx="2839">
                  <c:v>50.11637025</c:v>
                </c:pt>
                <c:pt idx="2840">
                  <c:v>50.116745</c:v>
                </c:pt>
                <c:pt idx="2841">
                  <c:v>50.11716164</c:v>
                </c:pt>
                <c:pt idx="2842">
                  <c:v>50.11744095</c:v>
                </c:pt>
                <c:pt idx="2843">
                  <c:v>50.11775208</c:v>
                </c:pt>
                <c:pt idx="2844">
                  <c:v>50.11809268</c:v>
                </c:pt>
                <c:pt idx="2845">
                  <c:v>50.11841855</c:v>
                </c:pt>
                <c:pt idx="2846">
                  <c:v>50.11871338</c:v>
                </c:pt>
                <c:pt idx="2847">
                  <c:v>50.11912537</c:v>
                </c:pt>
                <c:pt idx="2848">
                  <c:v>50.1194458</c:v>
                </c:pt>
                <c:pt idx="2849">
                  <c:v>50.11976624</c:v>
                </c:pt>
                <c:pt idx="2850">
                  <c:v>50.12008667</c:v>
                </c:pt>
                <c:pt idx="2851">
                  <c:v>50.12037374</c:v>
                </c:pt>
                <c:pt idx="2852">
                  <c:v>50.12081909</c:v>
                </c:pt>
                <c:pt idx="2853">
                  <c:v>50.1210022</c:v>
                </c:pt>
                <c:pt idx="2854">
                  <c:v>50.12172376</c:v>
                </c:pt>
                <c:pt idx="2855">
                  <c:v>50.12210083</c:v>
                </c:pt>
                <c:pt idx="2856">
                  <c:v>50.12242126</c:v>
                </c:pt>
                <c:pt idx="2857">
                  <c:v>50.12278748</c:v>
                </c:pt>
                <c:pt idx="2858">
                  <c:v>50.12316688</c:v>
                </c:pt>
                <c:pt idx="2859">
                  <c:v>50.12349274</c:v>
                </c:pt>
                <c:pt idx="2860">
                  <c:v>50.12379456</c:v>
                </c:pt>
                <c:pt idx="2861">
                  <c:v>50.12416077</c:v>
                </c:pt>
                <c:pt idx="2862">
                  <c:v>50.12438965</c:v>
                </c:pt>
                <c:pt idx="2863">
                  <c:v>50.1247962</c:v>
                </c:pt>
                <c:pt idx="2864">
                  <c:v>50.1247962</c:v>
                </c:pt>
                <c:pt idx="2865">
                  <c:v>50.12544794</c:v>
                </c:pt>
                <c:pt idx="2866">
                  <c:v>50.12605312</c:v>
                </c:pt>
                <c:pt idx="2867">
                  <c:v>50.12637898</c:v>
                </c:pt>
                <c:pt idx="2868">
                  <c:v>50.12665829</c:v>
                </c:pt>
                <c:pt idx="2869">
                  <c:v>50.12704468</c:v>
                </c:pt>
                <c:pt idx="2870">
                  <c:v>50.12735658</c:v>
                </c:pt>
                <c:pt idx="2871">
                  <c:v>50.12758934</c:v>
                </c:pt>
                <c:pt idx="2872">
                  <c:v>50.12786865</c:v>
                </c:pt>
                <c:pt idx="2873">
                  <c:v>50.12818909</c:v>
                </c:pt>
                <c:pt idx="2874">
                  <c:v>50.12856694</c:v>
                </c:pt>
                <c:pt idx="2875">
                  <c:v>50.12884625</c:v>
                </c:pt>
                <c:pt idx="2876">
                  <c:v>50.12926522</c:v>
                </c:pt>
                <c:pt idx="2877">
                  <c:v>50.12949798</c:v>
                </c:pt>
                <c:pt idx="2878">
                  <c:v>50.12982385</c:v>
                </c:pt>
                <c:pt idx="2879">
                  <c:v>50.13002014</c:v>
                </c:pt>
                <c:pt idx="2880">
                  <c:v>50.13066179</c:v>
                </c:pt>
                <c:pt idx="2881">
                  <c:v>50.13157654</c:v>
                </c:pt>
                <c:pt idx="2882">
                  <c:v>50.13229111</c:v>
                </c:pt>
                <c:pt idx="2883">
                  <c:v>50.13244629</c:v>
                </c:pt>
                <c:pt idx="2884">
                  <c:v>50.13317561</c:v>
                </c:pt>
                <c:pt idx="2885">
                  <c:v>50.13364113</c:v>
                </c:pt>
                <c:pt idx="2886">
                  <c:v>50.13364113</c:v>
                </c:pt>
                <c:pt idx="2887">
                  <c:v>50.13447907</c:v>
                </c:pt>
                <c:pt idx="2888">
                  <c:v>50.13478088</c:v>
                </c:pt>
                <c:pt idx="2889">
                  <c:v>50.13542175</c:v>
                </c:pt>
                <c:pt idx="2890">
                  <c:v>50.13574219</c:v>
                </c:pt>
                <c:pt idx="2891">
                  <c:v>50.13671358</c:v>
                </c:pt>
                <c:pt idx="2892">
                  <c:v>50.13685323</c:v>
                </c:pt>
                <c:pt idx="2893">
                  <c:v>50.13731876</c:v>
                </c:pt>
                <c:pt idx="2894">
                  <c:v>50.13798523</c:v>
                </c:pt>
                <c:pt idx="2895">
                  <c:v>50.13812256</c:v>
                </c:pt>
                <c:pt idx="2896">
                  <c:v>50.13857567</c:v>
                </c:pt>
                <c:pt idx="2897">
                  <c:v>50.13890076</c:v>
                </c:pt>
                <c:pt idx="2898">
                  <c:v>50.13918085</c:v>
                </c:pt>
                <c:pt idx="2899">
                  <c:v>50.13918085</c:v>
                </c:pt>
                <c:pt idx="2900">
                  <c:v>50.13981628</c:v>
                </c:pt>
                <c:pt idx="2901">
                  <c:v>50.14015844</c:v>
                </c:pt>
                <c:pt idx="2902">
                  <c:v>50.14031982</c:v>
                </c:pt>
                <c:pt idx="2903">
                  <c:v>50.14077759</c:v>
                </c:pt>
                <c:pt idx="2904">
                  <c:v>50.14109802</c:v>
                </c:pt>
                <c:pt idx="2905">
                  <c:v>50.14122914</c:v>
                </c:pt>
                <c:pt idx="2906">
                  <c:v>50.14169312</c:v>
                </c:pt>
                <c:pt idx="2907">
                  <c:v>50.14197398</c:v>
                </c:pt>
                <c:pt idx="2908">
                  <c:v>50.14225329</c:v>
                </c:pt>
                <c:pt idx="2909">
                  <c:v>50.14262571</c:v>
                </c:pt>
                <c:pt idx="2910">
                  <c:v>50.14304468</c:v>
                </c:pt>
                <c:pt idx="2911">
                  <c:v>50.14361572</c:v>
                </c:pt>
                <c:pt idx="2912">
                  <c:v>50.14378952</c:v>
                </c:pt>
                <c:pt idx="2913">
                  <c:v>50.14453435</c:v>
                </c:pt>
                <c:pt idx="2914">
                  <c:v>50.14467401</c:v>
                </c:pt>
                <c:pt idx="2915">
                  <c:v>50.14486022</c:v>
                </c:pt>
                <c:pt idx="2916">
                  <c:v>50.14611713</c:v>
                </c:pt>
                <c:pt idx="2917">
                  <c:v>50.14690852</c:v>
                </c:pt>
                <c:pt idx="2918">
                  <c:v>50.14723438</c:v>
                </c:pt>
                <c:pt idx="2919">
                  <c:v>50.14764404</c:v>
                </c:pt>
                <c:pt idx="2920">
                  <c:v>50.14793267</c:v>
                </c:pt>
                <c:pt idx="2921">
                  <c:v>50.14805603</c:v>
                </c:pt>
                <c:pt idx="2922">
                  <c:v>50.14883423</c:v>
                </c:pt>
                <c:pt idx="2923">
                  <c:v>50.14910889</c:v>
                </c:pt>
                <c:pt idx="2924">
                  <c:v>50.14928268</c:v>
                </c:pt>
                <c:pt idx="2925">
                  <c:v>50.14998097</c:v>
                </c:pt>
                <c:pt idx="2926">
                  <c:v>50.15057373</c:v>
                </c:pt>
                <c:pt idx="2927">
                  <c:v>50.1507258</c:v>
                </c:pt>
                <c:pt idx="2928">
                  <c:v>50.15161029</c:v>
                </c:pt>
                <c:pt idx="2929">
                  <c:v>50.15193616</c:v>
                </c:pt>
                <c:pt idx="2930">
                  <c:v>50.15213013</c:v>
                </c:pt>
                <c:pt idx="2931">
                  <c:v>50.15245056</c:v>
                </c:pt>
                <c:pt idx="2932">
                  <c:v>50.15426377</c:v>
                </c:pt>
                <c:pt idx="2933">
                  <c:v>50.15468274</c:v>
                </c:pt>
                <c:pt idx="2934">
                  <c:v>50.15487671</c:v>
                </c:pt>
                <c:pt idx="2935">
                  <c:v>50.1552887</c:v>
                </c:pt>
                <c:pt idx="2936">
                  <c:v>50.15566034</c:v>
                </c:pt>
                <c:pt idx="2937">
                  <c:v>50.15579224</c:v>
                </c:pt>
                <c:pt idx="2938">
                  <c:v>50.15652466</c:v>
                </c:pt>
                <c:pt idx="2939">
                  <c:v>50.15684509</c:v>
                </c:pt>
                <c:pt idx="2940">
                  <c:v>50.15684509</c:v>
                </c:pt>
                <c:pt idx="2941">
                  <c:v>50.15730286</c:v>
                </c:pt>
                <c:pt idx="2942">
                  <c:v>50.15803528</c:v>
                </c:pt>
                <c:pt idx="2943">
                  <c:v>50.15831382</c:v>
                </c:pt>
                <c:pt idx="2944">
                  <c:v>50.15863968</c:v>
                </c:pt>
                <c:pt idx="2945">
                  <c:v>50.1591052</c:v>
                </c:pt>
                <c:pt idx="2946">
                  <c:v>50.15994314</c:v>
                </c:pt>
                <c:pt idx="2947">
                  <c:v>50.16009521</c:v>
                </c:pt>
                <c:pt idx="2948">
                  <c:v>50.16064453</c:v>
                </c:pt>
                <c:pt idx="2949">
                  <c:v>50.16110229</c:v>
                </c:pt>
                <c:pt idx="2950">
                  <c:v>50.16178894</c:v>
                </c:pt>
                <c:pt idx="2951">
                  <c:v>50.16178894</c:v>
                </c:pt>
                <c:pt idx="2952">
                  <c:v>50.16297913</c:v>
                </c:pt>
                <c:pt idx="2953">
                  <c:v>50.16311646</c:v>
                </c:pt>
                <c:pt idx="2954">
                  <c:v>50.16357422</c:v>
                </c:pt>
                <c:pt idx="2955">
                  <c:v>50.16357422</c:v>
                </c:pt>
                <c:pt idx="2956">
                  <c:v>50.16469147</c:v>
                </c:pt>
                <c:pt idx="2957">
                  <c:v>50.1653432</c:v>
                </c:pt>
                <c:pt idx="2958">
                  <c:v>50.16566907</c:v>
                </c:pt>
                <c:pt idx="2959">
                  <c:v>50.16576217</c:v>
                </c:pt>
                <c:pt idx="2960">
                  <c:v>50.16655356</c:v>
                </c:pt>
                <c:pt idx="2961">
                  <c:v>50.16715874</c:v>
                </c:pt>
                <c:pt idx="2962">
                  <c:v>50.1672984</c:v>
                </c:pt>
                <c:pt idx="2963">
                  <c:v>50.16832255</c:v>
                </c:pt>
                <c:pt idx="2964">
                  <c:v>50.16893005</c:v>
                </c:pt>
                <c:pt idx="2965">
                  <c:v>50.16953291</c:v>
                </c:pt>
                <c:pt idx="2966">
                  <c:v>50.16985877</c:v>
                </c:pt>
                <c:pt idx="2967">
                  <c:v>50.17004498</c:v>
                </c:pt>
                <c:pt idx="2968">
                  <c:v>50.1705105</c:v>
                </c:pt>
                <c:pt idx="2969">
                  <c:v>50.17078982</c:v>
                </c:pt>
                <c:pt idx="2970">
                  <c:v>50.17140198</c:v>
                </c:pt>
                <c:pt idx="2971">
                  <c:v>50.17167431</c:v>
                </c:pt>
                <c:pt idx="2972">
                  <c:v>50.17195362</c:v>
                </c:pt>
                <c:pt idx="2973">
                  <c:v>50.1725588</c:v>
                </c:pt>
                <c:pt idx="2974">
                  <c:v>50.1729126</c:v>
                </c:pt>
                <c:pt idx="2975">
                  <c:v>50.17316398</c:v>
                </c:pt>
                <c:pt idx="2976">
                  <c:v>50.17409502</c:v>
                </c:pt>
                <c:pt idx="2977">
                  <c:v>50.1746521</c:v>
                </c:pt>
                <c:pt idx="2978">
                  <c:v>50.17497952</c:v>
                </c:pt>
                <c:pt idx="2979">
                  <c:v>50.17553814</c:v>
                </c:pt>
                <c:pt idx="2980">
                  <c:v>50.17607117</c:v>
                </c:pt>
                <c:pt idx="2981">
                  <c:v>50.1766554</c:v>
                </c:pt>
                <c:pt idx="2982">
                  <c:v>50.17739868</c:v>
                </c:pt>
                <c:pt idx="2983">
                  <c:v>50.17753601</c:v>
                </c:pt>
                <c:pt idx="2984">
                  <c:v>50.17790222</c:v>
                </c:pt>
                <c:pt idx="2985">
                  <c:v>50.1781311</c:v>
                </c:pt>
                <c:pt idx="2986">
                  <c:v>50.17845154</c:v>
                </c:pt>
                <c:pt idx="2987">
                  <c:v>50.17881775</c:v>
                </c:pt>
                <c:pt idx="2988">
                  <c:v>50.17912267</c:v>
                </c:pt>
                <c:pt idx="2989">
                  <c:v>50.17930888</c:v>
                </c:pt>
                <c:pt idx="2990">
                  <c:v>50.17968129</c:v>
                </c:pt>
                <c:pt idx="2991">
                  <c:v>50.18000793</c:v>
                </c:pt>
                <c:pt idx="2992">
                  <c:v>50.18028259</c:v>
                </c:pt>
                <c:pt idx="2993">
                  <c:v>50.1804657</c:v>
                </c:pt>
                <c:pt idx="2994">
                  <c:v>50.18079855</c:v>
                </c:pt>
                <c:pt idx="2995">
                  <c:v>50.18131062</c:v>
                </c:pt>
                <c:pt idx="2996">
                  <c:v>50.18163649</c:v>
                </c:pt>
                <c:pt idx="2997">
                  <c:v>50.18188477</c:v>
                </c:pt>
                <c:pt idx="2998">
                  <c:v>50.18219511</c:v>
                </c:pt>
                <c:pt idx="2999">
                  <c:v>50.18252563</c:v>
                </c:pt>
                <c:pt idx="3000">
                  <c:v>50.1828934</c:v>
                </c:pt>
                <c:pt idx="3001">
                  <c:v>50.1831665</c:v>
                </c:pt>
                <c:pt idx="3002">
                  <c:v>50.18348694</c:v>
                </c:pt>
                <c:pt idx="3003">
                  <c:v>50.1837616</c:v>
                </c:pt>
                <c:pt idx="3004">
                  <c:v>50.18403625</c:v>
                </c:pt>
                <c:pt idx="3005">
                  <c:v>50.18431091</c:v>
                </c:pt>
                <c:pt idx="3006">
                  <c:v>50.18461583</c:v>
                </c:pt>
                <c:pt idx="3007">
                  <c:v>50.1849417</c:v>
                </c:pt>
                <c:pt idx="3008">
                  <c:v>50.18522644</c:v>
                </c:pt>
                <c:pt idx="3009">
                  <c:v>50.1855011</c:v>
                </c:pt>
                <c:pt idx="3010">
                  <c:v>50.18577576</c:v>
                </c:pt>
                <c:pt idx="3011">
                  <c:v>50.18600464</c:v>
                </c:pt>
                <c:pt idx="3012">
                  <c:v>50.18633826</c:v>
                </c:pt>
                <c:pt idx="3013">
                  <c:v>50.18661758</c:v>
                </c:pt>
                <c:pt idx="3014">
                  <c:v>50.18687439</c:v>
                </c:pt>
                <c:pt idx="3015">
                  <c:v>50.1871762</c:v>
                </c:pt>
                <c:pt idx="3016">
                  <c:v>50.18745552</c:v>
                </c:pt>
                <c:pt idx="3017">
                  <c:v>50.18778138</c:v>
                </c:pt>
                <c:pt idx="3018">
                  <c:v>50.1880188</c:v>
                </c:pt>
                <c:pt idx="3019">
                  <c:v>50.18829346</c:v>
                </c:pt>
                <c:pt idx="3020">
                  <c:v>50.18856812</c:v>
                </c:pt>
                <c:pt idx="3021">
                  <c:v>50.18884277</c:v>
                </c:pt>
                <c:pt idx="3022">
                  <c:v>50.18917795</c:v>
                </c:pt>
                <c:pt idx="3023">
                  <c:v>50.18943787</c:v>
                </c:pt>
                <c:pt idx="3024">
                  <c:v>50.18971252</c:v>
                </c:pt>
                <c:pt idx="3025">
                  <c:v>50.19003296</c:v>
                </c:pt>
                <c:pt idx="3026">
                  <c:v>50.19026184</c:v>
                </c:pt>
                <c:pt idx="3027">
                  <c:v>50.19058228</c:v>
                </c:pt>
                <c:pt idx="3028">
                  <c:v>50.19085693</c:v>
                </c:pt>
                <c:pt idx="3029">
                  <c:v>50.19108659</c:v>
                </c:pt>
                <c:pt idx="3030">
                  <c:v>50.19150556</c:v>
                </c:pt>
                <c:pt idx="3031">
                  <c:v>50.19169177</c:v>
                </c:pt>
                <c:pt idx="3032">
                  <c:v>50.19201764</c:v>
                </c:pt>
                <c:pt idx="3033">
                  <c:v>50.192276</c:v>
                </c:pt>
                <c:pt idx="3034">
                  <c:v>50.19250488</c:v>
                </c:pt>
                <c:pt idx="3035">
                  <c:v>50.19308834</c:v>
                </c:pt>
                <c:pt idx="3036">
                  <c:v>50.19337463</c:v>
                </c:pt>
                <c:pt idx="3037">
                  <c:v>50.19355774</c:v>
                </c:pt>
                <c:pt idx="3038">
                  <c:v>50.19392628</c:v>
                </c:pt>
                <c:pt idx="3039">
                  <c:v>50.19420559</c:v>
                </c:pt>
                <c:pt idx="3040">
                  <c:v>50.1944849</c:v>
                </c:pt>
                <c:pt idx="3041">
                  <c:v>50.19474792</c:v>
                </c:pt>
                <c:pt idx="3042">
                  <c:v>50.19497681</c:v>
                </c:pt>
                <c:pt idx="3043">
                  <c:v>50.19527629</c:v>
                </c:pt>
                <c:pt idx="3044">
                  <c:v>50.1955719</c:v>
                </c:pt>
                <c:pt idx="3045">
                  <c:v>50.19578837</c:v>
                </c:pt>
                <c:pt idx="3046">
                  <c:v>50.19593811</c:v>
                </c:pt>
                <c:pt idx="3047">
                  <c:v>50.19621277</c:v>
                </c:pt>
                <c:pt idx="3048">
                  <c:v>50.1965332</c:v>
                </c:pt>
                <c:pt idx="3049">
                  <c:v>50.19680786</c:v>
                </c:pt>
                <c:pt idx="3050">
                  <c:v>50.19708252</c:v>
                </c:pt>
                <c:pt idx="3051">
                  <c:v>50.19735718</c:v>
                </c:pt>
                <c:pt idx="3052">
                  <c:v>50.19758606</c:v>
                </c:pt>
                <c:pt idx="3053">
                  <c:v>50.19804382</c:v>
                </c:pt>
                <c:pt idx="3054">
                  <c:v>50.19844184</c:v>
                </c:pt>
                <c:pt idx="3055">
                  <c:v>50.19867461</c:v>
                </c:pt>
                <c:pt idx="3056">
                  <c:v>50.19867461</c:v>
                </c:pt>
                <c:pt idx="3057">
                  <c:v>50.19923323</c:v>
                </c:pt>
                <c:pt idx="3058">
                  <c:v>50.19946289</c:v>
                </c:pt>
                <c:pt idx="3059">
                  <c:v>50.19969177</c:v>
                </c:pt>
                <c:pt idx="3060">
                  <c:v>50.19997807</c:v>
                </c:pt>
                <c:pt idx="3061">
                  <c:v>50.20025738</c:v>
                </c:pt>
                <c:pt idx="3062">
                  <c:v>50.20046997</c:v>
                </c:pt>
                <c:pt idx="3063">
                  <c:v>50.20079041</c:v>
                </c:pt>
                <c:pt idx="3064">
                  <c:v>50.20100222</c:v>
                </c:pt>
                <c:pt idx="3065">
                  <c:v>50.20128153</c:v>
                </c:pt>
                <c:pt idx="3066">
                  <c:v>50.20152283</c:v>
                </c:pt>
                <c:pt idx="3067">
                  <c:v>50.20174705</c:v>
                </c:pt>
                <c:pt idx="3068">
                  <c:v>50.20202637</c:v>
                </c:pt>
                <c:pt idx="3069">
                  <c:v>50.20230568</c:v>
                </c:pt>
                <c:pt idx="3070">
                  <c:v>50.20258499</c:v>
                </c:pt>
                <c:pt idx="3071">
                  <c:v>50.20280457</c:v>
                </c:pt>
                <c:pt idx="3072">
                  <c:v>50.20307922</c:v>
                </c:pt>
                <c:pt idx="3073">
                  <c:v>50.20330811</c:v>
                </c:pt>
                <c:pt idx="3074">
                  <c:v>50.2036557</c:v>
                </c:pt>
                <c:pt idx="3075">
                  <c:v>50.20393501</c:v>
                </c:pt>
                <c:pt idx="3076">
                  <c:v>50.20416777</c:v>
                </c:pt>
                <c:pt idx="3077">
                  <c:v>50.20431519</c:v>
                </c:pt>
                <c:pt idx="3078">
                  <c:v>50.20463329</c:v>
                </c:pt>
                <c:pt idx="3079">
                  <c:v>50.2048645</c:v>
                </c:pt>
                <c:pt idx="3080">
                  <c:v>50.20519192</c:v>
                </c:pt>
                <c:pt idx="3081">
                  <c:v>50.20537813</c:v>
                </c:pt>
                <c:pt idx="3082">
                  <c:v>50.20570399</c:v>
                </c:pt>
                <c:pt idx="3083">
                  <c:v>50.20593676</c:v>
                </c:pt>
                <c:pt idx="3084">
                  <c:v>50.20623779</c:v>
                </c:pt>
                <c:pt idx="3085">
                  <c:v>50.20646667</c:v>
                </c:pt>
                <c:pt idx="3086">
                  <c:v>50.20674133</c:v>
                </c:pt>
                <c:pt idx="3087">
                  <c:v>50.20700746</c:v>
                </c:pt>
                <c:pt idx="3088">
                  <c:v>50.20724487</c:v>
                </c:pt>
                <c:pt idx="3089">
                  <c:v>50.20747298</c:v>
                </c:pt>
                <c:pt idx="3090">
                  <c:v>50.20783997</c:v>
                </c:pt>
                <c:pt idx="3091">
                  <c:v>50.2079385</c:v>
                </c:pt>
                <c:pt idx="3092">
                  <c:v>50.20825195</c:v>
                </c:pt>
                <c:pt idx="3093">
                  <c:v>50.20852661</c:v>
                </c:pt>
                <c:pt idx="3094">
                  <c:v>50.20880127</c:v>
                </c:pt>
                <c:pt idx="3095">
                  <c:v>50.20907593</c:v>
                </c:pt>
                <c:pt idx="3096">
                  <c:v>50.20933507</c:v>
                </c:pt>
                <c:pt idx="3097">
                  <c:v>50.20957947</c:v>
                </c:pt>
                <c:pt idx="3098">
                  <c:v>50.20985413</c:v>
                </c:pt>
                <c:pt idx="3099">
                  <c:v>50.21012878</c:v>
                </c:pt>
                <c:pt idx="3100">
                  <c:v>50.21040344</c:v>
                </c:pt>
                <c:pt idx="3101">
                  <c:v>50.2106781</c:v>
                </c:pt>
                <c:pt idx="3102">
                  <c:v>50.21095276</c:v>
                </c:pt>
                <c:pt idx="3103">
                  <c:v>50.21119716</c:v>
                </c:pt>
                <c:pt idx="3104">
                  <c:v>50.2114563</c:v>
                </c:pt>
                <c:pt idx="3105">
                  <c:v>50.21170923</c:v>
                </c:pt>
                <c:pt idx="3106">
                  <c:v>50.21205139</c:v>
                </c:pt>
                <c:pt idx="3107">
                  <c:v>50.21236096</c:v>
                </c:pt>
                <c:pt idx="3108">
                  <c:v>50.21259373</c:v>
                </c:pt>
                <c:pt idx="3109">
                  <c:v>50.21287304</c:v>
                </c:pt>
                <c:pt idx="3110">
                  <c:v>50.21315235</c:v>
                </c:pt>
                <c:pt idx="3111">
                  <c:v>50.21342468</c:v>
                </c:pt>
                <c:pt idx="3112">
                  <c:v>50.21385064</c:v>
                </c:pt>
                <c:pt idx="3113">
                  <c:v>50.21401978</c:v>
                </c:pt>
                <c:pt idx="3114">
                  <c:v>50.21434021</c:v>
                </c:pt>
                <c:pt idx="3115">
                  <c:v>50.21470642</c:v>
                </c:pt>
                <c:pt idx="3116">
                  <c:v>50.21496789</c:v>
                </c:pt>
                <c:pt idx="3117">
                  <c:v>50.21534031</c:v>
                </c:pt>
                <c:pt idx="3118">
                  <c:v>50.2157135</c:v>
                </c:pt>
                <c:pt idx="3119">
                  <c:v>50.21603859</c:v>
                </c:pt>
                <c:pt idx="3120">
                  <c:v>50.21644592</c:v>
                </c:pt>
                <c:pt idx="3121">
                  <c:v>50.21678343</c:v>
                </c:pt>
                <c:pt idx="3122">
                  <c:v>50.21722412</c:v>
                </c:pt>
                <c:pt idx="3123">
                  <c:v>50.21749878</c:v>
                </c:pt>
                <c:pt idx="3124">
                  <c:v>50.21790068</c:v>
                </c:pt>
                <c:pt idx="3125">
                  <c:v>50.2182731</c:v>
                </c:pt>
                <c:pt idx="3126">
                  <c:v>50.21869207</c:v>
                </c:pt>
                <c:pt idx="3127">
                  <c:v>50.21914673</c:v>
                </c:pt>
                <c:pt idx="3128">
                  <c:v>50.21955872</c:v>
                </c:pt>
                <c:pt idx="3129">
                  <c:v>50.21990243</c:v>
                </c:pt>
                <c:pt idx="3130">
                  <c:v>50.22027484</c:v>
                </c:pt>
                <c:pt idx="3131">
                  <c:v>50.2207489</c:v>
                </c:pt>
                <c:pt idx="3132">
                  <c:v>50.22111511</c:v>
                </c:pt>
                <c:pt idx="3133">
                  <c:v>50.22129822</c:v>
                </c:pt>
                <c:pt idx="3134">
                  <c:v>50.22162486</c:v>
                </c:pt>
                <c:pt idx="3135">
                  <c:v>50.22195072</c:v>
                </c:pt>
                <c:pt idx="3136">
                  <c:v>50.22221375</c:v>
                </c:pt>
                <c:pt idx="3137">
                  <c:v>50.22239685</c:v>
                </c:pt>
                <c:pt idx="3138">
                  <c:v>50.2225559</c:v>
                </c:pt>
                <c:pt idx="3139">
                  <c:v>50.22269556</c:v>
                </c:pt>
                <c:pt idx="3140">
                  <c:v>50.22280884</c:v>
                </c:pt>
                <c:pt idx="3141">
                  <c:v>50.22288177</c:v>
                </c:pt>
                <c:pt idx="3142">
                  <c:v>50.22288177</c:v>
                </c:pt>
                <c:pt idx="3143">
                  <c:v>50.22283522</c:v>
                </c:pt>
                <c:pt idx="3144">
                  <c:v>50.22280884</c:v>
                </c:pt>
                <c:pt idx="3145">
                  <c:v>50.22267151</c:v>
                </c:pt>
                <c:pt idx="3146">
                  <c:v>50.22253418</c:v>
                </c:pt>
                <c:pt idx="3147">
                  <c:v>50.22235107</c:v>
                </c:pt>
                <c:pt idx="3148">
                  <c:v>50.22218349</c:v>
                </c:pt>
                <c:pt idx="3149">
                  <c:v>50.22190417</c:v>
                </c:pt>
                <c:pt idx="3150">
                  <c:v>50.22157831</c:v>
                </c:pt>
                <c:pt idx="3151">
                  <c:v>50.22125244</c:v>
                </c:pt>
                <c:pt idx="3152">
                  <c:v>50.22092658</c:v>
                </c:pt>
                <c:pt idx="3153">
                  <c:v>50.22046105</c:v>
                </c:pt>
                <c:pt idx="3154">
                  <c:v>50.22006226</c:v>
                </c:pt>
                <c:pt idx="3155">
                  <c:v>50.21966967</c:v>
                </c:pt>
                <c:pt idx="3156">
                  <c:v>50.2191925</c:v>
                </c:pt>
                <c:pt idx="3157">
                  <c:v>50.21864319</c:v>
                </c:pt>
                <c:pt idx="3158">
                  <c:v>50.21813344</c:v>
                </c:pt>
                <c:pt idx="3159">
                  <c:v>50.21752826</c:v>
                </c:pt>
                <c:pt idx="3160">
                  <c:v>50.21659722</c:v>
                </c:pt>
                <c:pt idx="3161">
                  <c:v>50.21608514</c:v>
                </c:pt>
                <c:pt idx="3162">
                  <c:v>50.21530151</c:v>
                </c:pt>
                <c:pt idx="3163">
                  <c:v>50.21459547</c:v>
                </c:pt>
                <c:pt idx="3164">
                  <c:v>50.21392822</c:v>
                </c:pt>
                <c:pt idx="3165">
                  <c:v>50.2131989</c:v>
                </c:pt>
                <c:pt idx="3166">
                  <c:v>50.2124176</c:v>
                </c:pt>
                <c:pt idx="3167">
                  <c:v>50.21166268</c:v>
                </c:pt>
                <c:pt idx="3168">
                  <c:v>50.21082474</c:v>
                </c:pt>
                <c:pt idx="3169">
                  <c:v>50.20962524</c:v>
                </c:pt>
                <c:pt idx="3170">
                  <c:v>50.20914886</c:v>
                </c:pt>
                <c:pt idx="3171">
                  <c:v>50.20802307</c:v>
                </c:pt>
                <c:pt idx="3172">
                  <c:v>50.20691435</c:v>
                </c:pt>
                <c:pt idx="3173">
                  <c:v>50.20637512</c:v>
                </c:pt>
                <c:pt idx="3174">
                  <c:v>50.20541382</c:v>
                </c:pt>
                <c:pt idx="3175">
                  <c:v>50.20436096</c:v>
                </c:pt>
                <c:pt idx="3176">
                  <c:v>50.20346949</c:v>
                </c:pt>
                <c:pt idx="3177">
                  <c:v>50.20239258</c:v>
                </c:pt>
                <c:pt idx="3178">
                  <c:v>50.20118843</c:v>
                </c:pt>
                <c:pt idx="3179">
                  <c:v>50.20016428</c:v>
                </c:pt>
                <c:pt idx="3180">
                  <c:v>50.19923401</c:v>
                </c:pt>
                <c:pt idx="3181">
                  <c:v>50.1980896</c:v>
                </c:pt>
                <c:pt idx="3182">
                  <c:v>50.19695217</c:v>
                </c:pt>
                <c:pt idx="3183">
                  <c:v>50.19592802</c:v>
                </c:pt>
                <c:pt idx="3184">
                  <c:v>50.19485732</c:v>
                </c:pt>
                <c:pt idx="3185">
                  <c:v>50.19392628</c:v>
                </c:pt>
                <c:pt idx="3186">
                  <c:v>50.19285558</c:v>
                </c:pt>
                <c:pt idx="3187">
                  <c:v>50.19186401</c:v>
                </c:pt>
                <c:pt idx="3188">
                  <c:v>50.19067383</c:v>
                </c:pt>
                <c:pt idx="3189">
                  <c:v>50.18962097</c:v>
                </c:pt>
                <c:pt idx="3190">
                  <c:v>50.18861932</c:v>
                </c:pt>
                <c:pt idx="3191">
                  <c:v>50.18764173</c:v>
                </c:pt>
                <c:pt idx="3192">
                  <c:v>50.18657102</c:v>
                </c:pt>
                <c:pt idx="3193">
                  <c:v>50.18518066</c:v>
                </c:pt>
                <c:pt idx="3194">
                  <c:v>50.18444824</c:v>
                </c:pt>
                <c:pt idx="3195">
                  <c:v>50.18303305</c:v>
                </c:pt>
                <c:pt idx="3196">
                  <c:v>50.18206787</c:v>
                </c:pt>
                <c:pt idx="3197">
                  <c:v>50.18133545</c:v>
                </c:pt>
                <c:pt idx="3198">
                  <c:v>50.18028259</c:v>
                </c:pt>
                <c:pt idx="3199">
                  <c:v>50.17904663</c:v>
                </c:pt>
                <c:pt idx="3200">
                  <c:v>50.17805196</c:v>
                </c:pt>
                <c:pt idx="3201">
                  <c:v>50.17712402</c:v>
                </c:pt>
                <c:pt idx="3202">
                  <c:v>50.17623643</c:v>
                </c:pt>
                <c:pt idx="3203">
                  <c:v>50.17506409</c:v>
                </c:pt>
                <c:pt idx="3204">
                  <c:v>50.17418813</c:v>
                </c:pt>
                <c:pt idx="3205">
                  <c:v>50.17325708</c:v>
                </c:pt>
                <c:pt idx="3206">
                  <c:v>50.1723175</c:v>
                </c:pt>
                <c:pt idx="3207">
                  <c:v>50.17116223</c:v>
                </c:pt>
                <c:pt idx="3208">
                  <c:v>50.17071533</c:v>
                </c:pt>
                <c:pt idx="3209">
                  <c:v>50.16943359</c:v>
                </c:pt>
                <c:pt idx="3210">
                  <c:v>50.16856384</c:v>
                </c:pt>
                <c:pt idx="3211">
                  <c:v>50.16773987</c:v>
                </c:pt>
                <c:pt idx="3212">
                  <c:v>50.16732788</c:v>
                </c:pt>
                <c:pt idx="3213">
                  <c:v>50.16641391</c:v>
                </c:pt>
                <c:pt idx="3214">
                  <c:v>50.16562252</c:v>
                </c:pt>
                <c:pt idx="3215">
                  <c:v>50.16455182</c:v>
                </c:pt>
                <c:pt idx="3216">
                  <c:v>50.16384888</c:v>
                </c:pt>
                <c:pt idx="3217">
                  <c:v>50.1630249</c:v>
                </c:pt>
                <c:pt idx="3218">
                  <c:v>50.16233826</c:v>
                </c:pt>
                <c:pt idx="3219">
                  <c:v>50.16151428</c:v>
                </c:pt>
                <c:pt idx="3220">
                  <c:v>50.16073608</c:v>
                </c:pt>
                <c:pt idx="3221">
                  <c:v>50.15985004</c:v>
                </c:pt>
                <c:pt idx="3222">
                  <c:v>50.15896555</c:v>
                </c:pt>
                <c:pt idx="3223">
                  <c:v>50.15817416</c:v>
                </c:pt>
                <c:pt idx="3224">
                  <c:v>50.15756898</c:v>
                </c:pt>
                <c:pt idx="3225">
                  <c:v>50.15668449</c:v>
                </c:pt>
                <c:pt idx="3226">
                  <c:v>50.1558931</c:v>
                </c:pt>
                <c:pt idx="3227">
                  <c:v>50.15510171</c:v>
                </c:pt>
                <c:pt idx="3228">
                  <c:v>50.15421722</c:v>
                </c:pt>
                <c:pt idx="3229">
                  <c:v>50.15361204</c:v>
                </c:pt>
                <c:pt idx="3230">
                  <c:v>50.15286255</c:v>
                </c:pt>
                <c:pt idx="3231">
                  <c:v>50.15174995</c:v>
                </c:pt>
                <c:pt idx="3232">
                  <c:v>50.15100511</c:v>
                </c:pt>
                <c:pt idx="3233">
                  <c:v>50.15029907</c:v>
                </c:pt>
                <c:pt idx="3234">
                  <c:v>50.1494751</c:v>
                </c:pt>
                <c:pt idx="3235">
                  <c:v>50.14881716</c:v>
                </c:pt>
                <c:pt idx="3236">
                  <c:v>50.14811888</c:v>
                </c:pt>
                <c:pt idx="3237">
                  <c:v>50.14741516</c:v>
                </c:pt>
                <c:pt idx="3238">
                  <c:v>50.14672852</c:v>
                </c:pt>
                <c:pt idx="3239">
                  <c:v>50.14622498</c:v>
                </c:pt>
                <c:pt idx="3240">
                  <c:v>50.14551195</c:v>
                </c:pt>
                <c:pt idx="3241">
                  <c:v>50.14495332</c:v>
                </c:pt>
                <c:pt idx="3242">
                  <c:v>50.14434814</c:v>
                </c:pt>
                <c:pt idx="3243">
                  <c:v>50.14388262</c:v>
                </c:pt>
                <c:pt idx="3244">
                  <c:v>50.14315796</c:v>
                </c:pt>
                <c:pt idx="3245">
                  <c:v>50.14247131</c:v>
                </c:pt>
                <c:pt idx="3246">
                  <c:v>50.141922</c:v>
                </c:pt>
                <c:pt idx="3247">
                  <c:v>50.14151001</c:v>
                </c:pt>
                <c:pt idx="3248">
                  <c:v>50.14073181</c:v>
                </c:pt>
                <c:pt idx="3249">
                  <c:v>50.14022827</c:v>
                </c:pt>
                <c:pt idx="3250">
                  <c:v>50.13990784</c:v>
                </c:pt>
                <c:pt idx="3251">
                  <c:v>50.13936706</c:v>
                </c:pt>
                <c:pt idx="3252">
                  <c:v>50.13885498</c:v>
                </c:pt>
                <c:pt idx="3253">
                  <c:v>50.13825989</c:v>
                </c:pt>
                <c:pt idx="3254">
                  <c:v>50.13778428</c:v>
                </c:pt>
                <c:pt idx="3255">
                  <c:v>50.1372722</c:v>
                </c:pt>
                <c:pt idx="3256">
                  <c:v>50.13670349</c:v>
                </c:pt>
                <c:pt idx="3257">
                  <c:v>50.13619995</c:v>
                </c:pt>
                <c:pt idx="3258">
                  <c:v>50.13573598</c:v>
                </c:pt>
                <c:pt idx="3259">
                  <c:v>50.1353302</c:v>
                </c:pt>
                <c:pt idx="3260">
                  <c:v>50.13487244</c:v>
                </c:pt>
                <c:pt idx="3261">
                  <c:v>50.13429286</c:v>
                </c:pt>
                <c:pt idx="3262">
                  <c:v>50.13387389</c:v>
                </c:pt>
                <c:pt idx="3263">
                  <c:v>50.13345337</c:v>
                </c:pt>
                <c:pt idx="3264">
                  <c:v>50.13303595</c:v>
                </c:pt>
                <c:pt idx="3265">
                  <c:v>50.13267517</c:v>
                </c:pt>
                <c:pt idx="3266">
                  <c:v>50.13229111</c:v>
                </c:pt>
                <c:pt idx="3267">
                  <c:v>50.13187214</c:v>
                </c:pt>
                <c:pt idx="3268">
                  <c:v>50.13148499</c:v>
                </c:pt>
                <c:pt idx="3269">
                  <c:v>50.1310342</c:v>
                </c:pt>
                <c:pt idx="3270">
                  <c:v>50.13061523</c:v>
                </c:pt>
                <c:pt idx="3271">
                  <c:v>50.13015747</c:v>
                </c:pt>
                <c:pt idx="3272">
                  <c:v>50.12982385</c:v>
                </c:pt>
                <c:pt idx="3273">
                  <c:v>50.12940488</c:v>
                </c:pt>
                <c:pt idx="3274">
                  <c:v>50.12903246</c:v>
                </c:pt>
                <c:pt idx="3275">
                  <c:v>50.12864685</c:v>
                </c:pt>
                <c:pt idx="3276">
                  <c:v>50.12832642</c:v>
                </c:pt>
                <c:pt idx="3277">
                  <c:v>50.12800831</c:v>
                </c:pt>
                <c:pt idx="3278">
                  <c:v>50.12773132</c:v>
                </c:pt>
                <c:pt idx="3279">
                  <c:v>50.12731003</c:v>
                </c:pt>
                <c:pt idx="3280">
                  <c:v>50.1269989</c:v>
                </c:pt>
                <c:pt idx="3281">
                  <c:v>50.12677002</c:v>
                </c:pt>
                <c:pt idx="3282">
                  <c:v>50.12640381</c:v>
                </c:pt>
                <c:pt idx="3283">
                  <c:v>50.12605312</c:v>
                </c:pt>
                <c:pt idx="3284">
                  <c:v>50.12576294</c:v>
                </c:pt>
                <c:pt idx="3285">
                  <c:v>50.1254425</c:v>
                </c:pt>
                <c:pt idx="3286">
                  <c:v>50.12516862</c:v>
                </c:pt>
                <c:pt idx="3287">
                  <c:v>50.12484276</c:v>
                </c:pt>
                <c:pt idx="3288">
                  <c:v>50.1244812</c:v>
                </c:pt>
                <c:pt idx="3289">
                  <c:v>50.12419103</c:v>
                </c:pt>
                <c:pt idx="3290">
                  <c:v>50.12386516</c:v>
                </c:pt>
                <c:pt idx="3291">
                  <c:v>50.123703</c:v>
                </c:pt>
                <c:pt idx="3292">
                  <c:v>50.12339964</c:v>
                </c:pt>
                <c:pt idx="3293">
                  <c:v>50.12312032</c:v>
                </c:pt>
                <c:pt idx="3294">
                  <c:v>50.12274791</c:v>
                </c:pt>
                <c:pt idx="3295">
                  <c:v>50.12246704</c:v>
                </c:pt>
                <c:pt idx="3296">
                  <c:v>50.12223583</c:v>
                </c:pt>
                <c:pt idx="3297">
                  <c:v>50.12195652</c:v>
                </c:pt>
                <c:pt idx="3298">
                  <c:v>50.12163065</c:v>
                </c:pt>
                <c:pt idx="3299">
                  <c:v>50.12136841</c:v>
                </c:pt>
                <c:pt idx="3300">
                  <c:v>50.12109375</c:v>
                </c:pt>
                <c:pt idx="3301">
                  <c:v>50.12081909</c:v>
                </c:pt>
                <c:pt idx="3302">
                  <c:v>50.12055995</c:v>
                </c:pt>
                <c:pt idx="3303">
                  <c:v>50.12017822</c:v>
                </c:pt>
                <c:pt idx="3304">
                  <c:v>50.11986167</c:v>
                </c:pt>
                <c:pt idx="3305">
                  <c:v>50.11962891</c:v>
                </c:pt>
                <c:pt idx="3306">
                  <c:v>50.11948925</c:v>
                </c:pt>
                <c:pt idx="3307">
                  <c:v>50.11907028</c:v>
                </c:pt>
                <c:pt idx="3308">
                  <c:v>50.11888407</c:v>
                </c:pt>
                <c:pt idx="3309">
                  <c:v>50.11860476</c:v>
                </c:pt>
                <c:pt idx="3310">
                  <c:v>50.11830139</c:v>
                </c:pt>
                <c:pt idx="3311">
                  <c:v>50.11799958</c:v>
                </c:pt>
                <c:pt idx="3312">
                  <c:v>50.11772026</c:v>
                </c:pt>
                <c:pt idx="3313">
                  <c:v>50.11744095</c:v>
                </c:pt>
                <c:pt idx="3314">
                  <c:v>50.11711121</c:v>
                </c:pt>
                <c:pt idx="3315">
                  <c:v>50.11683655</c:v>
                </c:pt>
                <c:pt idx="3316">
                  <c:v>50.11655646</c:v>
                </c:pt>
                <c:pt idx="3317">
                  <c:v>50.11628723</c:v>
                </c:pt>
                <c:pt idx="3318">
                  <c:v>50.11601257</c:v>
                </c:pt>
                <c:pt idx="3319">
                  <c:v>50.11573792</c:v>
                </c:pt>
                <c:pt idx="3320">
                  <c:v>50.11557886</c:v>
                </c:pt>
                <c:pt idx="3321">
                  <c:v>50.11514282</c:v>
                </c:pt>
                <c:pt idx="3322">
                  <c:v>50.11491394</c:v>
                </c:pt>
                <c:pt idx="3323">
                  <c:v>50.11464782</c:v>
                </c:pt>
                <c:pt idx="3324">
                  <c:v>50.1143685</c:v>
                </c:pt>
                <c:pt idx="3325">
                  <c:v>50.11399841</c:v>
                </c:pt>
                <c:pt idx="3326">
                  <c:v>50.11371677</c:v>
                </c:pt>
                <c:pt idx="3327">
                  <c:v>50.11343746</c:v>
                </c:pt>
                <c:pt idx="3328">
                  <c:v>50.11315815</c:v>
                </c:pt>
                <c:pt idx="3329">
                  <c:v>50.11297194</c:v>
                </c:pt>
                <c:pt idx="3330">
                  <c:v>50.11264607</c:v>
                </c:pt>
                <c:pt idx="3331">
                  <c:v>50.11236676</c:v>
                </c:pt>
                <c:pt idx="3332">
                  <c:v>50.11208744</c:v>
                </c:pt>
                <c:pt idx="3333">
                  <c:v>50.11176158</c:v>
                </c:pt>
                <c:pt idx="3334">
                  <c:v>50.11148226</c:v>
                </c:pt>
                <c:pt idx="3335">
                  <c:v>50.11120295</c:v>
                </c:pt>
                <c:pt idx="3336">
                  <c:v>50.11088562</c:v>
                </c:pt>
                <c:pt idx="3337">
                  <c:v>50.11061096</c:v>
                </c:pt>
                <c:pt idx="3338">
                  <c:v>50.11038208</c:v>
                </c:pt>
                <c:pt idx="3339">
                  <c:v>50.11006165</c:v>
                </c:pt>
                <c:pt idx="3340">
                  <c:v>50.10985294</c:v>
                </c:pt>
                <c:pt idx="3341">
                  <c:v>50.10955811</c:v>
                </c:pt>
                <c:pt idx="3342">
                  <c:v>50.1092012</c:v>
                </c:pt>
                <c:pt idx="3343">
                  <c:v>50.10891724</c:v>
                </c:pt>
                <c:pt idx="3344">
                  <c:v>50.10868913</c:v>
                </c:pt>
                <c:pt idx="3345">
                  <c:v>50.1084137</c:v>
                </c:pt>
                <c:pt idx="3346">
                  <c:v>50.1081305</c:v>
                </c:pt>
                <c:pt idx="3347">
                  <c:v>50.1078186</c:v>
                </c:pt>
                <c:pt idx="3348">
                  <c:v>50.10752532</c:v>
                </c:pt>
                <c:pt idx="3349">
                  <c:v>50.10719946</c:v>
                </c:pt>
                <c:pt idx="3350">
                  <c:v>50.1069667</c:v>
                </c:pt>
                <c:pt idx="3351">
                  <c:v>50.10681152</c:v>
                </c:pt>
                <c:pt idx="3352">
                  <c:v>50.10649109</c:v>
                </c:pt>
                <c:pt idx="3353">
                  <c:v>50.10621643</c:v>
                </c:pt>
                <c:pt idx="3354">
                  <c:v>50.105896</c:v>
                </c:pt>
                <c:pt idx="3355">
                  <c:v>50.10566323</c:v>
                </c:pt>
                <c:pt idx="3356">
                  <c:v>50.10539246</c:v>
                </c:pt>
                <c:pt idx="3357">
                  <c:v>50.10510461</c:v>
                </c:pt>
                <c:pt idx="3358">
                  <c:v>50.10498047</c:v>
                </c:pt>
                <c:pt idx="3359">
                  <c:v>50.10456848</c:v>
                </c:pt>
                <c:pt idx="3360">
                  <c:v>50.10426667</c:v>
                </c:pt>
                <c:pt idx="3361">
                  <c:v>50.10397339</c:v>
                </c:pt>
                <c:pt idx="3362">
                  <c:v>50.10370804</c:v>
                </c:pt>
                <c:pt idx="3363">
                  <c:v>50.10347528</c:v>
                </c:pt>
                <c:pt idx="3364">
                  <c:v>50.10319519</c:v>
                </c:pt>
                <c:pt idx="3365">
                  <c:v>50.10292053</c:v>
                </c:pt>
                <c:pt idx="3366">
                  <c:v>50.10263734</c:v>
                </c:pt>
                <c:pt idx="3367">
                  <c:v>50.10235803</c:v>
                </c:pt>
                <c:pt idx="3368">
                  <c:v>50.10212526</c:v>
                </c:pt>
                <c:pt idx="3369">
                  <c:v>50.10184595</c:v>
                </c:pt>
                <c:pt idx="3370">
                  <c:v>50.10170629</c:v>
                </c:pt>
                <c:pt idx="3371">
                  <c:v>50.10063559</c:v>
                </c:pt>
                <c:pt idx="3372">
                  <c:v>50.10044938</c:v>
                </c:pt>
                <c:pt idx="3373">
                  <c:v>50.10021973</c:v>
                </c:pt>
                <c:pt idx="3374">
                  <c:v>50.09980774</c:v>
                </c:pt>
                <c:pt idx="3375">
                  <c:v>50.099658</c:v>
                </c:pt>
                <c:pt idx="3376">
                  <c:v>50.09937868</c:v>
                </c:pt>
                <c:pt idx="3377">
                  <c:v>50.09912109</c:v>
                </c:pt>
                <c:pt idx="3378">
                  <c:v>50.0987735</c:v>
                </c:pt>
                <c:pt idx="3379">
                  <c:v>50.09854074</c:v>
                </c:pt>
                <c:pt idx="3380">
                  <c:v>50.09844764</c:v>
                </c:pt>
                <c:pt idx="3381">
                  <c:v>50.09802867</c:v>
                </c:pt>
                <c:pt idx="3382">
                  <c:v>50.0977478</c:v>
                </c:pt>
                <c:pt idx="3383">
                  <c:v>50.09728383</c:v>
                </c:pt>
                <c:pt idx="3384">
                  <c:v>50.09687805</c:v>
                </c:pt>
                <c:pt idx="3385">
                  <c:v>50.09628296</c:v>
                </c:pt>
                <c:pt idx="3386">
                  <c:v>50.09577942</c:v>
                </c:pt>
                <c:pt idx="3387">
                  <c:v>50.09495544</c:v>
                </c:pt>
                <c:pt idx="3388">
                  <c:v>50.0944519</c:v>
                </c:pt>
                <c:pt idx="3389">
                  <c:v>50.09430449</c:v>
                </c:pt>
                <c:pt idx="3390">
                  <c:v>50.0933075</c:v>
                </c:pt>
                <c:pt idx="3391">
                  <c:v>50.09314068</c:v>
                </c:pt>
                <c:pt idx="3392">
                  <c:v>50.0925293</c:v>
                </c:pt>
                <c:pt idx="3393">
                  <c:v>50.09234929</c:v>
                </c:pt>
                <c:pt idx="3394">
                  <c:v>50.09197998</c:v>
                </c:pt>
                <c:pt idx="3395">
                  <c:v>50.09169756</c:v>
                </c:pt>
                <c:pt idx="3396">
                  <c:v>50.09143066</c:v>
                </c:pt>
                <c:pt idx="3397">
                  <c:v>50.09129333</c:v>
                </c:pt>
                <c:pt idx="3398">
                  <c:v>50.09056091</c:v>
                </c:pt>
                <c:pt idx="3399">
                  <c:v>50.08959961</c:v>
                </c:pt>
                <c:pt idx="3400">
                  <c:v>50.08923029</c:v>
                </c:pt>
                <c:pt idx="3401">
                  <c:v>50.08895098</c:v>
                </c:pt>
                <c:pt idx="3402">
                  <c:v>50.08877563</c:v>
                </c:pt>
                <c:pt idx="3403">
                  <c:v>50.08850098</c:v>
                </c:pt>
                <c:pt idx="3404">
                  <c:v>50.08815959</c:v>
                </c:pt>
                <c:pt idx="3405">
                  <c:v>50.08790588</c:v>
                </c:pt>
                <c:pt idx="3406">
                  <c:v>50.08732165</c:v>
                </c:pt>
                <c:pt idx="3407">
                  <c:v>50.08712769</c:v>
                </c:pt>
                <c:pt idx="3408">
                  <c:v>50.08685613</c:v>
                </c:pt>
                <c:pt idx="3409">
                  <c:v>50.08657837</c:v>
                </c:pt>
                <c:pt idx="3410">
                  <c:v>50.08648371</c:v>
                </c:pt>
                <c:pt idx="3411">
                  <c:v>50.08587853</c:v>
                </c:pt>
                <c:pt idx="3412">
                  <c:v>50.08541301</c:v>
                </c:pt>
                <c:pt idx="3413">
                  <c:v>50.08518025</c:v>
                </c:pt>
                <c:pt idx="3414">
                  <c:v>50.08466818</c:v>
                </c:pt>
                <c:pt idx="3415">
                  <c:v>50.0843811</c:v>
                </c:pt>
                <c:pt idx="3416">
                  <c:v>50.08410955</c:v>
                </c:pt>
                <c:pt idx="3417">
                  <c:v>50.08383024</c:v>
                </c:pt>
                <c:pt idx="3418">
                  <c:v>50.08355713</c:v>
                </c:pt>
                <c:pt idx="3419">
                  <c:v>50.08331816</c:v>
                </c:pt>
                <c:pt idx="3420">
                  <c:v>50.08305359</c:v>
                </c:pt>
                <c:pt idx="3421">
                  <c:v>50.08275953</c:v>
                </c:pt>
                <c:pt idx="3422">
                  <c:v>50.0824585</c:v>
                </c:pt>
                <c:pt idx="3423">
                  <c:v>50.08220091</c:v>
                </c:pt>
                <c:pt idx="3424">
                  <c:v>50.08192159</c:v>
                </c:pt>
                <c:pt idx="3425">
                  <c:v>50.08168883</c:v>
                </c:pt>
                <c:pt idx="3426">
                  <c:v>50.08140952</c:v>
                </c:pt>
                <c:pt idx="3427">
                  <c:v>50.08108521</c:v>
                </c:pt>
                <c:pt idx="3428">
                  <c:v>50.080944</c:v>
                </c:pt>
                <c:pt idx="3429">
                  <c:v>50.08057158</c:v>
                </c:pt>
                <c:pt idx="3430">
                  <c:v>50.08038537</c:v>
                </c:pt>
                <c:pt idx="3431">
                  <c:v>50.08003235</c:v>
                </c:pt>
                <c:pt idx="3432">
                  <c:v>50.07991985</c:v>
                </c:pt>
                <c:pt idx="3433">
                  <c:v>50.07950088</c:v>
                </c:pt>
                <c:pt idx="3434">
                  <c:v>50.07936122</c:v>
                </c:pt>
                <c:pt idx="3435">
                  <c:v>50.07902527</c:v>
                </c:pt>
                <c:pt idx="3436">
                  <c:v>50.07875061</c:v>
                </c:pt>
                <c:pt idx="3437">
                  <c:v>50.07852328</c:v>
                </c:pt>
                <c:pt idx="3438">
                  <c:v>50.07829285</c:v>
                </c:pt>
                <c:pt idx="3439">
                  <c:v>50.07788086</c:v>
                </c:pt>
                <c:pt idx="3440">
                  <c:v>50.07769775</c:v>
                </c:pt>
                <c:pt idx="3441">
                  <c:v>50.07740603</c:v>
                </c:pt>
                <c:pt idx="3442">
                  <c:v>50.07723999</c:v>
                </c:pt>
                <c:pt idx="3443">
                  <c:v>50.0769405</c:v>
                </c:pt>
                <c:pt idx="3444">
                  <c:v>50.07666119</c:v>
                </c:pt>
                <c:pt idx="3445">
                  <c:v>50.07638188</c:v>
                </c:pt>
                <c:pt idx="3446">
                  <c:v>50.07610256</c:v>
                </c:pt>
                <c:pt idx="3447">
                  <c:v>50.07582325</c:v>
                </c:pt>
                <c:pt idx="3448">
                  <c:v>50.07559204</c:v>
                </c:pt>
                <c:pt idx="3449">
                  <c:v>50.07531738</c:v>
                </c:pt>
                <c:pt idx="3450">
                  <c:v>50.07504272</c:v>
                </c:pt>
                <c:pt idx="3451">
                  <c:v>50.0747991</c:v>
                </c:pt>
                <c:pt idx="3452">
                  <c:v>50.07458496</c:v>
                </c:pt>
                <c:pt idx="3453">
                  <c:v>50.07426453</c:v>
                </c:pt>
                <c:pt idx="3454">
                  <c:v>50.07403564</c:v>
                </c:pt>
                <c:pt idx="3455">
                  <c:v>50.07376099</c:v>
                </c:pt>
                <c:pt idx="3456">
                  <c:v>50.07349564</c:v>
                </c:pt>
                <c:pt idx="3457">
                  <c:v>50.07326288</c:v>
                </c:pt>
                <c:pt idx="3458">
                  <c:v>50.07303012</c:v>
                </c:pt>
                <c:pt idx="3459">
                  <c:v>50.07279736</c:v>
                </c:pt>
                <c:pt idx="3460">
                  <c:v>50.07243347</c:v>
                </c:pt>
                <c:pt idx="3461">
                  <c:v>50.07225037</c:v>
                </c:pt>
                <c:pt idx="3462">
                  <c:v>50.07195941</c:v>
                </c:pt>
                <c:pt idx="3463">
                  <c:v>50.07170105</c:v>
                </c:pt>
                <c:pt idx="3464">
                  <c:v>50.07144734</c:v>
                </c:pt>
                <c:pt idx="3465">
                  <c:v>50.07121458</c:v>
                </c:pt>
                <c:pt idx="3466">
                  <c:v>50.0710144</c:v>
                </c:pt>
                <c:pt idx="3467">
                  <c:v>50.07073975</c:v>
                </c:pt>
                <c:pt idx="3468">
                  <c:v>50.07056285</c:v>
                </c:pt>
                <c:pt idx="3469">
                  <c:v>50.07028353</c:v>
                </c:pt>
                <c:pt idx="3470">
                  <c:v>50.0700531</c:v>
                </c:pt>
                <c:pt idx="3471">
                  <c:v>50.06982422</c:v>
                </c:pt>
                <c:pt idx="3472">
                  <c:v>50.06964111</c:v>
                </c:pt>
                <c:pt idx="3473">
                  <c:v>50.06939904</c:v>
                </c:pt>
                <c:pt idx="3474">
                  <c:v>50.06916628</c:v>
                </c:pt>
                <c:pt idx="3475">
                  <c:v>50.06893352</c:v>
                </c:pt>
                <c:pt idx="3476">
                  <c:v>50.06870076</c:v>
                </c:pt>
                <c:pt idx="3477">
                  <c:v>50.0684967</c:v>
                </c:pt>
                <c:pt idx="3478">
                  <c:v>50.06828179</c:v>
                </c:pt>
                <c:pt idx="3479">
                  <c:v>50.06808472</c:v>
                </c:pt>
                <c:pt idx="3480">
                  <c:v>50.06790161</c:v>
                </c:pt>
                <c:pt idx="3481">
                  <c:v>50.06767273</c:v>
                </c:pt>
                <c:pt idx="3482">
                  <c:v>50.06744385</c:v>
                </c:pt>
                <c:pt idx="3483">
                  <c:v>50.06725764</c:v>
                </c:pt>
                <c:pt idx="3484">
                  <c:v>50.06693177</c:v>
                </c:pt>
                <c:pt idx="3485">
                  <c:v>50.06683867</c:v>
                </c:pt>
                <c:pt idx="3486">
                  <c:v>50.06665246</c:v>
                </c:pt>
                <c:pt idx="3487">
                  <c:v>50.06632659</c:v>
                </c:pt>
                <c:pt idx="3488">
                  <c:v>50.06616211</c:v>
                </c:pt>
                <c:pt idx="3489">
                  <c:v>50.06595418</c:v>
                </c:pt>
                <c:pt idx="3490">
                  <c:v>50.06572141</c:v>
                </c:pt>
                <c:pt idx="3491">
                  <c:v>50.06553521</c:v>
                </c:pt>
                <c:pt idx="3492">
                  <c:v>50.06533813</c:v>
                </c:pt>
                <c:pt idx="3493">
                  <c:v>50.06511624</c:v>
                </c:pt>
                <c:pt idx="3494">
                  <c:v>50.06497658</c:v>
                </c:pt>
                <c:pt idx="3495">
                  <c:v>50.06474382</c:v>
                </c:pt>
                <c:pt idx="3496">
                  <c:v>50.06432485</c:v>
                </c:pt>
                <c:pt idx="3497">
                  <c:v>50.06414795</c:v>
                </c:pt>
                <c:pt idx="3498">
                  <c:v>50.06395243</c:v>
                </c:pt>
                <c:pt idx="3499">
                  <c:v>50.06378174</c:v>
                </c:pt>
                <c:pt idx="3500">
                  <c:v>50.06355286</c:v>
                </c:pt>
                <c:pt idx="3501">
                  <c:v>50.06334725</c:v>
                </c:pt>
                <c:pt idx="3502">
                  <c:v>50.06309509</c:v>
                </c:pt>
                <c:pt idx="3503">
                  <c:v>50.06286621</c:v>
                </c:pt>
                <c:pt idx="3504">
                  <c:v>50.06269552</c:v>
                </c:pt>
                <c:pt idx="3505">
                  <c:v>50.0625</c:v>
                </c:pt>
                <c:pt idx="3506">
                  <c:v>50.06227112</c:v>
                </c:pt>
                <c:pt idx="3507">
                  <c:v>50.06209034</c:v>
                </c:pt>
                <c:pt idx="3508">
                  <c:v>50.06190413</c:v>
                </c:pt>
                <c:pt idx="3509">
                  <c:v>50.0617218</c:v>
                </c:pt>
                <c:pt idx="3510">
                  <c:v>50.06144714</c:v>
                </c:pt>
                <c:pt idx="3511">
                  <c:v>50.0612524</c:v>
                </c:pt>
                <c:pt idx="3512">
                  <c:v>50.06101964</c:v>
                </c:pt>
                <c:pt idx="3513">
                  <c:v>50.06085205</c:v>
                </c:pt>
                <c:pt idx="3514">
                  <c:v>50.06071472</c:v>
                </c:pt>
                <c:pt idx="3515">
                  <c:v>50.06048584</c:v>
                </c:pt>
                <c:pt idx="3516">
                  <c:v>50.06025696</c:v>
                </c:pt>
                <c:pt idx="3517">
                  <c:v>50.06021118</c:v>
                </c:pt>
                <c:pt idx="3518">
                  <c:v>50.05989075</c:v>
                </c:pt>
                <c:pt idx="3519">
                  <c:v>50.05966962</c:v>
                </c:pt>
                <c:pt idx="3520">
                  <c:v>50.05947876</c:v>
                </c:pt>
                <c:pt idx="3521">
                  <c:v>50.05925065</c:v>
                </c:pt>
                <c:pt idx="3522">
                  <c:v>50.05906444</c:v>
                </c:pt>
                <c:pt idx="3523">
                  <c:v>50.05883789</c:v>
                </c:pt>
                <c:pt idx="3524">
                  <c:v>50.05865479</c:v>
                </c:pt>
                <c:pt idx="3525">
                  <c:v>50.0584259</c:v>
                </c:pt>
                <c:pt idx="3526">
                  <c:v>50.05810547</c:v>
                </c:pt>
                <c:pt idx="3527">
                  <c:v>50.05794719</c:v>
                </c:pt>
                <c:pt idx="3528">
                  <c:v>50.05776098</c:v>
                </c:pt>
                <c:pt idx="3529">
                  <c:v>50.05751038</c:v>
                </c:pt>
                <c:pt idx="3530">
                  <c:v>50.05729546</c:v>
                </c:pt>
                <c:pt idx="3531">
                  <c:v>50.0570627</c:v>
                </c:pt>
                <c:pt idx="3532">
                  <c:v>50.05696106</c:v>
                </c:pt>
                <c:pt idx="3533">
                  <c:v>50.05664373</c:v>
                </c:pt>
                <c:pt idx="3534">
                  <c:v>50.05650407</c:v>
                </c:pt>
                <c:pt idx="3535">
                  <c:v>50.05627441</c:v>
                </c:pt>
                <c:pt idx="3536">
                  <c:v>50.05604553</c:v>
                </c:pt>
                <c:pt idx="3537">
                  <c:v>50.05585234</c:v>
                </c:pt>
                <c:pt idx="3538">
                  <c:v>50.05571268</c:v>
                </c:pt>
                <c:pt idx="3539">
                  <c:v>50.05549622</c:v>
                </c:pt>
                <c:pt idx="3540">
                  <c:v>50.05526733</c:v>
                </c:pt>
                <c:pt idx="3541">
                  <c:v>50.05506095</c:v>
                </c:pt>
                <c:pt idx="3542">
                  <c:v>50.05487474</c:v>
                </c:pt>
                <c:pt idx="3543">
                  <c:v>50.05467224</c:v>
                </c:pt>
                <c:pt idx="3544">
                  <c:v>50.05440922</c:v>
                </c:pt>
                <c:pt idx="3545">
                  <c:v>50.05430603</c:v>
                </c:pt>
                <c:pt idx="3546">
                  <c:v>50.0540368</c:v>
                </c:pt>
                <c:pt idx="3547">
                  <c:v>50.05384827</c:v>
                </c:pt>
                <c:pt idx="3548">
                  <c:v>50.05357128</c:v>
                </c:pt>
                <c:pt idx="3549">
                  <c:v>50.05338507</c:v>
                </c:pt>
                <c:pt idx="3550">
                  <c:v>50.05315231</c:v>
                </c:pt>
                <c:pt idx="3551">
                  <c:v>50.05305921</c:v>
                </c:pt>
                <c:pt idx="3552">
                  <c:v>50.05282644</c:v>
                </c:pt>
                <c:pt idx="3553">
                  <c:v>50.0526123</c:v>
                </c:pt>
                <c:pt idx="3554">
                  <c:v>50.05222127</c:v>
                </c:pt>
                <c:pt idx="3555">
                  <c:v>50.0519885</c:v>
                </c:pt>
                <c:pt idx="3556">
                  <c:v>50.05169678</c:v>
                </c:pt>
                <c:pt idx="3557">
                  <c:v>50.05147643</c:v>
                </c:pt>
                <c:pt idx="3558">
                  <c:v>50.05124367</c:v>
                </c:pt>
                <c:pt idx="3559">
                  <c:v>50.05105746</c:v>
                </c:pt>
                <c:pt idx="3560">
                  <c:v>50.0508728</c:v>
                </c:pt>
                <c:pt idx="3561">
                  <c:v>50.05064392</c:v>
                </c:pt>
                <c:pt idx="3562">
                  <c:v>50.05046082</c:v>
                </c:pt>
                <c:pt idx="3563">
                  <c:v>50.05023193</c:v>
                </c:pt>
                <c:pt idx="3564">
                  <c:v>50.05004883</c:v>
                </c:pt>
                <c:pt idx="3565">
                  <c:v>50.04986572</c:v>
                </c:pt>
                <c:pt idx="3566">
                  <c:v>50.04963684</c:v>
                </c:pt>
                <c:pt idx="3567">
                  <c:v>50.04945374</c:v>
                </c:pt>
                <c:pt idx="3568">
                  <c:v>50.04922485</c:v>
                </c:pt>
                <c:pt idx="3569">
                  <c:v>50.0489502</c:v>
                </c:pt>
                <c:pt idx="3570">
                  <c:v>50.04876709</c:v>
                </c:pt>
                <c:pt idx="3571">
                  <c:v>50.04853821</c:v>
                </c:pt>
                <c:pt idx="3572">
                  <c:v>50.04830933</c:v>
                </c:pt>
                <c:pt idx="3573">
                  <c:v>50.04808044</c:v>
                </c:pt>
                <c:pt idx="3574">
                  <c:v>50.04789734</c:v>
                </c:pt>
                <c:pt idx="3575">
                  <c:v>50.0477057</c:v>
                </c:pt>
                <c:pt idx="3576">
                  <c:v>50.04747294</c:v>
                </c:pt>
                <c:pt idx="3577">
                  <c:v>50.04725647</c:v>
                </c:pt>
                <c:pt idx="3578">
                  <c:v>50.04711914</c:v>
                </c:pt>
                <c:pt idx="3579">
                  <c:v>50.04691431</c:v>
                </c:pt>
                <c:pt idx="3580">
                  <c:v>50.0466156</c:v>
                </c:pt>
                <c:pt idx="3581">
                  <c:v>50.04647827</c:v>
                </c:pt>
                <c:pt idx="3582">
                  <c:v>50.04626258</c:v>
                </c:pt>
                <c:pt idx="3583">
                  <c:v>50.04615784</c:v>
                </c:pt>
                <c:pt idx="3584">
                  <c:v>50.04584361</c:v>
                </c:pt>
                <c:pt idx="3585">
                  <c:v>50.04561085</c:v>
                </c:pt>
                <c:pt idx="3586">
                  <c:v>50.04537809</c:v>
                </c:pt>
                <c:pt idx="3587">
                  <c:v>50.0450592</c:v>
                </c:pt>
                <c:pt idx="3588">
                  <c:v>50.04460144</c:v>
                </c:pt>
                <c:pt idx="3589">
                  <c:v>50.04428101</c:v>
                </c:pt>
                <c:pt idx="3590">
                  <c:v>50.04405212</c:v>
                </c:pt>
                <c:pt idx="3591">
                  <c:v>50.04398152</c:v>
                </c:pt>
                <c:pt idx="3592">
                  <c:v>50.04290771</c:v>
                </c:pt>
                <c:pt idx="3593">
                  <c:v>50.04272461</c:v>
                </c:pt>
              </c:numCache>
            </c:numRef>
          </c:yVal>
        </c:ser>
        <c:ser>
          <c:idx val="1"/>
          <c:order val="1"/>
          <c:tx>
            <c:v>Candidate flight</c:v>
          </c:tx>
          <c:spPr>
            <a:ln xmlns:a="http://schemas.openxmlformats.org/drawingml/2006/main" w="23813">
              <a:solidFill>
                <a:srgbClr val="007F87"/>
              </a:solidFill>
            </a:ln>
          </c:spPr>
          <c:marker>
            <c:symbol val="none"/>
          </c:marker>
          <c:xVal>
            <c:numRef>
              <c:f>'Chart Data'!$C$2:$C$3715</c:f>
              <c:numCache>
                <c:formatCode>General</c:formatCode>
                <c:ptCount val="3714"/>
                <c:pt idx="0">
                  <c:v>-0.46632509</c:v>
                </c:pt>
                <c:pt idx="1">
                  <c:v>-0.4675128</c:v>
                </c:pt>
                <c:pt idx="2">
                  <c:v>-0.46862628</c:v>
                </c:pt>
                <c:pt idx="3">
                  <c:v>-0.4699707</c:v>
                </c:pt>
                <c:pt idx="4">
                  <c:v>-0.47055631</c:v>
                </c:pt>
                <c:pt idx="5">
                  <c:v>-0.47211518</c:v>
                </c:pt>
                <c:pt idx="6">
                  <c:v>-0.47279358</c:v>
                </c:pt>
                <c:pt idx="7">
                  <c:v>-0.47431946</c:v>
                </c:pt>
                <c:pt idx="8">
                  <c:v>-0.4750061</c:v>
                </c:pt>
                <c:pt idx="9">
                  <c:v>-0.47612371</c:v>
                </c:pt>
                <c:pt idx="10">
                  <c:v>-0.47768258</c:v>
                </c:pt>
                <c:pt idx="11">
                  <c:v>-0.47835067</c:v>
                </c:pt>
                <c:pt idx="12">
                  <c:v>-0.47889709</c:v>
                </c:pt>
                <c:pt idx="13">
                  <c:v>-0.48217773</c:v>
                </c:pt>
                <c:pt idx="14">
                  <c:v>-0.48287881</c:v>
                </c:pt>
                <c:pt idx="15">
                  <c:v>-0.48421499</c:v>
                </c:pt>
                <c:pt idx="16">
                  <c:v>-0.48522949</c:v>
                </c:pt>
                <c:pt idx="17">
                  <c:v>-0.48636772</c:v>
                </c:pt>
                <c:pt idx="18">
                  <c:v>-0.48748119</c:v>
                </c:pt>
                <c:pt idx="19">
                  <c:v>-0.48851013</c:v>
                </c:pt>
                <c:pt idx="20">
                  <c:v>-0.4901123</c:v>
                </c:pt>
                <c:pt idx="21">
                  <c:v>-0.49201965</c:v>
                </c:pt>
                <c:pt idx="22">
                  <c:v>-0.49316406</c:v>
                </c:pt>
                <c:pt idx="23">
                  <c:v>-0.49431053</c:v>
                </c:pt>
                <c:pt idx="24">
                  <c:v>-0.49668596</c:v>
                </c:pt>
                <c:pt idx="25">
                  <c:v>-0.49781799</c:v>
                </c:pt>
                <c:pt idx="26">
                  <c:v>-0.49949646</c:v>
                </c:pt>
                <c:pt idx="27">
                  <c:v>-0.50003052</c:v>
                </c:pt>
                <c:pt idx="28">
                  <c:v>-0.50125122</c:v>
                </c:pt>
                <c:pt idx="29">
                  <c:v>-0.50262451</c:v>
                </c:pt>
                <c:pt idx="30">
                  <c:v>-0.50430298</c:v>
                </c:pt>
                <c:pt idx="31">
                  <c:v>-0.50559379</c:v>
                </c:pt>
                <c:pt idx="32">
                  <c:v>-0.50633611</c:v>
                </c:pt>
                <c:pt idx="33">
                  <c:v>-0.50759805</c:v>
                </c:pt>
                <c:pt idx="34">
                  <c:v>-0.50872803</c:v>
                </c:pt>
                <c:pt idx="35">
                  <c:v>-0.5102704</c:v>
                </c:pt>
                <c:pt idx="36">
                  <c:v>-0.51153235</c:v>
                </c:pt>
                <c:pt idx="37">
                  <c:v>-0.51294275</c:v>
                </c:pt>
                <c:pt idx="38">
                  <c:v>-0.51427893</c:v>
                </c:pt>
                <c:pt idx="39">
                  <c:v>-0.51559448</c:v>
                </c:pt>
                <c:pt idx="40">
                  <c:v>-0.51719666</c:v>
                </c:pt>
                <c:pt idx="41">
                  <c:v>-0.51849365</c:v>
                </c:pt>
                <c:pt idx="42">
                  <c:v>-0.52001953</c:v>
                </c:pt>
                <c:pt idx="43">
                  <c:v>-0.52125673</c:v>
                </c:pt>
                <c:pt idx="44">
                  <c:v>-0.52192688</c:v>
                </c:pt>
                <c:pt idx="45">
                  <c:v>-0.52345276</c:v>
                </c:pt>
                <c:pt idx="46">
                  <c:v>-0.52482605</c:v>
                </c:pt>
                <c:pt idx="47">
                  <c:v>-0.52680969</c:v>
                </c:pt>
                <c:pt idx="48">
                  <c:v>-0.52833557</c:v>
                </c:pt>
                <c:pt idx="49">
                  <c:v>-0.52964494</c:v>
                </c:pt>
                <c:pt idx="50">
                  <c:v>-0.53092957</c:v>
                </c:pt>
                <c:pt idx="51">
                  <c:v>-0.53231729</c:v>
                </c:pt>
                <c:pt idx="52">
                  <c:v>-0.53359985</c:v>
                </c:pt>
                <c:pt idx="53">
                  <c:v>-0.53466797</c:v>
                </c:pt>
                <c:pt idx="54">
                  <c:v>-0.53662274</c:v>
                </c:pt>
                <c:pt idx="55">
                  <c:v>-0.53795892</c:v>
                </c:pt>
                <c:pt idx="56">
                  <c:v>-0.53870124</c:v>
                </c:pt>
                <c:pt idx="57">
                  <c:v>-0.54011164</c:v>
                </c:pt>
                <c:pt idx="58">
                  <c:v>-0.54144782</c:v>
                </c:pt>
                <c:pt idx="59">
                  <c:v>-0.54290771</c:v>
                </c:pt>
                <c:pt idx="60">
                  <c:v>-0.54397171</c:v>
                </c:pt>
                <c:pt idx="61">
                  <c:v>-0.54527283</c:v>
                </c:pt>
                <c:pt idx="62">
                  <c:v>-0.54641724</c:v>
                </c:pt>
                <c:pt idx="63">
                  <c:v>-0.54746061</c:v>
                </c:pt>
                <c:pt idx="64">
                  <c:v>-0.54840088</c:v>
                </c:pt>
                <c:pt idx="65">
                  <c:v>-0.54924011</c:v>
                </c:pt>
                <c:pt idx="66">
                  <c:v>-0.55028142</c:v>
                </c:pt>
                <c:pt idx="67">
                  <c:v>-0.55332493</c:v>
                </c:pt>
                <c:pt idx="68">
                  <c:v>-0.55397034</c:v>
                </c:pt>
                <c:pt idx="69">
                  <c:v>-0.55451264</c:v>
                </c:pt>
                <c:pt idx="70">
                  <c:v>-0.55525496</c:v>
                </c:pt>
                <c:pt idx="71">
                  <c:v>-0.5557251</c:v>
                </c:pt>
                <c:pt idx="72">
                  <c:v>-0.55618286</c:v>
                </c:pt>
                <c:pt idx="73">
                  <c:v>-0.55666537</c:v>
                </c:pt>
                <c:pt idx="74">
                  <c:v>-0.5569458</c:v>
                </c:pt>
                <c:pt idx="75">
                  <c:v>-0.55725098</c:v>
                </c:pt>
                <c:pt idx="76">
                  <c:v>-0.55740769</c:v>
                </c:pt>
                <c:pt idx="77">
                  <c:v>-0.55747986</c:v>
                </c:pt>
                <c:pt idx="78">
                  <c:v>-0.55748192</c:v>
                </c:pt>
                <c:pt idx="79">
                  <c:v>-0.55747986</c:v>
                </c:pt>
                <c:pt idx="80">
                  <c:v>-0.55740356</c:v>
                </c:pt>
                <c:pt idx="81">
                  <c:v>-0.55725098</c:v>
                </c:pt>
                <c:pt idx="82">
                  <c:v>-0.5569623</c:v>
                </c:pt>
                <c:pt idx="83">
                  <c:v>-0.55666537</c:v>
                </c:pt>
                <c:pt idx="84">
                  <c:v>-0.55629421</c:v>
                </c:pt>
                <c:pt idx="85">
                  <c:v>-0.55587769</c:v>
                </c:pt>
                <c:pt idx="86">
                  <c:v>-0.55525496</c:v>
                </c:pt>
                <c:pt idx="87">
                  <c:v>-0.55473328</c:v>
                </c:pt>
                <c:pt idx="88">
                  <c:v>-0.55404663</c:v>
                </c:pt>
                <c:pt idx="89">
                  <c:v>-0.55332493</c:v>
                </c:pt>
                <c:pt idx="90">
                  <c:v>-0.55267334</c:v>
                </c:pt>
                <c:pt idx="91">
                  <c:v>-0.55191452</c:v>
                </c:pt>
                <c:pt idx="92">
                  <c:v>-0.55107117</c:v>
                </c:pt>
                <c:pt idx="93">
                  <c:v>-0.55028142</c:v>
                </c:pt>
                <c:pt idx="94">
                  <c:v>-0.54946899</c:v>
                </c:pt>
                <c:pt idx="95">
                  <c:v>-0.54847717</c:v>
                </c:pt>
                <c:pt idx="96">
                  <c:v>-0.54756165</c:v>
                </c:pt>
                <c:pt idx="97">
                  <c:v>-0.54664406</c:v>
                </c:pt>
                <c:pt idx="98">
                  <c:v>-0.54530788</c:v>
                </c:pt>
                <c:pt idx="99">
                  <c:v>-0.54434287</c:v>
                </c:pt>
                <c:pt idx="100">
                  <c:v>-0.5431366</c:v>
                </c:pt>
                <c:pt idx="101">
                  <c:v>-0.54204168</c:v>
                </c:pt>
                <c:pt idx="102">
                  <c:v>-0.54100037</c:v>
                </c:pt>
                <c:pt idx="103">
                  <c:v>-0.53988895</c:v>
                </c:pt>
                <c:pt idx="104">
                  <c:v>-0.53855277</c:v>
                </c:pt>
                <c:pt idx="105">
                  <c:v>-0.53729083</c:v>
                </c:pt>
                <c:pt idx="106">
                  <c:v>-0.53588867</c:v>
                </c:pt>
                <c:pt idx="107">
                  <c:v>-0.53521234</c:v>
                </c:pt>
                <c:pt idx="108">
                  <c:v>-0.5330658</c:v>
                </c:pt>
                <c:pt idx="109">
                  <c:v>-0.53239152</c:v>
                </c:pt>
                <c:pt idx="110">
                  <c:v>-0.53031921</c:v>
                </c:pt>
                <c:pt idx="111">
                  <c:v>-0.52963257</c:v>
                </c:pt>
                <c:pt idx="112">
                  <c:v>-0.52818298</c:v>
                </c:pt>
                <c:pt idx="113">
                  <c:v>-0.5267334</c:v>
                </c:pt>
                <c:pt idx="114">
                  <c:v>-0.52520752</c:v>
                </c:pt>
                <c:pt idx="115">
                  <c:v>-0.52385485</c:v>
                </c:pt>
                <c:pt idx="116">
                  <c:v>-0.52237021</c:v>
                </c:pt>
                <c:pt idx="117">
                  <c:v>-0.52062988</c:v>
                </c:pt>
                <c:pt idx="118">
                  <c:v>-0.51971436</c:v>
                </c:pt>
                <c:pt idx="119">
                  <c:v>-0.51776783</c:v>
                </c:pt>
                <c:pt idx="120">
                  <c:v>-0.51597595</c:v>
                </c:pt>
                <c:pt idx="121">
                  <c:v>-0.51475525</c:v>
                </c:pt>
                <c:pt idx="122">
                  <c:v>-0.51338814</c:v>
                </c:pt>
                <c:pt idx="123">
                  <c:v>-0.51177979</c:v>
                </c:pt>
                <c:pt idx="124">
                  <c:v>-0.5102704</c:v>
                </c:pt>
                <c:pt idx="125">
                  <c:v>-0.50871153</c:v>
                </c:pt>
                <c:pt idx="126">
                  <c:v>-0.50720215</c:v>
                </c:pt>
                <c:pt idx="127">
                  <c:v>-0.50575256</c:v>
                </c:pt>
                <c:pt idx="128">
                  <c:v>-0.50373799</c:v>
                </c:pt>
                <c:pt idx="129">
                  <c:v>-0.50210489</c:v>
                </c:pt>
                <c:pt idx="130">
                  <c:v>-0.50079346</c:v>
                </c:pt>
                <c:pt idx="131">
                  <c:v>-0.49926758</c:v>
                </c:pt>
                <c:pt idx="132">
                  <c:v>-0.49766541</c:v>
                </c:pt>
                <c:pt idx="133">
                  <c:v>-0.4963148</c:v>
                </c:pt>
                <c:pt idx="134">
                  <c:v>-0.49491882</c:v>
                </c:pt>
                <c:pt idx="135">
                  <c:v>-0.49349398</c:v>
                </c:pt>
                <c:pt idx="136">
                  <c:v>-0.49193511</c:v>
                </c:pt>
                <c:pt idx="137">
                  <c:v>-0.49064636</c:v>
                </c:pt>
                <c:pt idx="138">
                  <c:v>-0.4888916</c:v>
                </c:pt>
                <c:pt idx="139">
                  <c:v>-0.48751831</c:v>
                </c:pt>
                <c:pt idx="140">
                  <c:v>-0.48621925</c:v>
                </c:pt>
                <c:pt idx="141">
                  <c:v>-0.48477173</c:v>
                </c:pt>
                <c:pt idx="142">
                  <c:v>-0.48339844</c:v>
                </c:pt>
                <c:pt idx="143">
                  <c:v>-0.4819138</c:v>
                </c:pt>
                <c:pt idx="144">
                  <c:v>-0.48042297</c:v>
                </c:pt>
                <c:pt idx="145">
                  <c:v>-0.47879606</c:v>
                </c:pt>
                <c:pt idx="146">
                  <c:v>-0.47737122</c:v>
                </c:pt>
                <c:pt idx="147">
                  <c:v>-0.47582678</c:v>
                </c:pt>
                <c:pt idx="148">
                  <c:v>-0.47359982</c:v>
                </c:pt>
                <c:pt idx="149">
                  <c:v>-0.47271729</c:v>
                </c:pt>
                <c:pt idx="150">
                  <c:v>-0.47027588</c:v>
                </c:pt>
                <c:pt idx="151">
                  <c:v>-0.4693686</c:v>
                </c:pt>
                <c:pt idx="152">
                  <c:v>-0.46699318</c:v>
                </c:pt>
                <c:pt idx="153">
                  <c:v>-0.46585083</c:v>
                </c:pt>
                <c:pt idx="154">
                  <c:v>-0.46394967</c:v>
                </c:pt>
                <c:pt idx="155">
                  <c:v>-0.46226501</c:v>
                </c:pt>
                <c:pt idx="156">
                  <c:v>-0.46023807</c:v>
                </c:pt>
                <c:pt idx="157">
                  <c:v>-0.45815958</c:v>
                </c:pt>
                <c:pt idx="158">
                  <c:v>-0.45646667</c:v>
                </c:pt>
                <c:pt idx="159">
                  <c:v>-0.45437375</c:v>
                </c:pt>
                <c:pt idx="160">
                  <c:v>-0.45259218</c:v>
                </c:pt>
                <c:pt idx="161">
                  <c:v>-0.45066215</c:v>
                </c:pt>
                <c:pt idx="162">
                  <c:v>-0.44891357</c:v>
                </c:pt>
                <c:pt idx="163">
                  <c:v>-0.446134</c:v>
                </c:pt>
                <c:pt idx="164">
                  <c:v>-0.44412974</c:v>
                </c:pt>
                <c:pt idx="165">
                  <c:v>-0.44235229</c:v>
                </c:pt>
                <c:pt idx="166">
                  <c:v>-0.44013977</c:v>
                </c:pt>
                <c:pt idx="167">
                  <c:v>-0.43807983</c:v>
                </c:pt>
                <c:pt idx="168">
                  <c:v>-0.43609619</c:v>
                </c:pt>
                <c:pt idx="169">
                  <c:v>-0.43388367</c:v>
                </c:pt>
                <c:pt idx="170">
                  <c:v>-0.43284648</c:v>
                </c:pt>
                <c:pt idx="171">
                  <c:v>-0.4309845</c:v>
                </c:pt>
                <c:pt idx="172">
                  <c:v>-0.4283905</c:v>
                </c:pt>
                <c:pt idx="173">
                  <c:v>-0.42678833</c:v>
                </c:pt>
                <c:pt idx="174">
                  <c:v>-0.42472839</c:v>
                </c:pt>
                <c:pt idx="175">
                  <c:v>-0.42208285</c:v>
                </c:pt>
                <c:pt idx="176">
                  <c:v>-0.41985589</c:v>
                </c:pt>
                <c:pt idx="177">
                  <c:v>-0.41822279</c:v>
                </c:pt>
                <c:pt idx="178">
                  <c:v>-0.41614429</c:v>
                </c:pt>
                <c:pt idx="179">
                  <c:v>-0.41412354</c:v>
                </c:pt>
                <c:pt idx="180">
                  <c:v>-0.41228423</c:v>
                </c:pt>
                <c:pt idx="181">
                  <c:v>-0.41005727</c:v>
                </c:pt>
                <c:pt idx="182">
                  <c:v>-0.40797878</c:v>
                </c:pt>
                <c:pt idx="183">
                  <c:v>-0.40590029</c:v>
                </c:pt>
                <c:pt idx="184">
                  <c:v>-0.40390015</c:v>
                </c:pt>
                <c:pt idx="185">
                  <c:v>-0.40204022</c:v>
                </c:pt>
                <c:pt idx="186">
                  <c:v>-0.39932251</c:v>
                </c:pt>
                <c:pt idx="187">
                  <c:v>-0.39710999</c:v>
                </c:pt>
                <c:pt idx="188">
                  <c:v>-0.39581299</c:v>
                </c:pt>
                <c:pt idx="189">
                  <c:v>-0.39357778</c:v>
                </c:pt>
                <c:pt idx="190">
                  <c:v>-0.39154053</c:v>
                </c:pt>
                <c:pt idx="191">
                  <c:v>-0.38902283</c:v>
                </c:pt>
                <c:pt idx="192">
                  <c:v>-0.38734436</c:v>
                </c:pt>
                <c:pt idx="193">
                  <c:v>-0.38489264</c:v>
                </c:pt>
                <c:pt idx="194">
                  <c:v>-0.3830719</c:v>
                </c:pt>
                <c:pt idx="195">
                  <c:v>-0.3817749</c:v>
                </c:pt>
                <c:pt idx="196">
                  <c:v>-0.3785087</c:v>
                </c:pt>
                <c:pt idx="197">
                  <c:v>-0.37658691</c:v>
                </c:pt>
                <c:pt idx="198">
                  <c:v>-0.37472287</c:v>
                </c:pt>
                <c:pt idx="199">
                  <c:v>-0.37261963</c:v>
                </c:pt>
                <c:pt idx="200">
                  <c:v>-0.37055969</c:v>
                </c:pt>
                <c:pt idx="201">
                  <c:v>-0.36827087</c:v>
                </c:pt>
                <c:pt idx="202">
                  <c:v>-0.36621094</c:v>
                </c:pt>
                <c:pt idx="203">
                  <c:v>-0.36407471</c:v>
                </c:pt>
                <c:pt idx="204">
                  <c:v>-0.36178589</c:v>
                </c:pt>
                <c:pt idx="205">
                  <c:v>-0.35987648</c:v>
                </c:pt>
                <c:pt idx="206">
                  <c:v>-0.35772375</c:v>
                </c:pt>
                <c:pt idx="207">
                  <c:v>-0.35586795</c:v>
                </c:pt>
                <c:pt idx="208">
                  <c:v>-0.35371523</c:v>
                </c:pt>
                <c:pt idx="209">
                  <c:v>-0.35140991</c:v>
                </c:pt>
                <c:pt idx="210">
                  <c:v>-0.34926131</c:v>
                </c:pt>
                <c:pt idx="211">
                  <c:v>-0.34690857</c:v>
                </c:pt>
                <c:pt idx="212">
                  <c:v>-0.34503009</c:v>
                </c:pt>
                <c:pt idx="213">
                  <c:v>-0.34378052</c:v>
                </c:pt>
                <c:pt idx="214">
                  <c:v>-0.34139272</c:v>
                </c:pt>
                <c:pt idx="215">
                  <c:v>-0.33924</c:v>
                </c:pt>
                <c:pt idx="216">
                  <c:v>-0.33668518</c:v>
                </c:pt>
                <c:pt idx="217">
                  <c:v>-0.33454895</c:v>
                </c:pt>
                <c:pt idx="218">
                  <c:v>-0.33241272</c:v>
                </c:pt>
                <c:pt idx="219">
                  <c:v>-0.33004761</c:v>
                </c:pt>
                <c:pt idx="220">
                  <c:v>-0.3281052</c:v>
                </c:pt>
                <c:pt idx="221">
                  <c:v>-0.32569885</c:v>
                </c:pt>
                <c:pt idx="222">
                  <c:v>-0.32357706</c:v>
                </c:pt>
                <c:pt idx="223">
                  <c:v>-0.32142433</c:v>
                </c:pt>
                <c:pt idx="224">
                  <c:v>-0.31921387</c:v>
                </c:pt>
                <c:pt idx="225">
                  <c:v>-0.31707764</c:v>
                </c:pt>
                <c:pt idx="226">
                  <c:v>-0.31511461</c:v>
                </c:pt>
                <c:pt idx="227">
                  <c:v>-0.31273919</c:v>
                </c:pt>
                <c:pt idx="228">
                  <c:v>-0.31074524</c:v>
                </c:pt>
                <c:pt idx="229">
                  <c:v>-0.30835951</c:v>
                </c:pt>
                <c:pt idx="230">
                  <c:v>-0.30598408</c:v>
                </c:pt>
                <c:pt idx="231">
                  <c:v>-0.30487061</c:v>
                </c:pt>
                <c:pt idx="232">
                  <c:v>-0.30181885</c:v>
                </c:pt>
                <c:pt idx="233">
                  <c:v>-0.29945374</c:v>
                </c:pt>
                <c:pt idx="234">
                  <c:v>-0.29769897</c:v>
                </c:pt>
                <c:pt idx="235">
                  <c:v>-0.2961731</c:v>
                </c:pt>
                <c:pt idx="236">
                  <c:v>-0.29403687</c:v>
                </c:pt>
                <c:pt idx="237">
                  <c:v>-0.29158309</c:v>
                </c:pt>
                <c:pt idx="238">
                  <c:v>-0.28920766</c:v>
                </c:pt>
                <c:pt idx="239">
                  <c:v>-0.28705494</c:v>
                </c:pt>
                <c:pt idx="240">
                  <c:v>-0.28482798</c:v>
                </c:pt>
                <c:pt idx="241">
                  <c:v>-0.28245256</c:v>
                </c:pt>
                <c:pt idx="242">
                  <c:v>-0.28029983</c:v>
                </c:pt>
                <c:pt idx="243">
                  <c:v>-0.27807287</c:v>
                </c:pt>
                <c:pt idx="244">
                  <c:v>-0.27569745</c:v>
                </c:pt>
                <c:pt idx="245">
                  <c:v>-0.27399012</c:v>
                </c:pt>
                <c:pt idx="246">
                  <c:v>-0.27153015</c:v>
                </c:pt>
                <c:pt idx="247">
                  <c:v>-0.26894234</c:v>
                </c:pt>
                <c:pt idx="248">
                  <c:v>-0.26678962</c:v>
                </c:pt>
                <c:pt idx="249">
                  <c:v>-0.2645874</c:v>
                </c:pt>
                <c:pt idx="250">
                  <c:v>-0.2625584</c:v>
                </c:pt>
                <c:pt idx="251">
                  <c:v>-0.26062012</c:v>
                </c:pt>
                <c:pt idx="252">
                  <c:v>-0.25840759</c:v>
                </c:pt>
                <c:pt idx="253">
                  <c:v>-0.25617445</c:v>
                </c:pt>
                <c:pt idx="254">
                  <c:v>-0.25421143</c:v>
                </c:pt>
                <c:pt idx="255">
                  <c:v>-0.2519989</c:v>
                </c:pt>
                <c:pt idx="256">
                  <c:v>-0.2497905</c:v>
                </c:pt>
                <c:pt idx="257">
                  <c:v>-0.24756354</c:v>
                </c:pt>
                <c:pt idx="258">
                  <c:v>-0.24551392</c:v>
                </c:pt>
                <c:pt idx="259">
                  <c:v>-0.24325809</c:v>
                </c:pt>
                <c:pt idx="260">
                  <c:v>-0.2409569</c:v>
                </c:pt>
                <c:pt idx="261">
                  <c:v>-0.23872375</c:v>
                </c:pt>
                <c:pt idx="262">
                  <c:v>-0.23665145</c:v>
                </c:pt>
                <c:pt idx="263">
                  <c:v>-0.23435026</c:v>
                </c:pt>
                <c:pt idx="264">
                  <c:v>-0.23175214</c:v>
                </c:pt>
                <c:pt idx="265">
                  <c:v>-0.22926331</c:v>
                </c:pt>
                <c:pt idx="266">
                  <c:v>-0.22735596</c:v>
                </c:pt>
                <c:pt idx="267">
                  <c:v>-0.22384644</c:v>
                </c:pt>
                <c:pt idx="268">
                  <c:v>-0.22173083</c:v>
                </c:pt>
                <c:pt idx="269">
                  <c:v>-0.2193554</c:v>
                </c:pt>
                <c:pt idx="270">
                  <c:v>-0.21675728</c:v>
                </c:pt>
                <c:pt idx="271">
                  <c:v>-0.21461487</c:v>
                </c:pt>
                <c:pt idx="272">
                  <c:v>-0.21252606</c:v>
                </c:pt>
                <c:pt idx="273">
                  <c:v>-0.21011353</c:v>
                </c:pt>
                <c:pt idx="274">
                  <c:v>-0.20792368</c:v>
                </c:pt>
                <c:pt idx="275">
                  <c:v>-0.20554826</c:v>
                </c:pt>
                <c:pt idx="276">
                  <c:v>-0.20287591</c:v>
                </c:pt>
                <c:pt idx="277">
                  <c:v>-0.20065308</c:v>
                </c:pt>
                <c:pt idx="278">
                  <c:v>-0.19849623</c:v>
                </c:pt>
                <c:pt idx="279">
                  <c:v>-0.19599915</c:v>
                </c:pt>
                <c:pt idx="280">
                  <c:v>-0.19355774</c:v>
                </c:pt>
                <c:pt idx="281">
                  <c:v>-0.19111633</c:v>
                </c:pt>
                <c:pt idx="282">
                  <c:v>-0.18862338</c:v>
                </c:pt>
                <c:pt idx="283">
                  <c:v>-0.18592834</c:v>
                </c:pt>
                <c:pt idx="284">
                  <c:v>-0.18341064</c:v>
                </c:pt>
                <c:pt idx="285">
                  <c:v>-0.18038363</c:v>
                </c:pt>
                <c:pt idx="286">
                  <c:v>-0.17785974</c:v>
                </c:pt>
                <c:pt idx="287">
                  <c:v>-0.17541009</c:v>
                </c:pt>
                <c:pt idx="288">
                  <c:v>-0.17258928</c:v>
                </c:pt>
                <c:pt idx="289">
                  <c:v>-0.17036438</c:v>
                </c:pt>
                <c:pt idx="290">
                  <c:v>-0.16806113</c:v>
                </c:pt>
                <c:pt idx="291">
                  <c:v>-0.16524031</c:v>
                </c:pt>
                <c:pt idx="292">
                  <c:v>-0.16403198</c:v>
                </c:pt>
                <c:pt idx="293">
                  <c:v>-0.16123179</c:v>
                </c:pt>
                <c:pt idx="294">
                  <c:v>-0.15869141</c:v>
                </c:pt>
                <c:pt idx="295">
                  <c:v>-0.15510559</c:v>
                </c:pt>
                <c:pt idx="296">
                  <c:v>-0.15228271</c:v>
                </c:pt>
                <c:pt idx="297">
                  <c:v>-0.14976501</c:v>
                </c:pt>
                <c:pt idx="298">
                  <c:v>-0.14770508</c:v>
                </c:pt>
                <c:pt idx="299">
                  <c:v>-0.14519769</c:v>
                </c:pt>
                <c:pt idx="300">
                  <c:v>-0.1426738</c:v>
                </c:pt>
                <c:pt idx="301">
                  <c:v>-0.1398468</c:v>
                </c:pt>
                <c:pt idx="302">
                  <c:v>-0.13778687</c:v>
                </c:pt>
                <c:pt idx="303">
                  <c:v>-0.13473098</c:v>
                </c:pt>
                <c:pt idx="304">
                  <c:v>-0.1335144</c:v>
                </c:pt>
                <c:pt idx="305">
                  <c:v>-0.13064823</c:v>
                </c:pt>
                <c:pt idx="306">
                  <c:v>-0.1268624</c:v>
                </c:pt>
                <c:pt idx="307">
                  <c:v>-0.1247839</c:v>
                </c:pt>
                <c:pt idx="308">
                  <c:v>-0.12226002</c:v>
                </c:pt>
                <c:pt idx="309">
                  <c:v>-0.11917114</c:v>
                </c:pt>
                <c:pt idx="310">
                  <c:v>-0.11788033</c:v>
                </c:pt>
                <c:pt idx="311">
                  <c:v>-0.1140945</c:v>
                </c:pt>
                <c:pt idx="312">
                  <c:v>-0.11276245</c:v>
                </c:pt>
                <c:pt idx="313">
                  <c:v>-0.11024475</c:v>
                </c:pt>
                <c:pt idx="314">
                  <c:v>-0.10742188</c:v>
                </c:pt>
                <c:pt idx="315">
                  <c:v>-0.10482788</c:v>
                </c:pt>
                <c:pt idx="316">
                  <c:v>-0.101772</c:v>
                </c:pt>
                <c:pt idx="317">
                  <c:v>-0.09887695</c:v>
                </c:pt>
                <c:pt idx="318">
                  <c:v>-0.09635925</c:v>
                </c:pt>
                <c:pt idx="319">
                  <c:v>-0.09375495</c:v>
                </c:pt>
                <c:pt idx="320">
                  <c:v>-0.09140015</c:v>
                </c:pt>
                <c:pt idx="321">
                  <c:v>-0.08907834</c:v>
                </c:pt>
                <c:pt idx="322">
                  <c:v>-0.08682251</c:v>
                </c:pt>
                <c:pt idx="323">
                  <c:v>-0.0836594</c:v>
                </c:pt>
                <c:pt idx="324">
                  <c:v>-0.08106129</c:v>
                </c:pt>
                <c:pt idx="325">
                  <c:v>-0.07850647</c:v>
                </c:pt>
                <c:pt idx="326">
                  <c:v>-0.07591248</c:v>
                </c:pt>
                <c:pt idx="327">
                  <c:v>-0.07356386</c:v>
                </c:pt>
                <c:pt idx="328">
                  <c:v>-0.07095337</c:v>
                </c:pt>
                <c:pt idx="329">
                  <c:v>-0.06889343</c:v>
                </c:pt>
                <c:pt idx="330">
                  <c:v>-0.0659922</c:v>
                </c:pt>
                <c:pt idx="331">
                  <c:v>-0.06340027</c:v>
                </c:pt>
                <c:pt idx="332">
                  <c:v>-0.06072998</c:v>
                </c:pt>
                <c:pt idx="333">
                  <c:v>-0.05842054</c:v>
                </c:pt>
                <c:pt idx="334">
                  <c:v>-0.05448625</c:v>
                </c:pt>
                <c:pt idx="335">
                  <c:v>-0.05240775</c:v>
                </c:pt>
                <c:pt idx="336">
                  <c:v>-0.0497354</c:v>
                </c:pt>
                <c:pt idx="337">
                  <c:v>-0.04684036</c:v>
                </c:pt>
                <c:pt idx="338">
                  <c:v>-0.04424224</c:v>
                </c:pt>
                <c:pt idx="339">
                  <c:v>-0.04295349</c:v>
                </c:pt>
                <c:pt idx="340">
                  <c:v>-0.03978832</c:v>
                </c:pt>
                <c:pt idx="341">
                  <c:v>-0.03711597</c:v>
                </c:pt>
                <c:pt idx="342">
                  <c:v>-0.03444362</c:v>
                </c:pt>
                <c:pt idx="343">
                  <c:v>-0.03181458</c:v>
                </c:pt>
                <c:pt idx="344">
                  <c:v>-0.02914429</c:v>
                </c:pt>
                <c:pt idx="345">
                  <c:v>-0.02655029</c:v>
                </c:pt>
                <c:pt idx="346">
                  <c:v>-0.02357483</c:v>
                </c:pt>
                <c:pt idx="347">
                  <c:v>-0.0211561</c:v>
                </c:pt>
                <c:pt idx="348">
                  <c:v>-0.01848375</c:v>
                </c:pt>
                <c:pt idx="349">
                  <c:v>-0.01558871</c:v>
                </c:pt>
                <c:pt idx="350">
                  <c:v>-0.0125885</c:v>
                </c:pt>
                <c:pt idx="351">
                  <c:v>-0.01016978</c:v>
                </c:pt>
                <c:pt idx="352">
                  <c:v>-0.00747681</c:v>
                </c:pt>
                <c:pt idx="353">
                  <c:v>-0.00504777</c:v>
                </c:pt>
                <c:pt idx="354">
                  <c:v>-0.00237542</c:v>
                </c:pt>
                <c:pt idx="355">
                  <c:v>0.00030518</c:v>
                </c:pt>
                <c:pt idx="356">
                  <c:v>0.00274658</c:v>
                </c:pt>
                <c:pt idx="357">
                  <c:v>0.00549316</c:v>
                </c:pt>
                <c:pt idx="358">
                  <c:v>0.00823975</c:v>
                </c:pt>
                <c:pt idx="359">
                  <c:v>0.01091003</c:v>
                </c:pt>
                <c:pt idx="360">
                  <c:v>0.01395561</c:v>
                </c:pt>
                <c:pt idx="361">
                  <c:v>0.01777649</c:v>
                </c:pt>
                <c:pt idx="362">
                  <c:v>0.01915184</c:v>
                </c:pt>
                <c:pt idx="363">
                  <c:v>0.02212524</c:v>
                </c:pt>
                <c:pt idx="364">
                  <c:v>0.025177</c:v>
                </c:pt>
                <c:pt idx="365">
                  <c:v>0.02761428</c:v>
                </c:pt>
                <c:pt idx="366">
                  <c:v>0.03065779</c:v>
                </c:pt>
                <c:pt idx="367">
                  <c:v>0.03340438</c:v>
                </c:pt>
                <c:pt idx="368">
                  <c:v>0.03674481</c:v>
                </c:pt>
                <c:pt idx="369">
                  <c:v>0.03944397</c:v>
                </c:pt>
                <c:pt idx="370">
                  <c:v>0.04219055</c:v>
                </c:pt>
                <c:pt idx="371">
                  <c:v>0.04493713</c:v>
                </c:pt>
                <c:pt idx="372">
                  <c:v>0.04798889</c:v>
                </c:pt>
                <c:pt idx="373">
                  <c:v>0.04936424</c:v>
                </c:pt>
                <c:pt idx="374">
                  <c:v>0.05322431</c:v>
                </c:pt>
                <c:pt idx="375">
                  <c:v>0.05597089</c:v>
                </c:pt>
                <c:pt idx="376">
                  <c:v>0.05767822</c:v>
                </c:pt>
                <c:pt idx="377">
                  <c:v>0.06149292</c:v>
                </c:pt>
                <c:pt idx="378">
                  <c:v>0.06398794</c:v>
                </c:pt>
                <c:pt idx="379">
                  <c:v>0.06729126</c:v>
                </c:pt>
                <c:pt idx="380">
                  <c:v>0.06866455</c:v>
                </c:pt>
                <c:pt idx="381">
                  <c:v>0.07259884</c:v>
                </c:pt>
                <c:pt idx="382">
                  <c:v>0.07564235</c:v>
                </c:pt>
                <c:pt idx="383">
                  <c:v>0.078125</c:v>
                </c:pt>
                <c:pt idx="384">
                  <c:v>0.08087158</c:v>
                </c:pt>
                <c:pt idx="385">
                  <c:v>0.0836594</c:v>
                </c:pt>
                <c:pt idx="386">
                  <c:v>0.08613586</c:v>
                </c:pt>
                <c:pt idx="387">
                  <c:v>0.08885564</c:v>
                </c:pt>
                <c:pt idx="388">
                  <c:v>0.09167645</c:v>
                </c:pt>
                <c:pt idx="389">
                  <c:v>0.09390341</c:v>
                </c:pt>
                <c:pt idx="390">
                  <c:v>0.09719849</c:v>
                </c:pt>
                <c:pt idx="391">
                  <c:v>0.10021313</c:v>
                </c:pt>
                <c:pt idx="392">
                  <c:v>0.10303394</c:v>
                </c:pt>
                <c:pt idx="393">
                  <c:v>0.10467529</c:v>
                </c:pt>
                <c:pt idx="394">
                  <c:v>0.10635376</c:v>
                </c:pt>
                <c:pt idx="395">
                  <c:v>0.11329651</c:v>
                </c:pt>
                <c:pt idx="396">
                  <c:v>0.11604309</c:v>
                </c:pt>
                <c:pt idx="397">
                  <c:v>0.11914227</c:v>
                </c:pt>
                <c:pt idx="398">
                  <c:v>0.12277964</c:v>
                </c:pt>
                <c:pt idx="399">
                  <c:v>0.1250066</c:v>
                </c:pt>
                <c:pt idx="400">
                  <c:v>0.12805011</c:v>
                </c:pt>
                <c:pt idx="401">
                  <c:v>0.13114929</c:v>
                </c:pt>
                <c:pt idx="402">
                  <c:v>0.13336182</c:v>
                </c:pt>
                <c:pt idx="403">
                  <c:v>0.13621562</c:v>
                </c:pt>
                <c:pt idx="404">
                  <c:v>0.13870239</c:v>
                </c:pt>
                <c:pt idx="405">
                  <c:v>0.14126339</c:v>
                </c:pt>
                <c:pt idx="406">
                  <c:v>0.14434814</c:v>
                </c:pt>
                <c:pt idx="407">
                  <c:v>0.1473999</c:v>
                </c:pt>
                <c:pt idx="408">
                  <c:v>0.14994853</c:v>
                </c:pt>
                <c:pt idx="409">
                  <c:v>0.1525116</c:v>
                </c:pt>
                <c:pt idx="410">
                  <c:v>0.15556335</c:v>
                </c:pt>
                <c:pt idx="411">
                  <c:v>0.15838623</c:v>
                </c:pt>
                <c:pt idx="412">
                  <c:v>0.16093486</c:v>
                </c:pt>
                <c:pt idx="413">
                  <c:v>0.16433716</c:v>
                </c:pt>
                <c:pt idx="414">
                  <c:v>0.16687342</c:v>
                </c:pt>
                <c:pt idx="415">
                  <c:v>0.16998291</c:v>
                </c:pt>
                <c:pt idx="416">
                  <c:v>0.17281197</c:v>
                </c:pt>
                <c:pt idx="417">
                  <c:v>0.17532349</c:v>
                </c:pt>
                <c:pt idx="418">
                  <c:v>0.17822266</c:v>
                </c:pt>
                <c:pt idx="419">
                  <c:v>0.18105172</c:v>
                </c:pt>
                <c:pt idx="420">
                  <c:v>0.18356323</c:v>
                </c:pt>
                <c:pt idx="421">
                  <c:v>0.1864624</c:v>
                </c:pt>
                <c:pt idx="422">
                  <c:v>0.18959045</c:v>
                </c:pt>
                <c:pt idx="423">
                  <c:v>0.19241333</c:v>
                </c:pt>
                <c:pt idx="424">
                  <c:v>0.19500732</c:v>
                </c:pt>
                <c:pt idx="425">
                  <c:v>0.1981993</c:v>
                </c:pt>
                <c:pt idx="426">
                  <c:v>0.20080566</c:v>
                </c:pt>
                <c:pt idx="427">
                  <c:v>0.20391516</c:v>
                </c:pt>
                <c:pt idx="428">
                  <c:v>0.20710713</c:v>
                </c:pt>
                <c:pt idx="429">
                  <c:v>0.21000218</c:v>
                </c:pt>
                <c:pt idx="430">
                  <c:v>0.21297146</c:v>
                </c:pt>
                <c:pt idx="431">
                  <c:v>0.21556957</c:v>
                </c:pt>
                <c:pt idx="432">
                  <c:v>0.21846462</c:v>
                </c:pt>
                <c:pt idx="433">
                  <c:v>0.22195352</c:v>
                </c:pt>
                <c:pt idx="434">
                  <c:v>0.22403202</c:v>
                </c:pt>
                <c:pt idx="435">
                  <c:v>0.22692706</c:v>
                </c:pt>
                <c:pt idx="436">
                  <c:v>0.22956848</c:v>
                </c:pt>
                <c:pt idx="437">
                  <c:v>0.23277283</c:v>
                </c:pt>
                <c:pt idx="438">
                  <c:v>0.23628235</c:v>
                </c:pt>
                <c:pt idx="439">
                  <c:v>0.23925781</c:v>
                </c:pt>
                <c:pt idx="440">
                  <c:v>0.24214461</c:v>
                </c:pt>
                <c:pt idx="441">
                  <c:v>0.24482727</c:v>
                </c:pt>
                <c:pt idx="442">
                  <c:v>0.24772644</c:v>
                </c:pt>
                <c:pt idx="443">
                  <c:v>0.2507019</c:v>
                </c:pt>
                <c:pt idx="444">
                  <c:v>0.25390625</c:v>
                </c:pt>
                <c:pt idx="445">
                  <c:v>0.25654561</c:v>
                </c:pt>
                <c:pt idx="446">
                  <c:v>0.25978088</c:v>
                </c:pt>
                <c:pt idx="447">
                  <c:v>0.26270686</c:v>
                </c:pt>
                <c:pt idx="448">
                  <c:v>0.26567614</c:v>
                </c:pt>
                <c:pt idx="449">
                  <c:v>0.26805156</c:v>
                </c:pt>
                <c:pt idx="450">
                  <c:v>0.27131777</c:v>
                </c:pt>
                <c:pt idx="451">
                  <c:v>0.27511597</c:v>
                </c:pt>
                <c:pt idx="452">
                  <c:v>0.27777594</c:v>
                </c:pt>
                <c:pt idx="453">
                  <c:v>0.28096792</c:v>
                </c:pt>
                <c:pt idx="454">
                  <c:v>0.28244019</c:v>
                </c:pt>
                <c:pt idx="455">
                  <c:v>0.28541565</c:v>
                </c:pt>
                <c:pt idx="456">
                  <c:v>0.28839111</c:v>
                </c:pt>
                <c:pt idx="457">
                  <c:v>0.2925481</c:v>
                </c:pt>
                <c:pt idx="458">
                  <c:v>0.29514622</c:v>
                </c:pt>
                <c:pt idx="459">
                  <c:v>0.29752164</c:v>
                </c:pt>
                <c:pt idx="460">
                  <c:v>0.29989707</c:v>
                </c:pt>
                <c:pt idx="461">
                  <c:v>0.30464172</c:v>
                </c:pt>
                <c:pt idx="462">
                  <c:v>0.30639648</c:v>
                </c:pt>
                <c:pt idx="463">
                  <c:v>0.31021531</c:v>
                </c:pt>
                <c:pt idx="464">
                  <c:v>0.31348151</c:v>
                </c:pt>
                <c:pt idx="465">
                  <c:v>0.31616211</c:v>
                </c:pt>
                <c:pt idx="466">
                  <c:v>0.31791687</c:v>
                </c:pt>
                <c:pt idx="467">
                  <c:v>0.32209242</c:v>
                </c:pt>
                <c:pt idx="468">
                  <c:v>0.32498746</c:v>
                </c:pt>
                <c:pt idx="469">
                  <c:v>0.32829285</c:v>
                </c:pt>
                <c:pt idx="470">
                  <c:v>0.33096313</c:v>
                </c:pt>
                <c:pt idx="471">
                  <c:v>0.3339386</c:v>
                </c:pt>
                <c:pt idx="472">
                  <c:v>0.3371615</c:v>
                </c:pt>
                <c:pt idx="473">
                  <c:v>0.33988953</c:v>
                </c:pt>
                <c:pt idx="474">
                  <c:v>0.34255981</c:v>
                </c:pt>
                <c:pt idx="475">
                  <c:v>0.34525278</c:v>
                </c:pt>
                <c:pt idx="476">
                  <c:v>0.34881592</c:v>
                </c:pt>
                <c:pt idx="477">
                  <c:v>0.35179138</c:v>
                </c:pt>
                <c:pt idx="478">
                  <c:v>0.35445755</c:v>
                </c:pt>
                <c:pt idx="479">
                  <c:v>0.35779798</c:v>
                </c:pt>
                <c:pt idx="480">
                  <c:v>0.36048889</c:v>
                </c:pt>
                <c:pt idx="481">
                  <c:v>0.36314268</c:v>
                </c:pt>
                <c:pt idx="482">
                  <c:v>0.36613464</c:v>
                </c:pt>
                <c:pt idx="483">
                  <c:v>0.36885854</c:v>
                </c:pt>
                <c:pt idx="484">
                  <c:v>0.37182782</c:v>
                </c:pt>
                <c:pt idx="485">
                  <c:v>0.37487133</c:v>
                </c:pt>
                <c:pt idx="486">
                  <c:v>0.37780762</c:v>
                </c:pt>
                <c:pt idx="487">
                  <c:v>0.38110681</c:v>
                </c:pt>
                <c:pt idx="488">
                  <c:v>0.38383484</c:v>
                </c:pt>
                <c:pt idx="489">
                  <c:v>0.3868103</c:v>
                </c:pt>
                <c:pt idx="490">
                  <c:v>0.38986618</c:v>
                </c:pt>
                <c:pt idx="491">
                  <c:v>0.39253235</c:v>
                </c:pt>
                <c:pt idx="492">
                  <c:v>0.39587897</c:v>
                </c:pt>
                <c:pt idx="493">
                  <c:v>0.39914518</c:v>
                </c:pt>
                <c:pt idx="494">
                  <c:v>0.40184021</c:v>
                </c:pt>
                <c:pt idx="495">
                  <c:v>0.40456411</c:v>
                </c:pt>
                <c:pt idx="496">
                  <c:v>0.40817261</c:v>
                </c:pt>
                <c:pt idx="497">
                  <c:v>0.41087383</c:v>
                </c:pt>
                <c:pt idx="498">
                  <c:v>0.41391734</c:v>
                </c:pt>
                <c:pt idx="499">
                  <c:v>0.41664124</c:v>
                </c:pt>
                <c:pt idx="500">
                  <c:v>0.41992188</c:v>
                </c:pt>
                <c:pt idx="501">
                  <c:v>0.42319633</c:v>
                </c:pt>
                <c:pt idx="502">
                  <c:v>0.42625427</c:v>
                </c:pt>
                <c:pt idx="503">
                  <c:v>0.42922974</c:v>
                </c:pt>
                <c:pt idx="504">
                  <c:v>0.43254955</c:v>
                </c:pt>
                <c:pt idx="505">
                  <c:v>0.43556213</c:v>
                </c:pt>
                <c:pt idx="506">
                  <c:v>0.43885927</c:v>
                </c:pt>
                <c:pt idx="507">
                  <c:v>0.44158936</c:v>
                </c:pt>
                <c:pt idx="508">
                  <c:v>0.44457513</c:v>
                </c:pt>
                <c:pt idx="509">
                  <c:v>0.44723511</c:v>
                </c:pt>
                <c:pt idx="510">
                  <c:v>0.45051369</c:v>
                </c:pt>
                <c:pt idx="511">
                  <c:v>0.4535675</c:v>
                </c:pt>
                <c:pt idx="512">
                  <c:v>0.45622954</c:v>
                </c:pt>
                <c:pt idx="513">
                  <c:v>0.45860497</c:v>
                </c:pt>
                <c:pt idx="514">
                  <c:v>0.46218872</c:v>
                </c:pt>
                <c:pt idx="515">
                  <c:v>0.46491468</c:v>
                </c:pt>
                <c:pt idx="516">
                  <c:v>0.46788396</c:v>
                </c:pt>
                <c:pt idx="517">
                  <c:v>0.47115017</c:v>
                </c:pt>
                <c:pt idx="518">
                  <c:v>0.47478753</c:v>
                </c:pt>
                <c:pt idx="519">
                  <c:v>0.47744751</c:v>
                </c:pt>
                <c:pt idx="520">
                  <c:v>0.48042916</c:v>
                </c:pt>
                <c:pt idx="521">
                  <c:v>0.48316956</c:v>
                </c:pt>
                <c:pt idx="522">
                  <c:v>0.48584809</c:v>
                </c:pt>
                <c:pt idx="523">
                  <c:v>0.48941123</c:v>
                </c:pt>
                <c:pt idx="524">
                  <c:v>0.49275166</c:v>
                </c:pt>
                <c:pt idx="525">
                  <c:v>0.49572094</c:v>
                </c:pt>
                <c:pt idx="526">
                  <c:v>0.49842834</c:v>
                </c:pt>
                <c:pt idx="527">
                  <c:v>0.5014801</c:v>
                </c:pt>
                <c:pt idx="528">
                  <c:v>0.50415039</c:v>
                </c:pt>
                <c:pt idx="529">
                  <c:v>0.50752382</c:v>
                </c:pt>
                <c:pt idx="530">
                  <c:v>0.5104931</c:v>
                </c:pt>
                <c:pt idx="531">
                  <c:v>0.51353455</c:v>
                </c:pt>
                <c:pt idx="532">
                  <c:v>0.51687705</c:v>
                </c:pt>
                <c:pt idx="533">
                  <c:v>0.5193267</c:v>
                </c:pt>
                <c:pt idx="534">
                  <c:v>0.5229187</c:v>
                </c:pt>
                <c:pt idx="535">
                  <c:v>0.52597046</c:v>
                </c:pt>
                <c:pt idx="536">
                  <c:v>0.52902222</c:v>
                </c:pt>
                <c:pt idx="537">
                  <c:v>0.53209459</c:v>
                </c:pt>
                <c:pt idx="538">
                  <c:v>0.53543091</c:v>
                </c:pt>
                <c:pt idx="539">
                  <c:v>0.53691967</c:v>
                </c:pt>
                <c:pt idx="540">
                  <c:v>0.53970337</c:v>
                </c:pt>
                <c:pt idx="541">
                  <c:v>0.5430603</c:v>
                </c:pt>
                <c:pt idx="542">
                  <c:v>0.54642136</c:v>
                </c:pt>
                <c:pt idx="543">
                  <c:v>0.54916382</c:v>
                </c:pt>
                <c:pt idx="544">
                  <c:v>0.55252075</c:v>
                </c:pt>
                <c:pt idx="545">
                  <c:v>0.55592305</c:v>
                </c:pt>
                <c:pt idx="546">
                  <c:v>0.55862427</c:v>
                </c:pt>
                <c:pt idx="547">
                  <c:v>0.56171314</c:v>
                </c:pt>
                <c:pt idx="548">
                  <c:v>0.56510925</c:v>
                </c:pt>
                <c:pt idx="549">
                  <c:v>0.56787439</c:v>
                </c:pt>
                <c:pt idx="550">
                  <c:v>0.57121483</c:v>
                </c:pt>
                <c:pt idx="551">
                  <c:v>0.57403564</c:v>
                </c:pt>
                <c:pt idx="552">
                  <c:v>0.5770874</c:v>
                </c:pt>
                <c:pt idx="553">
                  <c:v>0.58013916</c:v>
                </c:pt>
                <c:pt idx="554">
                  <c:v>0.58357239</c:v>
                </c:pt>
                <c:pt idx="555">
                  <c:v>0.58635815</c:v>
                </c:pt>
                <c:pt idx="556">
                  <c:v>0.59036255</c:v>
                </c:pt>
                <c:pt idx="557">
                  <c:v>0.59249878</c:v>
                </c:pt>
                <c:pt idx="558">
                  <c:v>0.59652792</c:v>
                </c:pt>
                <c:pt idx="559">
                  <c:v>0.59964567</c:v>
                </c:pt>
                <c:pt idx="560">
                  <c:v>0.60272217</c:v>
                </c:pt>
                <c:pt idx="561">
                  <c:v>0.60585022</c:v>
                </c:pt>
                <c:pt idx="562">
                  <c:v>0.60829163</c:v>
                </c:pt>
                <c:pt idx="563">
                  <c:v>0.61137431</c:v>
                </c:pt>
                <c:pt idx="564">
                  <c:v>0.61477661</c:v>
                </c:pt>
                <c:pt idx="565">
                  <c:v>0.6176098</c:v>
                </c:pt>
                <c:pt idx="566">
                  <c:v>0.62102447</c:v>
                </c:pt>
                <c:pt idx="567">
                  <c:v>0.62414221</c:v>
                </c:pt>
                <c:pt idx="568">
                  <c:v>0.6275177</c:v>
                </c:pt>
                <c:pt idx="569">
                  <c:v>0.62941268</c:v>
                </c:pt>
                <c:pt idx="570">
                  <c:v>0.63278198</c:v>
                </c:pt>
                <c:pt idx="571">
                  <c:v>0.63591003</c:v>
                </c:pt>
                <c:pt idx="572">
                  <c:v>0.63935976</c:v>
                </c:pt>
                <c:pt idx="573">
                  <c:v>0.64277443</c:v>
                </c:pt>
                <c:pt idx="574">
                  <c:v>0.64589217</c:v>
                </c:pt>
                <c:pt idx="575">
                  <c:v>0.64900991</c:v>
                </c:pt>
                <c:pt idx="576">
                  <c:v>0.65246582</c:v>
                </c:pt>
                <c:pt idx="577">
                  <c:v>0.65561655</c:v>
                </c:pt>
                <c:pt idx="578">
                  <c:v>0.65841675</c:v>
                </c:pt>
                <c:pt idx="579">
                  <c:v>0.66184998</c:v>
                </c:pt>
                <c:pt idx="580">
                  <c:v>0.66467285</c:v>
                </c:pt>
                <c:pt idx="581">
                  <c:v>0.66749573</c:v>
                </c:pt>
                <c:pt idx="582">
                  <c:v>0.67031448</c:v>
                </c:pt>
                <c:pt idx="583">
                  <c:v>0.67405701</c:v>
                </c:pt>
                <c:pt idx="584">
                  <c:v>0.67692112</c:v>
                </c:pt>
                <c:pt idx="585">
                  <c:v>0.67970276</c:v>
                </c:pt>
                <c:pt idx="586">
                  <c:v>0.68285968</c:v>
                </c:pt>
                <c:pt idx="587">
                  <c:v>0.68723936</c:v>
                </c:pt>
                <c:pt idx="588">
                  <c:v>0.69007874</c:v>
                </c:pt>
                <c:pt idx="589">
                  <c:v>0.69351196</c:v>
                </c:pt>
                <c:pt idx="590">
                  <c:v>0.69510795</c:v>
                </c:pt>
                <c:pt idx="591">
                  <c:v>0.69976807</c:v>
                </c:pt>
                <c:pt idx="592">
                  <c:v>0.70137024</c:v>
                </c:pt>
                <c:pt idx="593">
                  <c:v>0.70483233</c:v>
                </c:pt>
                <c:pt idx="594">
                  <c:v>0.70831299</c:v>
                </c:pt>
                <c:pt idx="595">
                  <c:v>0.71113586</c:v>
                </c:pt>
                <c:pt idx="596">
                  <c:v>0.71396286</c:v>
                </c:pt>
                <c:pt idx="597">
                  <c:v>0.71739197</c:v>
                </c:pt>
                <c:pt idx="598">
                  <c:v>0.72049528</c:v>
                </c:pt>
                <c:pt idx="599">
                  <c:v>0.72395325</c:v>
                </c:pt>
                <c:pt idx="600">
                  <c:v>0.72647095</c:v>
                </c:pt>
                <c:pt idx="601">
                  <c:v>0.7283783</c:v>
                </c:pt>
                <c:pt idx="602">
                  <c:v>0.73432922</c:v>
                </c:pt>
                <c:pt idx="603">
                  <c:v>0.73745728</c:v>
                </c:pt>
                <c:pt idx="604">
                  <c:v>0.73905326</c:v>
                </c:pt>
                <c:pt idx="605">
                  <c:v>0.74279785</c:v>
                </c:pt>
                <c:pt idx="606">
                  <c:v>0.74661255</c:v>
                </c:pt>
                <c:pt idx="607">
                  <c:v>0.74944573</c:v>
                </c:pt>
                <c:pt idx="608">
                  <c:v>0.7528604</c:v>
                </c:pt>
                <c:pt idx="609">
                  <c:v>0.75605238</c:v>
                </c:pt>
                <c:pt idx="610">
                  <c:v>0.75917012</c:v>
                </c:pt>
                <c:pt idx="611">
                  <c:v>0.76265902</c:v>
                </c:pt>
                <c:pt idx="612">
                  <c:v>0.76545715</c:v>
                </c:pt>
                <c:pt idx="613">
                  <c:v>0.7686615</c:v>
                </c:pt>
                <c:pt idx="614">
                  <c:v>0.77087402</c:v>
                </c:pt>
                <c:pt idx="615">
                  <c:v>0.77498152</c:v>
                </c:pt>
                <c:pt idx="616">
                  <c:v>0.77683732</c:v>
                </c:pt>
                <c:pt idx="617">
                  <c:v>0.78125</c:v>
                </c:pt>
                <c:pt idx="618">
                  <c:v>0.7837677</c:v>
                </c:pt>
                <c:pt idx="619">
                  <c:v>0.78663594</c:v>
                </c:pt>
                <c:pt idx="620">
                  <c:v>0.79079293</c:v>
                </c:pt>
                <c:pt idx="621">
                  <c:v>0.79360962</c:v>
                </c:pt>
                <c:pt idx="622">
                  <c:v>0.79643456</c:v>
                </c:pt>
                <c:pt idx="623">
                  <c:v>0.7993296</c:v>
                </c:pt>
                <c:pt idx="624">
                  <c:v>0.80252158</c:v>
                </c:pt>
                <c:pt idx="625">
                  <c:v>0.80563932</c:v>
                </c:pt>
                <c:pt idx="626">
                  <c:v>0.80912822</c:v>
                </c:pt>
                <c:pt idx="627">
                  <c:v>0.81298828</c:v>
                </c:pt>
                <c:pt idx="628">
                  <c:v>0.81610602</c:v>
                </c:pt>
                <c:pt idx="629">
                  <c:v>0.81870414</c:v>
                </c:pt>
                <c:pt idx="630">
                  <c:v>0.82183838</c:v>
                </c:pt>
                <c:pt idx="631">
                  <c:v>0.82471693</c:v>
                </c:pt>
                <c:pt idx="632">
                  <c:v>0.8291626</c:v>
                </c:pt>
                <c:pt idx="633">
                  <c:v>0.83072972</c:v>
                </c:pt>
                <c:pt idx="634">
                  <c:v>0.83392169</c:v>
                </c:pt>
                <c:pt idx="635">
                  <c:v>0.83740234</c:v>
                </c:pt>
                <c:pt idx="636">
                  <c:v>0.84091187</c:v>
                </c:pt>
                <c:pt idx="637">
                  <c:v>0.84350586</c:v>
                </c:pt>
                <c:pt idx="638">
                  <c:v>0.84701538</c:v>
                </c:pt>
                <c:pt idx="639">
                  <c:v>0.85021973</c:v>
                </c:pt>
                <c:pt idx="640">
                  <c:v>0.85334778</c:v>
                </c:pt>
                <c:pt idx="641">
                  <c:v>0.85656243</c:v>
                </c:pt>
                <c:pt idx="642">
                  <c:v>0.85975441</c:v>
                </c:pt>
                <c:pt idx="643">
                  <c:v>0.86326599</c:v>
                </c:pt>
                <c:pt idx="644">
                  <c:v>0.86613836</c:v>
                </c:pt>
                <c:pt idx="645">
                  <c:v>0.86997986</c:v>
                </c:pt>
                <c:pt idx="646">
                  <c:v>0.87289346</c:v>
                </c:pt>
                <c:pt idx="647">
                  <c:v>0.87608544</c:v>
                </c:pt>
                <c:pt idx="648">
                  <c:v>0.87898048</c:v>
                </c:pt>
                <c:pt idx="649">
                  <c:v>0.88249207</c:v>
                </c:pt>
                <c:pt idx="650">
                  <c:v>0.88539124</c:v>
                </c:pt>
                <c:pt idx="651">
                  <c:v>0.88859558</c:v>
                </c:pt>
                <c:pt idx="652">
                  <c:v>0.89152568</c:v>
                </c:pt>
                <c:pt idx="653">
                  <c:v>0.89501458</c:v>
                </c:pt>
                <c:pt idx="654">
                  <c:v>0.89920044</c:v>
                </c:pt>
                <c:pt idx="655">
                  <c:v>0.90214085</c:v>
                </c:pt>
                <c:pt idx="656">
                  <c:v>0.9059906</c:v>
                </c:pt>
                <c:pt idx="657">
                  <c:v>0.90858459</c:v>
                </c:pt>
                <c:pt idx="658">
                  <c:v>0.91149407</c:v>
                </c:pt>
                <c:pt idx="659">
                  <c:v>0.91498298</c:v>
                </c:pt>
                <c:pt idx="660">
                  <c:v>0.91789246</c:v>
                </c:pt>
                <c:pt idx="661">
                  <c:v>0.9211731</c:v>
                </c:pt>
                <c:pt idx="662">
                  <c:v>0.92468262</c:v>
                </c:pt>
                <c:pt idx="663">
                  <c:v>0.92727661</c:v>
                </c:pt>
                <c:pt idx="664">
                  <c:v>0.93048096</c:v>
                </c:pt>
                <c:pt idx="665">
                  <c:v>0.93472867</c:v>
                </c:pt>
                <c:pt idx="666">
                  <c:v>0.93795776</c:v>
                </c:pt>
                <c:pt idx="667">
                  <c:v>0.94088993</c:v>
                </c:pt>
                <c:pt idx="668">
                  <c:v>0.9437561</c:v>
                </c:pt>
                <c:pt idx="669">
                  <c:v>0.94734192</c:v>
                </c:pt>
                <c:pt idx="670">
                  <c:v>0.95024315</c:v>
                </c:pt>
                <c:pt idx="671">
                  <c:v>0.9538269</c:v>
                </c:pt>
                <c:pt idx="672">
                  <c:v>0.95766635</c:v>
                </c:pt>
                <c:pt idx="673">
                  <c:v>0.96093255</c:v>
                </c:pt>
                <c:pt idx="674">
                  <c:v>0.96420288</c:v>
                </c:pt>
                <c:pt idx="675">
                  <c:v>0.9670938</c:v>
                </c:pt>
                <c:pt idx="676">
                  <c:v>0.96969192</c:v>
                </c:pt>
                <c:pt idx="677">
                  <c:v>0.97325505</c:v>
                </c:pt>
                <c:pt idx="678">
                  <c:v>0.97618103</c:v>
                </c:pt>
                <c:pt idx="679">
                  <c:v>0.97911938</c:v>
                </c:pt>
                <c:pt idx="680">
                  <c:v>0.98268251</c:v>
                </c:pt>
                <c:pt idx="681">
                  <c:v>0.98564148</c:v>
                </c:pt>
                <c:pt idx="682">
                  <c:v>0.98988301</c:v>
                </c:pt>
                <c:pt idx="683">
                  <c:v>0.99311829</c:v>
                </c:pt>
                <c:pt idx="684">
                  <c:v>0.99604426</c:v>
                </c:pt>
                <c:pt idx="685">
                  <c:v>0.99899292</c:v>
                </c:pt>
                <c:pt idx="686">
                  <c:v>1.00189209</c:v>
                </c:pt>
                <c:pt idx="687">
                  <c:v>1.00517273</c:v>
                </c:pt>
                <c:pt idx="688">
                  <c:v>1.00837708</c:v>
                </c:pt>
                <c:pt idx="689">
                  <c:v>1.01196289</c:v>
                </c:pt>
                <c:pt idx="690">
                  <c:v>1.01489918</c:v>
                </c:pt>
                <c:pt idx="691">
                  <c:v>1.01783752</c:v>
                </c:pt>
                <c:pt idx="692">
                  <c:v>1.0223966</c:v>
                </c:pt>
                <c:pt idx="693">
                  <c:v>1.02558858</c:v>
                </c:pt>
                <c:pt idx="694">
                  <c:v>1.02885478</c:v>
                </c:pt>
                <c:pt idx="695">
                  <c:v>1.03078481</c:v>
                </c:pt>
                <c:pt idx="696">
                  <c:v>1.03434795</c:v>
                </c:pt>
                <c:pt idx="697">
                  <c:v>1.03761415</c:v>
                </c:pt>
                <c:pt idx="698">
                  <c:v>1.0408783</c:v>
                </c:pt>
                <c:pt idx="699">
                  <c:v>1.04408264</c:v>
                </c:pt>
                <c:pt idx="700">
                  <c:v>1.04736328</c:v>
                </c:pt>
                <c:pt idx="701">
                  <c:v>1.05060474</c:v>
                </c:pt>
                <c:pt idx="702">
                  <c:v>1.05379672</c:v>
                </c:pt>
                <c:pt idx="703">
                  <c:v>1.05773926</c:v>
                </c:pt>
                <c:pt idx="704">
                  <c:v>1.06033325</c:v>
                </c:pt>
                <c:pt idx="705">
                  <c:v>1.06389226</c:v>
                </c:pt>
                <c:pt idx="706">
                  <c:v>1.06708424</c:v>
                </c:pt>
                <c:pt idx="707">
                  <c:v>1.0710144</c:v>
                </c:pt>
                <c:pt idx="708">
                  <c:v>1.07421875</c:v>
                </c:pt>
                <c:pt idx="709">
                  <c:v>1.07620239</c:v>
                </c:pt>
                <c:pt idx="710">
                  <c:v>1.07978821</c:v>
                </c:pt>
                <c:pt idx="711">
                  <c:v>1.08428955</c:v>
                </c:pt>
                <c:pt idx="712">
                  <c:v>1.08757019</c:v>
                </c:pt>
                <c:pt idx="713">
                  <c:v>1.09016418</c:v>
                </c:pt>
                <c:pt idx="714">
                  <c:v>1.09375</c:v>
                </c:pt>
                <c:pt idx="715">
                  <c:v>1.09634399</c:v>
                </c:pt>
                <c:pt idx="716">
                  <c:v>1.09989476</c:v>
                </c:pt>
                <c:pt idx="717">
                  <c:v>1.10345789</c:v>
                </c:pt>
                <c:pt idx="718">
                  <c:v>1.10710144</c:v>
                </c:pt>
                <c:pt idx="719">
                  <c:v>1.10839844</c:v>
                </c:pt>
                <c:pt idx="720">
                  <c:v>1.1125946</c:v>
                </c:pt>
                <c:pt idx="721">
                  <c:v>1.1151886</c:v>
                </c:pt>
                <c:pt idx="722">
                  <c:v>1.11846924</c:v>
                </c:pt>
                <c:pt idx="723">
                  <c:v>1.12171895</c:v>
                </c:pt>
                <c:pt idx="724">
                  <c:v>1.12632133</c:v>
                </c:pt>
                <c:pt idx="725">
                  <c:v>1.12958753</c:v>
                </c:pt>
                <c:pt idx="726">
                  <c:v>1.13255681</c:v>
                </c:pt>
                <c:pt idx="727">
                  <c:v>1.13609314</c:v>
                </c:pt>
                <c:pt idx="728">
                  <c:v>1.13908922</c:v>
                </c:pt>
                <c:pt idx="729">
                  <c:v>1.14234924</c:v>
                </c:pt>
                <c:pt idx="730">
                  <c:v>1.14525048</c:v>
                </c:pt>
                <c:pt idx="731">
                  <c:v>1.14851668</c:v>
                </c:pt>
                <c:pt idx="732">
                  <c:v>1.15215405</c:v>
                </c:pt>
                <c:pt idx="733">
                  <c:v>1.15542025</c:v>
                </c:pt>
                <c:pt idx="734">
                  <c:v>1.15837097</c:v>
                </c:pt>
                <c:pt idx="735">
                  <c:v>1.16195679</c:v>
                </c:pt>
                <c:pt idx="736">
                  <c:v>1.16523743</c:v>
                </c:pt>
                <c:pt idx="737">
                  <c:v>1.16851807</c:v>
                </c:pt>
                <c:pt idx="738">
                  <c:v>1.17141724</c:v>
                </c:pt>
                <c:pt idx="739">
                  <c:v>1.17442363</c:v>
                </c:pt>
                <c:pt idx="740">
                  <c:v>1.17866516</c:v>
                </c:pt>
                <c:pt idx="741">
                  <c:v>1.18225098</c:v>
                </c:pt>
                <c:pt idx="742">
                  <c:v>1.18392532</c:v>
                </c:pt>
                <c:pt idx="743">
                  <c:v>1.18751526</c:v>
                </c:pt>
                <c:pt idx="744">
                  <c:v>1.19110107</c:v>
                </c:pt>
                <c:pt idx="745">
                  <c:v>1.19438171</c:v>
                </c:pt>
                <c:pt idx="746">
                  <c:v>1.19766235</c:v>
                </c:pt>
                <c:pt idx="747">
                  <c:v>1.20124817</c:v>
                </c:pt>
                <c:pt idx="748">
                  <c:v>1.20419064</c:v>
                </c:pt>
                <c:pt idx="749">
                  <c:v>1.20753108</c:v>
                </c:pt>
                <c:pt idx="750">
                  <c:v>1.21109421</c:v>
                </c:pt>
                <c:pt idx="751">
                  <c:v>1.2147522</c:v>
                </c:pt>
                <c:pt idx="752">
                  <c:v>1.21636468</c:v>
                </c:pt>
                <c:pt idx="753">
                  <c:v>1.22032166</c:v>
                </c:pt>
                <c:pt idx="754">
                  <c:v>1.22360229</c:v>
                </c:pt>
                <c:pt idx="755">
                  <c:v>1.22653446</c:v>
                </c:pt>
                <c:pt idx="756">
                  <c:v>1.2298584</c:v>
                </c:pt>
                <c:pt idx="757">
                  <c:v>1.23443604</c:v>
                </c:pt>
                <c:pt idx="758">
                  <c:v>1.23737232</c:v>
                </c:pt>
                <c:pt idx="759">
                  <c:v>1.24069214</c:v>
                </c:pt>
                <c:pt idx="760">
                  <c:v>1.24267578</c:v>
                </c:pt>
                <c:pt idx="761">
                  <c:v>1.24595642</c:v>
                </c:pt>
                <c:pt idx="762">
                  <c:v>1.24991752</c:v>
                </c:pt>
                <c:pt idx="763">
                  <c:v>1.25318373</c:v>
                </c:pt>
                <c:pt idx="764">
                  <c:v>1.25686646</c:v>
                </c:pt>
                <c:pt idx="765">
                  <c:v>1.26014709</c:v>
                </c:pt>
                <c:pt idx="766">
                  <c:v>1.26342773</c:v>
                </c:pt>
                <c:pt idx="767">
                  <c:v>1.2664032</c:v>
                </c:pt>
                <c:pt idx="768">
                  <c:v>1.26966322</c:v>
                </c:pt>
                <c:pt idx="769">
                  <c:v>1.2726593</c:v>
                </c:pt>
                <c:pt idx="770">
                  <c:v>1.27593994</c:v>
                </c:pt>
                <c:pt idx="771">
                  <c:v>1.28089905</c:v>
                </c:pt>
                <c:pt idx="772">
                  <c:v>1.28219604</c:v>
                </c:pt>
                <c:pt idx="773">
                  <c:v>1.28677368</c:v>
                </c:pt>
                <c:pt idx="774">
                  <c:v>1.29043579</c:v>
                </c:pt>
                <c:pt idx="775">
                  <c:v>1.2940113</c:v>
                </c:pt>
                <c:pt idx="776">
                  <c:v>1.29570007</c:v>
                </c:pt>
                <c:pt idx="777">
                  <c:v>1.29965292</c:v>
                </c:pt>
                <c:pt idx="778">
                  <c:v>1.30291913</c:v>
                </c:pt>
                <c:pt idx="779">
                  <c:v>1.30618534</c:v>
                </c:pt>
                <c:pt idx="780">
                  <c:v>1.30915461</c:v>
                </c:pt>
                <c:pt idx="781">
                  <c:v>1.31340027</c:v>
                </c:pt>
                <c:pt idx="782">
                  <c:v>1.31668091</c:v>
                </c:pt>
                <c:pt idx="783">
                  <c:v>1.3186563</c:v>
                </c:pt>
                <c:pt idx="784">
                  <c:v>1.32225037</c:v>
                </c:pt>
                <c:pt idx="785">
                  <c:v>1.32553101</c:v>
                </c:pt>
                <c:pt idx="786">
                  <c:v>1.32882608</c:v>
                </c:pt>
                <c:pt idx="787">
                  <c:v>1.33247375</c:v>
                </c:pt>
                <c:pt idx="788">
                  <c:v>1.33377075</c:v>
                </c:pt>
                <c:pt idx="789">
                  <c:v>1.33872986</c:v>
                </c:pt>
                <c:pt idx="790">
                  <c:v>1.34300438</c:v>
                </c:pt>
                <c:pt idx="791">
                  <c:v>1.34627059</c:v>
                </c:pt>
                <c:pt idx="792">
                  <c:v>1.3482666</c:v>
                </c:pt>
                <c:pt idx="793">
                  <c:v>1.35284424</c:v>
                </c:pt>
                <c:pt idx="794">
                  <c:v>1.35584651</c:v>
                </c:pt>
                <c:pt idx="795">
                  <c:v>1.35879517</c:v>
                </c:pt>
                <c:pt idx="796">
                  <c:v>1.36177063</c:v>
                </c:pt>
                <c:pt idx="797">
                  <c:v>1.36505127</c:v>
                </c:pt>
                <c:pt idx="798">
                  <c:v>1.36868863</c:v>
                </c:pt>
                <c:pt idx="799">
                  <c:v>1.37199402</c:v>
                </c:pt>
                <c:pt idx="800">
                  <c:v>1.37559221</c:v>
                </c:pt>
                <c:pt idx="801">
                  <c:v>1.37692838</c:v>
                </c:pt>
                <c:pt idx="802">
                  <c:v>1.38214111</c:v>
                </c:pt>
                <c:pt idx="803">
                  <c:v>1.38549805</c:v>
                </c:pt>
                <c:pt idx="804">
                  <c:v>1.38709816</c:v>
                </c:pt>
                <c:pt idx="805">
                  <c:v>1.3923645</c:v>
                </c:pt>
                <c:pt idx="806">
                  <c:v>1.3953379</c:v>
                </c:pt>
                <c:pt idx="807">
                  <c:v>1.39860411</c:v>
                </c:pt>
                <c:pt idx="808">
                  <c:v>1.40224147</c:v>
                </c:pt>
                <c:pt idx="809">
                  <c:v>1.40388489</c:v>
                </c:pt>
                <c:pt idx="810">
                  <c:v>1.40751194</c:v>
                </c:pt>
                <c:pt idx="811">
                  <c:v>1.41107508</c:v>
                </c:pt>
                <c:pt idx="812">
                  <c:v>1.41827558</c:v>
                </c:pt>
                <c:pt idx="813">
                  <c:v>1.42158508</c:v>
                </c:pt>
                <c:pt idx="814">
                  <c:v>1.42517915</c:v>
                </c:pt>
                <c:pt idx="815">
                  <c:v>1.42845154</c:v>
                </c:pt>
                <c:pt idx="816">
                  <c:v>1.43141463</c:v>
                </c:pt>
                <c:pt idx="817">
                  <c:v>1.43468084</c:v>
                </c:pt>
                <c:pt idx="818">
                  <c:v>1.4383182</c:v>
                </c:pt>
                <c:pt idx="819">
                  <c:v>1.44126892</c:v>
                </c:pt>
                <c:pt idx="820">
                  <c:v>1.44454956</c:v>
                </c:pt>
                <c:pt idx="821">
                  <c:v>1.44683838</c:v>
                </c:pt>
                <c:pt idx="822">
                  <c:v>1.45041801</c:v>
                </c:pt>
                <c:pt idx="823">
                  <c:v>1.45732158</c:v>
                </c:pt>
                <c:pt idx="824">
                  <c:v>1.46058779</c:v>
                </c:pt>
                <c:pt idx="825">
                  <c:v>1.46682739</c:v>
                </c:pt>
                <c:pt idx="826">
                  <c:v>1.47135142</c:v>
                </c:pt>
                <c:pt idx="827">
                  <c:v>1.47268759</c:v>
                </c:pt>
                <c:pt idx="828">
                  <c:v>1.47728997</c:v>
                </c:pt>
                <c:pt idx="829">
                  <c:v>1.4805603</c:v>
                </c:pt>
                <c:pt idx="830">
                  <c:v>1.48384094</c:v>
                </c:pt>
                <c:pt idx="831">
                  <c:v>1.48738552</c:v>
                </c:pt>
                <c:pt idx="832">
                  <c:v>1.49005787</c:v>
                </c:pt>
                <c:pt idx="833">
                  <c:v>1.493621</c:v>
                </c:pt>
                <c:pt idx="834">
                  <c:v>1.49658203</c:v>
                </c:pt>
                <c:pt idx="835">
                  <c:v>1.49985648</c:v>
                </c:pt>
                <c:pt idx="836">
                  <c:v>1.50276184</c:v>
                </c:pt>
                <c:pt idx="837">
                  <c:v>1.50604248</c:v>
                </c:pt>
                <c:pt idx="838">
                  <c:v>1.50928394</c:v>
                </c:pt>
                <c:pt idx="839">
                  <c:v>1.51679993</c:v>
                </c:pt>
                <c:pt idx="840">
                  <c:v>1.51908875</c:v>
                </c:pt>
                <c:pt idx="841">
                  <c:v>1.52271992</c:v>
                </c:pt>
                <c:pt idx="842">
                  <c:v>1.52565002</c:v>
                </c:pt>
                <c:pt idx="843">
                  <c:v>1.52931213</c:v>
                </c:pt>
                <c:pt idx="844">
                  <c:v>1.53251648</c:v>
                </c:pt>
                <c:pt idx="845">
                  <c:v>1.53579712</c:v>
                </c:pt>
                <c:pt idx="846">
                  <c:v>1.54006958</c:v>
                </c:pt>
                <c:pt idx="847">
                  <c:v>1.54305948</c:v>
                </c:pt>
                <c:pt idx="848">
                  <c:v>1.54602051</c:v>
                </c:pt>
                <c:pt idx="849">
                  <c:v>1.54960632</c:v>
                </c:pt>
                <c:pt idx="850">
                  <c:v>1.55288696</c:v>
                </c:pt>
                <c:pt idx="851">
                  <c:v>1.5544912</c:v>
                </c:pt>
                <c:pt idx="852">
                  <c:v>1.55815125</c:v>
                </c:pt>
                <c:pt idx="853">
                  <c:v>1.56173706</c:v>
                </c:pt>
                <c:pt idx="854">
                  <c:v>1.56466097</c:v>
                </c:pt>
                <c:pt idx="855">
                  <c:v>1.56859527</c:v>
                </c:pt>
                <c:pt idx="856">
                  <c:v>1.57188416</c:v>
                </c:pt>
                <c:pt idx="857">
                  <c:v>1.57483075</c:v>
                </c:pt>
                <c:pt idx="858">
                  <c:v>1.57806396</c:v>
                </c:pt>
                <c:pt idx="859">
                  <c:v>1.58166009</c:v>
                </c:pt>
                <c:pt idx="860">
                  <c:v>1.58531189</c:v>
                </c:pt>
                <c:pt idx="861">
                  <c:v>1.58889771</c:v>
                </c:pt>
                <c:pt idx="862">
                  <c:v>1.59182987</c:v>
                </c:pt>
                <c:pt idx="863">
                  <c:v>1.59507751</c:v>
                </c:pt>
                <c:pt idx="864">
                  <c:v>1.59835815</c:v>
                </c:pt>
                <c:pt idx="865">
                  <c:v>1.60163879</c:v>
                </c:pt>
                <c:pt idx="866">
                  <c:v>1.60489469</c:v>
                </c:pt>
                <c:pt idx="867">
                  <c:v>1.6078949</c:v>
                </c:pt>
                <c:pt idx="868">
                  <c:v>1.61083325</c:v>
                </c:pt>
                <c:pt idx="869">
                  <c:v>1.61376953</c:v>
                </c:pt>
                <c:pt idx="870">
                  <c:v>1.61735535</c:v>
                </c:pt>
                <c:pt idx="871">
                  <c:v>1.62132263</c:v>
                </c:pt>
                <c:pt idx="872">
                  <c:v>1.62330627</c:v>
                </c:pt>
                <c:pt idx="873">
                  <c:v>1.62689209</c:v>
                </c:pt>
                <c:pt idx="874">
                  <c:v>1.63017273</c:v>
                </c:pt>
                <c:pt idx="875">
                  <c:v>1.63383484</c:v>
                </c:pt>
                <c:pt idx="876">
                  <c:v>1.63711548</c:v>
                </c:pt>
                <c:pt idx="877">
                  <c:v>1.64141681</c:v>
                </c:pt>
                <c:pt idx="878">
                  <c:v>1.64497994</c:v>
                </c:pt>
                <c:pt idx="879">
                  <c:v>1.64765229</c:v>
                </c:pt>
                <c:pt idx="880">
                  <c:v>1.65122986</c:v>
                </c:pt>
                <c:pt idx="881">
                  <c:v>1.65455586</c:v>
                </c:pt>
                <c:pt idx="882">
                  <c:v>1.65782207</c:v>
                </c:pt>
                <c:pt idx="883">
                  <c:v>1.6607666</c:v>
                </c:pt>
                <c:pt idx="884">
                  <c:v>1.66412354</c:v>
                </c:pt>
                <c:pt idx="885">
                  <c:v>1.66770935</c:v>
                </c:pt>
                <c:pt idx="886">
                  <c:v>1.67098999</c:v>
                </c:pt>
                <c:pt idx="887">
                  <c:v>1.67366028</c:v>
                </c:pt>
                <c:pt idx="888">
                  <c:v>1.67697391</c:v>
                </c:pt>
                <c:pt idx="889">
                  <c:v>1.67991638</c:v>
                </c:pt>
                <c:pt idx="890">
                  <c:v>1.68319702</c:v>
                </c:pt>
                <c:pt idx="891">
                  <c:v>1.68655396</c:v>
                </c:pt>
                <c:pt idx="892">
                  <c:v>1.69013977</c:v>
                </c:pt>
                <c:pt idx="893">
                  <c:v>1.69315647</c:v>
                </c:pt>
                <c:pt idx="894">
                  <c:v>1.69677734</c:v>
                </c:pt>
                <c:pt idx="895">
                  <c:v>1.70006005</c:v>
                </c:pt>
                <c:pt idx="896">
                  <c:v>1.70340048</c:v>
                </c:pt>
                <c:pt idx="897">
                  <c:v>1.70674092</c:v>
                </c:pt>
                <c:pt idx="898">
                  <c:v>1.71037829</c:v>
                </c:pt>
                <c:pt idx="899">
                  <c:v>1.71333313</c:v>
                </c:pt>
                <c:pt idx="900">
                  <c:v>1.71698493</c:v>
                </c:pt>
                <c:pt idx="901">
                  <c:v>1.72069653</c:v>
                </c:pt>
                <c:pt idx="902">
                  <c:v>1.72396273</c:v>
                </c:pt>
                <c:pt idx="903">
                  <c:v>1.72698975</c:v>
                </c:pt>
                <c:pt idx="904">
                  <c:v>1.73064361</c:v>
                </c:pt>
                <c:pt idx="905">
                  <c:v>1.7329448</c:v>
                </c:pt>
                <c:pt idx="906">
                  <c:v>1.73599243</c:v>
                </c:pt>
                <c:pt idx="907">
                  <c:v>1.74064636</c:v>
                </c:pt>
                <c:pt idx="908">
                  <c:v>1.74259495</c:v>
                </c:pt>
                <c:pt idx="909">
                  <c:v>1.74727156</c:v>
                </c:pt>
                <c:pt idx="910">
                  <c:v>1.74994391</c:v>
                </c:pt>
                <c:pt idx="911">
                  <c:v>1.75365551</c:v>
                </c:pt>
                <c:pt idx="912">
                  <c:v>1.75692172</c:v>
                </c:pt>
                <c:pt idx="913">
                  <c:v>1.75959407</c:v>
                </c:pt>
                <c:pt idx="914">
                  <c:v>1.76330566</c:v>
                </c:pt>
                <c:pt idx="915">
                  <c:v>1.7666461</c:v>
                </c:pt>
                <c:pt idx="916">
                  <c:v>1.76998654</c:v>
                </c:pt>
                <c:pt idx="917">
                  <c:v>1.77330017</c:v>
                </c:pt>
                <c:pt idx="918">
                  <c:v>1.77629625</c:v>
                </c:pt>
                <c:pt idx="919">
                  <c:v>1.77963257</c:v>
                </c:pt>
                <c:pt idx="920">
                  <c:v>1.7829895</c:v>
                </c:pt>
                <c:pt idx="921">
                  <c:v>1.7866145</c:v>
                </c:pt>
                <c:pt idx="922">
                  <c:v>1.78993225</c:v>
                </c:pt>
                <c:pt idx="923">
                  <c:v>1.79328918</c:v>
                </c:pt>
                <c:pt idx="924">
                  <c:v>1.79656982</c:v>
                </c:pt>
                <c:pt idx="925">
                  <c:v>1.79856584</c:v>
                </c:pt>
                <c:pt idx="926">
                  <c:v>1.80358887</c:v>
                </c:pt>
                <c:pt idx="927">
                  <c:v>1.80658289</c:v>
                </c:pt>
                <c:pt idx="928">
                  <c:v>1.81022025</c:v>
                </c:pt>
                <c:pt idx="929">
                  <c:v>1.81356069</c:v>
                </c:pt>
                <c:pt idx="930">
                  <c:v>1.81655884</c:v>
                </c:pt>
                <c:pt idx="931">
                  <c:v>1.81983948</c:v>
                </c:pt>
                <c:pt idx="932">
                  <c:v>1.82289124</c:v>
                </c:pt>
                <c:pt idx="933">
                  <c:v>1.82655128</c:v>
                </c:pt>
                <c:pt idx="934">
                  <c:v>1.82952881</c:v>
                </c:pt>
                <c:pt idx="935">
                  <c:v>1.832861</c:v>
                </c:pt>
                <c:pt idx="936">
                  <c:v>1.83586121</c:v>
                </c:pt>
                <c:pt idx="937">
                  <c:v>1.83954187</c:v>
                </c:pt>
                <c:pt idx="938">
                  <c:v>1.8434906</c:v>
                </c:pt>
                <c:pt idx="939">
                  <c:v>1.85089936</c:v>
                </c:pt>
                <c:pt idx="940">
                  <c:v>1.85386658</c:v>
                </c:pt>
                <c:pt idx="941">
                  <c:v>1.85691215</c:v>
                </c:pt>
                <c:pt idx="942">
                  <c:v>1.86025259</c:v>
                </c:pt>
                <c:pt idx="943">
                  <c:v>1.86396418</c:v>
                </c:pt>
                <c:pt idx="944">
                  <c:v>1.86730462</c:v>
                </c:pt>
                <c:pt idx="945">
                  <c:v>1.87064506</c:v>
                </c:pt>
                <c:pt idx="946">
                  <c:v>1.87400818</c:v>
                </c:pt>
                <c:pt idx="947">
                  <c:v>1.87736511</c:v>
                </c:pt>
                <c:pt idx="948">
                  <c:v>1.87934875</c:v>
                </c:pt>
                <c:pt idx="949">
                  <c:v>1.88308716</c:v>
                </c:pt>
                <c:pt idx="950">
                  <c:v>1.88644409</c:v>
                </c:pt>
                <c:pt idx="951">
                  <c:v>1.8897969</c:v>
                </c:pt>
                <c:pt idx="952">
                  <c:v>1.89454775</c:v>
                </c:pt>
                <c:pt idx="953">
                  <c:v>1.89758301</c:v>
                </c:pt>
                <c:pt idx="954">
                  <c:v>1.89959552</c:v>
                </c:pt>
                <c:pt idx="955">
                  <c:v>1.90330505</c:v>
                </c:pt>
                <c:pt idx="956">
                  <c:v>1.90673828</c:v>
                </c:pt>
                <c:pt idx="957">
                  <c:v>1.91040039</c:v>
                </c:pt>
                <c:pt idx="958">
                  <c:v>1.91314697</c:v>
                </c:pt>
                <c:pt idx="959">
                  <c:v>1.91689156</c:v>
                </c:pt>
                <c:pt idx="960">
                  <c:v>1.92024231</c:v>
                </c:pt>
                <c:pt idx="961">
                  <c:v>1.92327551</c:v>
                </c:pt>
                <c:pt idx="962">
                  <c:v>1.92669018</c:v>
                </c:pt>
                <c:pt idx="963">
                  <c:v>1.93077087</c:v>
                </c:pt>
                <c:pt idx="964">
                  <c:v>1.93448453</c:v>
                </c:pt>
                <c:pt idx="965">
                  <c:v>1.93782497</c:v>
                </c:pt>
                <c:pt idx="966">
                  <c:v>1.94122314</c:v>
                </c:pt>
                <c:pt idx="967">
                  <c:v>1.94465637</c:v>
                </c:pt>
                <c:pt idx="968">
                  <c:v>1.94801331</c:v>
                </c:pt>
                <c:pt idx="969">
                  <c:v>1.95075989</c:v>
                </c:pt>
                <c:pt idx="970">
                  <c:v>1.954156</c:v>
                </c:pt>
                <c:pt idx="971">
                  <c:v>1.95757067</c:v>
                </c:pt>
                <c:pt idx="972">
                  <c:v>1.9619751</c:v>
                </c:pt>
                <c:pt idx="973">
                  <c:v>1.9657135</c:v>
                </c:pt>
                <c:pt idx="974">
                  <c:v>1.96877969</c:v>
                </c:pt>
                <c:pt idx="975">
                  <c:v>1.97078396</c:v>
                </c:pt>
                <c:pt idx="976">
                  <c:v>1.97419862</c:v>
                </c:pt>
                <c:pt idx="977">
                  <c:v>1.97932063</c:v>
                </c:pt>
                <c:pt idx="978">
                  <c:v>1.98104858</c:v>
                </c:pt>
                <c:pt idx="979">
                  <c:v>1.98448181</c:v>
                </c:pt>
                <c:pt idx="980">
                  <c:v>1.98822021</c:v>
                </c:pt>
                <c:pt idx="981">
                  <c:v>1.99295044</c:v>
                </c:pt>
                <c:pt idx="982">
                  <c:v>1.99569702</c:v>
                </c:pt>
                <c:pt idx="983">
                  <c:v>1.99943542</c:v>
                </c:pt>
                <c:pt idx="984">
                  <c:v>2.00255523</c:v>
                </c:pt>
                <c:pt idx="985">
                  <c:v>2.0059699</c:v>
                </c:pt>
                <c:pt idx="986">
                  <c:v>2.0096815</c:v>
                </c:pt>
                <c:pt idx="987">
                  <c:v>2.01309617</c:v>
                </c:pt>
                <c:pt idx="988">
                  <c:v>2.0148468</c:v>
                </c:pt>
                <c:pt idx="989">
                  <c:v>2.01896049</c:v>
                </c:pt>
                <c:pt idx="990">
                  <c:v>2.02270508</c:v>
                </c:pt>
                <c:pt idx="991">
                  <c:v>2.02578983</c:v>
                </c:pt>
                <c:pt idx="992">
                  <c:v>2.02950143</c:v>
                </c:pt>
                <c:pt idx="993">
                  <c:v>2.03291609</c:v>
                </c:pt>
                <c:pt idx="994">
                  <c:v>2.03633076</c:v>
                </c:pt>
                <c:pt idx="995">
                  <c:v>2.04011659</c:v>
                </c:pt>
                <c:pt idx="996">
                  <c:v>2.04315186</c:v>
                </c:pt>
                <c:pt idx="997">
                  <c:v>2.04727173</c:v>
                </c:pt>
                <c:pt idx="998">
                  <c:v>2.04932136</c:v>
                </c:pt>
                <c:pt idx="999">
                  <c:v>2.05273602</c:v>
                </c:pt>
                <c:pt idx="1000">
                  <c:v>2.05748687</c:v>
                </c:pt>
                <c:pt idx="1001">
                  <c:v>2.0612727</c:v>
                </c:pt>
                <c:pt idx="1002">
                  <c:v>2.06468737</c:v>
                </c:pt>
                <c:pt idx="1003">
                  <c:v>2.06735972</c:v>
                </c:pt>
                <c:pt idx="1004">
                  <c:v>2.07114555</c:v>
                </c:pt>
                <c:pt idx="1005">
                  <c:v>2.07456022</c:v>
                </c:pt>
                <c:pt idx="1006">
                  <c:v>2.07797489</c:v>
                </c:pt>
                <c:pt idx="1007">
                  <c:v>2.08137512</c:v>
                </c:pt>
                <c:pt idx="1008">
                  <c:v>2.08473206</c:v>
                </c:pt>
                <c:pt idx="1009">
                  <c:v>2.0877735</c:v>
                </c:pt>
                <c:pt idx="1010">
                  <c:v>2.09155933</c:v>
                </c:pt>
                <c:pt idx="1011">
                  <c:v>2.094974</c:v>
                </c:pt>
                <c:pt idx="1012">
                  <c:v>2.09831444</c:v>
                </c:pt>
                <c:pt idx="1013">
                  <c:v>2.10037231</c:v>
                </c:pt>
                <c:pt idx="1014">
                  <c:v>2.10410453</c:v>
                </c:pt>
                <c:pt idx="1015">
                  <c:v>2.10781613</c:v>
                </c:pt>
                <c:pt idx="1016">
                  <c:v>2.1112308</c:v>
                </c:pt>
                <c:pt idx="1017">
                  <c:v>2.11494446</c:v>
                </c:pt>
                <c:pt idx="1018">
                  <c:v>2.11830139</c:v>
                </c:pt>
                <c:pt idx="1019">
                  <c:v>2.1216975</c:v>
                </c:pt>
                <c:pt idx="1020">
                  <c:v>2.12478638</c:v>
                </c:pt>
                <c:pt idx="1021">
                  <c:v>2.12814331</c:v>
                </c:pt>
                <c:pt idx="1022">
                  <c:v>2.13188171</c:v>
                </c:pt>
                <c:pt idx="1023">
                  <c:v>2.13491079</c:v>
                </c:pt>
                <c:pt idx="1024">
                  <c:v>2.13790894</c:v>
                </c:pt>
                <c:pt idx="1025">
                  <c:v>2.14164734</c:v>
                </c:pt>
                <c:pt idx="1026">
                  <c:v>2.14463517</c:v>
                </c:pt>
                <c:pt idx="1027">
                  <c:v>2.14834677</c:v>
                </c:pt>
                <c:pt idx="1028">
                  <c:v>2.15141296</c:v>
                </c:pt>
                <c:pt idx="1029">
                  <c:v>2.15443379</c:v>
                </c:pt>
                <c:pt idx="1030">
                  <c:v>2.1585083</c:v>
                </c:pt>
                <c:pt idx="1031">
                  <c:v>2.16117859</c:v>
                </c:pt>
                <c:pt idx="1032">
                  <c:v>2.16415818</c:v>
                </c:pt>
                <c:pt idx="1033">
                  <c:v>2.16819763</c:v>
                </c:pt>
                <c:pt idx="1034">
                  <c:v>2.17195253</c:v>
                </c:pt>
                <c:pt idx="1035">
                  <c:v>2.17462488</c:v>
                </c:pt>
                <c:pt idx="1036">
                  <c:v>2.17833648</c:v>
                </c:pt>
                <c:pt idx="1037">
                  <c:v>2.18167692</c:v>
                </c:pt>
                <c:pt idx="1038">
                  <c:v>2.18536377</c:v>
                </c:pt>
                <c:pt idx="1039">
                  <c:v>2.18902588</c:v>
                </c:pt>
                <c:pt idx="1040">
                  <c:v>2.19273748</c:v>
                </c:pt>
                <c:pt idx="1041">
                  <c:v>2.19607791</c:v>
                </c:pt>
                <c:pt idx="1042">
                  <c:v>2.19940186</c:v>
                </c:pt>
                <c:pt idx="1043">
                  <c:v>2.20246186</c:v>
                </c:pt>
                <c:pt idx="1044">
                  <c:v>2.20611572</c:v>
                </c:pt>
                <c:pt idx="1045">
                  <c:v>2.20977783</c:v>
                </c:pt>
                <c:pt idx="1046">
                  <c:v>2.2127801</c:v>
                </c:pt>
                <c:pt idx="1047">
                  <c:v>2.21612054</c:v>
                </c:pt>
                <c:pt idx="1048">
                  <c:v>2.21849596</c:v>
                </c:pt>
                <c:pt idx="1049">
                  <c:v>2.2218364</c:v>
                </c:pt>
                <c:pt idx="1050">
                  <c:v>2.22549438</c:v>
                </c:pt>
                <c:pt idx="1051">
                  <c:v>2.22885132</c:v>
                </c:pt>
                <c:pt idx="1052">
                  <c:v>2.23251343</c:v>
                </c:pt>
                <c:pt idx="1053">
                  <c:v>2.23616317</c:v>
                </c:pt>
                <c:pt idx="1054">
                  <c:v>2.2395036</c:v>
                </c:pt>
                <c:pt idx="1055">
                  <c:v>2.24314097</c:v>
                </c:pt>
                <c:pt idx="1056">
                  <c:v>2.24648141</c:v>
                </c:pt>
                <c:pt idx="1057">
                  <c:v>2.24915376</c:v>
                </c:pt>
                <c:pt idx="1058">
                  <c:v>2.25212303</c:v>
                </c:pt>
                <c:pt idx="1059">
                  <c:v>2.25546347</c:v>
                </c:pt>
                <c:pt idx="1060">
                  <c:v>2.25906372</c:v>
                </c:pt>
                <c:pt idx="1061">
                  <c:v>2.2627382</c:v>
                </c:pt>
                <c:pt idx="1062">
                  <c:v>2.26608276</c:v>
                </c:pt>
                <c:pt idx="1063">
                  <c:v>2.2693634</c:v>
                </c:pt>
                <c:pt idx="1064">
                  <c:v>2.27302551</c:v>
                </c:pt>
                <c:pt idx="1065">
                  <c:v>2.27602572</c:v>
                </c:pt>
                <c:pt idx="1066">
                  <c:v>2.27869807</c:v>
                </c:pt>
                <c:pt idx="1067">
                  <c:v>2.2820282</c:v>
                </c:pt>
                <c:pt idx="1068">
                  <c:v>2.28530884</c:v>
                </c:pt>
                <c:pt idx="1069">
                  <c:v>2.28834822</c:v>
                </c:pt>
                <c:pt idx="1070">
                  <c:v>2.29164124</c:v>
                </c:pt>
                <c:pt idx="1071">
                  <c:v>2.29492188</c:v>
                </c:pt>
                <c:pt idx="1072">
                  <c:v>2.2982953</c:v>
                </c:pt>
                <c:pt idx="1073">
                  <c:v>2.30163574</c:v>
                </c:pt>
                <c:pt idx="1074">
                  <c:v>2.30623812</c:v>
                </c:pt>
                <c:pt idx="1075">
                  <c:v>2.30957031</c:v>
                </c:pt>
                <c:pt idx="1076">
                  <c:v>2.3122406</c:v>
                </c:pt>
                <c:pt idx="1077">
                  <c:v>2.31552124</c:v>
                </c:pt>
                <c:pt idx="1078">
                  <c:v>2.3184967</c:v>
                </c:pt>
                <c:pt idx="1079">
                  <c:v>2.32286608</c:v>
                </c:pt>
                <c:pt idx="1080">
                  <c:v>2.32553843</c:v>
                </c:pt>
                <c:pt idx="1081">
                  <c:v>2.32879639</c:v>
                </c:pt>
                <c:pt idx="1082">
                  <c:v>2.33184814</c:v>
                </c:pt>
                <c:pt idx="1083">
                  <c:v>2.33511435</c:v>
                </c:pt>
                <c:pt idx="1084">
                  <c:v>2.33848572</c:v>
                </c:pt>
                <c:pt idx="1085">
                  <c:v>2.34176636</c:v>
                </c:pt>
                <c:pt idx="1086">
                  <c:v>2.34512329</c:v>
                </c:pt>
                <c:pt idx="1087">
                  <c:v>2.34809875</c:v>
                </c:pt>
                <c:pt idx="1088">
                  <c:v>2.35145569</c:v>
                </c:pt>
                <c:pt idx="1089">
                  <c:v>2.35575083</c:v>
                </c:pt>
                <c:pt idx="1090">
                  <c:v>2.3593882</c:v>
                </c:pt>
                <c:pt idx="1091">
                  <c:v>2.36072437</c:v>
                </c:pt>
                <c:pt idx="1092">
                  <c:v>2.36572266</c:v>
                </c:pt>
                <c:pt idx="1093">
                  <c:v>2.36903835</c:v>
                </c:pt>
                <c:pt idx="1094">
                  <c:v>2.37237879</c:v>
                </c:pt>
                <c:pt idx="1095">
                  <c:v>2.37505114</c:v>
                </c:pt>
                <c:pt idx="1096">
                  <c:v>2.3789978</c:v>
                </c:pt>
                <c:pt idx="1097">
                  <c:v>2.38235474</c:v>
                </c:pt>
                <c:pt idx="1098">
                  <c:v>2.38502502</c:v>
                </c:pt>
                <c:pt idx="1099">
                  <c:v>2.38900674</c:v>
                </c:pt>
                <c:pt idx="1100">
                  <c:v>2.39227295</c:v>
                </c:pt>
                <c:pt idx="1101">
                  <c:v>2.39532471</c:v>
                </c:pt>
                <c:pt idx="1102">
                  <c:v>2.39898682</c:v>
                </c:pt>
                <c:pt idx="1103">
                  <c:v>2.40226746</c:v>
                </c:pt>
                <c:pt idx="1104">
                  <c:v>2.40526354</c:v>
                </c:pt>
                <c:pt idx="1105">
                  <c:v>2.40859985</c:v>
                </c:pt>
                <c:pt idx="1106">
                  <c:v>2.41127014</c:v>
                </c:pt>
                <c:pt idx="1107">
                  <c:v>2.41424561</c:v>
                </c:pt>
                <c:pt idx="1108">
                  <c:v>2.41760254</c:v>
                </c:pt>
                <c:pt idx="1109">
                  <c:v>2.42088318</c:v>
                </c:pt>
                <c:pt idx="1110">
                  <c:v>2.42424011</c:v>
                </c:pt>
                <c:pt idx="1111">
                  <c:v>2.42827544</c:v>
                </c:pt>
                <c:pt idx="1112">
                  <c:v>2.43186951</c:v>
                </c:pt>
                <c:pt idx="1113">
                  <c:v>2.43522644</c:v>
                </c:pt>
                <c:pt idx="1114">
                  <c:v>2.43859368</c:v>
                </c:pt>
                <c:pt idx="1115">
                  <c:v>2.44224548</c:v>
                </c:pt>
                <c:pt idx="1116">
                  <c:v>2.44520033</c:v>
                </c:pt>
                <c:pt idx="1117">
                  <c:v>2.44857788</c:v>
                </c:pt>
                <c:pt idx="1118">
                  <c:v>2.45151004</c:v>
                </c:pt>
                <c:pt idx="1119">
                  <c:v>2.45485048</c:v>
                </c:pt>
                <c:pt idx="1120">
                  <c:v>2.45856208</c:v>
                </c:pt>
                <c:pt idx="1121">
                  <c:v>2.4611602</c:v>
                </c:pt>
                <c:pt idx="1122">
                  <c:v>2.46482849</c:v>
                </c:pt>
                <c:pt idx="1123">
                  <c:v>2.4684906</c:v>
                </c:pt>
                <c:pt idx="1124">
                  <c:v>2.47214652</c:v>
                </c:pt>
                <c:pt idx="1125">
                  <c:v>2.4734827</c:v>
                </c:pt>
                <c:pt idx="1126">
                  <c:v>2.48179668</c:v>
                </c:pt>
                <c:pt idx="1127">
                  <c:v>2.4848175</c:v>
                </c:pt>
                <c:pt idx="1128">
                  <c:v>2.48818062</c:v>
                </c:pt>
                <c:pt idx="1129">
                  <c:v>2.4911499</c:v>
                </c:pt>
                <c:pt idx="1130">
                  <c:v>2.49411918</c:v>
                </c:pt>
                <c:pt idx="1131">
                  <c:v>2.49783078</c:v>
                </c:pt>
                <c:pt idx="1132">
                  <c:v>2.50117122</c:v>
                </c:pt>
                <c:pt idx="1133">
                  <c:v>2.50480858</c:v>
                </c:pt>
                <c:pt idx="1134">
                  <c:v>2.50778198</c:v>
                </c:pt>
                <c:pt idx="1135">
                  <c:v>2.51251221</c:v>
                </c:pt>
                <c:pt idx="1136">
                  <c:v>2.51549798</c:v>
                </c:pt>
                <c:pt idx="1137">
                  <c:v>2.51779917</c:v>
                </c:pt>
                <c:pt idx="1138">
                  <c:v>2.52082825</c:v>
                </c:pt>
                <c:pt idx="1139">
                  <c:v>2.52448005</c:v>
                </c:pt>
                <c:pt idx="1140">
                  <c:v>2.52914429</c:v>
                </c:pt>
                <c:pt idx="1141">
                  <c:v>2.53078976</c:v>
                </c:pt>
                <c:pt idx="1142">
                  <c:v>2.5341302</c:v>
                </c:pt>
                <c:pt idx="1143">
                  <c:v>2.5378418</c:v>
                </c:pt>
                <c:pt idx="1144">
                  <c:v>2.54118223</c:v>
                </c:pt>
                <c:pt idx="1145">
                  <c:v>2.5428009</c:v>
                </c:pt>
                <c:pt idx="1146">
                  <c:v>2.54778888</c:v>
                </c:pt>
                <c:pt idx="1147">
                  <c:v>2.55150048</c:v>
                </c:pt>
                <c:pt idx="1148">
                  <c:v>2.55516052</c:v>
                </c:pt>
                <c:pt idx="1149">
                  <c:v>2.55783081</c:v>
                </c:pt>
                <c:pt idx="1150">
                  <c:v>2.56181872</c:v>
                </c:pt>
                <c:pt idx="1151">
                  <c:v>2.56546021</c:v>
                </c:pt>
                <c:pt idx="1152">
                  <c:v>2.56716342</c:v>
                </c:pt>
                <c:pt idx="1153">
                  <c:v>2.57080078</c:v>
                </c:pt>
                <c:pt idx="1154">
                  <c:v>2.57547739</c:v>
                </c:pt>
                <c:pt idx="1155">
                  <c:v>2.57881783</c:v>
                </c:pt>
                <c:pt idx="1156">
                  <c:v>2.58079529</c:v>
                </c:pt>
                <c:pt idx="1157">
                  <c:v>2.58483887</c:v>
                </c:pt>
                <c:pt idx="1158">
                  <c:v>2.58750916</c:v>
                </c:pt>
                <c:pt idx="1159">
                  <c:v>2.59254456</c:v>
                </c:pt>
                <c:pt idx="1160">
                  <c:v>2.59384155</c:v>
                </c:pt>
                <c:pt idx="1161">
                  <c:v>2.59886046</c:v>
                </c:pt>
                <c:pt idx="1162">
                  <c:v>2.6008606</c:v>
                </c:pt>
                <c:pt idx="1163">
                  <c:v>2.603834</c:v>
                </c:pt>
                <c:pt idx="1164">
                  <c:v>2.60749817</c:v>
                </c:pt>
                <c:pt idx="1165">
                  <c:v>2.6108118</c:v>
                </c:pt>
                <c:pt idx="1166">
                  <c:v>2.61415224</c:v>
                </c:pt>
                <c:pt idx="1167">
                  <c:v>2.61787415</c:v>
                </c:pt>
                <c:pt idx="1168">
                  <c:v>2.62187236</c:v>
                </c:pt>
                <c:pt idx="1169">
                  <c:v>2.62489319</c:v>
                </c:pt>
                <c:pt idx="1170">
                  <c:v>2.62855324</c:v>
                </c:pt>
                <c:pt idx="1171">
                  <c:v>2.6321906</c:v>
                </c:pt>
                <c:pt idx="1172">
                  <c:v>2.63389587</c:v>
                </c:pt>
                <c:pt idx="1173">
                  <c:v>2.6375353</c:v>
                </c:pt>
                <c:pt idx="1174">
                  <c:v>2.64117267</c:v>
                </c:pt>
                <c:pt idx="1175">
                  <c:v>2.64584928</c:v>
                </c:pt>
                <c:pt idx="1176">
                  <c:v>2.64755249</c:v>
                </c:pt>
                <c:pt idx="1177">
                  <c:v>2.65220642</c:v>
                </c:pt>
                <c:pt idx="1178">
                  <c:v>2.65586853</c:v>
                </c:pt>
                <c:pt idx="1179">
                  <c:v>2.65757793</c:v>
                </c:pt>
                <c:pt idx="1180">
                  <c:v>2.66225454</c:v>
                </c:pt>
                <c:pt idx="1181">
                  <c:v>2.66455573</c:v>
                </c:pt>
                <c:pt idx="1182">
                  <c:v>2.66830444</c:v>
                </c:pt>
                <c:pt idx="1183">
                  <c:v>2.67097473</c:v>
                </c:pt>
                <c:pt idx="1184">
                  <c:v>2.67463684</c:v>
                </c:pt>
                <c:pt idx="1185">
                  <c:v>2.67762055</c:v>
                </c:pt>
                <c:pt idx="1186">
                  <c:v>2.68103522</c:v>
                </c:pt>
                <c:pt idx="1187">
                  <c:v>2.68501282</c:v>
                </c:pt>
                <c:pt idx="1188">
                  <c:v>2.68768311</c:v>
                </c:pt>
                <c:pt idx="1189">
                  <c:v>2.69104004</c:v>
                </c:pt>
                <c:pt idx="1190">
                  <c:v>2.69477844</c:v>
                </c:pt>
                <c:pt idx="1191">
                  <c:v>2.69847973</c:v>
                </c:pt>
                <c:pt idx="1192">
                  <c:v>2.70179749</c:v>
                </c:pt>
                <c:pt idx="1193">
                  <c:v>2.7035275</c:v>
                </c:pt>
                <c:pt idx="1194">
                  <c:v>2.7088722</c:v>
                </c:pt>
                <c:pt idx="1195">
                  <c:v>2.71224976</c:v>
                </c:pt>
                <c:pt idx="1196">
                  <c:v>2.71525615</c:v>
                </c:pt>
                <c:pt idx="1197">
                  <c:v>2.71926467</c:v>
                </c:pt>
                <c:pt idx="1198">
                  <c:v>2.72230818</c:v>
                </c:pt>
                <c:pt idx="1199">
                  <c:v>2.72564862</c:v>
                </c:pt>
                <c:pt idx="1200">
                  <c:v>2.72906329</c:v>
                </c:pt>
                <c:pt idx="1201">
                  <c:v>2.73270066</c:v>
                </c:pt>
                <c:pt idx="1202">
                  <c:v>2.73604109</c:v>
                </c:pt>
                <c:pt idx="1203">
                  <c:v>2.73910522</c:v>
                </c:pt>
                <c:pt idx="1204">
                  <c:v>2.74212811</c:v>
                </c:pt>
                <c:pt idx="1205">
                  <c:v>2.74543762</c:v>
                </c:pt>
                <c:pt idx="1206">
                  <c:v>2.74879456</c:v>
                </c:pt>
                <c:pt idx="1207">
                  <c:v>2.7518525</c:v>
                </c:pt>
                <c:pt idx="1208">
                  <c:v>2.7555641</c:v>
                </c:pt>
                <c:pt idx="1209">
                  <c:v>2.75890453</c:v>
                </c:pt>
                <c:pt idx="1210">
                  <c:v>2.76224497</c:v>
                </c:pt>
                <c:pt idx="1211">
                  <c:v>2.76595657</c:v>
                </c:pt>
                <c:pt idx="1212">
                  <c:v>2.76929701</c:v>
                </c:pt>
                <c:pt idx="1213">
                  <c:v>2.77297974</c:v>
                </c:pt>
                <c:pt idx="1214">
                  <c:v>2.77664185</c:v>
                </c:pt>
                <c:pt idx="1215">
                  <c:v>2.7783533</c:v>
                </c:pt>
                <c:pt idx="1216">
                  <c:v>2.78302992</c:v>
                </c:pt>
                <c:pt idx="1217">
                  <c:v>2.78637035</c:v>
                </c:pt>
                <c:pt idx="1218">
                  <c:v>2.7897644</c:v>
                </c:pt>
                <c:pt idx="1219">
                  <c:v>2.7927543</c:v>
                </c:pt>
                <c:pt idx="1220">
                  <c:v>2.79579163</c:v>
                </c:pt>
                <c:pt idx="1221">
                  <c:v>2.79913825</c:v>
                </c:pt>
                <c:pt idx="1222">
                  <c:v>2.80247869</c:v>
                </c:pt>
                <c:pt idx="1223">
                  <c:v>2.80619028</c:v>
                </c:pt>
                <c:pt idx="1224">
                  <c:v>2.80921936</c:v>
                </c:pt>
                <c:pt idx="1225">
                  <c:v>2.81318665</c:v>
                </c:pt>
                <c:pt idx="1226">
                  <c:v>2.81658276</c:v>
                </c:pt>
                <c:pt idx="1227">
                  <c:v>2.81992319</c:v>
                </c:pt>
                <c:pt idx="1228">
                  <c:v>2.82157898</c:v>
                </c:pt>
                <c:pt idx="1229">
                  <c:v>2.82524109</c:v>
                </c:pt>
                <c:pt idx="1230">
                  <c:v>2.82859802</c:v>
                </c:pt>
                <c:pt idx="1231">
                  <c:v>2.83195496</c:v>
                </c:pt>
                <c:pt idx="1232">
                  <c:v>2.83699036</c:v>
                </c:pt>
                <c:pt idx="1233">
                  <c:v>2.83966064</c:v>
                </c:pt>
                <c:pt idx="1234">
                  <c:v>2.84300933</c:v>
                </c:pt>
                <c:pt idx="1235">
                  <c:v>2.84634977</c:v>
                </c:pt>
                <c:pt idx="1236">
                  <c:v>2.85003662</c:v>
                </c:pt>
                <c:pt idx="1237">
                  <c:v>2.85206563</c:v>
                </c:pt>
                <c:pt idx="1238">
                  <c:v>2.85575867</c:v>
                </c:pt>
                <c:pt idx="1239">
                  <c:v>2.85842896</c:v>
                </c:pt>
                <c:pt idx="1240">
                  <c:v>2.86238387</c:v>
                </c:pt>
                <c:pt idx="1241">
                  <c:v>2.865448</c:v>
                </c:pt>
                <c:pt idx="1242">
                  <c:v>2.86913898</c:v>
                </c:pt>
                <c:pt idx="1243">
                  <c:v>2.87246704</c:v>
                </c:pt>
                <c:pt idx="1244">
                  <c:v>2.87513733</c:v>
                </c:pt>
                <c:pt idx="1245">
                  <c:v>2.8801253</c:v>
                </c:pt>
                <c:pt idx="1246">
                  <c:v>2.8838369</c:v>
                </c:pt>
                <c:pt idx="1247">
                  <c:v>2.8868103</c:v>
                </c:pt>
                <c:pt idx="1248">
                  <c:v>2.88851351</c:v>
                </c:pt>
                <c:pt idx="1249">
                  <c:v>2.89356129</c:v>
                </c:pt>
                <c:pt idx="1250">
                  <c:v>2.89690172</c:v>
                </c:pt>
                <c:pt idx="1251">
                  <c:v>2.89855957</c:v>
                </c:pt>
                <c:pt idx="1252">
                  <c:v>2.90290833</c:v>
                </c:pt>
                <c:pt idx="1253">
                  <c:v>2.90655188</c:v>
                </c:pt>
                <c:pt idx="1254">
                  <c:v>2.91023254</c:v>
                </c:pt>
                <c:pt idx="1255">
                  <c:v>2.91358948</c:v>
                </c:pt>
                <c:pt idx="1256">
                  <c:v>2.91560817</c:v>
                </c:pt>
                <c:pt idx="1257">
                  <c:v>2.91931152</c:v>
                </c:pt>
                <c:pt idx="1258">
                  <c:v>2.92228905</c:v>
                </c:pt>
                <c:pt idx="1259">
                  <c:v>2.92362522</c:v>
                </c:pt>
                <c:pt idx="1260">
                  <c:v>2.92934108</c:v>
                </c:pt>
                <c:pt idx="1261">
                  <c:v>2.93235779</c:v>
                </c:pt>
                <c:pt idx="1262">
                  <c:v>2.93632507</c:v>
                </c:pt>
                <c:pt idx="1263">
                  <c:v>2.93937683</c:v>
                </c:pt>
                <c:pt idx="1264">
                  <c:v>2.94299976</c:v>
                </c:pt>
                <c:pt idx="1265">
                  <c:v>2.94671136</c:v>
                </c:pt>
                <c:pt idx="1266">
                  <c:v>2.9500518</c:v>
                </c:pt>
                <c:pt idx="1267">
                  <c:v>2.95339224</c:v>
                </c:pt>
                <c:pt idx="1268">
                  <c:v>2.9574585</c:v>
                </c:pt>
                <c:pt idx="1269">
                  <c:v>2.96044427</c:v>
                </c:pt>
                <c:pt idx="1270">
                  <c:v>2.96378471</c:v>
                </c:pt>
                <c:pt idx="1271">
                  <c:v>2.96714783</c:v>
                </c:pt>
                <c:pt idx="1272">
                  <c:v>2.97042847</c:v>
                </c:pt>
                <c:pt idx="1273">
                  <c:v>2.9737854</c:v>
                </c:pt>
                <c:pt idx="1274">
                  <c:v>2.97714233</c:v>
                </c:pt>
                <c:pt idx="1275">
                  <c:v>2.98019409</c:v>
                </c:pt>
                <c:pt idx="1276">
                  <c:v>2.98347473</c:v>
                </c:pt>
                <c:pt idx="1277">
                  <c:v>2.98649968</c:v>
                </c:pt>
                <c:pt idx="1278">
                  <c:v>2.98887511</c:v>
                </c:pt>
                <c:pt idx="1279">
                  <c:v>2.99255371</c:v>
                </c:pt>
                <c:pt idx="1280">
                  <c:v>2.99622407</c:v>
                </c:pt>
                <c:pt idx="1281">
                  <c:v>2.99957275</c:v>
                </c:pt>
                <c:pt idx="1282">
                  <c:v>3.00386996</c:v>
                </c:pt>
                <c:pt idx="1283">
                  <c:v>3.00587422</c:v>
                </c:pt>
                <c:pt idx="1284">
                  <c:v>3.00987244</c:v>
                </c:pt>
                <c:pt idx="1285">
                  <c:v>3.01292626</c:v>
                </c:pt>
                <c:pt idx="1286">
                  <c:v>3.01626669</c:v>
                </c:pt>
                <c:pt idx="1287">
                  <c:v>3.01925659</c:v>
                </c:pt>
                <c:pt idx="1288">
                  <c:v>3.0229187</c:v>
                </c:pt>
                <c:pt idx="1289">
                  <c:v>3.02627563</c:v>
                </c:pt>
                <c:pt idx="1290">
                  <c:v>3.02894592</c:v>
                </c:pt>
                <c:pt idx="1291">
                  <c:v>3.03430506</c:v>
                </c:pt>
                <c:pt idx="1292">
                  <c:v>3.03733826</c:v>
                </c:pt>
                <c:pt idx="1293">
                  <c:v>3.04069519</c:v>
                </c:pt>
                <c:pt idx="1294">
                  <c:v>3.04402944</c:v>
                </c:pt>
                <c:pt idx="1295">
                  <c:v>3.04736988</c:v>
                </c:pt>
                <c:pt idx="1296">
                  <c:v>3.05071032</c:v>
                </c:pt>
                <c:pt idx="1297">
                  <c:v>3.05404663</c:v>
                </c:pt>
                <c:pt idx="1298">
                  <c:v>3.05568386</c:v>
                </c:pt>
                <c:pt idx="1299">
                  <c:v>3.0606842</c:v>
                </c:pt>
                <c:pt idx="1300">
                  <c:v>3.06407207</c:v>
                </c:pt>
                <c:pt idx="1301">
                  <c:v>3.0670929</c:v>
                </c:pt>
                <c:pt idx="1302">
                  <c:v>3.07075294</c:v>
                </c:pt>
                <c:pt idx="1303">
                  <c:v>3.07379645</c:v>
                </c:pt>
                <c:pt idx="1304">
                  <c:v>3.07713689</c:v>
                </c:pt>
                <c:pt idx="1305">
                  <c:v>3.07980924</c:v>
                </c:pt>
                <c:pt idx="1306">
                  <c:v>3.08344661</c:v>
                </c:pt>
                <c:pt idx="1307">
                  <c:v>3.08647156</c:v>
                </c:pt>
                <c:pt idx="1308">
                  <c:v>3.0908698</c:v>
                </c:pt>
                <c:pt idx="1309">
                  <c:v>3.09383908</c:v>
                </c:pt>
                <c:pt idx="1310">
                  <c:v>3.09717952</c:v>
                </c:pt>
                <c:pt idx="1311">
                  <c:v>3.10051995</c:v>
                </c:pt>
                <c:pt idx="1312">
                  <c:v>3.10423155</c:v>
                </c:pt>
                <c:pt idx="1313">
                  <c:v>3.1069039</c:v>
                </c:pt>
                <c:pt idx="1314">
                  <c:v>3.11058044</c:v>
                </c:pt>
                <c:pt idx="1315">
                  <c:v>3.11424255</c:v>
                </c:pt>
                <c:pt idx="1316">
                  <c:v>3.11796446</c:v>
                </c:pt>
                <c:pt idx="1317">
                  <c:v>3.12063681</c:v>
                </c:pt>
                <c:pt idx="1318">
                  <c:v>3.12400818</c:v>
                </c:pt>
                <c:pt idx="1319">
                  <c:v>3.12702076</c:v>
                </c:pt>
                <c:pt idx="1320">
                  <c:v>3.13072205</c:v>
                </c:pt>
                <c:pt idx="1321">
                  <c:v>3.13407279</c:v>
                </c:pt>
                <c:pt idx="1322">
                  <c:v>3.13741323</c:v>
                </c:pt>
                <c:pt idx="1323">
                  <c:v>3.14075367</c:v>
                </c:pt>
                <c:pt idx="1324">
                  <c:v>3.14407349</c:v>
                </c:pt>
                <c:pt idx="1325">
                  <c:v>3.14743042</c:v>
                </c:pt>
                <c:pt idx="1326">
                  <c:v>3.15114614</c:v>
                </c:pt>
                <c:pt idx="1327">
                  <c:v>3.15414429</c:v>
                </c:pt>
                <c:pt idx="1328">
                  <c:v>3.1578064</c:v>
                </c:pt>
                <c:pt idx="1329">
                  <c:v>3.16116333</c:v>
                </c:pt>
                <c:pt idx="1330">
                  <c:v>3.16452026</c:v>
                </c:pt>
                <c:pt idx="1331">
                  <c:v>3.16651215</c:v>
                </c:pt>
                <c:pt idx="1332">
                  <c:v>3.171263</c:v>
                </c:pt>
                <c:pt idx="1333">
                  <c:v>3.17356419</c:v>
                </c:pt>
                <c:pt idx="1334">
                  <c:v>3.17657471</c:v>
                </c:pt>
                <c:pt idx="1335">
                  <c:v>3.17965121</c:v>
                </c:pt>
                <c:pt idx="1336">
                  <c:v>3.18496704</c:v>
                </c:pt>
                <c:pt idx="1337">
                  <c:v>3.18832397</c:v>
                </c:pt>
                <c:pt idx="1338">
                  <c:v>3.19099426</c:v>
                </c:pt>
                <c:pt idx="1339">
                  <c:v>3.1943512</c:v>
                </c:pt>
                <c:pt idx="1340">
                  <c:v>3.19740295</c:v>
                </c:pt>
                <c:pt idx="1341">
                  <c:v>3.20075989</c:v>
                </c:pt>
                <c:pt idx="1342">
                  <c:v>3.20377659</c:v>
                </c:pt>
                <c:pt idx="1343">
                  <c:v>3.20777893</c:v>
                </c:pt>
                <c:pt idx="1344">
                  <c:v>3.21082863</c:v>
                </c:pt>
                <c:pt idx="1345">
                  <c:v>3.21416906</c:v>
                </c:pt>
                <c:pt idx="1346">
                  <c:v>3.21716309</c:v>
                </c:pt>
                <c:pt idx="1347">
                  <c:v>3.22090149</c:v>
                </c:pt>
                <c:pt idx="1348">
                  <c:v>3.22389345</c:v>
                </c:pt>
                <c:pt idx="1349">
                  <c:v>3.22761536</c:v>
                </c:pt>
                <c:pt idx="1350">
                  <c:v>3.23196411</c:v>
                </c:pt>
                <c:pt idx="1351">
                  <c:v>3.2346344</c:v>
                </c:pt>
                <c:pt idx="1352">
                  <c:v>3.23829445</c:v>
                </c:pt>
                <c:pt idx="1353">
                  <c:v>3.24133796</c:v>
                </c:pt>
                <c:pt idx="1354">
                  <c:v>3.24467839</c:v>
                </c:pt>
                <c:pt idx="1355">
                  <c:v>3.24801883</c:v>
                </c:pt>
                <c:pt idx="1356">
                  <c:v>3.25173043</c:v>
                </c:pt>
                <c:pt idx="1357">
                  <c:v>3.254776</c:v>
                </c:pt>
                <c:pt idx="1358">
                  <c:v>3.25813293</c:v>
                </c:pt>
                <c:pt idx="1359">
                  <c:v>3.26179504</c:v>
                </c:pt>
                <c:pt idx="1360">
                  <c:v>3.26479525</c:v>
                </c:pt>
                <c:pt idx="1361">
                  <c:v>3.26820374</c:v>
                </c:pt>
                <c:pt idx="1362">
                  <c:v>3.2711792</c:v>
                </c:pt>
                <c:pt idx="1363">
                  <c:v>3.2749176</c:v>
                </c:pt>
                <c:pt idx="1364">
                  <c:v>3.27857971</c:v>
                </c:pt>
                <c:pt idx="1365">
                  <c:v>3.28193665</c:v>
                </c:pt>
                <c:pt idx="1366">
                  <c:v>3.28399658</c:v>
                </c:pt>
                <c:pt idx="1367">
                  <c:v>3.28865051</c:v>
                </c:pt>
                <c:pt idx="1368">
                  <c:v>3.29203838</c:v>
                </c:pt>
                <c:pt idx="1369">
                  <c:v>3.29471073</c:v>
                </c:pt>
                <c:pt idx="1370">
                  <c:v>3.29772949</c:v>
                </c:pt>
                <c:pt idx="1371">
                  <c:v>3.30109467</c:v>
                </c:pt>
                <c:pt idx="1372">
                  <c:v>3.30551147</c:v>
                </c:pt>
                <c:pt idx="1373">
                  <c:v>3.3088148</c:v>
                </c:pt>
                <c:pt idx="1374">
                  <c:v>3.31222947</c:v>
                </c:pt>
                <c:pt idx="1375">
                  <c:v>3.3155699</c:v>
                </c:pt>
                <c:pt idx="1376">
                  <c:v>3.3192815</c:v>
                </c:pt>
                <c:pt idx="1377">
                  <c:v>3.32092285</c:v>
                </c:pt>
                <c:pt idx="1378">
                  <c:v>3.3246262</c:v>
                </c:pt>
                <c:pt idx="1379">
                  <c:v>3.32939148</c:v>
                </c:pt>
                <c:pt idx="1380">
                  <c:v>3.33274841</c:v>
                </c:pt>
                <c:pt idx="1381">
                  <c:v>3.33472175</c:v>
                </c:pt>
                <c:pt idx="1382">
                  <c:v>3.33806218</c:v>
                </c:pt>
                <c:pt idx="1383">
                  <c:v>3.34114075</c:v>
                </c:pt>
                <c:pt idx="1384">
                  <c:v>3.34480286</c:v>
                </c:pt>
                <c:pt idx="1385">
                  <c:v>3.34919698</c:v>
                </c:pt>
                <c:pt idx="1386">
                  <c:v>3.35253741</c:v>
                </c:pt>
                <c:pt idx="1387">
                  <c:v>3.35624901</c:v>
                </c:pt>
                <c:pt idx="1388">
                  <c:v>3.35958945</c:v>
                </c:pt>
                <c:pt idx="1389">
                  <c:v>3.36265564</c:v>
                </c:pt>
                <c:pt idx="1390">
                  <c:v>3.3656311</c:v>
                </c:pt>
                <c:pt idx="1391">
                  <c:v>3.36864575</c:v>
                </c:pt>
                <c:pt idx="1392">
                  <c:v>3.37173462</c:v>
                </c:pt>
                <c:pt idx="1393">
                  <c:v>3.37569778</c:v>
                </c:pt>
                <c:pt idx="1394">
                  <c:v>3.37844436</c:v>
                </c:pt>
                <c:pt idx="1395">
                  <c:v>3.3821106</c:v>
                </c:pt>
                <c:pt idx="1396">
                  <c:v>3.385849</c:v>
                </c:pt>
                <c:pt idx="1397">
                  <c:v>3.38950492</c:v>
                </c:pt>
                <c:pt idx="1398">
                  <c:v>3.39256287</c:v>
                </c:pt>
                <c:pt idx="1399">
                  <c:v>3.39655696</c:v>
                </c:pt>
                <c:pt idx="1400">
                  <c:v>3.39958191</c:v>
                </c:pt>
                <c:pt idx="1401">
                  <c:v>3.40293884</c:v>
                </c:pt>
                <c:pt idx="1402">
                  <c:v>3.40637207</c:v>
                </c:pt>
                <c:pt idx="1403">
                  <c:v>3.41003418</c:v>
                </c:pt>
                <c:pt idx="1404">
                  <c:v>3.41339111</c:v>
                </c:pt>
                <c:pt idx="1405">
                  <c:v>3.41511494</c:v>
                </c:pt>
                <c:pt idx="1406">
                  <c:v>3.41875231</c:v>
                </c:pt>
                <c:pt idx="1407">
                  <c:v>3.42247009</c:v>
                </c:pt>
                <c:pt idx="1408">
                  <c:v>3.42550742</c:v>
                </c:pt>
                <c:pt idx="1409">
                  <c:v>3.42921901</c:v>
                </c:pt>
                <c:pt idx="1410">
                  <c:v>3.43292236</c:v>
                </c:pt>
                <c:pt idx="1411">
                  <c:v>3.4362793</c:v>
                </c:pt>
                <c:pt idx="1412">
                  <c:v>3.43963623</c:v>
                </c:pt>
                <c:pt idx="1413">
                  <c:v>3.44302616</c:v>
                </c:pt>
                <c:pt idx="1414">
                  <c:v>3.44636659</c:v>
                </c:pt>
                <c:pt idx="1415">
                  <c:v>3.44970703</c:v>
                </c:pt>
                <c:pt idx="1416">
                  <c:v>3.45275054</c:v>
                </c:pt>
                <c:pt idx="1417">
                  <c:v>3.45573425</c:v>
                </c:pt>
                <c:pt idx="1418">
                  <c:v>3.45916748</c:v>
                </c:pt>
                <c:pt idx="1419">
                  <c:v>3.46282959</c:v>
                </c:pt>
                <c:pt idx="1420">
                  <c:v>3.46618652</c:v>
                </c:pt>
                <c:pt idx="1421">
                  <c:v>3.46885681</c:v>
                </c:pt>
                <c:pt idx="1422">
                  <c:v>3.47221375</c:v>
                </c:pt>
                <c:pt idx="1423">
                  <c:v>3.47595215</c:v>
                </c:pt>
                <c:pt idx="1424">
                  <c:v>3.47895442</c:v>
                </c:pt>
                <c:pt idx="1425">
                  <c:v>3.48370526</c:v>
                </c:pt>
                <c:pt idx="1426">
                  <c:v>3.48600645</c:v>
                </c:pt>
                <c:pt idx="1427">
                  <c:v>3.48942112</c:v>
                </c:pt>
                <c:pt idx="1428">
                  <c:v>3.49311829</c:v>
                </c:pt>
                <c:pt idx="1429">
                  <c:v>3.49647316</c:v>
                </c:pt>
                <c:pt idx="1430">
                  <c:v>3.49945068</c:v>
                </c:pt>
                <c:pt idx="1431">
                  <c:v>3.50288391</c:v>
                </c:pt>
                <c:pt idx="1432">
                  <c:v>3.50624084</c:v>
                </c:pt>
                <c:pt idx="1433">
                  <c:v>3.50953798</c:v>
                </c:pt>
                <c:pt idx="1434">
                  <c:v>3.51394653</c:v>
                </c:pt>
                <c:pt idx="1435">
                  <c:v>3.51599616</c:v>
                </c:pt>
                <c:pt idx="1436">
                  <c:v>3.51966858</c:v>
                </c:pt>
                <c:pt idx="1437">
                  <c:v>3.52371216</c:v>
                </c:pt>
                <c:pt idx="1438">
                  <c:v>3.52705672</c:v>
                </c:pt>
                <c:pt idx="1439">
                  <c:v>3.5307312</c:v>
                </c:pt>
                <c:pt idx="1440">
                  <c:v>3.53416443</c:v>
                </c:pt>
                <c:pt idx="1441">
                  <c:v>3.53581609</c:v>
                </c:pt>
                <c:pt idx="1442">
                  <c:v>3.54118347</c:v>
                </c:pt>
                <c:pt idx="1443">
                  <c:v>3.54316711</c:v>
                </c:pt>
                <c:pt idx="1444">
                  <c:v>3.54660034</c:v>
                </c:pt>
                <c:pt idx="1445">
                  <c:v>3.55058825</c:v>
                </c:pt>
                <c:pt idx="1446">
                  <c:v>3.55361938</c:v>
                </c:pt>
                <c:pt idx="1447">
                  <c:v>3.55697219</c:v>
                </c:pt>
                <c:pt idx="1448">
                  <c:v>3.56031263</c:v>
                </c:pt>
                <c:pt idx="1449">
                  <c:v>3.56338501</c:v>
                </c:pt>
                <c:pt idx="1450">
                  <c:v>3.56736467</c:v>
                </c:pt>
                <c:pt idx="1451">
                  <c:v>3.57077934</c:v>
                </c:pt>
                <c:pt idx="1452">
                  <c:v>3.57411977</c:v>
                </c:pt>
                <c:pt idx="1453">
                  <c:v>3.57746021</c:v>
                </c:pt>
                <c:pt idx="1454">
                  <c:v>3.58117181</c:v>
                </c:pt>
                <c:pt idx="1455">
                  <c:v>3.58451225</c:v>
                </c:pt>
                <c:pt idx="1456">
                  <c:v>3.58757019</c:v>
                </c:pt>
                <c:pt idx="1457">
                  <c:v>3.5912323</c:v>
                </c:pt>
                <c:pt idx="1458">
                  <c:v>3.59329224</c:v>
                </c:pt>
                <c:pt idx="1459">
                  <c:v>3.59664917</c:v>
                </c:pt>
                <c:pt idx="1460">
                  <c:v>3.60069481</c:v>
                </c:pt>
                <c:pt idx="1461">
                  <c:v>3.60336716</c:v>
                </c:pt>
                <c:pt idx="1462">
                  <c:v>3.60839844</c:v>
                </c:pt>
                <c:pt idx="1463">
                  <c:v>3.6104192</c:v>
                </c:pt>
                <c:pt idx="1464">
                  <c:v>3.61375963</c:v>
                </c:pt>
                <c:pt idx="1465">
                  <c:v>3.61710007</c:v>
                </c:pt>
                <c:pt idx="1466">
                  <c:v>3.62182617</c:v>
                </c:pt>
                <c:pt idx="1467">
                  <c:v>3.62380981</c:v>
                </c:pt>
                <c:pt idx="1468">
                  <c:v>3.62682446</c:v>
                </c:pt>
                <c:pt idx="1469">
                  <c:v>3.63053605</c:v>
                </c:pt>
                <c:pt idx="1470">
                  <c:v>3.63387649</c:v>
                </c:pt>
                <c:pt idx="1471">
                  <c:v>3.63822937</c:v>
                </c:pt>
                <c:pt idx="1472">
                  <c:v>3.64159661</c:v>
                </c:pt>
                <c:pt idx="1473">
                  <c:v>3.64493705</c:v>
                </c:pt>
                <c:pt idx="1474">
                  <c:v>3.6466217</c:v>
                </c:pt>
                <c:pt idx="1475">
                  <c:v>3.6516571</c:v>
                </c:pt>
                <c:pt idx="1476">
                  <c:v>3.65332526</c:v>
                </c:pt>
                <c:pt idx="1477">
                  <c:v>3.65699768</c:v>
                </c:pt>
                <c:pt idx="1478">
                  <c:v>3.66171347</c:v>
                </c:pt>
                <c:pt idx="1479">
                  <c:v>3.66505391</c:v>
                </c:pt>
                <c:pt idx="1480">
                  <c:v>3.6681366</c:v>
                </c:pt>
                <c:pt idx="1481">
                  <c:v>3.67143786</c:v>
                </c:pt>
                <c:pt idx="1482">
                  <c:v>3.67477829</c:v>
                </c:pt>
                <c:pt idx="1483">
                  <c:v>3.67782593</c:v>
                </c:pt>
                <c:pt idx="1484">
                  <c:v>3.68148804</c:v>
                </c:pt>
                <c:pt idx="1485">
                  <c:v>3.68484497</c:v>
                </c:pt>
                <c:pt idx="1486">
                  <c:v>3.6882019</c:v>
                </c:pt>
                <c:pt idx="1487">
                  <c:v>3.69155471</c:v>
                </c:pt>
                <c:pt idx="1488">
                  <c:v>3.69489515</c:v>
                </c:pt>
                <c:pt idx="1489">
                  <c:v>3.69857788</c:v>
                </c:pt>
                <c:pt idx="1490">
                  <c:v>3.70231628</c:v>
                </c:pt>
                <c:pt idx="1491">
                  <c:v>3.70567322</c:v>
                </c:pt>
                <c:pt idx="1492">
                  <c:v>3.70862806</c:v>
                </c:pt>
                <c:pt idx="1493">
                  <c:v>3.71100348</c:v>
                </c:pt>
                <c:pt idx="1494">
                  <c:v>3.71434392</c:v>
                </c:pt>
                <c:pt idx="1495">
                  <c:v>3.71803284</c:v>
                </c:pt>
                <c:pt idx="1496">
                  <c:v>3.72139596</c:v>
                </c:pt>
                <c:pt idx="1497">
                  <c:v>3.72473639</c:v>
                </c:pt>
                <c:pt idx="1498">
                  <c:v>3.72807683</c:v>
                </c:pt>
                <c:pt idx="1499">
                  <c:v>3.73138428</c:v>
                </c:pt>
                <c:pt idx="1500">
                  <c:v>3.73474121</c:v>
                </c:pt>
                <c:pt idx="1501">
                  <c:v>3.73809814</c:v>
                </c:pt>
                <c:pt idx="1502">
                  <c:v>3.74143858</c:v>
                </c:pt>
                <c:pt idx="1503">
                  <c:v>3.74443054</c:v>
                </c:pt>
                <c:pt idx="1504">
                  <c:v>3.74745137</c:v>
                </c:pt>
                <c:pt idx="1505">
                  <c:v>3.75116297</c:v>
                </c:pt>
                <c:pt idx="1506">
                  <c:v>3.75480652</c:v>
                </c:pt>
                <c:pt idx="1507">
                  <c:v>3.75816345</c:v>
                </c:pt>
                <c:pt idx="1508">
                  <c:v>3.76182556</c:v>
                </c:pt>
                <c:pt idx="1509">
                  <c:v>3.76556396</c:v>
                </c:pt>
                <c:pt idx="1510">
                  <c:v>3.76922607</c:v>
                </c:pt>
                <c:pt idx="1511">
                  <c:v>3.77052307</c:v>
                </c:pt>
                <c:pt idx="1512">
                  <c:v>3.77454603</c:v>
                </c:pt>
                <c:pt idx="1513">
                  <c:v>3.77822876</c:v>
                </c:pt>
                <c:pt idx="1514">
                  <c:v>3.78122691</c:v>
                </c:pt>
                <c:pt idx="1515">
                  <c:v>3.78456116</c:v>
                </c:pt>
                <c:pt idx="1516">
                  <c:v>3.78791809</c:v>
                </c:pt>
                <c:pt idx="1517">
                  <c:v>3.79127502</c:v>
                </c:pt>
                <c:pt idx="1518">
                  <c:v>3.79525674</c:v>
                </c:pt>
                <c:pt idx="1519">
                  <c:v>3.79859718</c:v>
                </c:pt>
                <c:pt idx="1520">
                  <c:v>3.801651</c:v>
                </c:pt>
                <c:pt idx="1521">
                  <c:v>3.80498113</c:v>
                </c:pt>
                <c:pt idx="1522">
                  <c:v>3.80832157</c:v>
                </c:pt>
                <c:pt idx="1523">
                  <c:v>3.81195068</c:v>
                </c:pt>
                <c:pt idx="1524">
                  <c:v>3.81529937</c:v>
                </c:pt>
                <c:pt idx="1525">
                  <c:v>3.81896973</c:v>
                </c:pt>
                <c:pt idx="1526">
                  <c:v>3.82198024</c:v>
                </c:pt>
                <c:pt idx="1527">
                  <c:v>3.82598877</c:v>
                </c:pt>
                <c:pt idx="1528">
                  <c:v>3.82903228</c:v>
                </c:pt>
                <c:pt idx="1529">
                  <c:v>3.83201599</c:v>
                </c:pt>
                <c:pt idx="1530">
                  <c:v>3.83499146</c:v>
                </c:pt>
                <c:pt idx="1531">
                  <c:v>3.83834839</c:v>
                </c:pt>
                <c:pt idx="1532">
                  <c:v>3.84170532</c:v>
                </c:pt>
                <c:pt idx="1533">
                  <c:v>3.84499215</c:v>
                </c:pt>
                <c:pt idx="1534">
                  <c:v>3.84833259</c:v>
                </c:pt>
                <c:pt idx="1535">
                  <c:v>3.85167302</c:v>
                </c:pt>
                <c:pt idx="1536">
                  <c:v>3.85498047</c:v>
                </c:pt>
                <c:pt idx="1537">
                  <c:v>3.85798274</c:v>
                </c:pt>
                <c:pt idx="1538">
                  <c:v>3.86132318</c:v>
                </c:pt>
                <c:pt idx="1539">
                  <c:v>3.8646698</c:v>
                </c:pt>
                <c:pt idx="1540">
                  <c:v>3.86896907</c:v>
                </c:pt>
                <c:pt idx="1541">
                  <c:v>3.87268066</c:v>
                </c:pt>
                <c:pt idx="1542">
                  <c:v>3.87594687</c:v>
                </c:pt>
                <c:pt idx="1543">
                  <c:v>3.87763977</c:v>
                </c:pt>
                <c:pt idx="1544">
                  <c:v>3.88267517</c:v>
                </c:pt>
                <c:pt idx="1545">
                  <c:v>3.88595581</c:v>
                </c:pt>
                <c:pt idx="1546">
                  <c:v>3.88826937</c:v>
                </c:pt>
                <c:pt idx="1547">
                  <c:v>3.89198303</c:v>
                </c:pt>
                <c:pt idx="1548">
                  <c:v>3.89524718</c:v>
                </c:pt>
                <c:pt idx="1549">
                  <c:v>3.89858761</c:v>
                </c:pt>
                <c:pt idx="1550">
                  <c:v>3.90192805</c:v>
                </c:pt>
                <c:pt idx="1551">
                  <c:v>3.90525818</c:v>
                </c:pt>
                <c:pt idx="1552">
                  <c:v>3.90792847</c:v>
                </c:pt>
                <c:pt idx="1553">
                  <c:v>3.91120911</c:v>
                </c:pt>
                <c:pt idx="1554">
                  <c:v>3.91487122</c:v>
                </c:pt>
                <c:pt idx="1555">
                  <c:v>3.91815186</c:v>
                </c:pt>
                <c:pt idx="1556">
                  <c:v>3.92115413</c:v>
                </c:pt>
                <c:pt idx="1557">
                  <c:v>3.92479149</c:v>
                </c:pt>
                <c:pt idx="1558">
                  <c:v>3.92813193</c:v>
                </c:pt>
                <c:pt idx="1559">
                  <c:v>3.93147237</c:v>
                </c:pt>
                <c:pt idx="1560">
                  <c:v>3.93510973</c:v>
                </c:pt>
                <c:pt idx="1561">
                  <c:v>3.93845017</c:v>
                </c:pt>
                <c:pt idx="1562">
                  <c:v>3.94142151</c:v>
                </c:pt>
                <c:pt idx="1563">
                  <c:v>3.94508362</c:v>
                </c:pt>
                <c:pt idx="1564">
                  <c:v>3.94836426</c:v>
                </c:pt>
                <c:pt idx="1565">
                  <c:v>3.9516449</c:v>
                </c:pt>
                <c:pt idx="1566">
                  <c:v>3.95530701</c:v>
                </c:pt>
                <c:pt idx="1567">
                  <c:v>3.95893819</c:v>
                </c:pt>
                <c:pt idx="1568">
                  <c:v>3.96064758</c:v>
                </c:pt>
                <c:pt idx="1569">
                  <c:v>3.96391173</c:v>
                </c:pt>
                <c:pt idx="1570">
                  <c:v>3.96888733</c:v>
                </c:pt>
                <c:pt idx="1571">
                  <c:v>3.97185454</c:v>
                </c:pt>
                <c:pt idx="1572">
                  <c:v>3.97483826</c:v>
                </c:pt>
                <c:pt idx="1573">
                  <c:v>3.97850037</c:v>
                </c:pt>
                <c:pt idx="1574">
                  <c:v>3.98178101</c:v>
                </c:pt>
                <c:pt idx="1575">
                  <c:v>3.98376465</c:v>
                </c:pt>
                <c:pt idx="1576">
                  <c:v>3.98880005</c:v>
                </c:pt>
                <c:pt idx="1577">
                  <c:v>3.99208069</c:v>
                </c:pt>
                <c:pt idx="1578">
                  <c:v>3.99508914</c:v>
                </c:pt>
                <c:pt idx="1579">
                  <c:v>3.99703979</c:v>
                </c:pt>
                <c:pt idx="1580">
                  <c:v>4.00065654</c:v>
                </c:pt>
                <c:pt idx="1581">
                  <c:v>4.00497437</c:v>
                </c:pt>
                <c:pt idx="1582">
                  <c:v>4.00863647</c:v>
                </c:pt>
                <c:pt idx="1583">
                  <c:v>4.01023246</c:v>
                </c:pt>
                <c:pt idx="1584">
                  <c:v>4.01519775</c:v>
                </c:pt>
                <c:pt idx="1585">
                  <c:v>4.01854644</c:v>
                </c:pt>
                <c:pt idx="1586">
                  <c:v>4.02153015</c:v>
                </c:pt>
                <c:pt idx="1587">
                  <c:v>4.024485</c:v>
                </c:pt>
                <c:pt idx="1588">
                  <c:v>4.02748108</c:v>
                </c:pt>
                <c:pt idx="1589">
                  <c:v>4.03072048</c:v>
                </c:pt>
                <c:pt idx="1590">
                  <c:v>4.03406092</c:v>
                </c:pt>
                <c:pt idx="1591">
                  <c:v>4.03703019</c:v>
                </c:pt>
                <c:pt idx="1592">
                  <c:v>4.04096449</c:v>
                </c:pt>
                <c:pt idx="1593">
                  <c:v>4.04396057</c:v>
                </c:pt>
                <c:pt idx="1594">
                  <c:v>4.04724121</c:v>
                </c:pt>
                <c:pt idx="1595">
                  <c:v>4.05090332</c:v>
                </c:pt>
                <c:pt idx="1596">
                  <c:v>4.05388085</c:v>
                </c:pt>
                <c:pt idx="1597">
                  <c:v>4.05647896</c:v>
                </c:pt>
                <c:pt idx="1598">
                  <c:v>4.06011633</c:v>
                </c:pt>
                <c:pt idx="1599">
                  <c:v>4.06471871</c:v>
                </c:pt>
                <c:pt idx="1600">
                  <c:v>4.06639099</c:v>
                </c:pt>
                <c:pt idx="1601">
                  <c:v>4.06997681</c:v>
                </c:pt>
                <c:pt idx="1602">
                  <c:v>4.07295846</c:v>
                </c:pt>
                <c:pt idx="1603">
                  <c:v>4.07661438</c:v>
                </c:pt>
                <c:pt idx="1604">
                  <c:v>4.0795651</c:v>
                </c:pt>
                <c:pt idx="1605">
                  <c:v>4.08453864</c:v>
                </c:pt>
                <c:pt idx="1606">
                  <c:v>4.08646867</c:v>
                </c:pt>
                <c:pt idx="1607">
                  <c:v>4.09107105</c:v>
                </c:pt>
                <c:pt idx="1608">
                  <c:v>4.09439087</c:v>
                </c:pt>
                <c:pt idx="1609">
                  <c:v>4.09738077</c:v>
                </c:pt>
                <c:pt idx="1610">
                  <c:v>4.09896851</c:v>
                </c:pt>
                <c:pt idx="1611">
                  <c:v>4.10392761</c:v>
                </c:pt>
                <c:pt idx="1612">
                  <c:v>4.10720825</c:v>
                </c:pt>
                <c:pt idx="1613">
                  <c:v>4.11089098</c:v>
                </c:pt>
                <c:pt idx="1614">
                  <c:v>4.11415719</c:v>
                </c:pt>
                <c:pt idx="1615">
                  <c:v>4.11743164</c:v>
                </c:pt>
                <c:pt idx="1616">
                  <c:v>4.12010193</c:v>
                </c:pt>
                <c:pt idx="1617">
                  <c:v>4.12306502</c:v>
                </c:pt>
                <c:pt idx="1618">
                  <c:v>4.12635803</c:v>
                </c:pt>
                <c:pt idx="1619">
                  <c:v>4.1293005</c:v>
                </c:pt>
                <c:pt idx="1620">
                  <c:v>4.13256671</c:v>
                </c:pt>
                <c:pt idx="1621">
                  <c:v>4.13553599</c:v>
                </c:pt>
                <c:pt idx="1622">
                  <c:v>4.13917542</c:v>
                </c:pt>
                <c:pt idx="1623">
                  <c:v>4.14245605</c:v>
                </c:pt>
                <c:pt idx="1624">
                  <c:v>4.14570576</c:v>
                </c:pt>
                <c:pt idx="1625">
                  <c:v>4.15030815</c:v>
                </c:pt>
                <c:pt idx="1626">
                  <c:v>4.15328979</c:v>
                </c:pt>
                <c:pt idx="1627">
                  <c:v>4.15657043</c:v>
                </c:pt>
                <c:pt idx="1628">
                  <c:v>4.15854789</c:v>
                </c:pt>
                <c:pt idx="1629">
                  <c:v>4.16315027</c:v>
                </c:pt>
                <c:pt idx="1630">
                  <c:v>4.16610718</c:v>
                </c:pt>
                <c:pt idx="1631">
                  <c:v>4.16938576</c:v>
                </c:pt>
                <c:pt idx="1632">
                  <c:v>4.17236328</c:v>
                </c:pt>
                <c:pt idx="1633">
                  <c:v>4.17532431</c:v>
                </c:pt>
                <c:pt idx="1634">
                  <c:v>4.17859052</c:v>
                </c:pt>
                <c:pt idx="1635">
                  <c:v>4.18182373</c:v>
                </c:pt>
                <c:pt idx="1636">
                  <c:v>4.184826</c:v>
                </c:pt>
                <c:pt idx="1637">
                  <c:v>4.18809221</c:v>
                </c:pt>
                <c:pt idx="1638">
                  <c:v>4.19172957</c:v>
                </c:pt>
                <c:pt idx="1639">
                  <c:v>4.19499578</c:v>
                </c:pt>
                <c:pt idx="1640">
                  <c:v>4.19826198</c:v>
                </c:pt>
                <c:pt idx="1641">
                  <c:v>4.20189935</c:v>
                </c:pt>
                <c:pt idx="1642">
                  <c:v>4.20449747</c:v>
                </c:pt>
                <c:pt idx="1643">
                  <c:v>4.20909985</c:v>
                </c:pt>
                <c:pt idx="1644">
                  <c:v>4.21266298</c:v>
                </c:pt>
                <c:pt idx="1645">
                  <c:v>4.21600342</c:v>
                </c:pt>
                <c:pt idx="1646">
                  <c:v>4.21890259</c:v>
                </c:pt>
                <c:pt idx="1647">
                  <c:v>4.22216467</c:v>
                </c:pt>
                <c:pt idx="1648">
                  <c:v>4.22515869</c:v>
                </c:pt>
                <c:pt idx="1649">
                  <c:v>4.22843933</c:v>
                </c:pt>
                <c:pt idx="1650">
                  <c:v>4.23202515</c:v>
                </c:pt>
                <c:pt idx="1651">
                  <c:v>4.2350068</c:v>
                </c:pt>
                <c:pt idx="1652">
                  <c:v>4.23858643</c:v>
                </c:pt>
                <c:pt idx="1653">
                  <c:v>4.24087524</c:v>
                </c:pt>
                <c:pt idx="1654">
                  <c:v>4.24415588</c:v>
                </c:pt>
                <c:pt idx="1655">
                  <c:v>4.24743652</c:v>
                </c:pt>
                <c:pt idx="1656">
                  <c:v>4.25102234</c:v>
                </c:pt>
                <c:pt idx="1657">
                  <c:v>4.25430298</c:v>
                </c:pt>
                <c:pt idx="1658">
                  <c:v>4.25787024</c:v>
                </c:pt>
                <c:pt idx="1659">
                  <c:v>4.26017143</c:v>
                </c:pt>
                <c:pt idx="1660">
                  <c:v>4.26343763</c:v>
                </c:pt>
                <c:pt idx="1661">
                  <c:v>4.26670384</c:v>
                </c:pt>
                <c:pt idx="1662">
                  <c:v>4.2703412</c:v>
                </c:pt>
                <c:pt idx="1663">
                  <c:v>4.27494358</c:v>
                </c:pt>
                <c:pt idx="1664">
                  <c:v>4.27820979</c:v>
                </c:pt>
                <c:pt idx="1665">
                  <c:v>4.28146362</c:v>
                </c:pt>
                <c:pt idx="1666">
                  <c:v>4.28344727</c:v>
                </c:pt>
                <c:pt idx="1667">
                  <c:v>4.2880249</c:v>
                </c:pt>
                <c:pt idx="1668">
                  <c:v>4.29097768</c:v>
                </c:pt>
                <c:pt idx="1669">
                  <c:v>4.29454082</c:v>
                </c:pt>
                <c:pt idx="1670">
                  <c:v>4.29780702</c:v>
                </c:pt>
                <c:pt idx="1671">
                  <c:v>4.30076599</c:v>
                </c:pt>
                <c:pt idx="1672">
                  <c:v>4.30435181</c:v>
                </c:pt>
                <c:pt idx="1673">
                  <c:v>4.30597254</c:v>
                </c:pt>
                <c:pt idx="1674">
                  <c:v>4.31057492</c:v>
                </c:pt>
                <c:pt idx="1675">
                  <c:v>4.31413805</c:v>
                </c:pt>
                <c:pt idx="1676">
                  <c:v>4.31614231</c:v>
                </c:pt>
                <c:pt idx="1677">
                  <c:v>4.31907654</c:v>
                </c:pt>
                <c:pt idx="1678">
                  <c:v>4.32297165</c:v>
                </c:pt>
                <c:pt idx="1679">
                  <c:v>4.32690595</c:v>
                </c:pt>
                <c:pt idx="1680">
                  <c:v>4.32983398</c:v>
                </c:pt>
                <c:pt idx="1681">
                  <c:v>4.3334198</c:v>
                </c:pt>
                <c:pt idx="1682">
                  <c:v>4.33700149</c:v>
                </c:pt>
                <c:pt idx="1683">
                  <c:v>4.33990479</c:v>
                </c:pt>
                <c:pt idx="1684">
                  <c:v>4.34318542</c:v>
                </c:pt>
                <c:pt idx="1685">
                  <c:v>4.34642895</c:v>
                </c:pt>
                <c:pt idx="1686">
                  <c:v>4.3491013</c:v>
                </c:pt>
                <c:pt idx="1687">
                  <c:v>4.35229327</c:v>
                </c:pt>
                <c:pt idx="1688">
                  <c:v>4.35562134</c:v>
                </c:pt>
                <c:pt idx="1689">
                  <c:v>4.35852876</c:v>
                </c:pt>
                <c:pt idx="1690">
                  <c:v>4.36179496</c:v>
                </c:pt>
                <c:pt idx="1691">
                  <c:v>4.36500549</c:v>
                </c:pt>
                <c:pt idx="1692">
                  <c:v>4.3686243</c:v>
                </c:pt>
                <c:pt idx="1693">
                  <c:v>4.37156677</c:v>
                </c:pt>
                <c:pt idx="1694">
                  <c:v>4.37515259</c:v>
                </c:pt>
                <c:pt idx="1695">
                  <c:v>4.37805176</c:v>
                </c:pt>
                <c:pt idx="1696">
                  <c:v>4.38131796</c:v>
                </c:pt>
                <c:pt idx="1697">
                  <c:v>4.38522339</c:v>
                </c:pt>
                <c:pt idx="1698">
                  <c:v>4.3881473</c:v>
                </c:pt>
                <c:pt idx="1699">
                  <c:v>4.39109802</c:v>
                </c:pt>
                <c:pt idx="1700">
                  <c:v>4.3953478</c:v>
                </c:pt>
                <c:pt idx="1701">
                  <c:v>4.39857483</c:v>
                </c:pt>
                <c:pt idx="1702">
                  <c:v>4.40185547</c:v>
                </c:pt>
                <c:pt idx="1703">
                  <c:v>4.40475464</c:v>
                </c:pt>
                <c:pt idx="1704">
                  <c:v>4.40803528</c:v>
                </c:pt>
                <c:pt idx="1705">
                  <c:v>4.41062927</c:v>
                </c:pt>
                <c:pt idx="1706">
                  <c:v>4.41390579</c:v>
                </c:pt>
                <c:pt idx="1707">
                  <c:v>4.41717199</c:v>
                </c:pt>
                <c:pt idx="1708">
                  <c:v>4.42077637</c:v>
                </c:pt>
                <c:pt idx="1709">
                  <c:v>4.42400133</c:v>
                </c:pt>
                <c:pt idx="1710">
                  <c:v>4.42695618</c:v>
                </c:pt>
                <c:pt idx="1711">
                  <c:v>4.42986566</c:v>
                </c:pt>
                <c:pt idx="1712">
                  <c:v>4.43443298</c:v>
                </c:pt>
                <c:pt idx="1713">
                  <c:v>4.43771362</c:v>
                </c:pt>
                <c:pt idx="1714">
                  <c:v>4.44091797</c:v>
                </c:pt>
                <c:pt idx="1715">
                  <c:v>4.44450378</c:v>
                </c:pt>
                <c:pt idx="1716">
                  <c:v>4.44612245</c:v>
                </c:pt>
                <c:pt idx="1717">
                  <c:v>4.44969177</c:v>
                </c:pt>
                <c:pt idx="1718">
                  <c:v>4.45327759</c:v>
                </c:pt>
                <c:pt idx="1719">
                  <c:v>4.456218</c:v>
                </c:pt>
                <c:pt idx="1720">
                  <c:v>4.4594842</c:v>
                </c:pt>
                <c:pt idx="1721">
                  <c:v>4.46243286</c:v>
                </c:pt>
                <c:pt idx="1722">
                  <c:v>4.46631354</c:v>
                </c:pt>
                <c:pt idx="1723">
                  <c:v>4.46922302</c:v>
                </c:pt>
                <c:pt idx="1724">
                  <c:v>4.47250366</c:v>
                </c:pt>
                <c:pt idx="1725">
                  <c:v>4.4757843</c:v>
                </c:pt>
                <c:pt idx="1726">
                  <c:v>4.47868347</c:v>
                </c:pt>
                <c:pt idx="1727">
                  <c:v>4.48326111</c:v>
                </c:pt>
                <c:pt idx="1728">
                  <c:v>4.48684692</c:v>
                </c:pt>
                <c:pt idx="1729">
                  <c:v>4.49005127</c:v>
                </c:pt>
                <c:pt idx="1730">
                  <c:v>4.49333191</c:v>
                </c:pt>
                <c:pt idx="1731">
                  <c:v>4.49496707</c:v>
                </c:pt>
                <c:pt idx="1732">
                  <c:v>4.49853021</c:v>
                </c:pt>
                <c:pt idx="1733">
                  <c:v>4.50210571</c:v>
                </c:pt>
                <c:pt idx="1734">
                  <c:v>4.50469971</c:v>
                </c:pt>
                <c:pt idx="1735">
                  <c:v>4.50828552</c:v>
                </c:pt>
                <c:pt idx="1736">
                  <c:v>4.51122387</c:v>
                </c:pt>
                <c:pt idx="1737">
                  <c:v>4.51477051</c:v>
                </c:pt>
                <c:pt idx="1738">
                  <c:v>4.5187213</c:v>
                </c:pt>
                <c:pt idx="1739">
                  <c:v>4.52163696</c:v>
                </c:pt>
                <c:pt idx="1740">
                  <c:v>4.52484131</c:v>
                </c:pt>
                <c:pt idx="1741">
                  <c:v>4.52781677</c:v>
                </c:pt>
                <c:pt idx="1742">
                  <c:v>4.53102112</c:v>
                </c:pt>
                <c:pt idx="1743">
                  <c:v>4.53393885</c:v>
                </c:pt>
                <c:pt idx="1744">
                  <c:v>4.53883815</c:v>
                </c:pt>
                <c:pt idx="1745">
                  <c:v>4.54048157</c:v>
                </c:pt>
                <c:pt idx="1746">
                  <c:v>4.5450592</c:v>
                </c:pt>
                <c:pt idx="1747">
                  <c:v>4.54700367</c:v>
                </c:pt>
                <c:pt idx="1748">
                  <c:v>4.55055237</c:v>
                </c:pt>
                <c:pt idx="1749">
                  <c:v>4.55383301</c:v>
                </c:pt>
                <c:pt idx="1750">
                  <c:v>4.55673218</c:v>
                </c:pt>
                <c:pt idx="1751">
                  <c:v>4.56130981</c:v>
                </c:pt>
                <c:pt idx="1752">
                  <c:v>4.56422548</c:v>
                </c:pt>
                <c:pt idx="1753">
                  <c:v>4.56778861</c:v>
                </c:pt>
                <c:pt idx="1754">
                  <c:v>4.57069397</c:v>
                </c:pt>
                <c:pt idx="1755">
                  <c:v>4.57328796</c:v>
                </c:pt>
                <c:pt idx="1756">
                  <c:v>4.57687378</c:v>
                </c:pt>
                <c:pt idx="1757">
                  <c:v>4.57981419</c:v>
                </c:pt>
                <c:pt idx="1758">
                  <c:v>4.58435059</c:v>
                </c:pt>
                <c:pt idx="1759">
                  <c:v>4.58731162</c:v>
                </c:pt>
                <c:pt idx="1760">
                  <c:v>4.59050359</c:v>
                </c:pt>
                <c:pt idx="1761">
                  <c:v>4.59381104</c:v>
                </c:pt>
                <c:pt idx="1762">
                  <c:v>4.59673907</c:v>
                </c:pt>
                <c:pt idx="1763">
                  <c:v>4.5986691</c:v>
                </c:pt>
                <c:pt idx="1764">
                  <c:v>4.60319725</c:v>
                </c:pt>
                <c:pt idx="1765">
                  <c:v>4.60418701</c:v>
                </c:pt>
                <c:pt idx="1766">
                  <c:v>4.6093585</c:v>
                </c:pt>
                <c:pt idx="1767">
                  <c:v>4.61227417</c:v>
                </c:pt>
                <c:pt idx="1768">
                  <c:v>4.61618784</c:v>
                </c:pt>
                <c:pt idx="1769">
                  <c:v>4.61945405</c:v>
                </c:pt>
                <c:pt idx="1770">
                  <c:v>4.62272025</c:v>
                </c:pt>
                <c:pt idx="1771">
                  <c:v>4.62628339</c:v>
                </c:pt>
                <c:pt idx="1772">
                  <c:v>4.62921143</c:v>
                </c:pt>
                <c:pt idx="1773">
                  <c:v>4.63214771</c:v>
                </c:pt>
                <c:pt idx="1774">
                  <c:v>4.63539124</c:v>
                </c:pt>
                <c:pt idx="1775">
                  <c:v>4.63859558</c:v>
                </c:pt>
                <c:pt idx="1776">
                  <c:v>4.64157517</c:v>
                </c:pt>
                <c:pt idx="1777">
                  <c:v>4.64546204</c:v>
                </c:pt>
                <c:pt idx="1778">
                  <c:v>4.64866638</c:v>
                </c:pt>
                <c:pt idx="1779">
                  <c:v>4.65194702</c:v>
                </c:pt>
                <c:pt idx="1780">
                  <c:v>4.65522766</c:v>
                </c:pt>
                <c:pt idx="1781">
                  <c:v>4.65881348</c:v>
                </c:pt>
                <c:pt idx="1782">
                  <c:v>4.66201782</c:v>
                </c:pt>
                <c:pt idx="1783">
                  <c:v>4.66495823</c:v>
                </c:pt>
                <c:pt idx="1784">
                  <c:v>4.66852137</c:v>
                </c:pt>
                <c:pt idx="1785">
                  <c:v>4.67178757</c:v>
                </c:pt>
                <c:pt idx="1786">
                  <c:v>4.67438569</c:v>
                </c:pt>
                <c:pt idx="1787">
                  <c:v>4.67765808</c:v>
                </c:pt>
                <c:pt idx="1788">
                  <c:v>4.679285</c:v>
                </c:pt>
                <c:pt idx="1789">
                  <c:v>4.68742371</c:v>
                </c:pt>
                <c:pt idx="1790">
                  <c:v>4.69131057</c:v>
                </c:pt>
                <c:pt idx="1791">
                  <c:v>4.69421387</c:v>
                </c:pt>
                <c:pt idx="1792">
                  <c:v>4.69749451</c:v>
                </c:pt>
                <c:pt idx="1793">
                  <c:v>4.70073803</c:v>
                </c:pt>
                <c:pt idx="1794">
                  <c:v>4.70393</c:v>
                </c:pt>
                <c:pt idx="1795">
                  <c:v>4.70719621</c:v>
                </c:pt>
                <c:pt idx="1796">
                  <c:v>4.70916748</c:v>
                </c:pt>
                <c:pt idx="1797">
                  <c:v>4.71305847</c:v>
                </c:pt>
                <c:pt idx="1798">
                  <c:v>4.71626282</c:v>
                </c:pt>
                <c:pt idx="1799">
                  <c:v>4.72085489</c:v>
                </c:pt>
                <c:pt idx="1800">
                  <c:v>4.72373962</c:v>
                </c:pt>
                <c:pt idx="1801">
                  <c:v>4.72664498</c:v>
                </c:pt>
                <c:pt idx="1802">
                  <c:v>4.72991119</c:v>
                </c:pt>
                <c:pt idx="1803">
                  <c:v>4.73347432</c:v>
                </c:pt>
                <c:pt idx="1804">
                  <c:v>4.73674052</c:v>
                </c:pt>
                <c:pt idx="1805">
                  <c:v>4.73999023</c:v>
                </c:pt>
                <c:pt idx="1806">
                  <c:v>4.74290178</c:v>
                </c:pt>
                <c:pt idx="1807">
                  <c:v>4.74647522</c:v>
                </c:pt>
                <c:pt idx="1808">
                  <c:v>4.74935996</c:v>
                </c:pt>
                <c:pt idx="1809">
                  <c:v>4.75292309</c:v>
                </c:pt>
                <c:pt idx="1810">
                  <c:v>4.75425926</c:v>
                </c:pt>
                <c:pt idx="1811">
                  <c:v>4.75908434</c:v>
                </c:pt>
                <c:pt idx="1812">
                  <c:v>4.76203918</c:v>
                </c:pt>
                <c:pt idx="1813">
                  <c:v>4.76494866</c:v>
                </c:pt>
                <c:pt idx="1814">
                  <c:v>4.7685118</c:v>
                </c:pt>
                <c:pt idx="1815">
                  <c:v>4.771778</c:v>
                </c:pt>
                <c:pt idx="1816">
                  <c:v>4.77470398</c:v>
                </c:pt>
                <c:pt idx="1817">
                  <c:v>4.77831041</c:v>
                </c:pt>
                <c:pt idx="1818">
                  <c:v>4.7825221</c:v>
                </c:pt>
                <c:pt idx="1819">
                  <c:v>4.78512413</c:v>
                </c:pt>
                <c:pt idx="1820">
                  <c:v>4.78840596</c:v>
                </c:pt>
                <c:pt idx="1821">
                  <c:v>4.79134008</c:v>
                </c:pt>
                <c:pt idx="1822">
                  <c:v>4.79524311</c:v>
                </c:pt>
                <c:pt idx="1823">
                  <c:v>4.7968684</c:v>
                </c:pt>
                <c:pt idx="1824">
                  <c:v>4.80176771</c:v>
                </c:pt>
                <c:pt idx="1825">
                  <c:v>4.80503392</c:v>
                </c:pt>
                <c:pt idx="1826">
                  <c:v>4.80666311</c:v>
                </c:pt>
                <c:pt idx="1827">
                  <c:v>4.81060131</c:v>
                </c:pt>
                <c:pt idx="1828">
                  <c:v>4.81386752</c:v>
                </c:pt>
                <c:pt idx="1829">
                  <c:v>4.81713372</c:v>
                </c:pt>
                <c:pt idx="1830">
                  <c:v>4.8204683</c:v>
                </c:pt>
                <c:pt idx="1831">
                  <c:v>4.82403729</c:v>
                </c:pt>
                <c:pt idx="1832">
                  <c:v>4.8273035</c:v>
                </c:pt>
                <c:pt idx="1833">
                  <c:v>4.83058729</c:v>
                </c:pt>
                <c:pt idx="1834">
                  <c:v>4.83353898</c:v>
                </c:pt>
                <c:pt idx="1835">
                  <c:v>4.83716463</c:v>
                </c:pt>
                <c:pt idx="1836">
                  <c:v>4.84044255</c:v>
                </c:pt>
                <c:pt idx="1837">
                  <c:v>4.84403108</c:v>
                </c:pt>
                <c:pt idx="1838">
                  <c:v>4.84670539</c:v>
                </c:pt>
                <c:pt idx="1839">
                  <c:v>4.84994424</c:v>
                </c:pt>
                <c:pt idx="1840">
                  <c:v>4.85194851</c:v>
                </c:pt>
                <c:pt idx="1841">
                  <c:v>4.85617387</c:v>
                </c:pt>
                <c:pt idx="1842">
                  <c:v>4.86079969</c:v>
                </c:pt>
                <c:pt idx="1843">
                  <c:v>4.86271214</c:v>
                </c:pt>
                <c:pt idx="1844">
                  <c:v>4.86636513</c:v>
                </c:pt>
                <c:pt idx="1845">
                  <c:v>4.86961766</c:v>
                </c:pt>
                <c:pt idx="1846">
                  <c:v>4.87323159</c:v>
                </c:pt>
                <c:pt idx="1847">
                  <c:v>4.87648412</c:v>
                </c:pt>
                <c:pt idx="1848">
                  <c:v>4.87948856</c:v>
                </c:pt>
                <c:pt idx="1849">
                  <c:v>4.88305169</c:v>
                </c:pt>
                <c:pt idx="1850">
                  <c:v>4.88602488</c:v>
                </c:pt>
                <c:pt idx="1851">
                  <c:v>4.89032642</c:v>
                </c:pt>
                <c:pt idx="1852">
                  <c:v>4.89388956</c:v>
                </c:pt>
                <c:pt idx="1853">
                  <c:v>4.89686665</c:v>
                </c:pt>
                <c:pt idx="1854">
                  <c:v>4.90011918</c:v>
                </c:pt>
                <c:pt idx="1855">
                  <c:v>4.9037331</c:v>
                </c:pt>
                <c:pt idx="1856">
                  <c:v>4.90640741</c:v>
                </c:pt>
                <c:pt idx="1857">
                  <c:v>4.9093298</c:v>
                </c:pt>
                <c:pt idx="1858">
                  <c:v>4.91262336</c:v>
                </c:pt>
                <c:pt idx="1859">
                  <c:v>4.91587589</c:v>
                </c:pt>
                <c:pt idx="1860">
                  <c:v>4.91883149</c:v>
                </c:pt>
                <c:pt idx="1861">
                  <c:v>4.9220977</c:v>
                </c:pt>
                <c:pt idx="1862">
                  <c:v>4.92671766</c:v>
                </c:pt>
                <c:pt idx="1863">
                  <c:v>4.92966935</c:v>
                </c:pt>
                <c:pt idx="1864">
                  <c:v>4.93620177</c:v>
                </c:pt>
                <c:pt idx="1865">
                  <c:v>4.93983913</c:v>
                </c:pt>
                <c:pt idx="1866">
                  <c:v>4.94276348</c:v>
                </c:pt>
                <c:pt idx="1867">
                  <c:v>4.94601601</c:v>
                </c:pt>
                <c:pt idx="1868">
                  <c:v>4.94800465</c:v>
                </c:pt>
                <c:pt idx="1869">
                  <c:v>4.95288247</c:v>
                </c:pt>
                <c:pt idx="1870">
                  <c:v>4.95587323</c:v>
                </c:pt>
                <c:pt idx="1871">
                  <c:v>4.9588093</c:v>
                </c:pt>
                <c:pt idx="1872">
                  <c:v>4.96203448</c:v>
                </c:pt>
                <c:pt idx="1873">
                  <c:v>4.96365196</c:v>
                </c:pt>
                <c:pt idx="1874">
                  <c:v>4.9682055</c:v>
                </c:pt>
                <c:pt idx="1875">
                  <c:v>4.97153617</c:v>
                </c:pt>
                <c:pt idx="1876">
                  <c:v>4.97442145</c:v>
                </c:pt>
                <c:pt idx="1877">
                  <c:v>4.97767398</c:v>
                </c:pt>
                <c:pt idx="1878">
                  <c:v>4.98096363</c:v>
                </c:pt>
                <c:pt idx="1879">
                  <c:v>4.98388993</c:v>
                </c:pt>
                <c:pt idx="1880">
                  <c:v>4.98844348</c:v>
                </c:pt>
                <c:pt idx="1881">
                  <c:v>4.99068411</c:v>
                </c:pt>
                <c:pt idx="1882">
                  <c:v>4.99393664</c:v>
                </c:pt>
                <c:pt idx="1883">
                  <c:v>4.99684927</c:v>
                </c:pt>
                <c:pt idx="1884">
                  <c:v>5.00011547</c:v>
                </c:pt>
                <c:pt idx="1885">
                  <c:v>5.00367861</c:v>
                </c:pt>
                <c:pt idx="1886">
                  <c:v>5.00694481</c:v>
                </c:pt>
                <c:pt idx="1887">
                  <c:v>5.01013678</c:v>
                </c:pt>
                <c:pt idx="1888">
                  <c:v>5.01369992</c:v>
                </c:pt>
                <c:pt idx="1889">
                  <c:v>5.01793309</c:v>
                </c:pt>
                <c:pt idx="1890">
                  <c:v>5.02082619</c:v>
                </c:pt>
                <c:pt idx="1891">
                  <c:v>5.02407676</c:v>
                </c:pt>
                <c:pt idx="1892">
                  <c:v>5.02698744</c:v>
                </c:pt>
                <c:pt idx="1893">
                  <c:v>5.02985904</c:v>
                </c:pt>
                <c:pt idx="1894">
                  <c:v>5.03277753</c:v>
                </c:pt>
                <c:pt idx="1895">
                  <c:v>5.03600271</c:v>
                </c:pt>
                <c:pt idx="1896">
                  <c:v>5.03925524</c:v>
                </c:pt>
                <c:pt idx="1897">
                  <c:v>5.0424355</c:v>
                </c:pt>
                <c:pt idx="1898">
                  <c:v>5.04597714</c:v>
                </c:pt>
                <c:pt idx="1899">
                  <c:v>5.04955395</c:v>
                </c:pt>
                <c:pt idx="1900">
                  <c:v>5.05341401</c:v>
                </c:pt>
                <c:pt idx="1901">
                  <c:v>5.05660208</c:v>
                </c:pt>
                <c:pt idx="1902">
                  <c:v>5.0585536</c:v>
                </c:pt>
                <c:pt idx="1903">
                  <c:v>5.062693</c:v>
                </c:pt>
                <c:pt idx="1904">
                  <c:v>5.06462303</c:v>
                </c:pt>
                <c:pt idx="1905">
                  <c:v>5.06818617</c:v>
                </c:pt>
                <c:pt idx="1906">
                  <c:v>5.07137814</c:v>
                </c:pt>
                <c:pt idx="1907">
                  <c:v>5.07457011</c:v>
                </c:pt>
                <c:pt idx="1908">
                  <c:v>5.07813325</c:v>
                </c:pt>
                <c:pt idx="1909">
                  <c:v>5.08132522</c:v>
                </c:pt>
                <c:pt idx="1910">
                  <c:v>5.08421245</c:v>
                </c:pt>
                <c:pt idx="1911">
                  <c:v>5.08874842</c:v>
                </c:pt>
                <c:pt idx="1912">
                  <c:v>5.09194039</c:v>
                </c:pt>
                <c:pt idx="1913">
                  <c:v>5.0952066</c:v>
                </c:pt>
                <c:pt idx="1914">
                  <c:v>5.09678891</c:v>
                </c:pt>
                <c:pt idx="1915">
                  <c:v>5.10033055</c:v>
                </c:pt>
                <c:pt idx="1916">
                  <c:v>5.10322365</c:v>
                </c:pt>
                <c:pt idx="1917">
                  <c:v>5.10676334</c:v>
                </c:pt>
                <c:pt idx="1918">
                  <c:v>5.10968183</c:v>
                </c:pt>
                <c:pt idx="1919">
                  <c:v>5.1145069</c:v>
                </c:pt>
                <c:pt idx="1920">
                  <c:v>5.1199903</c:v>
                </c:pt>
                <c:pt idx="1921">
                  <c:v>5.12288144</c:v>
                </c:pt>
                <c:pt idx="1922">
                  <c:v>5.1273627</c:v>
                </c:pt>
                <c:pt idx="1923">
                  <c:v>5.13061523</c:v>
                </c:pt>
                <c:pt idx="1924">
                  <c:v>5.13184397</c:v>
                </c:pt>
                <c:pt idx="1925">
                  <c:v>5.13573724</c:v>
                </c:pt>
                <c:pt idx="1926">
                  <c:v>5.13900344</c:v>
                </c:pt>
                <c:pt idx="1927">
                  <c:v>5.14219542</c:v>
                </c:pt>
                <c:pt idx="1928">
                  <c:v>5.14442238</c:v>
                </c:pt>
                <c:pt idx="1929">
                  <c:v>5.14961861</c:v>
                </c:pt>
                <c:pt idx="1930">
                  <c:v>5.15281059</c:v>
                </c:pt>
                <c:pt idx="1931">
                  <c:v>5.15600256</c:v>
                </c:pt>
                <c:pt idx="1932">
                  <c:v>5.15956569</c:v>
                </c:pt>
                <c:pt idx="1933">
                  <c:v>5.16241776</c:v>
                </c:pt>
                <c:pt idx="1934">
                  <c:v>5.16567029</c:v>
                </c:pt>
                <c:pt idx="1935">
                  <c:v>5.16884469</c:v>
                </c:pt>
                <c:pt idx="1936">
                  <c:v>5.17203666</c:v>
                </c:pt>
                <c:pt idx="1937">
                  <c:v>5.17499422</c:v>
                </c:pt>
                <c:pt idx="1938">
                  <c:v>5.17781308</c:v>
                </c:pt>
                <c:pt idx="1939">
                  <c:v>5.18106561</c:v>
                </c:pt>
                <c:pt idx="1940">
                  <c:v>5.18424586</c:v>
                </c:pt>
                <c:pt idx="1941">
                  <c:v>5.18742612</c:v>
                </c:pt>
                <c:pt idx="1942">
                  <c:v>5.19126273</c:v>
                </c:pt>
                <c:pt idx="1943">
                  <c:v>5.19414801</c:v>
                </c:pt>
                <c:pt idx="1944">
                  <c:v>5.19772091</c:v>
                </c:pt>
                <c:pt idx="1945">
                  <c:v>5.20282143</c:v>
                </c:pt>
                <c:pt idx="1946">
                  <c:v>5.20633182</c:v>
                </c:pt>
                <c:pt idx="1947">
                  <c:v>5.20952379</c:v>
                </c:pt>
                <c:pt idx="1948">
                  <c:v>5.21243447</c:v>
                </c:pt>
                <c:pt idx="1949">
                  <c:v>5.21590383</c:v>
                </c:pt>
                <c:pt idx="1950">
                  <c:v>5.2203851</c:v>
                </c:pt>
                <c:pt idx="1951">
                  <c:v>5.2232567</c:v>
                </c:pt>
                <c:pt idx="1952">
                  <c:v>5.22645649</c:v>
                </c:pt>
                <c:pt idx="1953">
                  <c:v>5.23001181</c:v>
                </c:pt>
                <c:pt idx="1954">
                  <c:v>5.2325357</c:v>
                </c:pt>
                <c:pt idx="1955">
                  <c:v>5.2360246</c:v>
                </c:pt>
                <c:pt idx="1956">
                  <c:v>5.23921657</c:v>
                </c:pt>
                <c:pt idx="1957">
                  <c:v>5.24214092</c:v>
                </c:pt>
                <c:pt idx="1958">
                  <c:v>5.24532117</c:v>
                </c:pt>
                <c:pt idx="1959">
                  <c:v>5.24879054</c:v>
                </c:pt>
                <c:pt idx="1960">
                  <c:v>5.25168754</c:v>
                </c:pt>
                <c:pt idx="1961">
                  <c:v>5.25450054</c:v>
                </c:pt>
                <c:pt idx="1962">
                  <c:v>5.25804218</c:v>
                </c:pt>
                <c:pt idx="1963">
                  <c:v>5.26156039</c:v>
                </c:pt>
                <c:pt idx="1964">
                  <c:v>5.26408427</c:v>
                </c:pt>
                <c:pt idx="1965">
                  <c:v>5.26727625</c:v>
                </c:pt>
                <c:pt idx="1966">
                  <c:v>5.27076515</c:v>
                </c:pt>
                <c:pt idx="1967">
                  <c:v>5.27328904</c:v>
                </c:pt>
                <c:pt idx="1968">
                  <c:v>5.27676231</c:v>
                </c:pt>
                <c:pt idx="1969">
                  <c:v>5.27996991</c:v>
                </c:pt>
                <c:pt idx="1970">
                  <c:v>5.28316189</c:v>
                </c:pt>
                <c:pt idx="1971">
                  <c:v>5.28601395</c:v>
                </c:pt>
                <c:pt idx="1972">
                  <c:v>5.28919421</c:v>
                </c:pt>
                <c:pt idx="1973">
                  <c:v>5.29266357</c:v>
                </c:pt>
                <c:pt idx="1974">
                  <c:v>5.29584383</c:v>
                </c:pt>
                <c:pt idx="1975">
                  <c:v>5.29867636</c:v>
                </c:pt>
                <c:pt idx="1976">
                  <c:v>5.30216526</c:v>
                </c:pt>
                <c:pt idx="1977">
                  <c:v>5.30502319</c:v>
                </c:pt>
                <c:pt idx="1978">
                  <c:v>5.30847498</c:v>
                </c:pt>
                <c:pt idx="1979">
                  <c:v>5.31232332</c:v>
                </c:pt>
                <c:pt idx="1980">
                  <c:v>5.31543129</c:v>
                </c:pt>
                <c:pt idx="1981">
                  <c:v>5.31738281</c:v>
                </c:pt>
                <c:pt idx="1982">
                  <c:v>5.32116864</c:v>
                </c:pt>
                <c:pt idx="1983">
                  <c:v>5.32403243</c:v>
                </c:pt>
                <c:pt idx="1984">
                  <c:v>5.32844142</c:v>
                </c:pt>
                <c:pt idx="1985">
                  <c:v>5.33126419</c:v>
                </c:pt>
                <c:pt idx="1986">
                  <c:v>5.33415923</c:v>
                </c:pt>
                <c:pt idx="1987">
                  <c:v>5.33697028</c:v>
                </c:pt>
                <c:pt idx="1988">
                  <c:v>5.33980086</c:v>
                </c:pt>
                <c:pt idx="1989">
                  <c:v>5.34299283</c:v>
                </c:pt>
                <c:pt idx="1990">
                  <c:v>5.34648174</c:v>
                </c:pt>
                <c:pt idx="1991">
                  <c:v>5.35055863</c:v>
                </c:pt>
                <c:pt idx="1992">
                  <c:v>5.35338531</c:v>
                </c:pt>
                <c:pt idx="1993">
                  <c:v>5.35525673</c:v>
                </c:pt>
                <c:pt idx="1994">
                  <c:v>5.35873001</c:v>
                </c:pt>
                <c:pt idx="1995">
                  <c:v>5.36192198</c:v>
                </c:pt>
                <c:pt idx="1996">
                  <c:v>5.36533665</c:v>
                </c:pt>
                <c:pt idx="1997">
                  <c:v>5.36819458</c:v>
                </c:pt>
                <c:pt idx="1998">
                  <c:v>5.37164637</c:v>
                </c:pt>
                <c:pt idx="1999">
                  <c:v>5.37513331</c:v>
                </c:pt>
                <c:pt idx="2000">
                  <c:v>5.3785304</c:v>
                </c:pt>
                <c:pt idx="2001">
                  <c:v>5.38171065</c:v>
                </c:pt>
                <c:pt idx="2002">
                  <c:v>5.38481863</c:v>
                </c:pt>
                <c:pt idx="2003">
                  <c:v>5.38797739</c:v>
                </c:pt>
                <c:pt idx="2004">
                  <c:v>5.39081774</c:v>
                </c:pt>
                <c:pt idx="2005">
                  <c:v>5.39235708</c:v>
                </c:pt>
                <c:pt idx="2006">
                  <c:v>5.39645546</c:v>
                </c:pt>
                <c:pt idx="2007">
                  <c:v>5.39992483</c:v>
                </c:pt>
                <c:pt idx="2008">
                  <c:v>5.4023823</c:v>
                </c:pt>
                <c:pt idx="2009">
                  <c:v>5.40585167</c:v>
                </c:pt>
                <c:pt idx="2010">
                  <c:v>5.41026065</c:v>
                </c:pt>
                <c:pt idx="2011">
                  <c:v>5.4127904</c:v>
                </c:pt>
                <c:pt idx="2012">
                  <c:v>5.41495875</c:v>
                </c:pt>
                <c:pt idx="2013">
                  <c:v>5.41841249</c:v>
                </c:pt>
                <c:pt idx="2014">
                  <c:v>5.42160447</c:v>
                </c:pt>
                <c:pt idx="2015">
                  <c:v>5.42601736</c:v>
                </c:pt>
                <c:pt idx="2016">
                  <c:v>5.42754302</c:v>
                </c:pt>
                <c:pt idx="2017">
                  <c:v>5.430735</c:v>
                </c:pt>
                <c:pt idx="2018">
                  <c:v>5.43511468</c:v>
                </c:pt>
                <c:pt idx="2019">
                  <c:v>5.43700369</c:v>
                </c:pt>
                <c:pt idx="2020">
                  <c:v>5.44045938</c:v>
                </c:pt>
                <c:pt idx="2021">
                  <c:v>5.44365135</c:v>
                </c:pt>
                <c:pt idx="2022">
                  <c:v>5.44683356</c:v>
                </c:pt>
                <c:pt idx="2023">
                  <c:v>5.45124255</c:v>
                </c:pt>
                <c:pt idx="2024">
                  <c:v>5.45411806</c:v>
                </c:pt>
                <c:pt idx="2025">
                  <c:v>5.45731394</c:v>
                </c:pt>
                <c:pt idx="2026">
                  <c:v>5.46013085</c:v>
                </c:pt>
                <c:pt idx="2027">
                  <c:v>5.46332282</c:v>
                </c:pt>
                <c:pt idx="2028">
                  <c:v>5.46620419</c:v>
                </c:pt>
                <c:pt idx="2029">
                  <c:v>5.46967356</c:v>
                </c:pt>
                <c:pt idx="2030">
                  <c:v>5.47319567</c:v>
                </c:pt>
                <c:pt idx="2031">
                  <c:v>5.47571956</c:v>
                </c:pt>
                <c:pt idx="2032">
                  <c:v>5.47950343</c:v>
                </c:pt>
                <c:pt idx="2033">
                  <c:v>5.48145495</c:v>
                </c:pt>
                <c:pt idx="2034">
                  <c:v>5.48492432</c:v>
                </c:pt>
                <c:pt idx="2035">
                  <c:v>5.48841322</c:v>
                </c:pt>
                <c:pt idx="2036">
                  <c:v>5.49160519</c:v>
                </c:pt>
                <c:pt idx="2037">
                  <c:v>5.49511558</c:v>
                </c:pt>
                <c:pt idx="2038">
                  <c:v>5.49829583</c:v>
                </c:pt>
                <c:pt idx="2039">
                  <c:v>5.5017652</c:v>
                </c:pt>
                <c:pt idx="2040">
                  <c:v>5.50494545</c:v>
                </c:pt>
                <c:pt idx="2041">
                  <c:v>5.5074752</c:v>
                </c:pt>
                <c:pt idx="2042">
                  <c:v>5.51094457</c:v>
                </c:pt>
                <c:pt idx="2043">
                  <c:v>5.51380054</c:v>
                </c:pt>
                <c:pt idx="2044">
                  <c:v>5.51665457</c:v>
                </c:pt>
                <c:pt idx="2045">
                  <c:v>5.52012393</c:v>
                </c:pt>
                <c:pt idx="2046">
                  <c:v>5.52330419</c:v>
                </c:pt>
                <c:pt idx="2047">
                  <c:v>5.52583393</c:v>
                </c:pt>
                <c:pt idx="2048">
                  <c:v>5.53060431</c:v>
                </c:pt>
                <c:pt idx="2049">
                  <c:v>5.53213583</c:v>
                </c:pt>
                <c:pt idx="2050">
                  <c:v>5.5359959</c:v>
                </c:pt>
                <c:pt idx="2051">
                  <c:v>5.54007865</c:v>
                </c:pt>
                <c:pt idx="2052">
                  <c:v>5.54289165</c:v>
                </c:pt>
                <c:pt idx="2053">
                  <c:v>5.54477089</c:v>
                </c:pt>
                <c:pt idx="2054">
                  <c:v>5.54795115</c:v>
                </c:pt>
                <c:pt idx="2055">
                  <c:v>5.55142051</c:v>
                </c:pt>
                <c:pt idx="2056">
                  <c:v>5.55452849</c:v>
                </c:pt>
                <c:pt idx="2057">
                  <c:v>5.5573747</c:v>
                </c:pt>
                <c:pt idx="2058">
                  <c:v>5.56049244</c:v>
                </c:pt>
                <c:pt idx="2059">
                  <c:v>5.56398134</c:v>
                </c:pt>
                <c:pt idx="2060">
                  <c:v>5.56551482</c:v>
                </c:pt>
                <c:pt idx="2061">
                  <c:v>5.57057431</c:v>
                </c:pt>
                <c:pt idx="2062">
                  <c:v>5.57370572</c:v>
                </c:pt>
                <c:pt idx="2063">
                  <c:v>5.57650114</c:v>
                </c:pt>
                <c:pt idx="2064">
                  <c:v>5.5796814</c:v>
                </c:pt>
                <c:pt idx="2065">
                  <c:v>5.58276202</c:v>
                </c:pt>
                <c:pt idx="2066">
                  <c:v>5.58625874</c:v>
                </c:pt>
                <c:pt idx="2067">
                  <c:v>5.58966559</c:v>
                </c:pt>
                <c:pt idx="2068">
                  <c:v>5.59278334</c:v>
                </c:pt>
                <c:pt idx="2069">
                  <c:v>5.59501029</c:v>
                </c:pt>
                <c:pt idx="2070">
                  <c:v>5.59812804</c:v>
                </c:pt>
                <c:pt idx="2071">
                  <c:v>5.60158177</c:v>
                </c:pt>
                <c:pt idx="2072">
                  <c:v>5.60532853</c:v>
                </c:pt>
                <c:pt idx="2073">
                  <c:v>5.60785242</c:v>
                </c:pt>
                <c:pt idx="2074">
                  <c:v>5.61097016</c:v>
                </c:pt>
                <c:pt idx="2075">
                  <c:v>5.61408595</c:v>
                </c:pt>
                <c:pt idx="2076">
                  <c:v>5.61757681</c:v>
                </c:pt>
                <c:pt idx="2077">
                  <c:v>5.62069455</c:v>
                </c:pt>
                <c:pt idx="2078">
                  <c:v>5.62384354</c:v>
                </c:pt>
                <c:pt idx="2079">
                  <c:v>5.6266331</c:v>
                </c:pt>
                <c:pt idx="2080">
                  <c:v>5.62982508</c:v>
                </c:pt>
                <c:pt idx="2081">
                  <c:v>5.63295063</c:v>
                </c:pt>
                <c:pt idx="2082">
                  <c:v>5.63635749</c:v>
                </c:pt>
                <c:pt idx="2083">
                  <c:v>5.63923886</c:v>
                </c:pt>
                <c:pt idx="2084">
                  <c:v>5.64234683</c:v>
                </c:pt>
                <c:pt idx="2085">
                  <c:v>5.64516569</c:v>
                </c:pt>
                <c:pt idx="2086">
                  <c:v>5.64860576</c:v>
                </c:pt>
                <c:pt idx="2087">
                  <c:v>5.65209466</c:v>
                </c:pt>
                <c:pt idx="2088">
                  <c:v>5.6552124</c:v>
                </c:pt>
                <c:pt idx="2089">
                  <c:v>5.65803126</c:v>
                </c:pt>
                <c:pt idx="2090">
                  <c:v>5.66121152</c:v>
                </c:pt>
                <c:pt idx="2091">
                  <c:v>5.66434293</c:v>
                </c:pt>
                <c:pt idx="2092">
                  <c:v>5.66746067</c:v>
                </c:pt>
                <c:pt idx="2093">
                  <c:v>5.6703186</c:v>
                </c:pt>
                <c:pt idx="2094">
                  <c:v>5.67406732</c:v>
                </c:pt>
                <c:pt idx="2095">
                  <c:v>5.67689594</c:v>
                </c:pt>
                <c:pt idx="2096">
                  <c:v>5.68000392</c:v>
                </c:pt>
                <c:pt idx="2097">
                  <c:v>5.68312361</c:v>
                </c:pt>
                <c:pt idx="2098">
                  <c:v>5.68658126</c:v>
                </c:pt>
                <c:pt idx="2099">
                  <c:v>5.68943333</c:v>
                </c:pt>
                <c:pt idx="2100">
                  <c:v>5.692848</c:v>
                </c:pt>
                <c:pt idx="2101">
                  <c:v>5.69596574</c:v>
                </c:pt>
                <c:pt idx="2102">
                  <c:v>5.69908348</c:v>
                </c:pt>
                <c:pt idx="2103">
                  <c:v>5.70227546</c:v>
                </c:pt>
                <c:pt idx="2104">
                  <c:v>5.70537366</c:v>
                </c:pt>
                <c:pt idx="2105">
                  <c:v>5.70848164</c:v>
                </c:pt>
                <c:pt idx="2106">
                  <c:v>5.71133175</c:v>
                </c:pt>
                <c:pt idx="2107">
                  <c:v>5.71534028</c:v>
                </c:pt>
                <c:pt idx="2108">
                  <c:v>5.71845802</c:v>
                </c:pt>
                <c:pt idx="2109">
                  <c:v>5.72157576</c:v>
                </c:pt>
                <c:pt idx="2110">
                  <c:v>5.7243829</c:v>
                </c:pt>
                <c:pt idx="2111">
                  <c:v>5.72777999</c:v>
                </c:pt>
                <c:pt idx="2112">
                  <c:v>5.73063206</c:v>
                </c:pt>
                <c:pt idx="2113">
                  <c:v>5.73308171</c:v>
                </c:pt>
                <c:pt idx="2114">
                  <c:v>5.73623657</c:v>
                </c:pt>
                <c:pt idx="2115">
                  <c:v>5.73927227</c:v>
                </c:pt>
                <c:pt idx="2116">
                  <c:v>5.74273187</c:v>
                </c:pt>
                <c:pt idx="2117">
                  <c:v>5.74614654</c:v>
                </c:pt>
                <c:pt idx="2118">
                  <c:v>5.74953581</c:v>
                </c:pt>
                <c:pt idx="2119">
                  <c:v>5.75264379</c:v>
                </c:pt>
                <c:pt idx="2120">
                  <c:v>5.75510125</c:v>
                </c:pt>
                <c:pt idx="2121">
                  <c:v>5.75757826</c:v>
                </c:pt>
                <c:pt idx="2122">
                  <c:v>5.760696</c:v>
                </c:pt>
                <c:pt idx="2123">
                  <c:v>5.7625518</c:v>
                </c:pt>
                <c:pt idx="2124">
                  <c:v>5.76715418</c:v>
                </c:pt>
                <c:pt idx="2125">
                  <c:v>5.77027192</c:v>
                </c:pt>
                <c:pt idx="2126">
                  <c:v>5.77396594</c:v>
                </c:pt>
                <c:pt idx="2127">
                  <c:v>5.7767301</c:v>
                </c:pt>
                <c:pt idx="2128">
                  <c:v>5.77953138</c:v>
                </c:pt>
                <c:pt idx="2129">
                  <c:v>5.78355944</c:v>
                </c:pt>
                <c:pt idx="2130">
                  <c:v>5.78538593</c:v>
                </c:pt>
                <c:pt idx="2131">
                  <c:v>5.79001762</c:v>
                </c:pt>
                <c:pt idx="2132">
                  <c:v>5.79275834</c:v>
                </c:pt>
                <c:pt idx="2133">
                  <c:v>5.79615543</c:v>
                </c:pt>
                <c:pt idx="2134">
                  <c:v>5.79766351</c:v>
                </c:pt>
                <c:pt idx="2135">
                  <c:v>5.80196896</c:v>
                </c:pt>
                <c:pt idx="2136">
                  <c:v>5.80352783</c:v>
                </c:pt>
                <c:pt idx="2137">
                  <c:v>5.80842714</c:v>
                </c:pt>
                <c:pt idx="2138">
                  <c:v>5.81118935</c:v>
                </c:pt>
                <c:pt idx="2139">
                  <c:v>5.81458644</c:v>
                </c:pt>
                <c:pt idx="2140">
                  <c:v>5.81614726</c:v>
                </c:pt>
                <c:pt idx="2141">
                  <c:v>5.81919077</c:v>
                </c:pt>
                <c:pt idx="2142">
                  <c:v>5.82349623</c:v>
                </c:pt>
                <c:pt idx="2143">
                  <c:v>5.8269109</c:v>
                </c:pt>
                <c:pt idx="2144">
                  <c:v>5.82962036</c:v>
                </c:pt>
                <c:pt idx="2145">
                  <c:v>5.83240406</c:v>
                </c:pt>
                <c:pt idx="2146">
                  <c:v>5.8357445</c:v>
                </c:pt>
                <c:pt idx="2147">
                  <c:v>5.83851061</c:v>
                </c:pt>
                <c:pt idx="2148">
                  <c:v>5.84131189</c:v>
                </c:pt>
                <c:pt idx="2149">
                  <c:v>5.84436517</c:v>
                </c:pt>
                <c:pt idx="2150">
                  <c:v>5.84710198</c:v>
                </c:pt>
                <c:pt idx="2151">
                  <c:v>5.85014549</c:v>
                </c:pt>
                <c:pt idx="2152">
                  <c:v>5.85412276</c:v>
                </c:pt>
                <c:pt idx="2153">
                  <c:v>5.85719753</c:v>
                </c:pt>
                <c:pt idx="2154">
                  <c:v>5.85964718</c:v>
                </c:pt>
                <c:pt idx="2155">
                  <c:v>5.86269069</c:v>
                </c:pt>
                <c:pt idx="2156">
                  <c:v>5.8657596</c:v>
                </c:pt>
                <c:pt idx="2157">
                  <c:v>5.86974273</c:v>
                </c:pt>
                <c:pt idx="2158">
                  <c:v>5.87278624</c:v>
                </c:pt>
                <c:pt idx="2159">
                  <c:v>5.87587859</c:v>
                </c:pt>
                <c:pt idx="2160">
                  <c:v>5.87891428</c:v>
                </c:pt>
                <c:pt idx="2161">
                  <c:v>5.88043213</c:v>
                </c:pt>
                <c:pt idx="2162">
                  <c:v>5.88473758</c:v>
                </c:pt>
                <c:pt idx="2163">
                  <c:v>5.88807802</c:v>
                </c:pt>
                <c:pt idx="2164">
                  <c:v>5.8896115</c:v>
                </c:pt>
                <c:pt idx="2165">
                  <c:v>5.89297733</c:v>
                </c:pt>
                <c:pt idx="2166">
                  <c:v>5.89631777</c:v>
                </c:pt>
                <c:pt idx="2167">
                  <c:v>5.89936128</c:v>
                </c:pt>
                <c:pt idx="2168">
                  <c:v>5.90334441</c:v>
                </c:pt>
                <c:pt idx="2169">
                  <c:v>5.90515137</c:v>
                </c:pt>
                <c:pt idx="2170">
                  <c:v>5.90789795</c:v>
                </c:pt>
                <c:pt idx="2171">
                  <c:v>5.91123839</c:v>
                </c:pt>
                <c:pt idx="2172">
                  <c:v>5.9142819</c:v>
                </c:pt>
                <c:pt idx="2173">
                  <c:v>5.91821619</c:v>
                </c:pt>
                <c:pt idx="2174">
                  <c:v>5.92098035</c:v>
                </c:pt>
                <c:pt idx="2175">
                  <c:v>5.92401605</c:v>
                </c:pt>
                <c:pt idx="2176">
                  <c:v>5.92704979</c:v>
                </c:pt>
                <c:pt idx="2177">
                  <c:v>5.93044883</c:v>
                </c:pt>
                <c:pt idx="2178">
                  <c:v>5.93348453</c:v>
                </c:pt>
                <c:pt idx="2179">
                  <c:v>5.93688162</c:v>
                </c:pt>
                <c:pt idx="2180">
                  <c:v>5.93868858</c:v>
                </c:pt>
                <c:pt idx="2181">
                  <c:v>5.94179655</c:v>
                </c:pt>
                <c:pt idx="2182">
                  <c:v>5.94553355</c:v>
                </c:pt>
                <c:pt idx="2183">
                  <c:v>5.9479832</c:v>
                </c:pt>
                <c:pt idx="2184">
                  <c:v>5.95110094</c:v>
                </c:pt>
                <c:pt idx="2185">
                  <c:v>5.95422845</c:v>
                </c:pt>
                <c:pt idx="2186">
                  <c:v>5.95763335</c:v>
                </c:pt>
                <c:pt idx="2187">
                  <c:v>5.96109491</c:v>
                </c:pt>
                <c:pt idx="2188">
                  <c:v>5.96362465</c:v>
                </c:pt>
                <c:pt idx="2189">
                  <c:v>5.96676388</c:v>
                </c:pt>
                <c:pt idx="2190">
                  <c:v>5.96995586</c:v>
                </c:pt>
                <c:pt idx="2191">
                  <c:v>5.97273174</c:v>
                </c:pt>
                <c:pt idx="2192">
                  <c:v>5.97627339</c:v>
                </c:pt>
                <c:pt idx="2193">
                  <c:v>5.98034833</c:v>
                </c:pt>
                <c:pt idx="2194">
                  <c:v>5.98383723</c:v>
                </c:pt>
                <c:pt idx="2195">
                  <c:v>5.98668149</c:v>
                </c:pt>
                <c:pt idx="2196">
                  <c:v>5.98986174</c:v>
                </c:pt>
                <c:pt idx="2197">
                  <c:v>5.99274506</c:v>
                </c:pt>
                <c:pt idx="2198">
                  <c:v>5.99623397</c:v>
                </c:pt>
                <c:pt idx="2199">
                  <c:v>5.99875785</c:v>
                </c:pt>
                <c:pt idx="2200">
                  <c:v>6.00287186</c:v>
                </c:pt>
                <c:pt idx="2201">
                  <c:v>6.00446199</c:v>
                </c:pt>
                <c:pt idx="2202">
                  <c:v>6.00796261</c:v>
                </c:pt>
                <c:pt idx="2203">
                  <c:v>6.01115459</c:v>
                </c:pt>
                <c:pt idx="2204">
                  <c:v>6.01429186</c:v>
                </c:pt>
                <c:pt idx="2205">
                  <c:v>6.01776123</c:v>
                </c:pt>
                <c:pt idx="2206">
                  <c:v>6.02065237</c:v>
                </c:pt>
                <c:pt idx="2207">
                  <c:v>6.02407095</c:v>
                </c:pt>
                <c:pt idx="2208">
                  <c:v>6.02722971</c:v>
                </c:pt>
                <c:pt idx="2209">
                  <c:v>6.03040996</c:v>
                </c:pt>
                <c:pt idx="2210">
                  <c:v>6.03359022</c:v>
                </c:pt>
                <c:pt idx="2211">
                  <c:v>6.03640908</c:v>
                </c:pt>
                <c:pt idx="2212">
                  <c:v>6.03951705</c:v>
                </c:pt>
                <c:pt idx="2213">
                  <c:v>6.04392604</c:v>
                </c:pt>
                <c:pt idx="2214">
                  <c:v>6.04671169</c:v>
                </c:pt>
                <c:pt idx="2215">
                  <c:v>6.04985287</c:v>
                </c:pt>
                <c:pt idx="2216">
                  <c:v>6.05272448</c:v>
                </c:pt>
                <c:pt idx="2217">
                  <c:v>6.05585199</c:v>
                </c:pt>
                <c:pt idx="2218">
                  <c:v>6.05895996</c:v>
                </c:pt>
                <c:pt idx="2219">
                  <c:v>6.06178077</c:v>
                </c:pt>
                <c:pt idx="2220">
                  <c:v>6.06519544</c:v>
                </c:pt>
                <c:pt idx="2221">
                  <c:v>6.06799477</c:v>
                </c:pt>
                <c:pt idx="2222">
                  <c:v>6.07076284</c:v>
                </c:pt>
                <c:pt idx="2223">
                  <c:v>6.07515034</c:v>
                </c:pt>
                <c:pt idx="2224">
                  <c:v>6.07796334</c:v>
                </c:pt>
                <c:pt idx="2225">
                  <c:v>6.08108108</c:v>
                </c:pt>
                <c:pt idx="2226">
                  <c:v>6.08382766</c:v>
                </c:pt>
                <c:pt idx="2227">
                  <c:v>6.08722084</c:v>
                </c:pt>
                <c:pt idx="2228">
                  <c:v>6.08910008</c:v>
                </c:pt>
                <c:pt idx="2229">
                  <c:v>6.09249717</c:v>
                </c:pt>
                <c:pt idx="2230">
                  <c:v>6.09560515</c:v>
                </c:pt>
                <c:pt idx="2231">
                  <c:v>6.09871312</c:v>
                </c:pt>
                <c:pt idx="2232">
                  <c:v>6.10211021</c:v>
                </c:pt>
                <c:pt idx="2233">
                  <c:v>6.10514591</c:v>
                </c:pt>
                <c:pt idx="2234">
                  <c:v>6.10795305</c:v>
                </c:pt>
                <c:pt idx="2235">
                  <c:v>6.11129348</c:v>
                </c:pt>
                <c:pt idx="2236">
                  <c:v>6.11468666</c:v>
                </c:pt>
                <c:pt idx="2237">
                  <c:v>6.11745474</c:v>
                </c:pt>
                <c:pt idx="2238">
                  <c:v>6.12025211</c:v>
                </c:pt>
                <c:pt idx="2239">
                  <c:v>6.12357692</c:v>
                </c:pt>
                <c:pt idx="2240">
                  <c:v>6.12695642</c:v>
                </c:pt>
                <c:pt idx="2241">
                  <c:v>6.12940608</c:v>
                </c:pt>
                <c:pt idx="2242">
                  <c:v>6.13334037</c:v>
                </c:pt>
                <c:pt idx="2243">
                  <c:v>6.13638388</c:v>
                </c:pt>
                <c:pt idx="2244">
                  <c:v>6.13911679</c:v>
                </c:pt>
                <c:pt idx="2245">
                  <c:v>6.14222476</c:v>
                </c:pt>
                <c:pt idx="2246">
                  <c:v>6.14489907</c:v>
                </c:pt>
                <c:pt idx="2247">
                  <c:v>6.14766714</c:v>
                </c:pt>
                <c:pt idx="2248">
                  <c:v>6.15071065</c:v>
                </c:pt>
                <c:pt idx="2249">
                  <c:v>6.15436755</c:v>
                </c:pt>
                <c:pt idx="2250">
                  <c:v>6.15740324</c:v>
                </c:pt>
                <c:pt idx="2251">
                  <c:v>6.16043894</c:v>
                </c:pt>
                <c:pt idx="2252">
                  <c:v>6.16376375</c:v>
                </c:pt>
                <c:pt idx="2253">
                  <c:v>6.16704168</c:v>
                </c:pt>
                <c:pt idx="2254">
                  <c:v>6.16860641</c:v>
                </c:pt>
                <c:pt idx="2255">
                  <c:v>6.17279856</c:v>
                </c:pt>
                <c:pt idx="2256">
                  <c:v>6.17489463</c:v>
                </c:pt>
                <c:pt idx="2257">
                  <c:v>6.17793033</c:v>
                </c:pt>
                <c:pt idx="2258">
                  <c:v>6.18096603</c:v>
                </c:pt>
                <c:pt idx="2259">
                  <c:v>6.18429084</c:v>
                </c:pt>
                <c:pt idx="2260">
                  <c:v>6.18760392</c:v>
                </c:pt>
                <c:pt idx="2261">
                  <c:v>6.19028995</c:v>
                </c:pt>
                <c:pt idx="2262">
                  <c:v>6.19361476</c:v>
                </c:pt>
                <c:pt idx="2263">
                  <c:v>6.19665045</c:v>
                </c:pt>
                <c:pt idx="2264">
                  <c:v>6.19933257</c:v>
                </c:pt>
                <c:pt idx="2265">
                  <c:v>6.20236045</c:v>
                </c:pt>
                <c:pt idx="2266">
                  <c:v>6.20504843</c:v>
                </c:pt>
                <c:pt idx="2267">
                  <c:v>6.20920542</c:v>
                </c:pt>
                <c:pt idx="2268">
                  <c:v>6.21074476</c:v>
                </c:pt>
                <c:pt idx="2269">
                  <c:v>6.21370817</c:v>
                </c:pt>
                <c:pt idx="2270">
                  <c:v>6.21703298</c:v>
                </c:pt>
                <c:pt idx="2271">
                  <c:v>6.21967213</c:v>
                </c:pt>
                <c:pt idx="2272">
                  <c:v>6.2226414</c:v>
                </c:pt>
                <c:pt idx="2273">
                  <c:v>6.22716955</c:v>
                </c:pt>
                <c:pt idx="2274">
                  <c:v>6.22859754</c:v>
                </c:pt>
                <c:pt idx="2275">
                  <c:v>6.2319204</c:v>
                </c:pt>
                <c:pt idx="2276">
                  <c:v>6.23488967</c:v>
                </c:pt>
                <c:pt idx="2277">
                  <c:v>6.23842741</c:v>
                </c:pt>
                <c:pt idx="2278">
                  <c:v>6.24139083</c:v>
                </c:pt>
                <c:pt idx="2279">
                  <c:v>6.24435425</c:v>
                </c:pt>
                <c:pt idx="2280">
                  <c:v>6.24728641</c:v>
                </c:pt>
                <c:pt idx="2281">
                  <c:v>6.25025569</c:v>
                </c:pt>
                <c:pt idx="2282">
                  <c:v>6.25295539</c:v>
                </c:pt>
                <c:pt idx="2283">
                  <c:v>6.25619424</c:v>
                </c:pt>
                <c:pt idx="2284">
                  <c:v>6.25967728</c:v>
                </c:pt>
                <c:pt idx="2285">
                  <c:v>6.2623555</c:v>
                </c:pt>
                <c:pt idx="2286">
                  <c:v>6.26502589</c:v>
                </c:pt>
                <c:pt idx="2287">
                  <c:v>6.26792289</c:v>
                </c:pt>
                <c:pt idx="2288">
                  <c:v>6.27089217</c:v>
                </c:pt>
                <c:pt idx="2289">
                  <c:v>6.27442209</c:v>
                </c:pt>
                <c:pt idx="2290">
                  <c:v>6.27738551</c:v>
                </c:pt>
                <c:pt idx="2291">
                  <c:v>6.27883499</c:v>
                </c:pt>
                <c:pt idx="2292">
                  <c:v>6.28173003</c:v>
                </c:pt>
                <c:pt idx="2293">
                  <c:v>6.28499624</c:v>
                </c:pt>
                <c:pt idx="2294">
                  <c:v>6.28764905</c:v>
                </c:pt>
                <c:pt idx="2295">
                  <c:v>6.29176893</c:v>
                </c:pt>
                <c:pt idx="2296">
                  <c:v>6.29437095</c:v>
                </c:pt>
                <c:pt idx="2297">
                  <c:v>6.29733437</c:v>
                </c:pt>
                <c:pt idx="2298">
                  <c:v>6.30051072</c:v>
                </c:pt>
                <c:pt idx="2299">
                  <c:v>6.30288614</c:v>
                </c:pt>
                <c:pt idx="2300">
                  <c:v>6.30636918</c:v>
                </c:pt>
                <c:pt idx="2301">
                  <c:v>6.3093326</c:v>
                </c:pt>
                <c:pt idx="2302">
                  <c:v>6.31222374</c:v>
                </c:pt>
                <c:pt idx="2303">
                  <c:v>6.31547627</c:v>
                </c:pt>
                <c:pt idx="2304">
                  <c:v>6.31663272</c:v>
                </c:pt>
                <c:pt idx="2305">
                  <c:v>6.31959614</c:v>
                </c:pt>
                <c:pt idx="2306">
                  <c:v>6.32277639</c:v>
                </c:pt>
                <c:pt idx="2307">
                  <c:v>6.32723422</c:v>
                </c:pt>
                <c:pt idx="2308">
                  <c:v>6.32985968</c:v>
                </c:pt>
                <c:pt idx="2309">
                  <c:v>6.33275082</c:v>
                </c:pt>
                <c:pt idx="2310">
                  <c:v>6.33569666</c:v>
                </c:pt>
                <c:pt idx="2311">
                  <c:v>6.33889449</c:v>
                </c:pt>
                <c:pt idx="2312">
                  <c:v>6.34127968</c:v>
                </c:pt>
                <c:pt idx="2313">
                  <c:v>6.34453026</c:v>
                </c:pt>
                <c:pt idx="2314">
                  <c:v>6.34742335</c:v>
                </c:pt>
                <c:pt idx="2315">
                  <c:v>6.35009766</c:v>
                </c:pt>
                <c:pt idx="2316">
                  <c:v>6.3529927</c:v>
                </c:pt>
                <c:pt idx="2317">
                  <c:v>6.35595221</c:v>
                </c:pt>
                <c:pt idx="2318">
                  <c:v>6.35915395</c:v>
                </c:pt>
                <c:pt idx="2319">
                  <c:v>6.36209588</c:v>
                </c:pt>
                <c:pt idx="2320">
                  <c:v>6.3650593</c:v>
                </c:pt>
                <c:pt idx="2321">
                  <c:v>6.36650292</c:v>
                </c:pt>
                <c:pt idx="2322">
                  <c:v>6.37004652</c:v>
                </c:pt>
                <c:pt idx="2323">
                  <c:v>6.37333226</c:v>
                </c:pt>
                <c:pt idx="2324">
                  <c:v>6.3762273</c:v>
                </c:pt>
                <c:pt idx="2325">
                  <c:v>6.37893677</c:v>
                </c:pt>
                <c:pt idx="2326">
                  <c:v>6.38246279</c:v>
                </c:pt>
                <c:pt idx="2327">
                  <c:v>6.38508044</c:v>
                </c:pt>
                <c:pt idx="2328">
                  <c:v>6.38832711</c:v>
                </c:pt>
                <c:pt idx="2329">
                  <c:v>6.39159331</c:v>
                </c:pt>
                <c:pt idx="2330">
                  <c:v>6.39448836</c:v>
                </c:pt>
                <c:pt idx="2331">
                  <c:v>6.39745764</c:v>
                </c:pt>
                <c:pt idx="2332">
                  <c:v>6.39924702</c:v>
                </c:pt>
                <c:pt idx="2333">
                  <c:v>6.40213816</c:v>
                </c:pt>
                <c:pt idx="2334">
                  <c:v>6.40510158</c:v>
                </c:pt>
                <c:pt idx="2335">
                  <c:v>6.40835411</c:v>
                </c:pt>
                <c:pt idx="2336">
                  <c:v>6.41131752</c:v>
                </c:pt>
                <c:pt idx="2337">
                  <c:v>6.41428094</c:v>
                </c:pt>
                <c:pt idx="2338">
                  <c:v>6.41779719</c:v>
                </c:pt>
                <c:pt idx="2339">
                  <c:v>6.42076647</c:v>
                </c:pt>
                <c:pt idx="2340">
                  <c:v>6.42306766</c:v>
                </c:pt>
                <c:pt idx="2341">
                  <c:v>6.42635145</c:v>
                </c:pt>
                <c:pt idx="2342">
                  <c:v>6.42895347</c:v>
                </c:pt>
                <c:pt idx="2343">
                  <c:v>6.43191689</c:v>
                </c:pt>
                <c:pt idx="2344">
                  <c:v>6.43488031</c:v>
                </c:pt>
                <c:pt idx="2345">
                  <c:v>6.43783982</c:v>
                </c:pt>
                <c:pt idx="2346">
                  <c:v>6.44192257</c:v>
                </c:pt>
                <c:pt idx="2347">
                  <c:v>6.44456562</c:v>
                </c:pt>
                <c:pt idx="2348">
                  <c:v>6.44752904</c:v>
                </c:pt>
                <c:pt idx="2349">
                  <c:v>6.45045925</c:v>
                </c:pt>
                <c:pt idx="2350">
                  <c:v>6.45309448</c:v>
                </c:pt>
                <c:pt idx="2351">
                  <c:v>6.4560579</c:v>
                </c:pt>
                <c:pt idx="2352">
                  <c:v>6.45899592</c:v>
                </c:pt>
                <c:pt idx="2353">
                  <c:v>6.46227385</c:v>
                </c:pt>
                <c:pt idx="2354">
                  <c:v>6.46516499</c:v>
                </c:pt>
                <c:pt idx="2355">
                  <c:v>6.46783929</c:v>
                </c:pt>
                <c:pt idx="2356">
                  <c:v>6.47050187</c:v>
                </c:pt>
                <c:pt idx="2357">
                  <c:v>6.47339692</c:v>
                </c:pt>
                <c:pt idx="2358">
                  <c:v>6.47666313</c:v>
                </c:pt>
                <c:pt idx="2359">
                  <c:v>6.4796324</c:v>
                </c:pt>
                <c:pt idx="2360">
                  <c:v>6.48229499</c:v>
                </c:pt>
                <c:pt idx="2361">
                  <c:v>6.48490287</c:v>
                </c:pt>
                <c:pt idx="2362">
                  <c:v>6.48757522</c:v>
                </c:pt>
                <c:pt idx="2363">
                  <c:v>6.4905445</c:v>
                </c:pt>
                <c:pt idx="2364">
                  <c:v>6.49492418</c:v>
                </c:pt>
                <c:pt idx="2365">
                  <c:v>6.49638929</c:v>
                </c:pt>
                <c:pt idx="2366">
                  <c:v>6.4996008</c:v>
                </c:pt>
                <c:pt idx="2367">
                  <c:v>6.50318347</c:v>
                </c:pt>
                <c:pt idx="2368">
                  <c:v>6.50583628</c:v>
                </c:pt>
                <c:pt idx="2369">
                  <c:v>6.50932518</c:v>
                </c:pt>
                <c:pt idx="2370">
                  <c:v>6.51229055</c:v>
                </c:pt>
                <c:pt idx="2371">
                  <c:v>6.51518169</c:v>
                </c:pt>
                <c:pt idx="2372">
                  <c:v>6.51786186</c:v>
                </c:pt>
                <c:pt idx="2373">
                  <c:v>6.5207569</c:v>
                </c:pt>
                <c:pt idx="2374">
                  <c:v>6.52342925</c:v>
                </c:pt>
                <c:pt idx="2375">
                  <c:v>6.5263243</c:v>
                </c:pt>
                <c:pt idx="2376">
                  <c:v>6.52956511</c:v>
                </c:pt>
                <c:pt idx="2377">
                  <c:v>6.53248555</c:v>
                </c:pt>
                <c:pt idx="2378">
                  <c:v>6.53513055</c:v>
                </c:pt>
                <c:pt idx="2379">
                  <c:v>6.53775602</c:v>
                </c:pt>
                <c:pt idx="2380">
                  <c:v>6.54094799</c:v>
                </c:pt>
                <c:pt idx="2381">
                  <c:v>6.54384304</c:v>
                </c:pt>
                <c:pt idx="2382">
                  <c:v>6.54673808</c:v>
                </c:pt>
                <c:pt idx="2383">
                  <c:v>6.54936941</c:v>
                </c:pt>
                <c:pt idx="2384">
                  <c:v>6.55230548</c:v>
                </c:pt>
                <c:pt idx="2385">
                  <c:v>6.55520053</c:v>
                </c:pt>
                <c:pt idx="2386">
                  <c:v>6.55809557</c:v>
                </c:pt>
                <c:pt idx="2387">
                  <c:v>6.56069369</c:v>
                </c:pt>
                <c:pt idx="2388">
                  <c:v>6.56418259</c:v>
                </c:pt>
                <c:pt idx="2389">
                  <c:v>6.56707764</c:v>
                </c:pt>
                <c:pt idx="2390">
                  <c:v>6.56967966</c:v>
                </c:pt>
                <c:pt idx="2391">
                  <c:v>6.57375851</c:v>
                </c:pt>
                <c:pt idx="2392">
                  <c:v>6.5760597</c:v>
                </c:pt>
                <c:pt idx="2393">
                  <c:v>6.57922042</c:v>
                </c:pt>
                <c:pt idx="2394">
                  <c:v>6.58214672</c:v>
                </c:pt>
                <c:pt idx="2395">
                  <c:v>6.58471358</c:v>
                </c:pt>
                <c:pt idx="2396">
                  <c:v>6.58734296</c:v>
                </c:pt>
                <c:pt idx="2397">
                  <c:v>6.59053493</c:v>
                </c:pt>
                <c:pt idx="2398">
                  <c:v>6.59367612</c:v>
                </c:pt>
                <c:pt idx="2399">
                  <c:v>6.59684465</c:v>
                </c:pt>
                <c:pt idx="2400">
                  <c:v>6.59945839</c:v>
                </c:pt>
                <c:pt idx="2401">
                  <c:v>6.60233781</c:v>
                </c:pt>
                <c:pt idx="2402">
                  <c:v>6.60552979</c:v>
                </c:pt>
                <c:pt idx="2403">
                  <c:v>6.6081279</c:v>
                </c:pt>
                <c:pt idx="2404">
                  <c:v>6.61095067</c:v>
                </c:pt>
                <c:pt idx="2405">
                  <c:v>6.61354684</c:v>
                </c:pt>
                <c:pt idx="2406">
                  <c:v>6.61615472</c:v>
                </c:pt>
                <c:pt idx="2407">
                  <c:v>6.61874307</c:v>
                </c:pt>
                <c:pt idx="2408">
                  <c:v>6.62193505</c:v>
                </c:pt>
                <c:pt idx="2409">
                  <c:v>6.62483009</c:v>
                </c:pt>
                <c:pt idx="2410">
                  <c:v>6.62772514</c:v>
                </c:pt>
                <c:pt idx="2411">
                  <c:v>6.63032326</c:v>
                </c:pt>
                <c:pt idx="2412">
                  <c:v>6.63342928</c:v>
                </c:pt>
                <c:pt idx="2413">
                  <c:v>6.63603912</c:v>
                </c:pt>
                <c:pt idx="2414">
                  <c:v>6.63892244</c:v>
                </c:pt>
                <c:pt idx="2415">
                  <c:v>6.64181358</c:v>
                </c:pt>
                <c:pt idx="2416">
                  <c:v>6.64470472</c:v>
                </c:pt>
                <c:pt idx="2417">
                  <c:v>6.64784199</c:v>
                </c:pt>
                <c:pt idx="2418">
                  <c:v>6.65077611</c:v>
                </c:pt>
                <c:pt idx="2419">
                  <c:v>6.65333516</c:v>
                </c:pt>
                <c:pt idx="2420">
                  <c:v>6.65648611</c:v>
                </c:pt>
                <c:pt idx="2421">
                  <c:v>6.65908813</c:v>
                </c:pt>
                <c:pt idx="2422">
                  <c:v>6.66197927</c:v>
                </c:pt>
                <c:pt idx="2423">
                  <c:v>6.66487041</c:v>
                </c:pt>
                <c:pt idx="2424">
                  <c:v>6.66805067</c:v>
                </c:pt>
                <c:pt idx="2425">
                  <c:v>6.66920712</c:v>
                </c:pt>
                <c:pt idx="2426">
                  <c:v>6.67404587</c:v>
                </c:pt>
                <c:pt idx="2427">
                  <c:v>6.67723785</c:v>
                </c:pt>
                <c:pt idx="2428">
                  <c:v>6.68013289</c:v>
                </c:pt>
                <c:pt idx="2429">
                  <c:v>6.6827232</c:v>
                </c:pt>
                <c:pt idx="2430">
                  <c:v>6.68562606</c:v>
                </c:pt>
                <c:pt idx="2431">
                  <c:v>6.68879459</c:v>
                </c:pt>
                <c:pt idx="2432">
                  <c:v>6.69134192</c:v>
                </c:pt>
                <c:pt idx="2433">
                  <c:v>6.69423696</c:v>
                </c:pt>
                <c:pt idx="2434">
                  <c:v>6.69742894</c:v>
                </c:pt>
                <c:pt idx="2435">
                  <c:v>6.69999775</c:v>
                </c:pt>
                <c:pt idx="2436">
                  <c:v>6.70255094</c:v>
                </c:pt>
                <c:pt idx="2437">
                  <c:v>6.70514906</c:v>
                </c:pt>
                <c:pt idx="2438">
                  <c:v>6.70923181</c:v>
                </c:pt>
                <c:pt idx="2439">
                  <c:v>6.71177914</c:v>
                </c:pt>
                <c:pt idx="2440">
                  <c:v>6.71465075</c:v>
                </c:pt>
                <c:pt idx="2441">
                  <c:v>6.71785053</c:v>
                </c:pt>
                <c:pt idx="2442">
                  <c:v>6.72016345</c:v>
                </c:pt>
                <c:pt idx="2443">
                  <c:v>6.72298231</c:v>
                </c:pt>
                <c:pt idx="2444">
                  <c:v>6.72558433</c:v>
                </c:pt>
                <c:pt idx="2445">
                  <c:v>6.7290537</c:v>
                </c:pt>
                <c:pt idx="2446">
                  <c:v>6.73194679</c:v>
                </c:pt>
                <c:pt idx="2447">
                  <c:v>6.73484184</c:v>
                </c:pt>
                <c:pt idx="2448">
                  <c:v>6.73766265</c:v>
                </c:pt>
                <c:pt idx="2449">
                  <c:v>6.73938952</c:v>
                </c:pt>
                <c:pt idx="2450">
                  <c:v>6.74256196</c:v>
                </c:pt>
                <c:pt idx="2451">
                  <c:v>6.74632825</c:v>
                </c:pt>
                <c:pt idx="2452">
                  <c:v>6.74806294</c:v>
                </c:pt>
                <c:pt idx="2453">
                  <c:v>6.75124319</c:v>
                </c:pt>
                <c:pt idx="2454">
                  <c:v>6.75413433</c:v>
                </c:pt>
                <c:pt idx="2455">
                  <c:v>6.75695319</c:v>
                </c:pt>
                <c:pt idx="2456">
                  <c:v>6.76097148</c:v>
                </c:pt>
                <c:pt idx="2457">
                  <c:v>6.76327267</c:v>
                </c:pt>
                <c:pt idx="2458">
                  <c:v>6.76649395</c:v>
                </c:pt>
                <c:pt idx="2459">
                  <c:v>6.76960192</c:v>
                </c:pt>
                <c:pt idx="2460">
                  <c:v>6.77225474</c:v>
                </c:pt>
                <c:pt idx="2461">
                  <c:v>6.77507555</c:v>
                </c:pt>
                <c:pt idx="2462">
                  <c:v>6.77769711</c:v>
                </c:pt>
                <c:pt idx="2463">
                  <c:v>6.78087736</c:v>
                </c:pt>
                <c:pt idx="2464">
                  <c:v>6.78338953</c:v>
                </c:pt>
                <c:pt idx="2465">
                  <c:v>6.78628458</c:v>
                </c:pt>
                <c:pt idx="2466">
                  <c:v>6.78947655</c:v>
                </c:pt>
                <c:pt idx="2467">
                  <c:v>6.79258648</c:v>
                </c:pt>
                <c:pt idx="2468">
                  <c:v>6.79519241</c:v>
                </c:pt>
                <c:pt idx="2469">
                  <c:v>6.79779053</c:v>
                </c:pt>
                <c:pt idx="2470">
                  <c:v>6.8008985</c:v>
                </c:pt>
                <c:pt idx="2471">
                  <c:v>6.80350639</c:v>
                </c:pt>
                <c:pt idx="2472">
                  <c:v>6.80631939</c:v>
                </c:pt>
                <c:pt idx="2473">
                  <c:v>6.80892532</c:v>
                </c:pt>
                <c:pt idx="2474">
                  <c:v>6.81182037</c:v>
                </c:pt>
                <c:pt idx="2475">
                  <c:v>6.81464118</c:v>
                </c:pt>
                <c:pt idx="2476">
                  <c:v>6.81775892</c:v>
                </c:pt>
                <c:pt idx="2477">
                  <c:v>6.82034141</c:v>
                </c:pt>
                <c:pt idx="2478">
                  <c:v>6.82323255</c:v>
                </c:pt>
                <c:pt idx="2479">
                  <c:v>6.82577597</c:v>
                </c:pt>
                <c:pt idx="2480">
                  <c:v>6.82889371</c:v>
                </c:pt>
                <c:pt idx="2481">
                  <c:v>6.83205052</c:v>
                </c:pt>
                <c:pt idx="2482">
                  <c:v>6.83460957</c:v>
                </c:pt>
                <c:pt idx="2483">
                  <c:v>6.83776052</c:v>
                </c:pt>
                <c:pt idx="2484">
                  <c:v>6.84029027</c:v>
                </c:pt>
                <c:pt idx="2485">
                  <c:v>6.84318141</c:v>
                </c:pt>
                <c:pt idx="2486">
                  <c:v>6.84574436</c:v>
                </c:pt>
                <c:pt idx="2487">
                  <c:v>6.84831318</c:v>
                </c:pt>
                <c:pt idx="2488">
                  <c:v>6.85108907</c:v>
                </c:pt>
                <c:pt idx="2489">
                  <c:v>6.85424002</c:v>
                </c:pt>
                <c:pt idx="2490">
                  <c:v>6.85769571</c:v>
                </c:pt>
                <c:pt idx="2491">
                  <c:v>6.86051652</c:v>
                </c:pt>
                <c:pt idx="2492">
                  <c:v>6.86333734</c:v>
                </c:pt>
                <c:pt idx="2493">
                  <c:v>6.86645508</c:v>
                </c:pt>
                <c:pt idx="2494">
                  <c:v>6.8690571</c:v>
                </c:pt>
                <c:pt idx="2495">
                  <c:v>6.87217094</c:v>
                </c:pt>
                <c:pt idx="2496">
                  <c:v>6.87499175</c:v>
                </c:pt>
                <c:pt idx="2497">
                  <c:v>6.8778028</c:v>
                </c:pt>
                <c:pt idx="2498">
                  <c:v>6.88062166</c:v>
                </c:pt>
                <c:pt idx="2499">
                  <c:v>6.8835128</c:v>
                </c:pt>
                <c:pt idx="2500">
                  <c:v>6.88633166</c:v>
                </c:pt>
                <c:pt idx="2501">
                  <c:v>6.88917005</c:v>
                </c:pt>
                <c:pt idx="2502">
                  <c:v>6.89168027</c:v>
                </c:pt>
                <c:pt idx="2503">
                  <c:v>6.89449913</c:v>
                </c:pt>
                <c:pt idx="2504">
                  <c:v>6.89681204</c:v>
                </c:pt>
                <c:pt idx="2505">
                  <c:v>6.89963676</c:v>
                </c:pt>
                <c:pt idx="2506">
                  <c:v>6.90245757</c:v>
                </c:pt>
                <c:pt idx="2507">
                  <c:v>6.90613596</c:v>
                </c:pt>
                <c:pt idx="2508">
                  <c:v>6.90895482</c:v>
                </c:pt>
                <c:pt idx="2509">
                  <c:v>6.91148457</c:v>
                </c:pt>
                <c:pt idx="2510">
                  <c:v>6.91403776</c:v>
                </c:pt>
                <c:pt idx="2511">
                  <c:v>6.91737819</c:v>
                </c:pt>
                <c:pt idx="2512">
                  <c:v>6.91997631</c:v>
                </c:pt>
                <c:pt idx="2513">
                  <c:v>6.92279713</c:v>
                </c:pt>
                <c:pt idx="2514">
                  <c:v>6.92561794</c:v>
                </c:pt>
                <c:pt idx="2515">
                  <c:v>6.9278449</c:v>
                </c:pt>
                <c:pt idx="2516">
                  <c:v>6.93096264</c:v>
                </c:pt>
                <c:pt idx="2517">
                  <c:v>6.9335295</c:v>
                </c:pt>
                <c:pt idx="2518">
                  <c:v>6.93634836</c:v>
                </c:pt>
                <c:pt idx="2519">
                  <c:v>6.93967317</c:v>
                </c:pt>
                <c:pt idx="2520">
                  <c:v>6.94254282</c:v>
                </c:pt>
                <c:pt idx="2521">
                  <c:v>6.94509406</c:v>
                </c:pt>
                <c:pt idx="2522">
                  <c:v>6.94812975</c:v>
                </c:pt>
                <c:pt idx="2523">
                  <c:v>6.95122796</c:v>
                </c:pt>
                <c:pt idx="2524">
                  <c:v>6.95352915</c:v>
                </c:pt>
                <c:pt idx="2525">
                  <c:v>6.95664689</c:v>
                </c:pt>
                <c:pt idx="2526">
                  <c:v>6.95911608</c:v>
                </c:pt>
                <c:pt idx="2527">
                  <c:v>6.96193494</c:v>
                </c:pt>
                <c:pt idx="2528">
                  <c:v>6.9647538</c:v>
                </c:pt>
                <c:pt idx="2529">
                  <c:v>6.96786178</c:v>
                </c:pt>
                <c:pt idx="2530">
                  <c:v>6.97097366</c:v>
                </c:pt>
                <c:pt idx="2531">
                  <c:v>6.9734995</c:v>
                </c:pt>
                <c:pt idx="2532">
                  <c:v>6.97660747</c:v>
                </c:pt>
                <c:pt idx="2533">
                  <c:v>6.97913917</c:v>
                </c:pt>
                <c:pt idx="2534">
                  <c:v>6.98166697</c:v>
                </c:pt>
                <c:pt idx="2535">
                  <c:v>6.98419671</c:v>
                </c:pt>
                <c:pt idx="2536">
                  <c:v>6.98671083</c:v>
                </c:pt>
                <c:pt idx="2537">
                  <c:v>6.98953165</c:v>
                </c:pt>
                <c:pt idx="2538">
                  <c:v>6.99373747</c:v>
                </c:pt>
                <c:pt idx="2539">
                  <c:v>6.9954702</c:v>
                </c:pt>
                <c:pt idx="2540">
                  <c:v>6.9980019</c:v>
                </c:pt>
                <c:pt idx="2541">
                  <c:v>7.00051797</c:v>
                </c:pt>
                <c:pt idx="2542">
                  <c:v>7.00385646</c:v>
                </c:pt>
                <c:pt idx="2543">
                  <c:v>7.00667532</c:v>
                </c:pt>
                <c:pt idx="2544">
                  <c:v>7.01065063</c:v>
                </c:pt>
                <c:pt idx="2545">
                  <c:v>7.0131081</c:v>
                </c:pt>
                <c:pt idx="2546">
                  <c:v>7.01592696</c:v>
                </c:pt>
                <c:pt idx="2547">
                  <c:v>7.01848211</c:v>
                </c:pt>
                <c:pt idx="2548">
                  <c:v>7.0218538</c:v>
                </c:pt>
                <c:pt idx="2549">
                  <c:v>7.02409443</c:v>
                </c:pt>
                <c:pt idx="2550">
                  <c:v>7.02691329</c:v>
                </c:pt>
                <c:pt idx="2551">
                  <c:v>7.02994899</c:v>
                </c:pt>
                <c:pt idx="2552">
                  <c:v>7.03251194</c:v>
                </c:pt>
                <c:pt idx="2553">
                  <c:v>7.03525853</c:v>
                </c:pt>
                <c:pt idx="2554">
                  <c:v>7.0386224</c:v>
                </c:pt>
                <c:pt idx="2555">
                  <c:v>7.04000937</c:v>
                </c:pt>
                <c:pt idx="2556">
                  <c:v>7.04283018</c:v>
                </c:pt>
                <c:pt idx="2557">
                  <c:v>7.04592253</c:v>
                </c:pt>
                <c:pt idx="2558">
                  <c:v>7.04869451</c:v>
                </c:pt>
                <c:pt idx="2559">
                  <c:v>7.05151532</c:v>
                </c:pt>
                <c:pt idx="2560">
                  <c:v>7.0542619</c:v>
                </c:pt>
                <c:pt idx="2561">
                  <c:v>7.05705342</c:v>
                </c:pt>
                <c:pt idx="2562">
                  <c:v>7.0604505</c:v>
                </c:pt>
                <c:pt idx="2563">
                  <c:v>7.06346666</c:v>
                </c:pt>
                <c:pt idx="2564">
                  <c:v>7.06628748</c:v>
                </c:pt>
                <c:pt idx="2565">
                  <c:v>7.06905164</c:v>
                </c:pt>
                <c:pt idx="2566">
                  <c:v>7.0718705</c:v>
                </c:pt>
                <c:pt idx="2567">
                  <c:v>7.07437876</c:v>
                </c:pt>
                <c:pt idx="2568">
                  <c:v>7.07742227</c:v>
                </c:pt>
                <c:pt idx="2569">
                  <c:v>7.08016885</c:v>
                </c:pt>
                <c:pt idx="2570">
                  <c:v>7.08298967</c:v>
                </c:pt>
                <c:pt idx="2571">
                  <c:v>7.08574797</c:v>
                </c:pt>
                <c:pt idx="2572">
                  <c:v>7.08714666</c:v>
                </c:pt>
                <c:pt idx="2573">
                  <c:v>7.09022924</c:v>
                </c:pt>
                <c:pt idx="2574">
                  <c:v>7.09326493</c:v>
                </c:pt>
                <c:pt idx="2575">
                  <c:v>7.09608379</c:v>
                </c:pt>
                <c:pt idx="2576">
                  <c:v>7.09883037</c:v>
                </c:pt>
                <c:pt idx="2577">
                  <c:v>7.10191881</c:v>
                </c:pt>
                <c:pt idx="2578">
                  <c:v>7.10468493</c:v>
                </c:pt>
                <c:pt idx="2579">
                  <c:v>7.10778314</c:v>
                </c:pt>
                <c:pt idx="2580">
                  <c:v>7.11082665</c:v>
                </c:pt>
                <c:pt idx="2581">
                  <c:v>7.11335835</c:v>
                </c:pt>
                <c:pt idx="2582">
                  <c:v>7.11610493</c:v>
                </c:pt>
                <c:pt idx="2583">
                  <c:v>7.11891793</c:v>
                </c:pt>
                <c:pt idx="2584">
                  <c:v>7.12121912</c:v>
                </c:pt>
                <c:pt idx="2585">
                  <c:v>7.1239657</c:v>
                </c:pt>
                <c:pt idx="2586">
                  <c:v>7.12686075</c:v>
                </c:pt>
                <c:pt idx="2587">
                  <c:v>7.12990426</c:v>
                </c:pt>
                <c:pt idx="2588">
                  <c:v>7.13301809</c:v>
                </c:pt>
                <c:pt idx="2589">
                  <c:v>7.13583695</c:v>
                </c:pt>
                <c:pt idx="2590">
                  <c:v>7.13901721</c:v>
                </c:pt>
                <c:pt idx="2591">
                  <c:v>7.14183607</c:v>
                </c:pt>
                <c:pt idx="2592">
                  <c:v>7.14437949</c:v>
                </c:pt>
                <c:pt idx="2593">
                  <c:v>7.14749723</c:v>
                </c:pt>
                <c:pt idx="2594">
                  <c:v>7.14972419</c:v>
                </c:pt>
                <c:pt idx="2595">
                  <c:v>7.15261923</c:v>
                </c:pt>
                <c:pt idx="2596">
                  <c:v>7.15542442</c:v>
                </c:pt>
                <c:pt idx="2597">
                  <c:v>7.15848356</c:v>
                </c:pt>
                <c:pt idx="2598">
                  <c:v>7.16130437</c:v>
                </c:pt>
                <c:pt idx="2599">
                  <c:v>7.16417011</c:v>
                </c:pt>
                <c:pt idx="2600">
                  <c:v>7.16724293</c:v>
                </c:pt>
                <c:pt idx="2601">
                  <c:v>7.17031378</c:v>
                </c:pt>
                <c:pt idx="2602">
                  <c:v>7.17284353</c:v>
                </c:pt>
                <c:pt idx="2603">
                  <c:v>7.17559011</c:v>
                </c:pt>
                <c:pt idx="2604">
                  <c:v>7.17840897</c:v>
                </c:pt>
                <c:pt idx="2605">
                  <c:v>7.1811243</c:v>
                </c:pt>
                <c:pt idx="2606">
                  <c:v>7.18387088</c:v>
                </c:pt>
                <c:pt idx="2607">
                  <c:v>7.18693783</c:v>
                </c:pt>
                <c:pt idx="2608">
                  <c:v>7.19149138</c:v>
                </c:pt>
                <c:pt idx="2609">
                  <c:v>7.19448605</c:v>
                </c:pt>
                <c:pt idx="2610">
                  <c:v>7.19749049</c:v>
                </c:pt>
                <c:pt idx="2611">
                  <c:v>7.19987568</c:v>
                </c:pt>
                <c:pt idx="2612">
                  <c:v>7.20287426</c:v>
                </c:pt>
                <c:pt idx="2613">
                  <c:v>7.20522429</c:v>
                </c:pt>
                <c:pt idx="2614">
                  <c:v>7.20792203</c:v>
                </c:pt>
                <c:pt idx="2615">
                  <c:v>7.21059438</c:v>
                </c:pt>
                <c:pt idx="2616">
                  <c:v>7.21326673</c:v>
                </c:pt>
                <c:pt idx="2617">
                  <c:v>7.21593908</c:v>
                </c:pt>
                <c:pt idx="2618">
                  <c:v>7.21890836</c:v>
                </c:pt>
                <c:pt idx="2619">
                  <c:v>7.22158071</c:v>
                </c:pt>
                <c:pt idx="2620">
                  <c:v>7.22425306</c:v>
                </c:pt>
                <c:pt idx="2621">
                  <c:v>7.22714811</c:v>
                </c:pt>
                <c:pt idx="2622">
                  <c:v>7.22930083</c:v>
                </c:pt>
                <c:pt idx="2623">
                  <c:v>7.23514758</c:v>
                </c:pt>
                <c:pt idx="2624">
                  <c:v>7.2377496</c:v>
                </c:pt>
                <c:pt idx="2625">
                  <c:v>7.2401387</c:v>
                </c:pt>
                <c:pt idx="2626">
                  <c:v>7.24303374</c:v>
                </c:pt>
                <c:pt idx="2627">
                  <c:v>7.24518647</c:v>
                </c:pt>
                <c:pt idx="2628">
                  <c:v>7.24778459</c:v>
                </c:pt>
                <c:pt idx="2629">
                  <c:v>7.2501815</c:v>
                </c:pt>
                <c:pt idx="2630">
                  <c:v>7.25307264</c:v>
                </c:pt>
                <c:pt idx="2631">
                  <c:v>7.2559501</c:v>
                </c:pt>
                <c:pt idx="2632">
                  <c:v>7.25862245</c:v>
                </c:pt>
                <c:pt idx="2633">
                  <c:v>7.26018132</c:v>
                </c:pt>
                <c:pt idx="2634">
                  <c:v>7.26307637</c:v>
                </c:pt>
                <c:pt idx="2635">
                  <c:v>7.26567449</c:v>
                </c:pt>
                <c:pt idx="2636">
                  <c:v>7.26803428</c:v>
                </c:pt>
                <c:pt idx="2637">
                  <c:v>7.27092542</c:v>
                </c:pt>
                <c:pt idx="2638">
                  <c:v>7.27453935</c:v>
                </c:pt>
                <c:pt idx="2639">
                  <c:v>7.27612947</c:v>
                </c:pt>
                <c:pt idx="2640">
                  <c:v>7.27873931</c:v>
                </c:pt>
                <c:pt idx="2641">
                  <c:v>7.28133743</c:v>
                </c:pt>
                <c:pt idx="2642">
                  <c:v>7.28473061</c:v>
                </c:pt>
                <c:pt idx="2643">
                  <c:v>7.28632074</c:v>
                </c:pt>
                <c:pt idx="2644">
                  <c:v>7.2891396</c:v>
                </c:pt>
                <c:pt idx="2645">
                  <c:v>7.29952426</c:v>
                </c:pt>
                <c:pt idx="2646">
                  <c:v>7.30236656</c:v>
                </c:pt>
                <c:pt idx="2647">
                  <c:v>7.30496858</c:v>
                </c:pt>
                <c:pt idx="2648">
                  <c:v>7.30785972</c:v>
                </c:pt>
                <c:pt idx="2649">
                  <c:v>7.31013942</c:v>
                </c:pt>
                <c:pt idx="2650">
                  <c:v>7.31273754</c:v>
                </c:pt>
                <c:pt idx="2651">
                  <c:v>7.31555836</c:v>
                </c:pt>
                <c:pt idx="2652">
                  <c:v>7.31790643</c:v>
                </c:pt>
                <c:pt idx="2653">
                  <c:v>7.32023497</c:v>
                </c:pt>
                <c:pt idx="2654">
                  <c:v>7.32275886</c:v>
                </c:pt>
                <c:pt idx="2655">
                  <c:v>7.3256539</c:v>
                </c:pt>
                <c:pt idx="2656">
                  <c:v>7.32795314</c:v>
                </c:pt>
                <c:pt idx="2657">
                  <c:v>7.33077591</c:v>
                </c:pt>
                <c:pt idx="2658">
                  <c:v>7.33359672</c:v>
                </c:pt>
                <c:pt idx="2659">
                  <c:v>7.33640972</c:v>
                </c:pt>
                <c:pt idx="2660">
                  <c:v>7.33792757</c:v>
                </c:pt>
                <c:pt idx="2661">
                  <c:v>7.34074643</c:v>
                </c:pt>
                <c:pt idx="2662">
                  <c:v>7.34436035</c:v>
                </c:pt>
                <c:pt idx="2663">
                  <c:v>7.34638415</c:v>
                </c:pt>
                <c:pt idx="2664">
                  <c:v>7.3489139</c:v>
                </c:pt>
                <c:pt idx="2665">
                  <c:v>7.35173276</c:v>
                </c:pt>
                <c:pt idx="2666">
                  <c:v>7.3540105</c:v>
                </c:pt>
                <c:pt idx="2667">
                  <c:v>7.3562863</c:v>
                </c:pt>
                <c:pt idx="2668">
                  <c:v>7.35861289</c:v>
                </c:pt>
                <c:pt idx="2669">
                  <c:v>7.36214086</c:v>
                </c:pt>
                <c:pt idx="2670">
                  <c:v>7.36440298</c:v>
                </c:pt>
                <c:pt idx="2671">
                  <c:v>7.36597162</c:v>
                </c:pt>
                <c:pt idx="2672">
                  <c:v>7.36850136</c:v>
                </c:pt>
                <c:pt idx="2673">
                  <c:v>7.37227156</c:v>
                </c:pt>
                <c:pt idx="2674">
                  <c:v>7.37486187</c:v>
                </c:pt>
                <c:pt idx="2675">
                  <c:v>7.37731934</c:v>
                </c:pt>
                <c:pt idx="2676">
                  <c:v>7.37858128</c:v>
                </c:pt>
                <c:pt idx="2677">
                  <c:v>7.38214441</c:v>
                </c:pt>
                <c:pt idx="2678">
                  <c:v>7.38392598</c:v>
                </c:pt>
                <c:pt idx="2679">
                  <c:v>7.38671554</c:v>
                </c:pt>
                <c:pt idx="2680">
                  <c:v>7.38924528</c:v>
                </c:pt>
                <c:pt idx="2681">
                  <c:v>7.39148592</c:v>
                </c:pt>
                <c:pt idx="2682">
                  <c:v>7.39424422</c:v>
                </c:pt>
                <c:pt idx="2683">
                  <c:v>7.39697908</c:v>
                </c:pt>
                <c:pt idx="2684">
                  <c:v>7.39900288</c:v>
                </c:pt>
                <c:pt idx="2685">
                  <c:v>7.40151895</c:v>
                </c:pt>
                <c:pt idx="2686">
                  <c:v>7.40404284</c:v>
                </c:pt>
                <c:pt idx="2687">
                  <c:v>7.40680895</c:v>
                </c:pt>
                <c:pt idx="2688">
                  <c:v>7.40931331</c:v>
                </c:pt>
                <c:pt idx="2689">
                  <c:v>7.41131757</c:v>
                </c:pt>
                <c:pt idx="2690">
                  <c:v>7.4140368</c:v>
                </c:pt>
                <c:pt idx="2691">
                  <c:v>7.41656655</c:v>
                </c:pt>
                <c:pt idx="2692">
                  <c:v>7.41931313</c:v>
                </c:pt>
                <c:pt idx="2693">
                  <c:v>7.4220812</c:v>
                </c:pt>
                <c:pt idx="2694">
                  <c:v>7.42453085</c:v>
                </c:pt>
                <c:pt idx="2695">
                  <c:v>7.42727744</c:v>
                </c:pt>
                <c:pt idx="2696">
                  <c:v>7.42957667</c:v>
                </c:pt>
                <c:pt idx="2697">
                  <c:v>7.43203414</c:v>
                </c:pt>
                <c:pt idx="2698">
                  <c:v>7.43455217</c:v>
                </c:pt>
                <c:pt idx="2699">
                  <c:v>7.43700182</c:v>
                </c:pt>
                <c:pt idx="2700">
                  <c:v>7.43976794</c:v>
                </c:pt>
                <c:pt idx="2701">
                  <c:v>7.44171946</c:v>
                </c:pt>
                <c:pt idx="2702">
                  <c:v>7.44472194</c:v>
                </c:pt>
                <c:pt idx="2703">
                  <c:v>7.44699579</c:v>
                </c:pt>
                <c:pt idx="2704">
                  <c:v>7.44945325</c:v>
                </c:pt>
                <c:pt idx="2705">
                  <c:v>7.45169389</c:v>
                </c:pt>
                <c:pt idx="2706">
                  <c:v>7.45392671</c:v>
                </c:pt>
                <c:pt idx="2707">
                  <c:v>7.45660882</c:v>
                </c:pt>
                <c:pt idx="2708">
                  <c:v>7.45934564</c:v>
                </c:pt>
                <c:pt idx="2709">
                  <c:v>7.46181287</c:v>
                </c:pt>
                <c:pt idx="2710">
                  <c:v>7.46427034</c:v>
                </c:pt>
                <c:pt idx="2711">
                  <c:v>7.46672781</c:v>
                </c:pt>
                <c:pt idx="2712">
                  <c:v>7.46940211</c:v>
                </c:pt>
                <c:pt idx="2713">
                  <c:v>7.47211353</c:v>
                </c:pt>
                <c:pt idx="2714">
                  <c:v>7.47330515</c:v>
                </c:pt>
                <c:pt idx="2715">
                  <c:v>7.47597945</c:v>
                </c:pt>
                <c:pt idx="2716">
                  <c:v>7.47836464</c:v>
                </c:pt>
                <c:pt idx="2717">
                  <c:v>7.48082211</c:v>
                </c:pt>
                <c:pt idx="2718">
                  <c:v>7.4832073</c:v>
                </c:pt>
                <c:pt idx="2719">
                  <c:v>7.48562375</c:v>
                </c:pt>
                <c:pt idx="2720">
                  <c:v>7.4880734</c:v>
                </c:pt>
                <c:pt idx="2721">
                  <c:v>7.49021831</c:v>
                </c:pt>
                <c:pt idx="2722">
                  <c:v>7.49375996</c:v>
                </c:pt>
                <c:pt idx="2723">
                  <c:v>7.49497697</c:v>
                </c:pt>
                <c:pt idx="2724">
                  <c:v>7.49759072</c:v>
                </c:pt>
                <c:pt idx="2725">
                  <c:v>7.50062641</c:v>
                </c:pt>
                <c:pt idx="2726">
                  <c:v>7.5030116</c:v>
                </c:pt>
                <c:pt idx="2727">
                  <c:v>7.50559214</c:v>
                </c:pt>
                <c:pt idx="2728">
                  <c:v>7.50677008</c:v>
                </c:pt>
                <c:pt idx="2729">
                  <c:v>7.51023945</c:v>
                </c:pt>
                <c:pt idx="2730">
                  <c:v>7.51138223</c:v>
                </c:pt>
                <c:pt idx="2731">
                  <c:v>7.51375765</c:v>
                </c:pt>
                <c:pt idx="2732">
                  <c:v>7.51694963</c:v>
                </c:pt>
                <c:pt idx="2733">
                  <c:v>7.51927426</c:v>
                </c:pt>
                <c:pt idx="2734">
                  <c:v>7.52132931</c:v>
                </c:pt>
                <c:pt idx="2735">
                  <c:v>7.5236305</c:v>
                </c:pt>
                <c:pt idx="2736">
                  <c:v>7.52563477</c:v>
                </c:pt>
                <c:pt idx="2737">
                  <c:v>7.52765856</c:v>
                </c:pt>
                <c:pt idx="2738">
                  <c:v>7.53060831</c:v>
                </c:pt>
                <c:pt idx="2739">
                  <c:v>7.53194448</c:v>
                </c:pt>
                <c:pt idx="2740">
                  <c:v>7.53446837</c:v>
                </c:pt>
                <c:pt idx="2741">
                  <c:v>7.53669533</c:v>
                </c:pt>
                <c:pt idx="2742">
                  <c:v>7.53981307</c:v>
                </c:pt>
                <c:pt idx="2743">
                  <c:v>7.54189156</c:v>
                </c:pt>
                <c:pt idx="2744">
                  <c:v>7.54411852</c:v>
                </c:pt>
                <c:pt idx="2745">
                  <c:v>7.54634548</c:v>
                </c:pt>
                <c:pt idx="2746">
                  <c:v>7.54857244</c:v>
                </c:pt>
                <c:pt idx="2747">
                  <c:v>7.55078767</c:v>
                </c:pt>
                <c:pt idx="2748">
                  <c:v>7.55302831</c:v>
                </c:pt>
                <c:pt idx="2749">
                  <c:v>7.55526894</c:v>
                </c:pt>
                <c:pt idx="2750">
                  <c:v>7.55678679</c:v>
                </c:pt>
                <c:pt idx="2751">
                  <c:v>7.55989476</c:v>
                </c:pt>
                <c:pt idx="2752">
                  <c:v>7.56193419</c:v>
                </c:pt>
                <c:pt idx="2753">
                  <c:v>7.56415919</c:v>
                </c:pt>
                <c:pt idx="2754">
                  <c:v>7.56639983</c:v>
                </c:pt>
                <c:pt idx="2755">
                  <c:v>7.56839237</c:v>
                </c:pt>
                <c:pt idx="2756">
                  <c:v>7.57084202</c:v>
                </c:pt>
                <c:pt idx="2757">
                  <c:v>7.57290489</c:v>
                </c:pt>
                <c:pt idx="2758">
                  <c:v>7.57537017</c:v>
                </c:pt>
                <c:pt idx="2759">
                  <c:v>7.57715174</c:v>
                </c:pt>
                <c:pt idx="2760">
                  <c:v>7.57933767</c:v>
                </c:pt>
                <c:pt idx="2761">
                  <c:v>7.5815783</c:v>
                </c:pt>
                <c:pt idx="2762">
                  <c:v>7.58381894</c:v>
                </c:pt>
                <c:pt idx="2763">
                  <c:v>7.58605957</c:v>
                </c:pt>
                <c:pt idx="2764">
                  <c:v>7.58808337</c:v>
                </c:pt>
                <c:pt idx="2765">
                  <c:v>7.590324</c:v>
                </c:pt>
                <c:pt idx="2766">
                  <c:v>7.59285375</c:v>
                </c:pt>
                <c:pt idx="2767">
                  <c:v>7.59509438</c:v>
                </c:pt>
                <c:pt idx="2768">
                  <c:v>7.59733501</c:v>
                </c:pt>
                <c:pt idx="2769">
                  <c:v>7.59956978</c:v>
                </c:pt>
                <c:pt idx="2770">
                  <c:v>7.60179674</c:v>
                </c:pt>
                <c:pt idx="2771">
                  <c:v>7.60427375</c:v>
                </c:pt>
                <c:pt idx="2772">
                  <c:v>7.60632489</c:v>
                </c:pt>
                <c:pt idx="2773">
                  <c:v>7.60832134</c:v>
                </c:pt>
                <c:pt idx="2774">
                  <c:v>7.61055611</c:v>
                </c:pt>
                <c:pt idx="2775">
                  <c:v>7.6128573</c:v>
                </c:pt>
                <c:pt idx="2776">
                  <c:v>7.61508426</c:v>
                </c:pt>
                <c:pt idx="2777">
                  <c:v>7.61829577</c:v>
                </c:pt>
                <c:pt idx="2778">
                  <c:v>7.6202805</c:v>
                </c:pt>
                <c:pt idx="2779">
                  <c:v>7.62258169</c:v>
                </c:pt>
                <c:pt idx="2780">
                  <c:v>7.62510557</c:v>
                </c:pt>
                <c:pt idx="2781">
                  <c:v>7.6262464</c:v>
                </c:pt>
                <c:pt idx="2782">
                  <c:v>7.62874294</c:v>
                </c:pt>
                <c:pt idx="2783">
                  <c:v>7.63145045</c:v>
                </c:pt>
                <c:pt idx="2784">
                  <c:v>7.63356802</c:v>
                </c:pt>
                <c:pt idx="2785">
                  <c:v>7.63557033</c:v>
                </c:pt>
                <c:pt idx="2786">
                  <c:v>7.63788324</c:v>
                </c:pt>
                <c:pt idx="2787">
                  <c:v>7.64017466</c:v>
                </c:pt>
                <c:pt idx="2788">
                  <c:v>7.64315957</c:v>
                </c:pt>
                <c:pt idx="2789">
                  <c:v>7.64453286</c:v>
                </c:pt>
                <c:pt idx="2790">
                  <c:v>7.64730093</c:v>
                </c:pt>
                <c:pt idx="2791">
                  <c:v>7.64960212</c:v>
                </c:pt>
                <c:pt idx="2792">
                  <c:v>7.65190331</c:v>
                </c:pt>
                <c:pt idx="2793">
                  <c:v>7.65421817</c:v>
                </c:pt>
                <c:pt idx="2794">
                  <c:v>7.65628299</c:v>
                </c:pt>
                <c:pt idx="2795">
                  <c:v>7.65884399</c:v>
                </c:pt>
                <c:pt idx="2796">
                  <c:v>7.66137374</c:v>
                </c:pt>
                <c:pt idx="2797">
                  <c:v>7.66340926</c:v>
                </c:pt>
                <c:pt idx="2798">
                  <c:v>7.66592728</c:v>
                </c:pt>
                <c:pt idx="2799">
                  <c:v>7.66780652</c:v>
                </c:pt>
                <c:pt idx="2800">
                  <c:v>7.67033627</c:v>
                </c:pt>
                <c:pt idx="2801">
                  <c:v>7.67264918</c:v>
                </c:pt>
                <c:pt idx="2802">
                  <c:v>7.67488982</c:v>
                </c:pt>
                <c:pt idx="2803">
                  <c:v>7.67741956</c:v>
                </c:pt>
                <c:pt idx="2804">
                  <c:v>7.6792988</c:v>
                </c:pt>
                <c:pt idx="2805">
                  <c:v>7.68161171</c:v>
                </c:pt>
                <c:pt idx="2806">
                  <c:v>7.68434267</c:v>
                </c:pt>
                <c:pt idx="2807">
                  <c:v>7.68664386</c:v>
                </c:pt>
                <c:pt idx="2808">
                  <c:v>7.688695</c:v>
                </c:pt>
                <c:pt idx="2809">
                  <c:v>7.69100792</c:v>
                </c:pt>
                <c:pt idx="2810">
                  <c:v>7.69353766</c:v>
                </c:pt>
                <c:pt idx="2811">
                  <c:v>7.69585057</c:v>
                </c:pt>
                <c:pt idx="2812">
                  <c:v>7.69809121</c:v>
                </c:pt>
                <c:pt idx="2813">
                  <c:v>7.70089639</c:v>
                </c:pt>
                <c:pt idx="2814">
                  <c:v>7.70293386</c:v>
                </c:pt>
                <c:pt idx="2815">
                  <c:v>7.70524677</c:v>
                </c:pt>
                <c:pt idx="2816">
                  <c:v>7.70757727</c:v>
                </c:pt>
                <c:pt idx="2817">
                  <c:v>7.70958348</c:v>
                </c:pt>
                <c:pt idx="2818">
                  <c:v>7.71210542</c:v>
                </c:pt>
                <c:pt idx="2819">
                  <c:v>7.71396121</c:v>
                </c:pt>
                <c:pt idx="2820">
                  <c:v>7.7164851</c:v>
                </c:pt>
                <c:pt idx="2821">
                  <c:v>7.71854601</c:v>
                </c:pt>
                <c:pt idx="2822">
                  <c:v>7.72108748</c:v>
                </c:pt>
                <c:pt idx="2823">
                  <c:v>7.72338867</c:v>
                </c:pt>
                <c:pt idx="2824">
                  <c:v>7.7256293</c:v>
                </c:pt>
                <c:pt idx="2825">
                  <c:v>7.72769412</c:v>
                </c:pt>
                <c:pt idx="2826">
                  <c:v>7.72974918</c:v>
                </c:pt>
                <c:pt idx="2827">
                  <c:v>7.7325192</c:v>
                </c:pt>
                <c:pt idx="2828">
                  <c:v>7.73459184</c:v>
                </c:pt>
                <c:pt idx="2829">
                  <c:v>7.73712158</c:v>
                </c:pt>
                <c:pt idx="2830">
                  <c:v>7.73964547</c:v>
                </c:pt>
                <c:pt idx="2831">
                  <c:v>7.74167513</c:v>
                </c:pt>
                <c:pt idx="2832">
                  <c:v>7.74380246</c:v>
                </c:pt>
                <c:pt idx="2833">
                  <c:v>7.74630095</c:v>
                </c:pt>
                <c:pt idx="2834">
                  <c:v>7.74883069</c:v>
                </c:pt>
                <c:pt idx="2835">
                  <c:v>7.75315568</c:v>
                </c:pt>
                <c:pt idx="2836">
                  <c:v>7.75548031</c:v>
                </c:pt>
                <c:pt idx="2837">
                  <c:v>7.75779323</c:v>
                </c:pt>
                <c:pt idx="2838">
                  <c:v>7.76487652</c:v>
                </c:pt>
                <c:pt idx="2839">
                  <c:v>7.76688859</c:v>
                </c:pt>
                <c:pt idx="2840">
                  <c:v>7.76941248</c:v>
                </c:pt>
                <c:pt idx="2841">
                  <c:v>7.77171367</c:v>
                </c:pt>
                <c:pt idx="2842">
                  <c:v>7.77376677</c:v>
                </c:pt>
                <c:pt idx="2843">
                  <c:v>7.77601912</c:v>
                </c:pt>
                <c:pt idx="2844">
                  <c:v>7.78041639</c:v>
                </c:pt>
                <c:pt idx="2845">
                  <c:v>7.7827293</c:v>
                </c:pt>
                <c:pt idx="2846">
                  <c:v>7.78500119</c:v>
                </c:pt>
                <c:pt idx="2847">
                  <c:v>7.78749968</c:v>
                </c:pt>
                <c:pt idx="2848">
                  <c:v>7.78981259</c:v>
                </c:pt>
                <c:pt idx="2849">
                  <c:v>7.7921255</c:v>
                </c:pt>
                <c:pt idx="2850">
                  <c:v>7.79487404</c:v>
                </c:pt>
                <c:pt idx="2851">
                  <c:v>7.79672984</c:v>
                </c:pt>
                <c:pt idx="2852">
                  <c:v>7.79903103</c:v>
                </c:pt>
                <c:pt idx="2853">
                  <c:v>7.80155491</c:v>
                </c:pt>
                <c:pt idx="2854">
                  <c:v>7.8038561</c:v>
                </c:pt>
                <c:pt idx="2855">
                  <c:v>7.80608306</c:v>
                </c:pt>
                <c:pt idx="2856">
                  <c:v>7.80817132</c:v>
                </c:pt>
                <c:pt idx="2857">
                  <c:v>7.81070107</c:v>
                </c:pt>
                <c:pt idx="2858">
                  <c:v>7.81301398</c:v>
                </c:pt>
                <c:pt idx="2859">
                  <c:v>7.81482094</c:v>
                </c:pt>
                <c:pt idx="2860">
                  <c:v>7.81735069</c:v>
                </c:pt>
                <c:pt idx="2861">
                  <c:v>7.82167177</c:v>
                </c:pt>
                <c:pt idx="2862">
                  <c:v>7.82419566</c:v>
                </c:pt>
                <c:pt idx="2863">
                  <c:v>7.82624094</c:v>
                </c:pt>
                <c:pt idx="2864">
                  <c:v>7.82827841</c:v>
                </c:pt>
                <c:pt idx="2865">
                  <c:v>7.83028854</c:v>
                </c:pt>
                <c:pt idx="2866">
                  <c:v>7.83302926</c:v>
                </c:pt>
                <c:pt idx="2867">
                  <c:v>7.83599854</c:v>
                </c:pt>
                <c:pt idx="2868">
                  <c:v>7.83729955</c:v>
                </c:pt>
                <c:pt idx="2869">
                  <c:v>7.83933897</c:v>
                </c:pt>
                <c:pt idx="2870">
                  <c:v>7.84275364</c:v>
                </c:pt>
                <c:pt idx="2871">
                  <c:v>7.84481651</c:v>
                </c:pt>
                <c:pt idx="2872">
                  <c:v>7.84705714</c:v>
                </c:pt>
                <c:pt idx="2873">
                  <c:v>7.84929777</c:v>
                </c:pt>
                <c:pt idx="2874">
                  <c:v>7.85062223</c:v>
                </c:pt>
                <c:pt idx="2875">
                  <c:v>7.85399588</c:v>
                </c:pt>
                <c:pt idx="2876">
                  <c:v>7.85604116</c:v>
                </c:pt>
                <c:pt idx="2877">
                  <c:v>7.85826812</c:v>
                </c:pt>
                <c:pt idx="2878">
                  <c:v>7.86079201</c:v>
                </c:pt>
                <c:pt idx="2879">
                  <c:v>7.86281385</c:v>
                </c:pt>
                <c:pt idx="2880">
                  <c:v>7.86505448</c:v>
                </c:pt>
                <c:pt idx="2881">
                  <c:v>7.86613671</c:v>
                </c:pt>
                <c:pt idx="2882">
                  <c:v>7.86955138</c:v>
                </c:pt>
                <c:pt idx="2883">
                  <c:v>7.87177833</c:v>
                </c:pt>
                <c:pt idx="2884">
                  <c:v>7.8733372</c:v>
                </c:pt>
                <c:pt idx="2885">
                  <c:v>7.87652918</c:v>
                </c:pt>
                <c:pt idx="2886">
                  <c:v>7.87857056</c:v>
                </c:pt>
                <c:pt idx="2887">
                  <c:v>7.8807604</c:v>
                </c:pt>
                <c:pt idx="2888">
                  <c:v>7.88306159</c:v>
                </c:pt>
                <c:pt idx="2889">
                  <c:v>7.88507562</c:v>
                </c:pt>
                <c:pt idx="2890">
                  <c:v>7.88753309</c:v>
                </c:pt>
                <c:pt idx="2891">
                  <c:v>7.88934005</c:v>
                </c:pt>
                <c:pt idx="2892">
                  <c:v>7.89158068</c:v>
                </c:pt>
                <c:pt idx="2893">
                  <c:v>7.89404792</c:v>
                </c:pt>
                <c:pt idx="2894">
                  <c:v>7.89635106</c:v>
                </c:pt>
                <c:pt idx="2895">
                  <c:v>7.89859169</c:v>
                </c:pt>
                <c:pt idx="2896">
                  <c:v>7.90102572</c:v>
                </c:pt>
                <c:pt idx="2897">
                  <c:v>7.90354961</c:v>
                </c:pt>
                <c:pt idx="2898">
                  <c:v>7.90577657</c:v>
                </c:pt>
                <c:pt idx="2899">
                  <c:v>7.90690372</c:v>
                </c:pt>
                <c:pt idx="2900">
                  <c:v>7.9093397</c:v>
                </c:pt>
                <c:pt idx="2901">
                  <c:v>7.91186358</c:v>
                </c:pt>
                <c:pt idx="2902">
                  <c:v>7.91384245</c:v>
                </c:pt>
                <c:pt idx="2903">
                  <c:v>7.9163175</c:v>
                </c:pt>
                <c:pt idx="2904">
                  <c:v>7.918396</c:v>
                </c:pt>
                <c:pt idx="2905">
                  <c:v>7.92106835</c:v>
                </c:pt>
                <c:pt idx="2906">
                  <c:v>7.92240452</c:v>
                </c:pt>
                <c:pt idx="2907">
                  <c:v>7.93250007</c:v>
                </c:pt>
                <c:pt idx="2908">
                  <c:v>7.9345141</c:v>
                </c:pt>
                <c:pt idx="2909">
                  <c:v>7.9392122</c:v>
                </c:pt>
                <c:pt idx="2910">
                  <c:v>7.94145283</c:v>
                </c:pt>
                <c:pt idx="2911">
                  <c:v>7.94341216</c:v>
                </c:pt>
                <c:pt idx="2912">
                  <c:v>7.94816301</c:v>
                </c:pt>
                <c:pt idx="2913">
                  <c:v>7.9492589</c:v>
                </c:pt>
                <c:pt idx="2914">
                  <c:v>7.95462119</c:v>
                </c:pt>
                <c:pt idx="2915">
                  <c:v>7.96597867</c:v>
                </c:pt>
                <c:pt idx="2916">
                  <c:v>7.96842833</c:v>
                </c:pt>
                <c:pt idx="2917">
                  <c:v>7.96956916</c:v>
                </c:pt>
                <c:pt idx="2918">
                  <c:v>7.97154607</c:v>
                </c:pt>
                <c:pt idx="2919">
                  <c:v>7.97288225</c:v>
                </c:pt>
                <c:pt idx="2920">
                  <c:v>7.98200105</c:v>
                </c:pt>
                <c:pt idx="2921">
                  <c:v>7.98312625</c:v>
                </c:pt>
                <c:pt idx="2922">
                  <c:v>7.98597637</c:v>
                </c:pt>
                <c:pt idx="2923">
                  <c:v>7.98802556</c:v>
                </c:pt>
                <c:pt idx="2924">
                  <c:v>7.9902408</c:v>
                </c:pt>
                <c:pt idx="2925">
                  <c:v>7.99240915</c:v>
                </c:pt>
                <c:pt idx="2926">
                  <c:v>8.00021523</c:v>
                </c:pt>
                <c:pt idx="2927">
                  <c:v>8.00376273</c:v>
                </c:pt>
                <c:pt idx="2928">
                  <c:v>8.00598969</c:v>
                </c:pt>
                <c:pt idx="2929">
                  <c:v>8.00777126</c:v>
                </c:pt>
                <c:pt idx="2930">
                  <c:v>8.01200248</c:v>
                </c:pt>
                <c:pt idx="2931">
                  <c:v>8.01422944</c:v>
                </c:pt>
                <c:pt idx="2932">
                  <c:v>8.0164564</c:v>
                </c:pt>
                <c:pt idx="2933">
                  <c:v>8.01846066</c:v>
                </c:pt>
                <c:pt idx="2934">
                  <c:v>8.02061339</c:v>
                </c:pt>
                <c:pt idx="2935">
                  <c:v>8.02284035</c:v>
                </c:pt>
                <c:pt idx="2936">
                  <c:v>8.02529</c:v>
                </c:pt>
                <c:pt idx="2937">
                  <c:v>8.02751696</c:v>
                </c:pt>
                <c:pt idx="2938">
                  <c:v>8.02974392</c:v>
                </c:pt>
                <c:pt idx="2939">
                  <c:v>8.03237915</c:v>
                </c:pt>
                <c:pt idx="2940">
                  <c:v>8.03461978</c:v>
                </c:pt>
                <c:pt idx="2941">
                  <c:v>8.03657326</c:v>
                </c:pt>
                <c:pt idx="2942">
                  <c:v>8.03880021</c:v>
                </c:pt>
                <c:pt idx="2943">
                  <c:v>8.04392222</c:v>
                </c:pt>
                <c:pt idx="2944">
                  <c:v>8.04502788</c:v>
                </c:pt>
                <c:pt idx="2945">
                  <c:v>8.04607494</c:v>
                </c:pt>
                <c:pt idx="2946">
                  <c:v>8.04965371</c:v>
                </c:pt>
                <c:pt idx="2947">
                  <c:v>8.05189434</c:v>
                </c:pt>
                <c:pt idx="2948">
                  <c:v>8.05406269</c:v>
                </c:pt>
                <c:pt idx="2949">
                  <c:v>8.05720974</c:v>
                </c:pt>
                <c:pt idx="2950">
                  <c:v>8.05936246</c:v>
                </c:pt>
                <c:pt idx="2951">
                  <c:v>8.06136282</c:v>
                </c:pt>
                <c:pt idx="2952">
                  <c:v>8.06359368</c:v>
                </c:pt>
                <c:pt idx="2953">
                  <c:v>8.06822927</c:v>
                </c:pt>
                <c:pt idx="2954">
                  <c:v>8.06916889</c:v>
                </c:pt>
                <c:pt idx="2955">
                  <c:v>8.07272421</c:v>
                </c:pt>
                <c:pt idx="2956">
                  <c:v>8.07466206</c:v>
                </c:pt>
                <c:pt idx="2957">
                  <c:v>8.07665851</c:v>
                </c:pt>
                <c:pt idx="2958">
                  <c:v>8.07866277</c:v>
                </c:pt>
                <c:pt idx="2959">
                  <c:v>8.08066117</c:v>
                </c:pt>
                <c:pt idx="2960">
                  <c:v>8.08267129</c:v>
                </c:pt>
                <c:pt idx="2961">
                  <c:v>8.08600978</c:v>
                </c:pt>
                <c:pt idx="2962">
                  <c:v>8.08709396</c:v>
                </c:pt>
                <c:pt idx="2963">
                  <c:v>8.08994603</c:v>
                </c:pt>
                <c:pt idx="2964">
                  <c:v>8.09193661</c:v>
                </c:pt>
                <c:pt idx="2965">
                  <c:v>8.09439408</c:v>
                </c:pt>
                <c:pt idx="2966">
                  <c:v>8.09620104</c:v>
                </c:pt>
                <c:pt idx="2967">
                  <c:v>8.09863116</c:v>
                </c:pt>
                <c:pt idx="2968">
                  <c:v>8.1030675</c:v>
                </c:pt>
                <c:pt idx="2969">
                  <c:v>8.10412433</c:v>
                </c:pt>
                <c:pt idx="2970">
                  <c:v>8.11013711</c:v>
                </c:pt>
                <c:pt idx="2971">
                  <c:v>8.11436834</c:v>
                </c:pt>
                <c:pt idx="2972">
                  <c:v>8.11680041</c:v>
                </c:pt>
                <c:pt idx="2973">
                  <c:v>8.11896876</c:v>
                </c:pt>
                <c:pt idx="2974">
                  <c:v>8.1212094</c:v>
                </c:pt>
                <c:pt idx="2975">
                  <c:v>8.12253385</c:v>
                </c:pt>
                <c:pt idx="2976">
                  <c:v>8.12540155</c:v>
                </c:pt>
                <c:pt idx="2977">
                  <c:v>8.12787855</c:v>
                </c:pt>
                <c:pt idx="2978">
                  <c:v>8.12988281</c:v>
                </c:pt>
                <c:pt idx="2979">
                  <c:v>8.13210977</c:v>
                </c:pt>
                <c:pt idx="2980">
                  <c:v>8.13414724</c:v>
                </c:pt>
                <c:pt idx="2981">
                  <c:v>8.13656369</c:v>
                </c:pt>
                <c:pt idx="2982">
                  <c:v>8.13920674</c:v>
                </c:pt>
                <c:pt idx="2983">
                  <c:v>8.14014636</c:v>
                </c:pt>
                <c:pt idx="2984">
                  <c:v>8.14591691</c:v>
                </c:pt>
                <c:pt idx="2985">
                  <c:v>8.14795243</c:v>
                </c:pt>
                <c:pt idx="2986">
                  <c:v>8.15257825</c:v>
                </c:pt>
                <c:pt idx="2987">
                  <c:v>8.15460205</c:v>
                </c:pt>
                <c:pt idx="2988">
                  <c:v>8.15549283</c:v>
                </c:pt>
                <c:pt idx="2989">
                  <c:v>8.16038433</c:v>
                </c:pt>
                <c:pt idx="2990">
                  <c:v>8.16529145</c:v>
                </c:pt>
                <c:pt idx="2991">
                  <c:v>8.16992509</c:v>
                </c:pt>
                <c:pt idx="2992">
                  <c:v>8.17108154</c:v>
                </c:pt>
                <c:pt idx="2993">
                  <c:v>8.17397659</c:v>
                </c:pt>
                <c:pt idx="2994">
                  <c:v>8.177948</c:v>
                </c:pt>
                <c:pt idx="2995">
                  <c:v>8.18105597</c:v>
                </c:pt>
                <c:pt idx="2996">
                  <c:v>8.18242926</c:v>
                </c:pt>
                <c:pt idx="2997">
                  <c:v>8.18799471</c:v>
                </c:pt>
                <c:pt idx="2998">
                  <c:v>8.19001069</c:v>
                </c:pt>
                <c:pt idx="2999">
                  <c:v>8.19493344</c:v>
                </c:pt>
                <c:pt idx="3000">
                  <c:v>8.19580078</c:v>
                </c:pt>
                <c:pt idx="3001">
                  <c:v>8.19934243</c:v>
                </c:pt>
                <c:pt idx="3002">
                  <c:v>8.20292705</c:v>
                </c:pt>
                <c:pt idx="3003">
                  <c:v>8.20736534</c:v>
                </c:pt>
                <c:pt idx="3004">
                  <c:v>8.21205758</c:v>
                </c:pt>
                <c:pt idx="3005">
                  <c:v>8.21294836</c:v>
                </c:pt>
                <c:pt idx="3006">
                  <c:v>8.21717958</c:v>
                </c:pt>
                <c:pt idx="3007">
                  <c:v>8.21921901</c:v>
                </c:pt>
                <c:pt idx="3008">
                  <c:v>8.22029732</c:v>
                </c:pt>
                <c:pt idx="3009">
                  <c:v>8.22363776</c:v>
                </c:pt>
                <c:pt idx="3010">
                  <c:v>8.22565179</c:v>
                </c:pt>
                <c:pt idx="3011">
                  <c:v>8.22809168</c:v>
                </c:pt>
                <c:pt idx="3012">
                  <c:v>8.22920516</c:v>
                </c:pt>
                <c:pt idx="3013">
                  <c:v>8.23150635</c:v>
                </c:pt>
                <c:pt idx="3014">
                  <c:v>8.23714407</c:v>
                </c:pt>
                <c:pt idx="3015">
                  <c:v>8.23960154</c:v>
                </c:pt>
                <c:pt idx="3016">
                  <c:v>8.24191445</c:v>
                </c:pt>
                <c:pt idx="3017">
                  <c:v>8.2450947</c:v>
                </c:pt>
                <c:pt idx="3018">
                  <c:v>8.25268394</c:v>
                </c:pt>
                <c:pt idx="3019">
                  <c:v>8.25528597</c:v>
                </c:pt>
                <c:pt idx="3020">
                  <c:v>8.25709293</c:v>
                </c:pt>
                <c:pt idx="3021">
                  <c:v>8.25993718</c:v>
                </c:pt>
                <c:pt idx="3022">
                  <c:v>8.26082797</c:v>
                </c:pt>
                <c:pt idx="3023">
                  <c:v>8.26836837</c:v>
                </c:pt>
                <c:pt idx="3024">
                  <c:v>8.27418972</c:v>
                </c:pt>
                <c:pt idx="3025">
                  <c:v>8.27582282</c:v>
                </c:pt>
                <c:pt idx="3026">
                  <c:v>8.27704179</c:v>
                </c:pt>
                <c:pt idx="3027">
                  <c:v>8.28361913</c:v>
                </c:pt>
                <c:pt idx="3028">
                  <c:v>8.28614887</c:v>
                </c:pt>
                <c:pt idx="3029">
                  <c:v>8.28829379</c:v>
                </c:pt>
                <c:pt idx="3030">
                  <c:v>8.2931931</c:v>
                </c:pt>
                <c:pt idx="3031">
                  <c:v>8.2931931</c:v>
                </c:pt>
                <c:pt idx="3032">
                  <c:v>8.29771343</c:v>
                </c:pt>
                <c:pt idx="3033">
                  <c:v>8.29771343</c:v>
                </c:pt>
                <c:pt idx="3034">
                  <c:v>8.30212242</c:v>
                </c:pt>
                <c:pt idx="3035">
                  <c:v>8.3068928</c:v>
                </c:pt>
                <c:pt idx="3036">
                  <c:v>8.30944989</c:v>
                </c:pt>
                <c:pt idx="3037">
                  <c:v>8.31086811</c:v>
                </c:pt>
                <c:pt idx="3038">
                  <c:v>8.31627923</c:v>
                </c:pt>
                <c:pt idx="3039">
                  <c:v>8.31860191</c:v>
                </c:pt>
                <c:pt idx="3040">
                  <c:v>8.32073315</c:v>
                </c:pt>
                <c:pt idx="3041">
                  <c:v>8.32310857</c:v>
                </c:pt>
                <c:pt idx="3042">
                  <c:v>8.32548399</c:v>
                </c:pt>
                <c:pt idx="3043">
                  <c:v>8.32548399</c:v>
                </c:pt>
                <c:pt idx="3044">
                  <c:v>8.33153976</c:v>
                </c:pt>
                <c:pt idx="3045">
                  <c:v>8.33721264</c:v>
                </c:pt>
                <c:pt idx="3046">
                  <c:v>8.3397795</c:v>
                </c:pt>
                <c:pt idx="3047">
                  <c:v>8.34122117</c:v>
                </c:pt>
                <c:pt idx="3048">
                  <c:v>8.34678856</c:v>
                </c:pt>
                <c:pt idx="3049">
                  <c:v>8.34801925</c:v>
                </c:pt>
                <c:pt idx="3050">
                  <c:v>8.3538738</c:v>
                </c:pt>
                <c:pt idx="3051">
                  <c:v>8.35481343</c:v>
                </c:pt>
                <c:pt idx="3052">
                  <c:v>8.36133802</c:v>
                </c:pt>
                <c:pt idx="3053">
                  <c:v>8.36274843</c:v>
                </c:pt>
                <c:pt idx="3054">
                  <c:v>8.36534655</c:v>
                </c:pt>
                <c:pt idx="3055">
                  <c:v>8.36772197</c:v>
                </c:pt>
                <c:pt idx="3056">
                  <c:v>8.37009739</c:v>
                </c:pt>
                <c:pt idx="3057">
                  <c:v>8.37239858</c:v>
                </c:pt>
                <c:pt idx="3058">
                  <c:v>8.37455131</c:v>
                </c:pt>
                <c:pt idx="3059">
                  <c:v>8.37692673</c:v>
                </c:pt>
                <c:pt idx="3060">
                  <c:v>8.37996633</c:v>
                </c:pt>
                <c:pt idx="3061">
                  <c:v>8.38162874</c:v>
                </c:pt>
                <c:pt idx="3062">
                  <c:v>8.38375607</c:v>
                </c:pt>
                <c:pt idx="3063">
                  <c:v>8.38516648</c:v>
                </c:pt>
                <c:pt idx="3064">
                  <c:v>8.38969463</c:v>
                </c:pt>
                <c:pt idx="3065">
                  <c:v>8.39182</c:v>
                </c:pt>
                <c:pt idx="3066">
                  <c:v>8.39392585</c:v>
                </c:pt>
                <c:pt idx="3067">
                  <c:v>8.39489086</c:v>
                </c:pt>
                <c:pt idx="3068">
                  <c:v>8.40107165</c:v>
                </c:pt>
                <c:pt idx="3069">
                  <c:v>8.40365023</c:v>
                </c:pt>
                <c:pt idx="3070">
                  <c:v>8.40483794</c:v>
                </c:pt>
                <c:pt idx="3071">
                  <c:v>8.40743215</c:v>
                </c:pt>
                <c:pt idx="3072">
                  <c:v>8.41241937</c:v>
                </c:pt>
                <c:pt idx="3073">
                  <c:v>8.41500772</c:v>
                </c:pt>
                <c:pt idx="3074">
                  <c:v>8.41738314</c:v>
                </c:pt>
                <c:pt idx="3075">
                  <c:v>8.41946164</c:v>
                </c:pt>
                <c:pt idx="3076">
                  <c:v>8.42183706</c:v>
                </c:pt>
                <c:pt idx="3077">
                  <c:v>8.42304431</c:v>
                </c:pt>
                <c:pt idx="3078">
                  <c:v>8.42651367</c:v>
                </c:pt>
                <c:pt idx="3079">
                  <c:v>8.43089336</c:v>
                </c:pt>
                <c:pt idx="3080">
                  <c:v>8.43319455</c:v>
                </c:pt>
                <c:pt idx="3081">
                  <c:v>8.43668345</c:v>
                </c:pt>
                <c:pt idx="3082">
                  <c:v>8.44076621</c:v>
                </c:pt>
                <c:pt idx="3083">
                  <c:v>8.4430674</c:v>
                </c:pt>
                <c:pt idx="3084">
                  <c:v>8.44559128</c:v>
                </c:pt>
                <c:pt idx="3085">
                  <c:v>8.44761899</c:v>
                </c:pt>
                <c:pt idx="3086">
                  <c:v>8.45238937</c:v>
                </c:pt>
                <c:pt idx="3087">
                  <c:v>8.45419633</c:v>
                </c:pt>
                <c:pt idx="3088">
                  <c:v>8.45650338</c:v>
                </c:pt>
                <c:pt idx="3089">
                  <c:v>8.45853304</c:v>
                </c:pt>
                <c:pt idx="3090">
                  <c:v>8.46077367</c:v>
                </c:pt>
                <c:pt idx="3091">
                  <c:v>8.46325849</c:v>
                </c:pt>
                <c:pt idx="3092">
                  <c:v>8.46554405</c:v>
                </c:pt>
                <c:pt idx="3093">
                  <c:v>8.46986513</c:v>
                </c:pt>
                <c:pt idx="3094">
                  <c:v>8.47436202</c:v>
                </c:pt>
                <c:pt idx="3095">
                  <c:v>8.47754227</c:v>
                </c:pt>
                <c:pt idx="3096">
                  <c:v>8.47958951</c:v>
                </c:pt>
                <c:pt idx="3097">
                  <c:v>8.48203917</c:v>
                </c:pt>
                <c:pt idx="3098">
                  <c:v>8.48404734</c:v>
                </c:pt>
                <c:pt idx="3099">
                  <c:v>8.48628797</c:v>
                </c:pt>
                <c:pt idx="3100">
                  <c:v>8.48831177</c:v>
                </c:pt>
                <c:pt idx="3101">
                  <c:v>8.49035315</c:v>
                </c:pt>
                <c:pt idx="3102">
                  <c:v>8.49220894</c:v>
                </c:pt>
                <c:pt idx="3103">
                  <c:v>8.49553962</c:v>
                </c:pt>
                <c:pt idx="3104">
                  <c:v>8.49688556</c:v>
                </c:pt>
                <c:pt idx="3105">
                  <c:v>8.50007753</c:v>
                </c:pt>
                <c:pt idx="3106">
                  <c:v>8.5036348</c:v>
                </c:pt>
                <c:pt idx="3107">
                  <c:v>8.50587544</c:v>
                </c:pt>
                <c:pt idx="3108">
                  <c:v>8.50839151</c:v>
                </c:pt>
                <c:pt idx="3109">
                  <c:v>8.51064582</c:v>
                </c:pt>
                <c:pt idx="3110">
                  <c:v>8.51262273</c:v>
                </c:pt>
                <c:pt idx="3111">
                  <c:v>8.51512708</c:v>
                </c:pt>
                <c:pt idx="3112">
                  <c:v>8.51758455</c:v>
                </c:pt>
                <c:pt idx="3113">
                  <c:v>8.51982518</c:v>
                </c:pt>
                <c:pt idx="3114">
                  <c:v>8.52182749</c:v>
                </c:pt>
                <c:pt idx="3115">
                  <c:v>8.52316367</c:v>
                </c:pt>
                <c:pt idx="3116">
                  <c:v>8.52739489</c:v>
                </c:pt>
                <c:pt idx="3117">
                  <c:v>8.53326898</c:v>
                </c:pt>
                <c:pt idx="3118">
                  <c:v>8.53543733</c:v>
                </c:pt>
                <c:pt idx="3119">
                  <c:v>8.53659965</c:v>
                </c:pt>
                <c:pt idx="3120">
                  <c:v>8.54216704</c:v>
                </c:pt>
                <c:pt idx="3121">
                  <c:v>8.544394</c:v>
                </c:pt>
                <c:pt idx="3122">
                  <c:v>8.54617557</c:v>
                </c:pt>
                <c:pt idx="3123">
                  <c:v>8.54837518</c:v>
                </c:pt>
                <c:pt idx="3124">
                  <c:v>8.55061581</c:v>
                </c:pt>
                <c:pt idx="3125">
                  <c:v>8.55285645</c:v>
                </c:pt>
                <c:pt idx="3126">
                  <c:v>8.55575149</c:v>
                </c:pt>
                <c:pt idx="3127">
                  <c:v>8.55820115</c:v>
                </c:pt>
                <c:pt idx="3128">
                  <c:v>8.55998271</c:v>
                </c:pt>
                <c:pt idx="3129">
                  <c:v>8.56218037</c:v>
                </c:pt>
                <c:pt idx="3130">
                  <c:v>8.564421</c:v>
                </c:pt>
                <c:pt idx="3131">
                  <c:v>8.56636666</c:v>
                </c:pt>
                <c:pt idx="3132">
                  <c:v>8.56903901</c:v>
                </c:pt>
                <c:pt idx="3133">
                  <c:v>8.57148866</c:v>
                </c:pt>
                <c:pt idx="3134">
                  <c:v>8.57282484</c:v>
                </c:pt>
                <c:pt idx="3135">
                  <c:v>8.5748291</c:v>
                </c:pt>
                <c:pt idx="3136">
                  <c:v>8.57815391</c:v>
                </c:pt>
                <c:pt idx="3137">
                  <c:v>8.58240076</c:v>
                </c:pt>
                <c:pt idx="3138">
                  <c:v>8.58485041</c:v>
                </c:pt>
                <c:pt idx="3139">
                  <c:v>8.58682733</c:v>
                </c:pt>
                <c:pt idx="3140">
                  <c:v>8.58885894</c:v>
                </c:pt>
                <c:pt idx="3141">
                  <c:v>8.59130859</c:v>
                </c:pt>
                <c:pt idx="3142">
                  <c:v>8.59353555</c:v>
                </c:pt>
                <c:pt idx="3143">
                  <c:v>8.5946334</c:v>
                </c:pt>
                <c:pt idx="3144">
                  <c:v>8.59776677</c:v>
                </c:pt>
                <c:pt idx="3145">
                  <c:v>8.59954834</c:v>
                </c:pt>
                <c:pt idx="3146">
                  <c:v>8.60222069</c:v>
                </c:pt>
                <c:pt idx="3147">
                  <c:v>8.60444765</c:v>
                </c:pt>
                <c:pt idx="3148">
                  <c:v>8.60663163</c:v>
                </c:pt>
                <c:pt idx="3149">
                  <c:v>8.60912426</c:v>
                </c:pt>
                <c:pt idx="3150">
                  <c:v>8.61090583</c:v>
                </c:pt>
                <c:pt idx="3151">
                  <c:v>8.61357036</c:v>
                </c:pt>
                <c:pt idx="3152">
                  <c:v>8.61550821</c:v>
                </c:pt>
                <c:pt idx="3153">
                  <c:v>8.61773517</c:v>
                </c:pt>
                <c:pt idx="3154">
                  <c:v>8.62000315</c:v>
                </c:pt>
                <c:pt idx="3155">
                  <c:v>8.62241178</c:v>
                </c:pt>
                <c:pt idx="3156">
                  <c:v>8.62463874</c:v>
                </c:pt>
                <c:pt idx="3157">
                  <c:v>8.62597491</c:v>
                </c:pt>
                <c:pt idx="3158">
                  <c:v>8.62842457</c:v>
                </c:pt>
                <c:pt idx="3159">
                  <c:v>8.63065153</c:v>
                </c:pt>
                <c:pt idx="3160">
                  <c:v>8.63332388</c:v>
                </c:pt>
                <c:pt idx="3161">
                  <c:v>8.63554302</c:v>
                </c:pt>
                <c:pt idx="3162">
                  <c:v>8.63778365</c:v>
                </c:pt>
                <c:pt idx="3163">
                  <c:v>8.63978206</c:v>
                </c:pt>
                <c:pt idx="3164">
                  <c:v>8.6419758</c:v>
                </c:pt>
                <c:pt idx="3165">
                  <c:v>8.64421644</c:v>
                </c:pt>
                <c:pt idx="3166">
                  <c:v>8.64661139</c:v>
                </c:pt>
                <c:pt idx="3167">
                  <c:v>8.64862542</c:v>
                </c:pt>
                <c:pt idx="3168">
                  <c:v>8.64949277</c:v>
                </c:pt>
                <c:pt idx="3169">
                  <c:v>8.65306957</c:v>
                </c:pt>
                <c:pt idx="3170">
                  <c:v>8.655445</c:v>
                </c:pt>
                <c:pt idx="3171">
                  <c:v>8.6574434</c:v>
                </c:pt>
                <c:pt idx="3172">
                  <c:v>8.65968403</c:v>
                </c:pt>
                <c:pt idx="3173">
                  <c:v>8.66160625</c:v>
                </c:pt>
                <c:pt idx="3174">
                  <c:v>8.66387618</c:v>
                </c:pt>
                <c:pt idx="3175">
                  <c:v>8.66583747</c:v>
                </c:pt>
                <c:pt idx="3176">
                  <c:v>8.66821289</c:v>
                </c:pt>
                <c:pt idx="3177">
                  <c:v>8.67043985</c:v>
                </c:pt>
                <c:pt idx="3178">
                  <c:v>8.67266681</c:v>
                </c:pt>
                <c:pt idx="3179">
                  <c:v>8.67500707</c:v>
                </c:pt>
                <c:pt idx="3180">
                  <c:v>8.67746454</c:v>
                </c:pt>
                <c:pt idx="3181">
                  <c:v>8.67942191</c:v>
                </c:pt>
                <c:pt idx="3182">
                  <c:v>8.68136757</c:v>
                </c:pt>
                <c:pt idx="3183">
                  <c:v>8.68346365</c:v>
                </c:pt>
                <c:pt idx="3184">
                  <c:v>8.68654818</c:v>
                </c:pt>
                <c:pt idx="3185">
                  <c:v>8.68845086</c:v>
                </c:pt>
                <c:pt idx="3186">
                  <c:v>8.68924593</c:v>
                </c:pt>
                <c:pt idx="3187">
                  <c:v>8.69478793</c:v>
                </c:pt>
                <c:pt idx="3188">
                  <c:v>8.69669061</c:v>
                </c:pt>
                <c:pt idx="3189">
                  <c:v>8.69857376</c:v>
                </c:pt>
                <c:pt idx="3190">
                  <c:v>8.70066593</c:v>
                </c:pt>
                <c:pt idx="3191">
                  <c:v>8.702762</c:v>
                </c:pt>
                <c:pt idx="3192">
                  <c:v>8.70466078</c:v>
                </c:pt>
                <c:pt idx="3193">
                  <c:v>8.70666504</c:v>
                </c:pt>
                <c:pt idx="3194">
                  <c:v>8.70962846</c:v>
                </c:pt>
                <c:pt idx="3195">
                  <c:v>8.71059933</c:v>
                </c:pt>
                <c:pt idx="3196">
                  <c:v>8.71267783</c:v>
                </c:pt>
                <c:pt idx="3197">
                  <c:v>8.71476023</c:v>
                </c:pt>
                <c:pt idx="3198">
                  <c:v>8.71757909</c:v>
                </c:pt>
                <c:pt idx="3199">
                  <c:v>8.71960289</c:v>
                </c:pt>
                <c:pt idx="3200">
                  <c:v>8.72184352</c:v>
                </c:pt>
                <c:pt idx="3201">
                  <c:v>8.72386732</c:v>
                </c:pt>
                <c:pt idx="3202">
                  <c:v>8.7249261</c:v>
                </c:pt>
                <c:pt idx="3203">
                  <c:v>8.72715306</c:v>
                </c:pt>
                <c:pt idx="3204">
                  <c:v>8.72915732</c:v>
                </c:pt>
                <c:pt idx="3205">
                  <c:v>8.73197813</c:v>
                </c:pt>
                <c:pt idx="3206">
                  <c:v>8.73384175</c:v>
                </c:pt>
                <c:pt idx="3207">
                  <c:v>8.73521504</c:v>
                </c:pt>
                <c:pt idx="3208">
                  <c:v>8.7380339</c:v>
                </c:pt>
                <c:pt idx="3209">
                  <c:v>8.73984672</c:v>
                </c:pt>
                <c:pt idx="3210">
                  <c:v>8.74185098</c:v>
                </c:pt>
                <c:pt idx="3211">
                  <c:v>8.74309339</c:v>
                </c:pt>
                <c:pt idx="3212">
                  <c:v>8.74526565</c:v>
                </c:pt>
                <c:pt idx="3213">
                  <c:v>8.74734415</c:v>
                </c:pt>
                <c:pt idx="3214">
                  <c:v>8.74930934</c:v>
                </c:pt>
                <c:pt idx="3215">
                  <c:v>8.75150113</c:v>
                </c:pt>
                <c:pt idx="3216">
                  <c:v>8.75313424</c:v>
                </c:pt>
                <c:pt idx="3217">
                  <c:v>8.7551639</c:v>
                </c:pt>
                <c:pt idx="3218">
                  <c:v>8.75818201</c:v>
                </c:pt>
                <c:pt idx="3219">
                  <c:v>8.75974088</c:v>
                </c:pt>
                <c:pt idx="3220">
                  <c:v>8.76196784</c:v>
                </c:pt>
                <c:pt idx="3221">
                  <c:v>8.76296997</c:v>
                </c:pt>
                <c:pt idx="3222">
                  <c:v>8.76600567</c:v>
                </c:pt>
                <c:pt idx="3223">
                  <c:v>8.76795719</c:v>
                </c:pt>
                <c:pt idx="3224">
                  <c:v>8.76998098</c:v>
                </c:pt>
                <c:pt idx="3225">
                  <c:v>8.77113744</c:v>
                </c:pt>
                <c:pt idx="3226">
                  <c:v>8.77399341</c:v>
                </c:pt>
                <c:pt idx="3227">
                  <c:v>8.77576326</c:v>
                </c:pt>
                <c:pt idx="3228">
                  <c:v>8.77792771</c:v>
                </c:pt>
                <c:pt idx="3229">
                  <c:v>8.78015467</c:v>
                </c:pt>
                <c:pt idx="3230">
                  <c:v>8.78190693</c:v>
                </c:pt>
                <c:pt idx="3231">
                  <c:v>8.78349706</c:v>
                </c:pt>
                <c:pt idx="3232">
                  <c:v>8.78566541</c:v>
                </c:pt>
                <c:pt idx="3233">
                  <c:v>8.78787479</c:v>
                </c:pt>
                <c:pt idx="3234">
                  <c:v>8.78943366</c:v>
                </c:pt>
                <c:pt idx="3235">
                  <c:v>8.79203178</c:v>
                </c:pt>
                <c:pt idx="3236">
                  <c:v>8.79383288</c:v>
                </c:pt>
                <c:pt idx="3237">
                  <c:v>8.79559491</c:v>
                </c:pt>
                <c:pt idx="3238">
                  <c:v>8.8014944</c:v>
                </c:pt>
                <c:pt idx="3239">
                  <c:v>8.80344592</c:v>
                </c:pt>
                <c:pt idx="3240">
                  <c:v>8.80546776</c:v>
                </c:pt>
                <c:pt idx="3241">
                  <c:v>8.80932782</c:v>
                </c:pt>
                <c:pt idx="3242">
                  <c:v>8.81132427</c:v>
                </c:pt>
                <c:pt idx="3243">
                  <c:v>8.81303942</c:v>
                </c:pt>
                <c:pt idx="3244">
                  <c:v>8.81541484</c:v>
                </c:pt>
                <c:pt idx="3245">
                  <c:v>8.81638376</c:v>
                </c:pt>
                <c:pt idx="3246">
                  <c:v>8.8194976</c:v>
                </c:pt>
                <c:pt idx="3247">
                  <c:v>8.8212987</c:v>
                </c:pt>
                <c:pt idx="3248">
                  <c:v>8.82513923</c:v>
                </c:pt>
                <c:pt idx="3249">
                  <c:v>8.82693642</c:v>
                </c:pt>
                <c:pt idx="3250">
                  <c:v>8.82907352</c:v>
                </c:pt>
                <c:pt idx="3251">
                  <c:v>8.83098402</c:v>
                </c:pt>
                <c:pt idx="3252">
                  <c:v>8.83271088</c:v>
                </c:pt>
                <c:pt idx="3253">
                  <c:v>8.8343811</c:v>
                </c:pt>
                <c:pt idx="3254">
                  <c:v>8.83626034</c:v>
                </c:pt>
                <c:pt idx="3255">
                  <c:v>8.83835642</c:v>
                </c:pt>
                <c:pt idx="3256">
                  <c:v>8.83998562</c:v>
                </c:pt>
                <c:pt idx="3257">
                  <c:v>8.84160895</c:v>
                </c:pt>
                <c:pt idx="3258">
                  <c:v>8.84356047</c:v>
                </c:pt>
                <c:pt idx="3259">
                  <c:v>8.84529515</c:v>
                </c:pt>
                <c:pt idx="3260">
                  <c:v>8.84695756</c:v>
                </c:pt>
                <c:pt idx="3261">
                  <c:v>8.84876452</c:v>
                </c:pt>
                <c:pt idx="3262">
                  <c:v>8.85071604</c:v>
                </c:pt>
                <c:pt idx="3263">
                  <c:v>8.85141734</c:v>
                </c:pt>
                <c:pt idx="3264">
                  <c:v>8.85331806</c:v>
                </c:pt>
                <c:pt idx="3265">
                  <c:v>8.85447452</c:v>
                </c:pt>
                <c:pt idx="3266">
                  <c:v>8.85599237</c:v>
                </c:pt>
                <c:pt idx="3267">
                  <c:v>8.85758249</c:v>
                </c:pt>
                <c:pt idx="3268">
                  <c:v>8.85884053</c:v>
                </c:pt>
                <c:pt idx="3269">
                  <c:v>8.86097958</c:v>
                </c:pt>
                <c:pt idx="3270">
                  <c:v>8.86206376</c:v>
                </c:pt>
                <c:pt idx="3271">
                  <c:v>8.86358161</c:v>
                </c:pt>
                <c:pt idx="3272">
                  <c:v>8.86488262</c:v>
                </c:pt>
                <c:pt idx="3273">
                  <c:v>8.86559564</c:v>
                </c:pt>
                <c:pt idx="3274">
                  <c:v>8.86770148</c:v>
                </c:pt>
                <c:pt idx="3275">
                  <c:v>8.86834222</c:v>
                </c:pt>
                <c:pt idx="3276">
                  <c:v>8.87019802</c:v>
                </c:pt>
                <c:pt idx="3277">
                  <c:v>8.87153224</c:v>
                </c:pt>
                <c:pt idx="3278">
                  <c:v>8.8729446</c:v>
                </c:pt>
                <c:pt idx="3279">
                  <c:v>8.87413426</c:v>
                </c:pt>
                <c:pt idx="3280">
                  <c:v>8.87487463</c:v>
                </c:pt>
                <c:pt idx="3281">
                  <c:v>8.87673043</c:v>
                </c:pt>
                <c:pt idx="3282">
                  <c:v>8.87799237</c:v>
                </c:pt>
                <c:pt idx="3283">
                  <c:v>8.87903162</c:v>
                </c:pt>
                <c:pt idx="3284">
                  <c:v>8.88027793</c:v>
                </c:pt>
                <c:pt idx="3285">
                  <c:v>8.88140704</c:v>
                </c:pt>
                <c:pt idx="3286">
                  <c:v>8.88289168</c:v>
                </c:pt>
                <c:pt idx="3287">
                  <c:v>8.88418097</c:v>
                </c:pt>
                <c:pt idx="3288">
                  <c:v>8.88533743</c:v>
                </c:pt>
                <c:pt idx="3289">
                  <c:v>8.88667751</c:v>
                </c:pt>
                <c:pt idx="3290">
                  <c:v>8.88765034</c:v>
                </c:pt>
                <c:pt idx="3291">
                  <c:v>8.88873452</c:v>
                </c:pt>
                <c:pt idx="3292">
                  <c:v>8.88979525</c:v>
                </c:pt>
                <c:pt idx="3293">
                  <c:v>8.89068604</c:v>
                </c:pt>
                <c:pt idx="3294">
                  <c:v>8.89169793</c:v>
                </c:pt>
                <c:pt idx="3295">
                  <c:v>8.89263755</c:v>
                </c:pt>
                <c:pt idx="3296">
                  <c:v>8.89357717</c:v>
                </c:pt>
                <c:pt idx="3297">
                  <c:v>8.8943234</c:v>
                </c:pt>
                <c:pt idx="3298">
                  <c:v>8.89523958</c:v>
                </c:pt>
                <c:pt idx="3299">
                  <c:v>8.89610692</c:v>
                </c:pt>
                <c:pt idx="3300">
                  <c:v>8.89647613</c:v>
                </c:pt>
                <c:pt idx="3301">
                  <c:v>8.89736691</c:v>
                </c:pt>
                <c:pt idx="3302">
                  <c:v>8.89810923</c:v>
                </c:pt>
                <c:pt idx="3303">
                  <c:v>8.89878122</c:v>
                </c:pt>
                <c:pt idx="3304">
                  <c:v>8.89943173</c:v>
                </c:pt>
                <c:pt idx="3305">
                  <c:v>8.90033619</c:v>
                </c:pt>
                <c:pt idx="3306">
                  <c:v>8.90102186</c:v>
                </c:pt>
                <c:pt idx="3307">
                  <c:v>8.90159813</c:v>
                </c:pt>
                <c:pt idx="3308">
                  <c:v>8.90226622</c:v>
                </c:pt>
                <c:pt idx="3309">
                  <c:v>8.9029011</c:v>
                </c:pt>
                <c:pt idx="3310">
                  <c:v>8.90345393</c:v>
                </c:pt>
                <c:pt idx="3311">
                  <c:v>8.90419625</c:v>
                </c:pt>
                <c:pt idx="3312">
                  <c:v>8.90471587</c:v>
                </c:pt>
                <c:pt idx="3313">
                  <c:v>8.90535857</c:v>
                </c:pt>
                <c:pt idx="3314">
                  <c:v>8.90593679</c:v>
                </c:pt>
                <c:pt idx="3315">
                  <c:v>8.90783361</c:v>
                </c:pt>
                <c:pt idx="3316">
                  <c:v>8.90897249</c:v>
                </c:pt>
                <c:pt idx="3317">
                  <c:v>8.90961518</c:v>
                </c:pt>
                <c:pt idx="3318">
                  <c:v>8.91012894</c:v>
                </c:pt>
                <c:pt idx="3319">
                  <c:v>8.91080289</c:v>
                </c:pt>
                <c:pt idx="3320">
                  <c:v>8.91142996</c:v>
                </c:pt>
                <c:pt idx="3321">
                  <c:v>8.91200819</c:v>
                </c:pt>
                <c:pt idx="3322">
                  <c:v>8.91258641</c:v>
                </c:pt>
                <c:pt idx="3323">
                  <c:v>8.91338148</c:v>
                </c:pt>
                <c:pt idx="3324">
                  <c:v>8.91392063</c:v>
                </c:pt>
                <c:pt idx="3325">
                  <c:v>8.91451449</c:v>
                </c:pt>
                <c:pt idx="3326">
                  <c:v>8.91504388</c:v>
                </c:pt>
                <c:pt idx="3327">
                  <c:v>8.91577643</c:v>
                </c:pt>
                <c:pt idx="3328">
                  <c:v>8.91641717</c:v>
                </c:pt>
                <c:pt idx="3329">
                  <c:v>8.91696414</c:v>
                </c:pt>
                <c:pt idx="3330">
                  <c:v>8.917558</c:v>
                </c:pt>
                <c:pt idx="3331">
                  <c:v>8.91815186</c:v>
                </c:pt>
                <c:pt idx="3332">
                  <c:v>8.91867148</c:v>
                </c:pt>
                <c:pt idx="3333">
                  <c:v>8.91911687</c:v>
                </c:pt>
                <c:pt idx="3334">
                  <c:v>8.91981426</c:v>
                </c:pt>
                <c:pt idx="3335">
                  <c:v>8.92024793</c:v>
                </c:pt>
                <c:pt idx="3336">
                  <c:v>8.92082616</c:v>
                </c:pt>
                <c:pt idx="3337">
                  <c:v>8.92140439</c:v>
                </c:pt>
                <c:pt idx="3338">
                  <c:v>8.92205489</c:v>
                </c:pt>
                <c:pt idx="3339">
                  <c:v>8.92248856</c:v>
                </c:pt>
                <c:pt idx="3340">
                  <c:v>8.92328363</c:v>
                </c:pt>
                <c:pt idx="3341">
                  <c:v>8.92386772</c:v>
                </c:pt>
                <c:pt idx="3342">
                  <c:v>8.92438734</c:v>
                </c:pt>
                <c:pt idx="3343">
                  <c:v>8.9247585</c:v>
                </c:pt>
                <c:pt idx="3344">
                  <c:v>8.92530742</c:v>
                </c:pt>
                <c:pt idx="3345">
                  <c:v>8.92594621</c:v>
                </c:pt>
                <c:pt idx="3346">
                  <c:v>8.92646583</c:v>
                </c:pt>
                <c:pt idx="3347">
                  <c:v>8.92705969</c:v>
                </c:pt>
                <c:pt idx="3348">
                  <c:v>8.92765354</c:v>
                </c:pt>
                <c:pt idx="3349">
                  <c:v>8.92817317</c:v>
                </c:pt>
                <c:pt idx="3350">
                  <c:v>8.92876702</c:v>
                </c:pt>
                <c:pt idx="3351">
                  <c:v>8.92928665</c:v>
                </c:pt>
                <c:pt idx="3352">
                  <c:v>8.92980627</c:v>
                </c:pt>
                <c:pt idx="3353">
                  <c:v>8.93025166</c:v>
                </c:pt>
                <c:pt idx="3354">
                  <c:v>8.93072831</c:v>
                </c:pt>
                <c:pt idx="3355">
                  <c:v>8.93114245</c:v>
                </c:pt>
                <c:pt idx="3356">
                  <c:v>8.93158784</c:v>
                </c:pt>
                <c:pt idx="3357">
                  <c:v>8.93188477</c:v>
                </c:pt>
                <c:pt idx="3358">
                  <c:v>8.93210746</c:v>
                </c:pt>
                <c:pt idx="3359">
                  <c:v>8.93233016</c:v>
                </c:pt>
                <c:pt idx="3360">
                  <c:v>8.93247862</c:v>
                </c:pt>
                <c:pt idx="3361">
                  <c:v>8.93260755</c:v>
                </c:pt>
                <c:pt idx="3362">
                  <c:v>8.93260755</c:v>
                </c:pt>
                <c:pt idx="3363">
                  <c:v>8.93255285</c:v>
                </c:pt>
                <c:pt idx="3364">
                  <c:v>8.93247862</c:v>
                </c:pt>
                <c:pt idx="3365">
                  <c:v>8.93233016</c:v>
                </c:pt>
                <c:pt idx="3366">
                  <c:v>8.9321016</c:v>
                </c:pt>
                <c:pt idx="3367">
                  <c:v>8.93181249</c:v>
                </c:pt>
                <c:pt idx="3368">
                  <c:v>8.93143937</c:v>
                </c:pt>
                <c:pt idx="3369">
                  <c:v>8.93101742</c:v>
                </c:pt>
                <c:pt idx="3370">
                  <c:v>8.93065603</c:v>
                </c:pt>
                <c:pt idx="3371">
                  <c:v>8.93015008</c:v>
                </c:pt>
                <c:pt idx="3372">
                  <c:v>8.92965781</c:v>
                </c:pt>
                <c:pt idx="3373">
                  <c:v>8.92876702</c:v>
                </c:pt>
                <c:pt idx="3374">
                  <c:v>8.92812628</c:v>
                </c:pt>
                <c:pt idx="3375">
                  <c:v>8.9274035</c:v>
                </c:pt>
                <c:pt idx="3376">
                  <c:v>8.92691123</c:v>
                </c:pt>
                <c:pt idx="3377">
                  <c:v>8.92603021</c:v>
                </c:pt>
                <c:pt idx="3378">
                  <c:v>8.92505543</c:v>
                </c:pt>
                <c:pt idx="3379">
                  <c:v>8.92422325</c:v>
                </c:pt>
                <c:pt idx="3380">
                  <c:v>8.92282847</c:v>
                </c:pt>
                <c:pt idx="3381">
                  <c:v>8.92191034</c:v>
                </c:pt>
                <c:pt idx="3382">
                  <c:v>8.92089844</c:v>
                </c:pt>
                <c:pt idx="3383">
                  <c:v>8.91995882</c:v>
                </c:pt>
                <c:pt idx="3384">
                  <c:v>8.91874571</c:v>
                </c:pt>
                <c:pt idx="3385">
                  <c:v>8.91763223</c:v>
                </c:pt>
                <c:pt idx="3386">
                  <c:v>8.91688991</c:v>
                </c:pt>
                <c:pt idx="3387">
                  <c:v>8.91510835</c:v>
                </c:pt>
                <c:pt idx="3388">
                  <c:v>8.91403198</c:v>
                </c:pt>
                <c:pt idx="3389">
                  <c:v>8.91280325</c:v>
                </c:pt>
                <c:pt idx="3390">
                  <c:v>8.91150224</c:v>
                </c:pt>
                <c:pt idx="3391">
                  <c:v>8.91012894</c:v>
                </c:pt>
                <c:pt idx="3392">
                  <c:v>8.90882793</c:v>
                </c:pt>
                <c:pt idx="3393">
                  <c:v>8.90752692</c:v>
                </c:pt>
                <c:pt idx="3394">
                  <c:v>8.90634898</c:v>
                </c:pt>
                <c:pt idx="3395">
                  <c:v>8.90493857</c:v>
                </c:pt>
                <c:pt idx="3396">
                  <c:v>8.90360239</c:v>
                </c:pt>
                <c:pt idx="3397">
                  <c:v>8.9029011</c:v>
                </c:pt>
                <c:pt idx="3398">
                  <c:v>8.90094958</c:v>
                </c:pt>
                <c:pt idx="3399">
                  <c:v>8.89957629</c:v>
                </c:pt>
                <c:pt idx="3400">
                  <c:v>8.89827527</c:v>
                </c:pt>
                <c:pt idx="3401">
                  <c:v>8.89758961</c:v>
                </c:pt>
                <c:pt idx="3402">
                  <c:v>8.8961792</c:v>
                </c:pt>
                <c:pt idx="3403">
                  <c:v>8.89495047</c:v>
                </c:pt>
                <c:pt idx="3404">
                  <c:v>8.8935049</c:v>
                </c:pt>
                <c:pt idx="3405">
                  <c:v>8.89169793</c:v>
                </c:pt>
                <c:pt idx="3406">
                  <c:v>8.89061376</c:v>
                </c:pt>
                <c:pt idx="3407">
                  <c:v>8.8892014</c:v>
                </c:pt>
                <c:pt idx="3408">
                  <c:v>8.88786717</c:v>
                </c:pt>
                <c:pt idx="3409">
                  <c:v>8.88663844</c:v>
                </c:pt>
                <c:pt idx="3410">
                  <c:v>8.88555426</c:v>
                </c:pt>
                <c:pt idx="3411">
                  <c:v>8.88425325</c:v>
                </c:pt>
                <c:pt idx="3412">
                  <c:v>8.88287996</c:v>
                </c:pt>
                <c:pt idx="3413">
                  <c:v>8.88157895</c:v>
                </c:pt>
                <c:pt idx="3414">
                  <c:v>8.88044203</c:v>
                </c:pt>
                <c:pt idx="3415">
                  <c:v>8.87912148</c:v>
                </c:pt>
                <c:pt idx="3416">
                  <c:v>8.87747275</c:v>
                </c:pt>
                <c:pt idx="3417">
                  <c:v>8.8763749</c:v>
                </c:pt>
                <c:pt idx="3418">
                  <c:v>8.87507388</c:v>
                </c:pt>
                <c:pt idx="3419">
                  <c:v>8.87383538</c:v>
                </c:pt>
                <c:pt idx="3420">
                  <c:v>8.8726887</c:v>
                </c:pt>
                <c:pt idx="3421">
                  <c:v>8.87145996</c:v>
                </c:pt>
                <c:pt idx="3422">
                  <c:v>8.87019802</c:v>
                </c:pt>
                <c:pt idx="3423">
                  <c:v>8.86885794</c:v>
                </c:pt>
                <c:pt idx="3424">
                  <c:v>8.86774836</c:v>
                </c:pt>
                <c:pt idx="3425">
                  <c:v>8.86632819</c:v>
                </c:pt>
                <c:pt idx="3426">
                  <c:v>8.86522448</c:v>
                </c:pt>
                <c:pt idx="3427">
                  <c:v>8.86403677</c:v>
                </c:pt>
                <c:pt idx="3428">
                  <c:v>8.86329445</c:v>
                </c:pt>
                <c:pt idx="3429">
                  <c:v>8.86184692</c:v>
                </c:pt>
                <c:pt idx="3430">
                  <c:v>8.86061819</c:v>
                </c:pt>
                <c:pt idx="3431">
                  <c:v>8.85958285</c:v>
                </c:pt>
                <c:pt idx="3432">
                  <c:v>8.85824667</c:v>
                </c:pt>
                <c:pt idx="3433">
                  <c:v>8.85698473</c:v>
                </c:pt>
                <c:pt idx="3434">
                  <c:v>8.85579702</c:v>
                </c:pt>
                <c:pt idx="3435">
                  <c:v>8.85446085</c:v>
                </c:pt>
                <c:pt idx="3436">
                  <c:v>8.85349583</c:v>
                </c:pt>
                <c:pt idx="3437">
                  <c:v>8.85245072</c:v>
                </c:pt>
                <c:pt idx="3438">
                  <c:v>8.85097194</c:v>
                </c:pt>
                <c:pt idx="3439">
                  <c:v>8.84978423</c:v>
                </c:pt>
                <c:pt idx="3440">
                  <c:v>8.84869224</c:v>
                </c:pt>
                <c:pt idx="3441">
                  <c:v>8.84703765</c:v>
                </c:pt>
                <c:pt idx="3442">
                  <c:v>8.84594566</c:v>
                </c:pt>
                <c:pt idx="3443">
                  <c:v>8.84471693</c:v>
                </c:pt>
                <c:pt idx="3444">
                  <c:v>8.84354875</c:v>
                </c:pt>
                <c:pt idx="3445">
                  <c:v>8.84247629</c:v>
                </c:pt>
                <c:pt idx="3446">
                  <c:v>8.84124756</c:v>
                </c:pt>
                <c:pt idx="3447">
                  <c:v>8.84020831</c:v>
                </c:pt>
                <c:pt idx="3448">
                  <c:v>8.83871781</c:v>
                </c:pt>
                <c:pt idx="3449">
                  <c:v>8.83806731</c:v>
                </c:pt>
                <c:pt idx="3450">
                  <c:v>8.83627402</c:v>
                </c:pt>
                <c:pt idx="3451">
                  <c:v>8.83503161</c:v>
                </c:pt>
                <c:pt idx="3452">
                  <c:v>8.83397283</c:v>
                </c:pt>
                <c:pt idx="3453">
                  <c:v>8.8333692</c:v>
                </c:pt>
                <c:pt idx="3454">
                  <c:v>8.83189433</c:v>
                </c:pt>
                <c:pt idx="3455">
                  <c:v>8.83100355</c:v>
                </c:pt>
                <c:pt idx="3456">
                  <c:v>8.82917705</c:v>
                </c:pt>
                <c:pt idx="3457">
                  <c:v>8.82794832</c:v>
                </c:pt>
                <c:pt idx="3458">
                  <c:v>8.82686414</c:v>
                </c:pt>
                <c:pt idx="3459">
                  <c:v>8.82570769</c:v>
                </c:pt>
                <c:pt idx="3460">
                  <c:v>8.8246196</c:v>
                </c:pt>
                <c:pt idx="3461">
                  <c:v>8.82328343</c:v>
                </c:pt>
                <c:pt idx="3462">
                  <c:v>8.82216604</c:v>
                </c:pt>
                <c:pt idx="3463">
                  <c:v>8.82090801</c:v>
                </c:pt>
                <c:pt idx="3464">
                  <c:v>8.81956402</c:v>
                </c:pt>
                <c:pt idx="3465">
                  <c:v>8.81882951</c:v>
                </c:pt>
                <c:pt idx="3466">
                  <c:v>8.8176418</c:v>
                </c:pt>
                <c:pt idx="3467">
                  <c:v>8.81631148</c:v>
                </c:pt>
                <c:pt idx="3468">
                  <c:v>8.81467252</c:v>
                </c:pt>
                <c:pt idx="3469">
                  <c:v>8.8135649</c:v>
                </c:pt>
                <c:pt idx="3470">
                  <c:v>8.81240845</c:v>
                </c:pt>
                <c:pt idx="3471">
                  <c:v>8.81168566</c:v>
                </c:pt>
                <c:pt idx="3472">
                  <c:v>8.8102186</c:v>
                </c:pt>
                <c:pt idx="3473">
                  <c:v>8.80915592</c:v>
                </c:pt>
                <c:pt idx="3474">
                  <c:v>8.80749351</c:v>
                </c:pt>
                <c:pt idx="3475">
                  <c:v>8.80687817</c:v>
                </c:pt>
                <c:pt idx="3476">
                  <c:v>8.8050966</c:v>
                </c:pt>
                <c:pt idx="3477">
                  <c:v>8.80435428</c:v>
                </c:pt>
                <c:pt idx="3478">
                  <c:v>8.80316657</c:v>
                </c:pt>
                <c:pt idx="3479">
                  <c:v>8.8014944</c:v>
                </c:pt>
                <c:pt idx="3480">
                  <c:v>8.80041999</c:v>
                </c:pt>
                <c:pt idx="3481">
                  <c:v>8.79932604</c:v>
                </c:pt>
                <c:pt idx="3482">
                  <c:v>8.79816959</c:v>
                </c:pt>
                <c:pt idx="3483">
                  <c:v>8.79708541</c:v>
                </c:pt>
                <c:pt idx="3484">
                  <c:v>8.79581761</c:v>
                </c:pt>
                <c:pt idx="3485">
                  <c:v>8.79470022</c:v>
                </c:pt>
                <c:pt idx="3486">
                  <c:v>8.79339921</c:v>
                </c:pt>
                <c:pt idx="3487">
                  <c:v>8.79232871</c:v>
                </c:pt>
                <c:pt idx="3488">
                  <c:v>8.79123085</c:v>
                </c:pt>
                <c:pt idx="3489">
                  <c:v>8.7900744</c:v>
                </c:pt>
                <c:pt idx="3490">
                  <c:v>8.78891404</c:v>
                </c:pt>
                <c:pt idx="3491">
                  <c:v>8.7843644</c:v>
                </c:pt>
                <c:pt idx="3492">
                  <c:v>8.78304971</c:v>
                </c:pt>
                <c:pt idx="3493">
                  <c:v>8.78176237</c:v>
                </c:pt>
                <c:pt idx="3494">
                  <c:v>8.77807617</c:v>
                </c:pt>
                <c:pt idx="3495">
                  <c:v>8.77674</c:v>
                </c:pt>
                <c:pt idx="3496">
                  <c:v>8.7719325</c:v>
                </c:pt>
                <c:pt idx="3497">
                  <c:v>8.77057875</c:v>
                </c:pt>
                <c:pt idx="3498">
                  <c:v>8.76867997</c:v>
                </c:pt>
                <c:pt idx="3499">
                  <c:v>8.76812909</c:v>
                </c:pt>
                <c:pt idx="3500">
                  <c:v>8.76515981</c:v>
                </c:pt>
                <c:pt idx="3501">
                  <c:v>8.7639721</c:v>
                </c:pt>
                <c:pt idx="3502">
                  <c:v>8.76278439</c:v>
                </c:pt>
                <c:pt idx="3503">
                  <c:v>8.76166896</c:v>
                </c:pt>
                <c:pt idx="3504">
                  <c:v>8.7604832</c:v>
                </c:pt>
                <c:pt idx="3505">
                  <c:v>8.75870554</c:v>
                </c:pt>
                <c:pt idx="3506">
                  <c:v>8.75758815</c:v>
                </c:pt>
                <c:pt idx="3507">
                  <c:v>8.75639263</c:v>
                </c:pt>
                <c:pt idx="3508">
                  <c:v>8.7553612</c:v>
                </c:pt>
                <c:pt idx="3509">
                  <c:v>8.75400744</c:v>
                </c:pt>
                <c:pt idx="3510">
                  <c:v>8.75198364</c:v>
                </c:pt>
                <c:pt idx="3511">
                  <c:v>8.7514269</c:v>
                </c:pt>
                <c:pt idx="3512">
                  <c:v>8.74897725</c:v>
                </c:pt>
                <c:pt idx="3513">
                  <c:v>8.74591225</c:v>
                </c:pt>
                <c:pt idx="3514">
                  <c:v>8.74526565</c:v>
                </c:pt>
                <c:pt idx="3515">
                  <c:v>8.7417201</c:v>
                </c:pt>
                <c:pt idx="3516">
                  <c:v>8.73717437</c:v>
                </c:pt>
                <c:pt idx="3517">
                  <c:v>8.73528731</c:v>
                </c:pt>
                <c:pt idx="3518">
                  <c:v>8.73355263</c:v>
                </c:pt>
                <c:pt idx="3519">
                  <c:v>8.73175544</c:v>
                </c:pt>
                <c:pt idx="3520">
                  <c:v>8.73037238</c:v>
                </c:pt>
                <c:pt idx="3521">
                  <c:v>8.72574265</c:v>
                </c:pt>
                <c:pt idx="3522">
                  <c:v>8.72444554</c:v>
                </c:pt>
                <c:pt idx="3523">
                  <c:v>8.72299607</c:v>
                </c:pt>
                <c:pt idx="3524">
                  <c:v>8.7219158</c:v>
                </c:pt>
                <c:pt idx="3525">
                  <c:v>8.72097618</c:v>
                </c:pt>
                <c:pt idx="3526">
                  <c:v>8.7195814</c:v>
                </c:pt>
                <c:pt idx="3527">
                  <c:v>8.71837415</c:v>
                </c:pt>
                <c:pt idx="3528">
                  <c:v>8.71683482</c:v>
                </c:pt>
                <c:pt idx="3529">
                  <c:v>8.7156471</c:v>
                </c:pt>
                <c:pt idx="3530">
                  <c:v>8.71439884</c:v>
                </c:pt>
                <c:pt idx="3531">
                  <c:v>8.71334591</c:v>
                </c:pt>
                <c:pt idx="3532">
                  <c:v>8.71223048</c:v>
                </c:pt>
                <c:pt idx="3533">
                  <c:v>8.71082203</c:v>
                </c:pt>
                <c:pt idx="3534">
                  <c:v>8.70970073</c:v>
                </c:pt>
                <c:pt idx="3535">
                  <c:v>8.708472</c:v>
                </c:pt>
                <c:pt idx="3536">
                  <c:v>8.70731555</c:v>
                </c:pt>
                <c:pt idx="3537">
                  <c:v>8.70594225</c:v>
                </c:pt>
                <c:pt idx="3538">
                  <c:v>8.70488347</c:v>
                </c:pt>
                <c:pt idx="3539">
                  <c:v>8.70341251</c:v>
                </c:pt>
                <c:pt idx="3540">
                  <c:v>8.70280498</c:v>
                </c:pt>
                <c:pt idx="3541">
                  <c:v>8.70161727</c:v>
                </c:pt>
                <c:pt idx="3542">
                  <c:v>8.70042956</c:v>
                </c:pt>
                <c:pt idx="3543">
                  <c:v>8.69968724</c:v>
                </c:pt>
                <c:pt idx="3544">
                  <c:v>8.69777479</c:v>
                </c:pt>
                <c:pt idx="3545">
                  <c:v>8.69664373</c:v>
                </c:pt>
                <c:pt idx="3546">
                  <c:v>8.69575294</c:v>
                </c:pt>
                <c:pt idx="3547">
                  <c:v>8.69430542</c:v>
                </c:pt>
                <c:pt idx="3548">
                  <c:v>8.69307669</c:v>
                </c:pt>
                <c:pt idx="3549">
                  <c:v>8.69204135</c:v>
                </c:pt>
                <c:pt idx="3550">
                  <c:v>8.69018555</c:v>
                </c:pt>
                <c:pt idx="3551">
                  <c:v>8.68917365</c:v>
                </c:pt>
                <c:pt idx="3552">
                  <c:v>8.68787264</c:v>
                </c:pt>
                <c:pt idx="3553">
                  <c:v>8.68677088</c:v>
                </c:pt>
                <c:pt idx="3554">
                  <c:v>8.68580586</c:v>
                </c:pt>
                <c:pt idx="3555">
                  <c:v>8.6846201</c:v>
                </c:pt>
                <c:pt idx="3556">
                  <c:v>8.68346365</c:v>
                </c:pt>
                <c:pt idx="3557">
                  <c:v>8.6821685</c:v>
                </c:pt>
                <c:pt idx="3558">
                  <c:v>8.68083232</c:v>
                </c:pt>
                <c:pt idx="3559">
                  <c:v>8.67964461</c:v>
                </c:pt>
                <c:pt idx="3560">
                  <c:v>8.67905466</c:v>
                </c:pt>
                <c:pt idx="3561">
                  <c:v>8.67726919</c:v>
                </c:pt>
                <c:pt idx="3562">
                  <c:v>8.67652492</c:v>
                </c:pt>
                <c:pt idx="3563">
                  <c:v>8.67526493</c:v>
                </c:pt>
                <c:pt idx="3564">
                  <c:v>8.67407721</c:v>
                </c:pt>
                <c:pt idx="3565">
                  <c:v>8.67262188</c:v>
                </c:pt>
                <c:pt idx="3566">
                  <c:v>8.67168226</c:v>
                </c:pt>
                <c:pt idx="3567">
                  <c:v>8.67036562</c:v>
                </c:pt>
                <c:pt idx="3568">
                  <c:v>8.66910367</c:v>
                </c:pt>
                <c:pt idx="3569">
                  <c:v>8.66777922</c:v>
                </c:pt>
                <c:pt idx="3570">
                  <c:v>8.66672825</c:v>
                </c:pt>
                <c:pt idx="3571">
                  <c:v>8.66568314</c:v>
                </c:pt>
                <c:pt idx="3572">
                  <c:v>8.66467125</c:v>
                </c:pt>
                <c:pt idx="3573">
                  <c:v>8.66338781</c:v>
                </c:pt>
                <c:pt idx="3574">
                  <c:v>8.66235833</c:v>
                </c:pt>
                <c:pt idx="3575">
                  <c:v>8.66105732</c:v>
                </c:pt>
                <c:pt idx="3576">
                  <c:v>8.65990087</c:v>
                </c:pt>
                <c:pt idx="3577">
                  <c:v>8.65863697</c:v>
                </c:pt>
                <c:pt idx="3578">
                  <c:v>8.65744926</c:v>
                </c:pt>
                <c:pt idx="3579">
                  <c:v>8.65626155</c:v>
                </c:pt>
                <c:pt idx="3580">
                  <c:v>8.65514807</c:v>
                </c:pt>
                <c:pt idx="3581">
                  <c:v>8.65396036</c:v>
                </c:pt>
                <c:pt idx="3582">
                  <c:v>8.65306957</c:v>
                </c:pt>
                <c:pt idx="3583">
                  <c:v>8.65217879</c:v>
                </c:pt>
                <c:pt idx="3584">
                  <c:v>8.65115517</c:v>
                </c:pt>
                <c:pt idx="3585">
                  <c:v>8.64949277</c:v>
                </c:pt>
                <c:pt idx="3586">
                  <c:v>8.64840859</c:v>
                </c:pt>
                <c:pt idx="3587">
                  <c:v>8.64732441</c:v>
                </c:pt>
                <c:pt idx="3588">
                  <c:v>8.64683409</c:v>
                </c:pt>
                <c:pt idx="3589">
                  <c:v>8.64564638</c:v>
                </c:pt>
                <c:pt idx="3590">
                  <c:v>8.64460713</c:v>
                </c:pt>
                <c:pt idx="3591">
                  <c:v>8.64320454</c:v>
                </c:pt>
                <c:pt idx="3592">
                  <c:v>8.64212036</c:v>
                </c:pt>
                <c:pt idx="3593">
                  <c:v>8.64096391</c:v>
                </c:pt>
                <c:pt idx="3594">
                  <c:v>8.64038568</c:v>
                </c:pt>
                <c:pt idx="3595">
                  <c:v>8.63937378</c:v>
                </c:pt>
                <c:pt idx="3596">
                  <c:v>8.63800049</c:v>
                </c:pt>
                <c:pt idx="3597">
                  <c:v>8.63688701</c:v>
                </c:pt>
                <c:pt idx="3598">
                  <c:v>8.63597669</c:v>
                </c:pt>
                <c:pt idx="3599">
                  <c:v>8.6354766</c:v>
                </c:pt>
                <c:pt idx="3600">
                  <c:v>8.63380834</c:v>
                </c:pt>
                <c:pt idx="3601">
                  <c:v>8.63295272</c:v>
                </c:pt>
                <c:pt idx="3602">
                  <c:v>8.63191347</c:v>
                </c:pt>
                <c:pt idx="3603">
                  <c:v>8.63106175</c:v>
                </c:pt>
                <c:pt idx="3604">
                  <c:v>8.62997758</c:v>
                </c:pt>
                <c:pt idx="3605">
                  <c:v>8.62909265</c:v>
                </c:pt>
                <c:pt idx="3606">
                  <c:v>8.62812764</c:v>
                </c:pt>
                <c:pt idx="3607">
                  <c:v>8.62694188</c:v>
                </c:pt>
                <c:pt idx="3608">
                  <c:v>8.62649454</c:v>
                </c:pt>
                <c:pt idx="3609">
                  <c:v>8.62515836</c:v>
                </c:pt>
                <c:pt idx="3610">
                  <c:v>8.6241953</c:v>
                </c:pt>
                <c:pt idx="3611">
                  <c:v>8.62330256</c:v>
                </c:pt>
                <c:pt idx="3612">
                  <c:v>8.62224378</c:v>
                </c:pt>
                <c:pt idx="3613">
                  <c:v>8.6212983</c:v>
                </c:pt>
                <c:pt idx="3614">
                  <c:v>8.62055598</c:v>
                </c:pt>
                <c:pt idx="3615">
                  <c:v>8.61959097</c:v>
                </c:pt>
                <c:pt idx="3616">
                  <c:v>8.61841302</c:v>
                </c:pt>
                <c:pt idx="3617">
                  <c:v>8.6174734</c:v>
                </c:pt>
                <c:pt idx="3618">
                  <c:v>8.61667834</c:v>
                </c:pt>
                <c:pt idx="3619">
                  <c:v>8.61566644</c:v>
                </c:pt>
                <c:pt idx="3620">
                  <c:v>8.61476589</c:v>
                </c:pt>
                <c:pt idx="3621">
                  <c:v>8.61371492</c:v>
                </c:pt>
                <c:pt idx="3622">
                  <c:v>8.61268739</c:v>
                </c:pt>
                <c:pt idx="3623">
                  <c:v>8.61179661</c:v>
                </c:pt>
                <c:pt idx="3624">
                  <c:v>8.61096834</c:v>
                </c:pt>
                <c:pt idx="3625">
                  <c:v>8.61002872</c:v>
                </c:pt>
                <c:pt idx="3626">
                  <c:v>8.60894454</c:v>
                </c:pt>
                <c:pt idx="3627">
                  <c:v>8.60808501</c:v>
                </c:pt>
                <c:pt idx="3628">
                  <c:v>8.60712</c:v>
                </c:pt>
                <c:pt idx="3629">
                  <c:v>8.60608075</c:v>
                </c:pt>
                <c:pt idx="3630">
                  <c:v>8.60533843</c:v>
                </c:pt>
                <c:pt idx="3631">
                  <c:v>8.60437342</c:v>
                </c:pt>
                <c:pt idx="3632">
                  <c:v>8.60330682</c:v>
                </c:pt>
                <c:pt idx="3633">
                  <c:v>8.60244339</c:v>
                </c:pt>
                <c:pt idx="3634">
                  <c:v>8.60147837</c:v>
                </c:pt>
                <c:pt idx="3635">
                  <c:v>8.60063252</c:v>
                </c:pt>
                <c:pt idx="3636">
                  <c:v>8.59962062</c:v>
                </c:pt>
                <c:pt idx="3637">
                  <c:v>8.59858332</c:v>
                </c:pt>
                <c:pt idx="3638">
                  <c:v>8.59761831</c:v>
                </c:pt>
                <c:pt idx="3639">
                  <c:v>8.59657906</c:v>
                </c:pt>
                <c:pt idx="3640">
                  <c:v>8.59561405</c:v>
                </c:pt>
                <c:pt idx="3641">
                  <c:v>8.59477796</c:v>
                </c:pt>
                <c:pt idx="3642">
                  <c:v>8.59360978</c:v>
                </c:pt>
                <c:pt idx="3643">
                  <c:v>8.59286746</c:v>
                </c:pt>
                <c:pt idx="3644">
                  <c:v>8.59190245</c:v>
                </c:pt>
                <c:pt idx="3645">
                  <c:v>8.59109176</c:v>
                </c:pt>
                <c:pt idx="3646">
                  <c:v>8.58989819</c:v>
                </c:pt>
                <c:pt idx="3647">
                  <c:v>8.58906796</c:v>
                </c:pt>
                <c:pt idx="3648">
                  <c:v>8.58819085</c:v>
                </c:pt>
                <c:pt idx="3649">
                  <c:v>8.587261</c:v>
                </c:pt>
                <c:pt idx="3650">
                  <c:v>8.58632138</c:v>
                </c:pt>
                <c:pt idx="3651">
                  <c:v>8.58529581</c:v>
                </c:pt>
                <c:pt idx="3652">
                  <c:v>8.58415302</c:v>
                </c:pt>
                <c:pt idx="3653">
                  <c:v>8.58329154</c:v>
                </c:pt>
                <c:pt idx="3654">
                  <c:v>8.58232653</c:v>
                </c:pt>
                <c:pt idx="3655">
                  <c:v>8.58136151</c:v>
                </c:pt>
                <c:pt idx="3656">
                  <c:v>8.58075594</c:v>
                </c:pt>
                <c:pt idx="3657">
                  <c:v>8.57972841</c:v>
                </c:pt>
                <c:pt idx="3658">
                  <c:v>8.57876339</c:v>
                </c:pt>
                <c:pt idx="3659">
                  <c:v>8.57772415</c:v>
                </c:pt>
                <c:pt idx="3660">
                  <c:v>8.57649151</c:v>
                </c:pt>
                <c:pt idx="3661">
                  <c:v>8.57557142</c:v>
                </c:pt>
                <c:pt idx="3662">
                  <c:v>8.57497757</c:v>
                </c:pt>
                <c:pt idx="3663">
                  <c:v>8.57410632</c:v>
                </c:pt>
                <c:pt idx="3664">
                  <c:v>8.5731667</c:v>
                </c:pt>
                <c:pt idx="3665">
                  <c:v>8.57172113</c:v>
                </c:pt>
                <c:pt idx="3666">
                  <c:v>8.5711429</c:v>
                </c:pt>
                <c:pt idx="3667">
                  <c:v>8.57020328</c:v>
                </c:pt>
                <c:pt idx="3668">
                  <c:v>8.56926171</c:v>
                </c:pt>
                <c:pt idx="3669">
                  <c:v>8.56829669</c:v>
                </c:pt>
                <c:pt idx="3670">
                  <c:v>8.5674567</c:v>
                </c:pt>
                <c:pt idx="3671">
                  <c:v>8.56636666</c:v>
                </c:pt>
                <c:pt idx="3672">
                  <c:v>8.56540164</c:v>
                </c:pt>
                <c:pt idx="3673">
                  <c:v>8.56443663</c:v>
                </c:pt>
                <c:pt idx="3674">
                  <c:v>8.56333682</c:v>
                </c:pt>
                <c:pt idx="3675">
                  <c:v>8.5623972</c:v>
                </c:pt>
                <c:pt idx="3676">
                  <c:v>8.56145758</c:v>
                </c:pt>
                <c:pt idx="3677">
                  <c:v>8.5606508</c:v>
                </c:pt>
                <c:pt idx="3678">
                  <c:v>8.55965062</c:v>
                </c:pt>
                <c:pt idx="3679">
                  <c:v>8.55878328</c:v>
                </c:pt>
                <c:pt idx="3680">
                  <c:v>8.55784366</c:v>
                </c:pt>
                <c:pt idx="3681">
                  <c:v>8.55671651</c:v>
                </c:pt>
                <c:pt idx="3682">
                  <c:v>8.55625353</c:v>
                </c:pt>
                <c:pt idx="3683">
                  <c:v>8.55488024</c:v>
                </c:pt>
                <c:pt idx="3684">
                  <c:v>8.55404416</c:v>
                </c:pt>
                <c:pt idx="3685">
                  <c:v>8.55300491</c:v>
                </c:pt>
                <c:pt idx="3686">
                  <c:v>8.55226259</c:v>
                </c:pt>
                <c:pt idx="3687">
                  <c:v>8.55137181</c:v>
                </c:pt>
                <c:pt idx="3688">
                  <c:v>8.5503267</c:v>
                </c:pt>
                <c:pt idx="3689">
                  <c:v>8.5493148</c:v>
                </c:pt>
                <c:pt idx="3690">
                  <c:v>8.54837518</c:v>
                </c:pt>
                <c:pt idx="3691">
                  <c:v>8.54786923</c:v>
                </c:pt>
                <c:pt idx="3692">
                  <c:v>8.54691789</c:v>
                </c:pt>
                <c:pt idx="3693">
                  <c:v>8.54580441</c:v>
                </c:pt>
                <c:pt idx="3694">
                  <c:v>8.54497809</c:v>
                </c:pt>
                <c:pt idx="3695">
                  <c:v>8.54402284</c:v>
                </c:pt>
                <c:pt idx="3696">
                  <c:v>8.54313206</c:v>
                </c:pt>
                <c:pt idx="3697">
                  <c:v>8.54216704</c:v>
                </c:pt>
                <c:pt idx="3698">
                  <c:v>8.54136417</c:v>
                </c:pt>
                <c:pt idx="3699">
                  <c:v>8.54038548</c:v>
                </c:pt>
                <c:pt idx="3700">
                  <c:v>8.53949469</c:v>
                </c:pt>
                <c:pt idx="3701">
                  <c:v>8.53845545</c:v>
                </c:pt>
                <c:pt idx="3702">
                  <c:v>8.53711927</c:v>
                </c:pt>
                <c:pt idx="3703">
                  <c:v>8.53674811</c:v>
                </c:pt>
                <c:pt idx="3704">
                  <c:v>8.53541194</c:v>
                </c:pt>
                <c:pt idx="3705">
                  <c:v>8.53485911</c:v>
                </c:pt>
                <c:pt idx="3706">
                  <c:v>8.53355809</c:v>
                </c:pt>
                <c:pt idx="3707">
                  <c:v>8.52969608</c:v>
                </c:pt>
                <c:pt idx="3708">
                  <c:v>8.52871543</c:v>
                </c:pt>
                <c:pt idx="3709">
                  <c:v>8.52791451</c:v>
                </c:pt>
                <c:pt idx="3710">
                  <c:v>8.52346059</c:v>
                </c:pt>
                <c:pt idx="3711">
                  <c:v>8.52184898</c:v>
                </c:pt>
                <c:pt idx="3712">
                  <c:v>8.52025885</c:v>
                </c:pt>
                <c:pt idx="3713">
                  <c:v>8.51885821</c:v>
                </c:pt>
              </c:numCache>
            </c:numRef>
          </c:xVal>
          <c:yVal>
            <c:numRef>
              <c:f>'Chart Data'!$D$2:$D$3715</c:f>
              <c:numCache>
                <c:formatCode>0.0</c:formatCode>
                <c:ptCount val="3714"/>
                <c:pt idx="0">
                  <c:v>51.47758484</c:v>
                </c:pt>
                <c:pt idx="1">
                  <c:v>51.47758484</c:v>
                </c:pt>
                <c:pt idx="2">
                  <c:v>51.47758484</c:v>
                </c:pt>
                <c:pt idx="3">
                  <c:v>51.47755768</c:v>
                </c:pt>
                <c:pt idx="4">
                  <c:v>51.47758484</c:v>
                </c:pt>
                <c:pt idx="5">
                  <c:v>51.47758484</c:v>
                </c:pt>
                <c:pt idx="6">
                  <c:v>51.47755768</c:v>
                </c:pt>
                <c:pt idx="7">
                  <c:v>51.47755768</c:v>
                </c:pt>
                <c:pt idx="8">
                  <c:v>51.47755768</c:v>
                </c:pt>
                <c:pt idx="9">
                  <c:v>51.47753906</c:v>
                </c:pt>
                <c:pt idx="10">
                  <c:v>51.47753906</c:v>
                </c:pt>
                <c:pt idx="11">
                  <c:v>51.47753906</c:v>
                </c:pt>
                <c:pt idx="12">
                  <c:v>51.47755768</c:v>
                </c:pt>
                <c:pt idx="13">
                  <c:v>51.47751113</c:v>
                </c:pt>
                <c:pt idx="14">
                  <c:v>51.47753906</c:v>
                </c:pt>
                <c:pt idx="15">
                  <c:v>51.47749329</c:v>
                </c:pt>
                <c:pt idx="16">
                  <c:v>51.47751113</c:v>
                </c:pt>
                <c:pt idx="17">
                  <c:v>51.47749329</c:v>
                </c:pt>
                <c:pt idx="18">
                  <c:v>51.47749329</c:v>
                </c:pt>
                <c:pt idx="19">
                  <c:v>51.47746458</c:v>
                </c:pt>
                <c:pt idx="20">
                  <c:v>51.47746458</c:v>
                </c:pt>
                <c:pt idx="21">
                  <c:v>51.47741803</c:v>
                </c:pt>
                <c:pt idx="22">
                  <c:v>51.47741803</c:v>
                </c:pt>
                <c:pt idx="23">
                  <c:v>51.47740173</c:v>
                </c:pt>
                <c:pt idx="24">
                  <c:v>51.47740173</c:v>
                </c:pt>
                <c:pt idx="25">
                  <c:v>51.47737147</c:v>
                </c:pt>
                <c:pt idx="26">
                  <c:v>51.47737147</c:v>
                </c:pt>
                <c:pt idx="27">
                  <c:v>51.47737147</c:v>
                </c:pt>
                <c:pt idx="28">
                  <c:v>51.47737147</c:v>
                </c:pt>
                <c:pt idx="29">
                  <c:v>51.47737147</c:v>
                </c:pt>
                <c:pt idx="30">
                  <c:v>51.47737147</c:v>
                </c:pt>
                <c:pt idx="31">
                  <c:v>51.47740173</c:v>
                </c:pt>
                <c:pt idx="32">
                  <c:v>51.47740173</c:v>
                </c:pt>
                <c:pt idx="33">
                  <c:v>51.47740173</c:v>
                </c:pt>
                <c:pt idx="34">
                  <c:v>51.47737147</c:v>
                </c:pt>
                <c:pt idx="35">
                  <c:v>51.47740173</c:v>
                </c:pt>
                <c:pt idx="36">
                  <c:v>51.47740173</c:v>
                </c:pt>
                <c:pt idx="37">
                  <c:v>51.47740173</c:v>
                </c:pt>
                <c:pt idx="38">
                  <c:v>51.47740173</c:v>
                </c:pt>
                <c:pt idx="39">
                  <c:v>51.47737147</c:v>
                </c:pt>
                <c:pt idx="40">
                  <c:v>51.47737147</c:v>
                </c:pt>
                <c:pt idx="41">
                  <c:v>51.47737147</c:v>
                </c:pt>
                <c:pt idx="42">
                  <c:v>51.47737147</c:v>
                </c:pt>
                <c:pt idx="43">
                  <c:v>51.47740173</c:v>
                </c:pt>
                <c:pt idx="44">
                  <c:v>51.47737147</c:v>
                </c:pt>
                <c:pt idx="45">
                  <c:v>51.47732492</c:v>
                </c:pt>
                <c:pt idx="46">
                  <c:v>51.47727837</c:v>
                </c:pt>
                <c:pt idx="47">
                  <c:v>51.47713871</c:v>
                </c:pt>
                <c:pt idx="48">
                  <c:v>51.47699906</c:v>
                </c:pt>
                <c:pt idx="49">
                  <c:v>51.47680664</c:v>
                </c:pt>
                <c:pt idx="50">
                  <c:v>51.47662664</c:v>
                </c:pt>
                <c:pt idx="51">
                  <c:v>51.47634888</c:v>
                </c:pt>
                <c:pt idx="52">
                  <c:v>51.47606801</c:v>
                </c:pt>
                <c:pt idx="53">
                  <c:v>51.47574215</c:v>
                </c:pt>
                <c:pt idx="54">
                  <c:v>51.47520447</c:v>
                </c:pt>
                <c:pt idx="55">
                  <c:v>51.4747467</c:v>
                </c:pt>
                <c:pt idx="56">
                  <c:v>51.47442627</c:v>
                </c:pt>
                <c:pt idx="57">
                  <c:v>51.47383118</c:v>
                </c:pt>
                <c:pt idx="58">
                  <c:v>51.47323608</c:v>
                </c:pt>
                <c:pt idx="59">
                  <c:v>51.47253004</c:v>
                </c:pt>
                <c:pt idx="60">
                  <c:v>51.47190857</c:v>
                </c:pt>
                <c:pt idx="61">
                  <c:v>51.47113347</c:v>
                </c:pt>
                <c:pt idx="62">
                  <c:v>51.47038864</c:v>
                </c:pt>
                <c:pt idx="63">
                  <c:v>51.46961975</c:v>
                </c:pt>
                <c:pt idx="64">
                  <c:v>51.46889897</c:v>
                </c:pt>
                <c:pt idx="65">
                  <c:v>51.46820068</c:v>
                </c:pt>
                <c:pt idx="66">
                  <c:v>51.46723938</c:v>
                </c:pt>
                <c:pt idx="67">
                  <c:v>51.46403503</c:v>
                </c:pt>
                <c:pt idx="68">
                  <c:v>51.46312649</c:v>
                </c:pt>
                <c:pt idx="69">
                  <c:v>51.4621582</c:v>
                </c:pt>
                <c:pt idx="70">
                  <c:v>51.46101379</c:v>
                </c:pt>
                <c:pt idx="71">
                  <c:v>51.46005404</c:v>
                </c:pt>
                <c:pt idx="72">
                  <c:v>51.45893679</c:v>
                </c:pt>
                <c:pt idx="73">
                  <c:v>51.45758057</c:v>
                </c:pt>
                <c:pt idx="74">
                  <c:v>51.45660918</c:v>
                </c:pt>
                <c:pt idx="75">
                  <c:v>51.45544537</c:v>
                </c:pt>
                <c:pt idx="76">
                  <c:v>51.45433044</c:v>
                </c:pt>
                <c:pt idx="77">
                  <c:v>51.45325742</c:v>
                </c:pt>
                <c:pt idx="78">
                  <c:v>51.45222473</c:v>
                </c:pt>
                <c:pt idx="79">
                  <c:v>51.45111601</c:v>
                </c:pt>
                <c:pt idx="80">
                  <c:v>51.44995221</c:v>
                </c:pt>
                <c:pt idx="81">
                  <c:v>51.44902116</c:v>
                </c:pt>
                <c:pt idx="82">
                  <c:v>51.44741821</c:v>
                </c:pt>
                <c:pt idx="83">
                  <c:v>51.4462738</c:v>
                </c:pt>
                <c:pt idx="84">
                  <c:v>51.44517517</c:v>
                </c:pt>
                <c:pt idx="85">
                  <c:v>51.44417973</c:v>
                </c:pt>
                <c:pt idx="86">
                  <c:v>51.44284058</c:v>
                </c:pt>
                <c:pt idx="87">
                  <c:v>51.44185212</c:v>
                </c:pt>
                <c:pt idx="88">
                  <c:v>51.44078142</c:v>
                </c:pt>
                <c:pt idx="89">
                  <c:v>51.43972778</c:v>
                </c:pt>
                <c:pt idx="90">
                  <c:v>51.43877967</c:v>
                </c:pt>
                <c:pt idx="91">
                  <c:v>51.43785095</c:v>
                </c:pt>
                <c:pt idx="92">
                  <c:v>51.43677792</c:v>
                </c:pt>
                <c:pt idx="93">
                  <c:v>51.43588257</c:v>
                </c:pt>
                <c:pt idx="94">
                  <c:v>51.43496239</c:v>
                </c:pt>
                <c:pt idx="95">
                  <c:v>51.43384513</c:v>
                </c:pt>
                <c:pt idx="96">
                  <c:v>51.43286754</c:v>
                </c:pt>
                <c:pt idx="97">
                  <c:v>51.43199158</c:v>
                </c:pt>
                <c:pt idx="98">
                  <c:v>51.43061829</c:v>
                </c:pt>
                <c:pt idx="99">
                  <c:v>51.42979431</c:v>
                </c:pt>
                <c:pt idx="100">
                  <c:v>51.42877094</c:v>
                </c:pt>
                <c:pt idx="101">
                  <c:v>51.42782593</c:v>
                </c:pt>
                <c:pt idx="102">
                  <c:v>51.42704851</c:v>
                </c:pt>
                <c:pt idx="103">
                  <c:v>51.42622375</c:v>
                </c:pt>
                <c:pt idx="104">
                  <c:v>51.42530823</c:v>
                </c:pt>
                <c:pt idx="105">
                  <c:v>51.42443848</c:v>
                </c:pt>
                <c:pt idx="106">
                  <c:v>51.42351054</c:v>
                </c:pt>
                <c:pt idx="107">
                  <c:v>51.42311096</c:v>
                </c:pt>
                <c:pt idx="108">
                  <c:v>51.4217881</c:v>
                </c:pt>
                <c:pt idx="109">
                  <c:v>51.42137146</c:v>
                </c:pt>
                <c:pt idx="110">
                  <c:v>51.42015877</c:v>
                </c:pt>
                <c:pt idx="111">
                  <c:v>51.4197398</c:v>
                </c:pt>
                <c:pt idx="112">
                  <c:v>51.41890186</c:v>
                </c:pt>
                <c:pt idx="113">
                  <c:v>51.41811048</c:v>
                </c:pt>
                <c:pt idx="114">
                  <c:v>51.41717943</c:v>
                </c:pt>
                <c:pt idx="115">
                  <c:v>51.41642761</c:v>
                </c:pt>
                <c:pt idx="116">
                  <c:v>51.41555786</c:v>
                </c:pt>
                <c:pt idx="117">
                  <c:v>51.41457251</c:v>
                </c:pt>
                <c:pt idx="118">
                  <c:v>51.41406043</c:v>
                </c:pt>
                <c:pt idx="119">
                  <c:v>51.41294861</c:v>
                </c:pt>
                <c:pt idx="120">
                  <c:v>51.41191903</c:v>
                </c:pt>
                <c:pt idx="121">
                  <c:v>51.41122074</c:v>
                </c:pt>
                <c:pt idx="122">
                  <c:v>51.41043091</c:v>
                </c:pt>
                <c:pt idx="123">
                  <c:v>51.40945176</c:v>
                </c:pt>
                <c:pt idx="124">
                  <c:v>51.40855408</c:v>
                </c:pt>
                <c:pt idx="125">
                  <c:v>51.40768433</c:v>
                </c:pt>
                <c:pt idx="126">
                  <c:v>51.40679828</c:v>
                </c:pt>
                <c:pt idx="127">
                  <c:v>51.40586724</c:v>
                </c:pt>
                <c:pt idx="128">
                  <c:v>51.40470886</c:v>
                </c:pt>
                <c:pt idx="129">
                  <c:v>51.40370178</c:v>
                </c:pt>
                <c:pt idx="130">
                  <c:v>51.40288789</c:v>
                </c:pt>
                <c:pt idx="131">
                  <c:v>51.4020034</c:v>
                </c:pt>
                <c:pt idx="132">
                  <c:v>51.40097925</c:v>
                </c:pt>
                <c:pt idx="133">
                  <c:v>51.400177</c:v>
                </c:pt>
                <c:pt idx="134">
                  <c:v>51.39934992</c:v>
                </c:pt>
                <c:pt idx="135">
                  <c:v>51.3984375</c:v>
                </c:pt>
                <c:pt idx="136">
                  <c:v>51.3974762</c:v>
                </c:pt>
                <c:pt idx="137">
                  <c:v>51.39664989</c:v>
                </c:pt>
                <c:pt idx="138">
                  <c:v>51.39553264</c:v>
                </c:pt>
                <c:pt idx="139">
                  <c:v>51.3946947</c:v>
                </c:pt>
                <c:pt idx="140">
                  <c:v>51.39385986</c:v>
                </c:pt>
                <c:pt idx="141">
                  <c:v>51.39297227</c:v>
                </c:pt>
                <c:pt idx="142">
                  <c:v>51.39212036</c:v>
                </c:pt>
                <c:pt idx="143">
                  <c:v>51.39120483</c:v>
                </c:pt>
                <c:pt idx="144">
                  <c:v>51.39027224</c:v>
                </c:pt>
                <c:pt idx="145">
                  <c:v>51.38928223</c:v>
                </c:pt>
                <c:pt idx="146">
                  <c:v>51.3884567</c:v>
                </c:pt>
                <c:pt idx="147">
                  <c:v>51.3875885</c:v>
                </c:pt>
                <c:pt idx="148">
                  <c:v>51.38639832</c:v>
                </c:pt>
                <c:pt idx="149">
                  <c:v>51.38603598</c:v>
                </c:pt>
                <c:pt idx="150">
                  <c:v>51.38482563</c:v>
                </c:pt>
                <c:pt idx="151">
                  <c:v>51.38447571</c:v>
                </c:pt>
                <c:pt idx="152">
                  <c:v>51.38342285</c:v>
                </c:pt>
                <c:pt idx="153">
                  <c:v>51.38301009</c:v>
                </c:pt>
                <c:pt idx="154">
                  <c:v>51.38227844</c:v>
                </c:pt>
                <c:pt idx="155">
                  <c:v>51.38170663</c:v>
                </c:pt>
                <c:pt idx="156">
                  <c:v>51.38104248</c:v>
                </c:pt>
                <c:pt idx="157">
                  <c:v>51.38044739</c:v>
                </c:pt>
                <c:pt idx="158">
                  <c:v>51.37998419</c:v>
                </c:pt>
                <c:pt idx="159">
                  <c:v>51.37944031</c:v>
                </c:pt>
                <c:pt idx="160">
                  <c:v>51.37902832</c:v>
                </c:pt>
                <c:pt idx="161">
                  <c:v>51.37861633</c:v>
                </c:pt>
                <c:pt idx="162">
                  <c:v>51.37826176</c:v>
                </c:pt>
                <c:pt idx="163">
                  <c:v>51.37779236</c:v>
                </c:pt>
                <c:pt idx="164">
                  <c:v>51.3775177</c:v>
                </c:pt>
                <c:pt idx="165">
                  <c:v>51.37728416</c:v>
                </c:pt>
                <c:pt idx="166">
                  <c:v>51.3770514</c:v>
                </c:pt>
                <c:pt idx="167">
                  <c:v>51.37686519</c:v>
                </c:pt>
                <c:pt idx="168">
                  <c:v>51.37672554</c:v>
                </c:pt>
                <c:pt idx="169">
                  <c:v>51.37653933</c:v>
                </c:pt>
                <c:pt idx="170">
                  <c:v>51.37651062</c:v>
                </c:pt>
                <c:pt idx="171">
                  <c:v>51.37639967</c:v>
                </c:pt>
                <c:pt idx="172">
                  <c:v>51.37626001</c:v>
                </c:pt>
                <c:pt idx="173">
                  <c:v>51.37616691</c:v>
                </c:pt>
                <c:pt idx="174">
                  <c:v>51.3760738</c:v>
                </c:pt>
                <c:pt idx="175">
                  <c:v>51.3759613</c:v>
                </c:pt>
                <c:pt idx="176">
                  <c:v>51.37586975</c:v>
                </c:pt>
                <c:pt idx="177">
                  <c:v>51.3757782</c:v>
                </c:pt>
                <c:pt idx="178">
                  <c:v>51.37568665</c:v>
                </c:pt>
                <c:pt idx="179">
                  <c:v>51.37560828</c:v>
                </c:pt>
                <c:pt idx="180">
                  <c:v>51.37554932</c:v>
                </c:pt>
                <c:pt idx="181">
                  <c:v>51.37545776</c:v>
                </c:pt>
                <c:pt idx="182">
                  <c:v>51.37536621</c:v>
                </c:pt>
                <c:pt idx="183">
                  <c:v>51.37527466</c:v>
                </c:pt>
                <c:pt idx="184">
                  <c:v>51.37523586</c:v>
                </c:pt>
                <c:pt idx="185">
                  <c:v>51.37513733</c:v>
                </c:pt>
                <c:pt idx="186">
                  <c:v>51.37504966</c:v>
                </c:pt>
                <c:pt idx="187">
                  <c:v>51.37495655</c:v>
                </c:pt>
                <c:pt idx="188">
                  <c:v>51.37491</c:v>
                </c:pt>
                <c:pt idx="189">
                  <c:v>51.37481689</c:v>
                </c:pt>
                <c:pt idx="190">
                  <c:v>51.37472379</c:v>
                </c:pt>
                <c:pt idx="191">
                  <c:v>51.37463069</c:v>
                </c:pt>
                <c:pt idx="192">
                  <c:v>51.37458413</c:v>
                </c:pt>
                <c:pt idx="193">
                  <c:v>51.37449646</c:v>
                </c:pt>
                <c:pt idx="194">
                  <c:v>51.37444448</c:v>
                </c:pt>
                <c:pt idx="195">
                  <c:v>51.37439792</c:v>
                </c:pt>
                <c:pt idx="196">
                  <c:v>51.37426758</c:v>
                </c:pt>
                <c:pt idx="197">
                  <c:v>51.37421172</c:v>
                </c:pt>
                <c:pt idx="198">
                  <c:v>51.37413025</c:v>
                </c:pt>
                <c:pt idx="199">
                  <c:v>51.37407206</c:v>
                </c:pt>
                <c:pt idx="200">
                  <c:v>51.37402551</c:v>
                </c:pt>
                <c:pt idx="201">
                  <c:v>51.3739324</c:v>
                </c:pt>
                <c:pt idx="202">
                  <c:v>51.37388585</c:v>
                </c:pt>
                <c:pt idx="203">
                  <c:v>51.3738393</c:v>
                </c:pt>
                <c:pt idx="204">
                  <c:v>51.37374619</c:v>
                </c:pt>
                <c:pt idx="205">
                  <c:v>51.37371826</c:v>
                </c:pt>
                <c:pt idx="206">
                  <c:v>51.37367249</c:v>
                </c:pt>
                <c:pt idx="207">
                  <c:v>51.37362671</c:v>
                </c:pt>
                <c:pt idx="208">
                  <c:v>51.37358093</c:v>
                </c:pt>
                <c:pt idx="209">
                  <c:v>51.37351343</c:v>
                </c:pt>
                <c:pt idx="210">
                  <c:v>51.3734436</c:v>
                </c:pt>
                <c:pt idx="211">
                  <c:v>51.37342033</c:v>
                </c:pt>
                <c:pt idx="212">
                  <c:v>51.37335205</c:v>
                </c:pt>
                <c:pt idx="213">
                  <c:v>51.37332722</c:v>
                </c:pt>
                <c:pt idx="214">
                  <c:v>51.37330627</c:v>
                </c:pt>
                <c:pt idx="215">
                  <c:v>51.3732605</c:v>
                </c:pt>
                <c:pt idx="216">
                  <c:v>51.37318757</c:v>
                </c:pt>
                <c:pt idx="217">
                  <c:v>51.37314101</c:v>
                </c:pt>
                <c:pt idx="218">
                  <c:v>51.37309446</c:v>
                </c:pt>
                <c:pt idx="219">
                  <c:v>51.37304791</c:v>
                </c:pt>
                <c:pt idx="220">
                  <c:v>51.37303162</c:v>
                </c:pt>
                <c:pt idx="221">
                  <c:v>51.37295481</c:v>
                </c:pt>
                <c:pt idx="222">
                  <c:v>51.37294006</c:v>
                </c:pt>
                <c:pt idx="223">
                  <c:v>51.37289429</c:v>
                </c:pt>
                <c:pt idx="224">
                  <c:v>51.3728617</c:v>
                </c:pt>
                <c:pt idx="225">
                  <c:v>51.37281515</c:v>
                </c:pt>
                <c:pt idx="226">
                  <c:v>51.37275696</c:v>
                </c:pt>
                <c:pt idx="227">
                  <c:v>51.37271118</c:v>
                </c:pt>
                <c:pt idx="228">
                  <c:v>51.37267549</c:v>
                </c:pt>
                <c:pt idx="229">
                  <c:v>51.37266541</c:v>
                </c:pt>
                <c:pt idx="230">
                  <c:v>51.37261963</c:v>
                </c:pt>
                <c:pt idx="231">
                  <c:v>51.37258239</c:v>
                </c:pt>
                <c:pt idx="232">
                  <c:v>51.37253583</c:v>
                </c:pt>
                <c:pt idx="233">
                  <c:v>51.37248928</c:v>
                </c:pt>
                <c:pt idx="234">
                  <c:v>51.37248928</c:v>
                </c:pt>
                <c:pt idx="235">
                  <c:v>51.37244273</c:v>
                </c:pt>
                <c:pt idx="236">
                  <c:v>51.37244273</c:v>
                </c:pt>
                <c:pt idx="237">
                  <c:v>51.37239075</c:v>
                </c:pt>
                <c:pt idx="238">
                  <c:v>51.37234497</c:v>
                </c:pt>
                <c:pt idx="239">
                  <c:v>51.37234497</c:v>
                </c:pt>
                <c:pt idx="240">
                  <c:v>51.37229919</c:v>
                </c:pt>
                <c:pt idx="241">
                  <c:v>51.37229919</c:v>
                </c:pt>
                <c:pt idx="242">
                  <c:v>51.37225342</c:v>
                </c:pt>
                <c:pt idx="243">
                  <c:v>51.37225342</c:v>
                </c:pt>
                <c:pt idx="244">
                  <c:v>51.37220764</c:v>
                </c:pt>
                <c:pt idx="245">
                  <c:v>51.37220764</c:v>
                </c:pt>
                <c:pt idx="246">
                  <c:v>51.37220997</c:v>
                </c:pt>
                <c:pt idx="247">
                  <c:v>51.37220764</c:v>
                </c:pt>
                <c:pt idx="248">
                  <c:v>51.37220764</c:v>
                </c:pt>
                <c:pt idx="249">
                  <c:v>51.37216342</c:v>
                </c:pt>
                <c:pt idx="250">
                  <c:v>51.37216187</c:v>
                </c:pt>
                <c:pt idx="251">
                  <c:v>51.37216342</c:v>
                </c:pt>
                <c:pt idx="252">
                  <c:v>51.37216342</c:v>
                </c:pt>
                <c:pt idx="253">
                  <c:v>51.37216187</c:v>
                </c:pt>
                <c:pt idx="254">
                  <c:v>51.37216342</c:v>
                </c:pt>
                <c:pt idx="255">
                  <c:v>51.37216342</c:v>
                </c:pt>
                <c:pt idx="256">
                  <c:v>51.37211609</c:v>
                </c:pt>
                <c:pt idx="257">
                  <c:v>51.37211609</c:v>
                </c:pt>
                <c:pt idx="258">
                  <c:v>51.37207031</c:v>
                </c:pt>
                <c:pt idx="259">
                  <c:v>51.37202454</c:v>
                </c:pt>
                <c:pt idx="260">
                  <c:v>51.37193298</c:v>
                </c:pt>
                <c:pt idx="261">
                  <c:v>51.3718841</c:v>
                </c:pt>
                <c:pt idx="262">
                  <c:v>51.37179565</c:v>
                </c:pt>
                <c:pt idx="263">
                  <c:v>51.37165833</c:v>
                </c:pt>
                <c:pt idx="264">
                  <c:v>51.37156677</c:v>
                </c:pt>
                <c:pt idx="265">
                  <c:v>51.37141858</c:v>
                </c:pt>
                <c:pt idx="266">
                  <c:v>51.37127892</c:v>
                </c:pt>
                <c:pt idx="267">
                  <c:v>51.37104616</c:v>
                </c:pt>
                <c:pt idx="268">
                  <c:v>51.37083435</c:v>
                </c:pt>
                <c:pt idx="269">
                  <c:v>51.37065125</c:v>
                </c:pt>
                <c:pt idx="270">
                  <c:v>51.37042236</c:v>
                </c:pt>
                <c:pt idx="271">
                  <c:v>51.37020822</c:v>
                </c:pt>
                <c:pt idx="272">
                  <c:v>51.37001038</c:v>
                </c:pt>
                <c:pt idx="273">
                  <c:v>51.36978925</c:v>
                </c:pt>
                <c:pt idx="274">
                  <c:v>51.36959839</c:v>
                </c:pt>
                <c:pt idx="275">
                  <c:v>51.36936951</c:v>
                </c:pt>
                <c:pt idx="276">
                  <c:v>51.36909485</c:v>
                </c:pt>
                <c:pt idx="277">
                  <c:v>51.36885821</c:v>
                </c:pt>
                <c:pt idx="278">
                  <c:v>51.36863708</c:v>
                </c:pt>
                <c:pt idx="279">
                  <c:v>51.36839269</c:v>
                </c:pt>
                <c:pt idx="280">
                  <c:v>51.36815992</c:v>
                </c:pt>
                <c:pt idx="281">
                  <c:v>51.36792716</c:v>
                </c:pt>
                <c:pt idx="282">
                  <c:v>51.36767578</c:v>
                </c:pt>
                <c:pt idx="283">
                  <c:v>51.36736854</c:v>
                </c:pt>
                <c:pt idx="284">
                  <c:v>51.36713578</c:v>
                </c:pt>
                <c:pt idx="285">
                  <c:v>51.36680603</c:v>
                </c:pt>
                <c:pt idx="286">
                  <c:v>51.36657715</c:v>
                </c:pt>
                <c:pt idx="287">
                  <c:v>51.36630249</c:v>
                </c:pt>
                <c:pt idx="288">
                  <c:v>51.36602783</c:v>
                </c:pt>
                <c:pt idx="289">
                  <c:v>51.36578576</c:v>
                </c:pt>
                <c:pt idx="290">
                  <c:v>51.36557007</c:v>
                </c:pt>
                <c:pt idx="291">
                  <c:v>51.36529541</c:v>
                </c:pt>
                <c:pt idx="292">
                  <c:v>51.36513403</c:v>
                </c:pt>
                <c:pt idx="293">
                  <c:v>51.36488342</c:v>
                </c:pt>
                <c:pt idx="294">
                  <c:v>51.36462195</c:v>
                </c:pt>
                <c:pt idx="295">
                  <c:v>51.36424954</c:v>
                </c:pt>
                <c:pt idx="296">
                  <c:v>51.36397022</c:v>
                </c:pt>
                <c:pt idx="297">
                  <c:v>51.36369091</c:v>
                </c:pt>
                <c:pt idx="298">
                  <c:v>51.3635047</c:v>
                </c:pt>
                <c:pt idx="299">
                  <c:v>51.36323547</c:v>
                </c:pt>
                <c:pt idx="300">
                  <c:v>51.36296082</c:v>
                </c:pt>
                <c:pt idx="301">
                  <c:v>51.36266676</c:v>
                </c:pt>
                <c:pt idx="302">
                  <c:v>51.36248055</c:v>
                </c:pt>
                <c:pt idx="303">
                  <c:v>51.36218262</c:v>
                </c:pt>
                <c:pt idx="304">
                  <c:v>51.36201503</c:v>
                </c:pt>
                <c:pt idx="305">
                  <c:v>51.36177063</c:v>
                </c:pt>
                <c:pt idx="306">
                  <c:v>51.36135864</c:v>
                </c:pt>
                <c:pt idx="307">
                  <c:v>51.36112976</c:v>
                </c:pt>
                <c:pt idx="308">
                  <c:v>51.36090088</c:v>
                </c:pt>
                <c:pt idx="309">
                  <c:v>51.36057191</c:v>
                </c:pt>
                <c:pt idx="310">
                  <c:v>51.36044312</c:v>
                </c:pt>
                <c:pt idx="311">
                  <c:v>51.3600769</c:v>
                </c:pt>
                <c:pt idx="312">
                  <c:v>51.35992018</c:v>
                </c:pt>
                <c:pt idx="313">
                  <c:v>51.35964087</c:v>
                </c:pt>
                <c:pt idx="314">
                  <c:v>51.35936155</c:v>
                </c:pt>
                <c:pt idx="315">
                  <c:v>51.35912879</c:v>
                </c:pt>
                <c:pt idx="316">
                  <c:v>51.35879517</c:v>
                </c:pt>
                <c:pt idx="317">
                  <c:v>51.35852361</c:v>
                </c:pt>
                <c:pt idx="318">
                  <c:v>51.3582443</c:v>
                </c:pt>
                <c:pt idx="319">
                  <c:v>51.35797119</c:v>
                </c:pt>
                <c:pt idx="320">
                  <c:v>51.35773222</c:v>
                </c:pt>
                <c:pt idx="321">
                  <c:v>51.35751343</c:v>
                </c:pt>
                <c:pt idx="322">
                  <c:v>51.3572667</c:v>
                </c:pt>
                <c:pt idx="323">
                  <c:v>51.35696411</c:v>
                </c:pt>
                <c:pt idx="324">
                  <c:v>51.35668945</c:v>
                </c:pt>
                <c:pt idx="325">
                  <c:v>51.35642876</c:v>
                </c:pt>
                <c:pt idx="326">
                  <c:v>51.35614945</c:v>
                </c:pt>
                <c:pt idx="327">
                  <c:v>51.35591125</c:v>
                </c:pt>
                <c:pt idx="328">
                  <c:v>51.35563737</c:v>
                </c:pt>
                <c:pt idx="329">
                  <c:v>51.35545116</c:v>
                </c:pt>
                <c:pt idx="330">
                  <c:v>51.35513306</c:v>
                </c:pt>
                <c:pt idx="331">
                  <c:v>51.35489254</c:v>
                </c:pt>
                <c:pt idx="332">
                  <c:v>51.35461322</c:v>
                </c:pt>
                <c:pt idx="333">
                  <c:v>51.35440063</c:v>
                </c:pt>
                <c:pt idx="334">
                  <c:v>51.35398865</c:v>
                </c:pt>
                <c:pt idx="335">
                  <c:v>51.35380554</c:v>
                </c:pt>
                <c:pt idx="336">
                  <c:v>51.35353088</c:v>
                </c:pt>
                <c:pt idx="337">
                  <c:v>51.35325623</c:v>
                </c:pt>
                <c:pt idx="338">
                  <c:v>51.35302734</c:v>
                </c:pt>
                <c:pt idx="339">
                  <c:v>51.35289079</c:v>
                </c:pt>
                <c:pt idx="340">
                  <c:v>51.35261536</c:v>
                </c:pt>
                <c:pt idx="341">
                  <c:v>51.35238647</c:v>
                </c:pt>
                <c:pt idx="342">
                  <c:v>51.35215759</c:v>
                </c:pt>
                <c:pt idx="343">
                  <c:v>51.35191319</c:v>
                </c:pt>
                <c:pt idx="344">
                  <c:v>51.35168043</c:v>
                </c:pt>
                <c:pt idx="345">
                  <c:v>51.35144767</c:v>
                </c:pt>
                <c:pt idx="346">
                  <c:v>51.35121491</c:v>
                </c:pt>
                <c:pt idx="347">
                  <c:v>51.35101318</c:v>
                </c:pt>
                <c:pt idx="348">
                  <c:v>51.3507843</c:v>
                </c:pt>
                <c:pt idx="349">
                  <c:v>51.35055542</c:v>
                </c:pt>
                <c:pt idx="350">
                  <c:v>51.35028387</c:v>
                </c:pt>
                <c:pt idx="351">
                  <c:v>51.35009766</c:v>
                </c:pt>
                <c:pt idx="352">
                  <c:v>51.3498649</c:v>
                </c:pt>
                <c:pt idx="353">
                  <c:v>51.34968567</c:v>
                </c:pt>
                <c:pt idx="354">
                  <c:v>51.34945679</c:v>
                </c:pt>
                <c:pt idx="355">
                  <c:v>51.34921316</c:v>
                </c:pt>
                <c:pt idx="356">
                  <c:v>51.3490448</c:v>
                </c:pt>
                <c:pt idx="357">
                  <c:v>51.34881592</c:v>
                </c:pt>
                <c:pt idx="358">
                  <c:v>51.34860798</c:v>
                </c:pt>
                <c:pt idx="359">
                  <c:v>51.34837522</c:v>
                </c:pt>
                <c:pt idx="360">
                  <c:v>51.34812927</c:v>
                </c:pt>
                <c:pt idx="361">
                  <c:v>51.3478166</c:v>
                </c:pt>
                <c:pt idx="362">
                  <c:v>51.34771729</c:v>
                </c:pt>
                <c:pt idx="363">
                  <c:v>51.34744418</c:v>
                </c:pt>
                <c:pt idx="364">
                  <c:v>51.34721142</c:v>
                </c:pt>
                <c:pt idx="365">
                  <c:v>51.34703064</c:v>
                </c:pt>
                <c:pt idx="366">
                  <c:v>51.34675598</c:v>
                </c:pt>
                <c:pt idx="367">
                  <c:v>51.34657288</c:v>
                </c:pt>
                <c:pt idx="368">
                  <c:v>51.34629822</c:v>
                </c:pt>
                <c:pt idx="369">
                  <c:v>51.34604761</c:v>
                </c:pt>
                <c:pt idx="370">
                  <c:v>51.34581485</c:v>
                </c:pt>
                <c:pt idx="371">
                  <c:v>51.34562864</c:v>
                </c:pt>
                <c:pt idx="372">
                  <c:v>51.34534933</c:v>
                </c:pt>
                <c:pt idx="373">
                  <c:v>51.34524536</c:v>
                </c:pt>
                <c:pt idx="374">
                  <c:v>51.34492493</c:v>
                </c:pt>
                <c:pt idx="375">
                  <c:v>51.34469604</c:v>
                </c:pt>
                <c:pt idx="376">
                  <c:v>51.34455794</c:v>
                </c:pt>
                <c:pt idx="377">
                  <c:v>51.34423207</c:v>
                </c:pt>
                <c:pt idx="378">
                  <c:v>51.34405518</c:v>
                </c:pt>
                <c:pt idx="379">
                  <c:v>51.34376655</c:v>
                </c:pt>
                <c:pt idx="380">
                  <c:v>51.34364319</c:v>
                </c:pt>
                <c:pt idx="381">
                  <c:v>51.34332275</c:v>
                </c:pt>
                <c:pt idx="382">
                  <c:v>51.34309387</c:v>
                </c:pt>
                <c:pt idx="383">
                  <c:v>51.34288206</c:v>
                </c:pt>
                <c:pt idx="384">
                  <c:v>51.3426493</c:v>
                </c:pt>
                <c:pt idx="385">
                  <c:v>51.34240723</c:v>
                </c:pt>
                <c:pt idx="386">
                  <c:v>51.34218378</c:v>
                </c:pt>
                <c:pt idx="387">
                  <c:v>51.34194946</c:v>
                </c:pt>
                <c:pt idx="388">
                  <c:v>51.34172058</c:v>
                </c:pt>
                <c:pt idx="389">
                  <c:v>51.34153748</c:v>
                </c:pt>
                <c:pt idx="390">
                  <c:v>51.34125273</c:v>
                </c:pt>
                <c:pt idx="391">
                  <c:v>51.34098816</c:v>
                </c:pt>
                <c:pt idx="392">
                  <c:v>51.34075928</c:v>
                </c:pt>
                <c:pt idx="393">
                  <c:v>51.34064755</c:v>
                </c:pt>
                <c:pt idx="394">
                  <c:v>51.3405079</c:v>
                </c:pt>
                <c:pt idx="395">
                  <c:v>51.33990272</c:v>
                </c:pt>
                <c:pt idx="396">
                  <c:v>51.33966995</c:v>
                </c:pt>
                <c:pt idx="397">
                  <c:v>51.33938599</c:v>
                </c:pt>
                <c:pt idx="398">
                  <c:v>51.33911133</c:v>
                </c:pt>
                <c:pt idx="399">
                  <c:v>51.33888245</c:v>
                </c:pt>
                <c:pt idx="400">
                  <c:v>51.33865356</c:v>
                </c:pt>
                <c:pt idx="401">
                  <c:v>51.33836649</c:v>
                </c:pt>
                <c:pt idx="402">
                  <c:v>51.33818028</c:v>
                </c:pt>
                <c:pt idx="403">
                  <c:v>51.33796692</c:v>
                </c:pt>
                <c:pt idx="404">
                  <c:v>51.33771476</c:v>
                </c:pt>
                <c:pt idx="405">
                  <c:v>51.33750916</c:v>
                </c:pt>
                <c:pt idx="406">
                  <c:v>51.33724924</c:v>
                </c:pt>
                <c:pt idx="407">
                  <c:v>51.33696993</c:v>
                </c:pt>
                <c:pt idx="408">
                  <c:v>51.33677673</c:v>
                </c:pt>
                <c:pt idx="409">
                  <c:v>51.33655096</c:v>
                </c:pt>
                <c:pt idx="410">
                  <c:v>51.33627164</c:v>
                </c:pt>
                <c:pt idx="411">
                  <c:v>51.33603888</c:v>
                </c:pt>
                <c:pt idx="412">
                  <c:v>51.33581543</c:v>
                </c:pt>
                <c:pt idx="413">
                  <c:v>51.33552681</c:v>
                </c:pt>
                <c:pt idx="414">
                  <c:v>51.33531189</c:v>
                </c:pt>
                <c:pt idx="415">
                  <c:v>51.33506128</c:v>
                </c:pt>
                <c:pt idx="416">
                  <c:v>51.33480835</c:v>
                </c:pt>
                <c:pt idx="417">
                  <c:v>51.33459576</c:v>
                </c:pt>
                <c:pt idx="418">
                  <c:v>51.334363</c:v>
                </c:pt>
                <c:pt idx="419">
                  <c:v>51.3341217</c:v>
                </c:pt>
                <c:pt idx="420">
                  <c:v>51.33389748</c:v>
                </c:pt>
                <c:pt idx="421">
                  <c:v>51.33361816</c:v>
                </c:pt>
                <c:pt idx="422">
                  <c:v>51.3333854</c:v>
                </c:pt>
                <c:pt idx="423">
                  <c:v>51.33310609</c:v>
                </c:pt>
                <c:pt idx="424">
                  <c:v>51.33288574</c:v>
                </c:pt>
                <c:pt idx="425">
                  <c:v>51.33261108</c:v>
                </c:pt>
                <c:pt idx="426">
                  <c:v>51.33240781</c:v>
                </c:pt>
                <c:pt idx="427">
                  <c:v>51.33210754</c:v>
                </c:pt>
                <c:pt idx="428">
                  <c:v>51.33183289</c:v>
                </c:pt>
                <c:pt idx="429">
                  <c:v>51.331604</c:v>
                </c:pt>
                <c:pt idx="430">
                  <c:v>51.33132935</c:v>
                </c:pt>
                <c:pt idx="431">
                  <c:v>51.33110046</c:v>
                </c:pt>
                <c:pt idx="432">
                  <c:v>51.33087158</c:v>
                </c:pt>
                <c:pt idx="433">
                  <c:v>51.33055115</c:v>
                </c:pt>
                <c:pt idx="434">
                  <c:v>51.33036804</c:v>
                </c:pt>
                <c:pt idx="435">
                  <c:v>51.33013916</c:v>
                </c:pt>
                <c:pt idx="436">
                  <c:v>51.32989399</c:v>
                </c:pt>
                <c:pt idx="437">
                  <c:v>51.32961467</c:v>
                </c:pt>
                <c:pt idx="438">
                  <c:v>51.32933536</c:v>
                </c:pt>
                <c:pt idx="439">
                  <c:v>51.32905604</c:v>
                </c:pt>
                <c:pt idx="440">
                  <c:v>51.32881165</c:v>
                </c:pt>
                <c:pt idx="441">
                  <c:v>51.32859052</c:v>
                </c:pt>
                <c:pt idx="442">
                  <c:v>51.32835776</c:v>
                </c:pt>
                <c:pt idx="443">
                  <c:v>51.32807845</c:v>
                </c:pt>
                <c:pt idx="444">
                  <c:v>51.32779913</c:v>
                </c:pt>
                <c:pt idx="445">
                  <c:v>51.32757568</c:v>
                </c:pt>
                <c:pt idx="446">
                  <c:v>51.32728706</c:v>
                </c:pt>
                <c:pt idx="447">
                  <c:v>51.32707214</c:v>
                </c:pt>
                <c:pt idx="448">
                  <c:v>51.32679749</c:v>
                </c:pt>
                <c:pt idx="449">
                  <c:v>51.32661438</c:v>
                </c:pt>
                <c:pt idx="450">
                  <c:v>51.32629395</c:v>
                </c:pt>
                <c:pt idx="451">
                  <c:v>51.3259836</c:v>
                </c:pt>
                <c:pt idx="452">
                  <c:v>51.32574463</c:v>
                </c:pt>
                <c:pt idx="453">
                  <c:v>51.32546997</c:v>
                </c:pt>
                <c:pt idx="454">
                  <c:v>51.32533187</c:v>
                </c:pt>
                <c:pt idx="455">
                  <c:v>51.32505255</c:v>
                </c:pt>
                <c:pt idx="456">
                  <c:v>51.3248291</c:v>
                </c:pt>
                <c:pt idx="457">
                  <c:v>51.32446289</c:v>
                </c:pt>
                <c:pt idx="458">
                  <c:v>51.32423401</c:v>
                </c:pt>
                <c:pt idx="459">
                  <c:v>51.32400513</c:v>
                </c:pt>
                <c:pt idx="460">
                  <c:v>51.32382202</c:v>
                </c:pt>
                <c:pt idx="461">
                  <c:v>51.32337667</c:v>
                </c:pt>
                <c:pt idx="462">
                  <c:v>51.32323702</c:v>
                </c:pt>
                <c:pt idx="463">
                  <c:v>51.32290649</c:v>
                </c:pt>
                <c:pt idx="464">
                  <c:v>51.32263184</c:v>
                </c:pt>
                <c:pt idx="465">
                  <c:v>51.32239907</c:v>
                </c:pt>
                <c:pt idx="466">
                  <c:v>51.32221287</c:v>
                </c:pt>
                <c:pt idx="467">
                  <c:v>51.32185364</c:v>
                </c:pt>
                <c:pt idx="468">
                  <c:v>51.32157898</c:v>
                </c:pt>
                <c:pt idx="469">
                  <c:v>51.32132837</c:v>
                </c:pt>
                <c:pt idx="470">
                  <c:v>51.32109561</c:v>
                </c:pt>
                <c:pt idx="471">
                  <c:v>51.3208163</c:v>
                </c:pt>
                <c:pt idx="472">
                  <c:v>51.32052612</c:v>
                </c:pt>
                <c:pt idx="473">
                  <c:v>51.32030422</c:v>
                </c:pt>
                <c:pt idx="474">
                  <c:v>51.32007146</c:v>
                </c:pt>
                <c:pt idx="475">
                  <c:v>51.31983948</c:v>
                </c:pt>
                <c:pt idx="476">
                  <c:v>51.31951284</c:v>
                </c:pt>
                <c:pt idx="477">
                  <c:v>51.31928007</c:v>
                </c:pt>
                <c:pt idx="478">
                  <c:v>51.3190155</c:v>
                </c:pt>
                <c:pt idx="479">
                  <c:v>51.31874084</c:v>
                </c:pt>
                <c:pt idx="480">
                  <c:v>51.31848869</c:v>
                </c:pt>
                <c:pt idx="481">
                  <c:v>51.31828308</c:v>
                </c:pt>
                <c:pt idx="482">
                  <c:v>51.31802316</c:v>
                </c:pt>
                <c:pt idx="483">
                  <c:v>51.31777954</c:v>
                </c:pt>
                <c:pt idx="484">
                  <c:v>51.31750488</c:v>
                </c:pt>
                <c:pt idx="485">
                  <c:v>51.317276</c:v>
                </c:pt>
                <c:pt idx="486">
                  <c:v>51.31699902</c:v>
                </c:pt>
                <c:pt idx="487">
                  <c:v>51.31672668</c:v>
                </c:pt>
                <c:pt idx="488">
                  <c:v>51.31648694</c:v>
                </c:pt>
                <c:pt idx="489">
                  <c:v>51.31620763</c:v>
                </c:pt>
                <c:pt idx="490">
                  <c:v>51.31594849</c:v>
                </c:pt>
                <c:pt idx="491">
                  <c:v>51.31569555</c:v>
                </c:pt>
                <c:pt idx="492">
                  <c:v>51.31544495</c:v>
                </c:pt>
                <c:pt idx="493">
                  <c:v>51.31512451</c:v>
                </c:pt>
                <c:pt idx="494">
                  <c:v>51.31490416</c:v>
                </c:pt>
                <c:pt idx="495">
                  <c:v>51.31466675</c:v>
                </c:pt>
                <c:pt idx="496">
                  <c:v>51.31434554</c:v>
                </c:pt>
                <c:pt idx="497">
                  <c:v>51.31411743</c:v>
                </c:pt>
                <c:pt idx="498">
                  <c:v>51.31384277</c:v>
                </c:pt>
                <c:pt idx="499">
                  <c:v>51.3136007</c:v>
                </c:pt>
                <c:pt idx="500">
                  <c:v>51.31332139</c:v>
                </c:pt>
                <c:pt idx="501">
                  <c:v>51.3130188</c:v>
                </c:pt>
                <c:pt idx="502">
                  <c:v>51.31276276</c:v>
                </c:pt>
                <c:pt idx="503">
                  <c:v>51.31253</c:v>
                </c:pt>
                <c:pt idx="504">
                  <c:v>51.3122406</c:v>
                </c:pt>
                <c:pt idx="505">
                  <c:v>51.31197137</c:v>
                </c:pt>
                <c:pt idx="506">
                  <c:v>51.31169128</c:v>
                </c:pt>
                <c:pt idx="507">
                  <c:v>51.3114593</c:v>
                </c:pt>
                <c:pt idx="508">
                  <c:v>51.31118774</c:v>
                </c:pt>
                <c:pt idx="509">
                  <c:v>51.31094722</c:v>
                </c:pt>
                <c:pt idx="510">
                  <c:v>51.31063843</c:v>
                </c:pt>
                <c:pt idx="511">
                  <c:v>51.3103886</c:v>
                </c:pt>
                <c:pt idx="512">
                  <c:v>51.31018066</c:v>
                </c:pt>
                <c:pt idx="513">
                  <c:v>51.30995178</c:v>
                </c:pt>
                <c:pt idx="514">
                  <c:v>51.30964376</c:v>
                </c:pt>
                <c:pt idx="515">
                  <c:v>51.30940247</c:v>
                </c:pt>
                <c:pt idx="516">
                  <c:v>51.30912781</c:v>
                </c:pt>
                <c:pt idx="517">
                  <c:v>51.30885315</c:v>
                </c:pt>
                <c:pt idx="518">
                  <c:v>51.30853271</c:v>
                </c:pt>
                <c:pt idx="519">
                  <c:v>51.30829375</c:v>
                </c:pt>
                <c:pt idx="520">
                  <c:v>51.30802917</c:v>
                </c:pt>
                <c:pt idx="521">
                  <c:v>51.30778167</c:v>
                </c:pt>
                <c:pt idx="522">
                  <c:v>51.30757141</c:v>
                </c:pt>
                <c:pt idx="523">
                  <c:v>51.30725098</c:v>
                </c:pt>
                <c:pt idx="524">
                  <c:v>51.30693054</c:v>
                </c:pt>
                <c:pt idx="525">
                  <c:v>51.30670166</c:v>
                </c:pt>
                <c:pt idx="526">
                  <c:v>51.30643166</c:v>
                </c:pt>
                <c:pt idx="527">
                  <c:v>51.3061989</c:v>
                </c:pt>
                <c:pt idx="528">
                  <c:v>51.30591958</c:v>
                </c:pt>
                <c:pt idx="529">
                  <c:v>51.3056488</c:v>
                </c:pt>
                <c:pt idx="530">
                  <c:v>51.30537415</c:v>
                </c:pt>
                <c:pt idx="531">
                  <c:v>51.30512819</c:v>
                </c:pt>
                <c:pt idx="532">
                  <c:v>51.30482483</c:v>
                </c:pt>
                <c:pt idx="533">
                  <c:v>51.30459595</c:v>
                </c:pt>
                <c:pt idx="534">
                  <c:v>51.30429025</c:v>
                </c:pt>
                <c:pt idx="535">
                  <c:v>51.30401094</c:v>
                </c:pt>
                <c:pt idx="536">
                  <c:v>51.30373163</c:v>
                </c:pt>
                <c:pt idx="537">
                  <c:v>51.30345154</c:v>
                </c:pt>
                <c:pt idx="538">
                  <c:v>51.303173</c:v>
                </c:pt>
                <c:pt idx="539">
                  <c:v>51.30303955</c:v>
                </c:pt>
                <c:pt idx="540">
                  <c:v>51.30280058</c:v>
                </c:pt>
                <c:pt idx="541">
                  <c:v>51.30247472</c:v>
                </c:pt>
                <c:pt idx="542">
                  <c:v>51.3021698</c:v>
                </c:pt>
                <c:pt idx="543">
                  <c:v>51.30196264</c:v>
                </c:pt>
                <c:pt idx="544">
                  <c:v>51.30163678</c:v>
                </c:pt>
                <c:pt idx="545">
                  <c:v>51.30134583</c:v>
                </c:pt>
                <c:pt idx="546">
                  <c:v>51.30107815</c:v>
                </c:pt>
                <c:pt idx="547">
                  <c:v>51.30079651</c:v>
                </c:pt>
                <c:pt idx="548">
                  <c:v>51.30047297</c:v>
                </c:pt>
                <c:pt idx="549">
                  <c:v>51.30024719</c:v>
                </c:pt>
                <c:pt idx="550">
                  <c:v>51.29992676</c:v>
                </c:pt>
                <c:pt idx="551">
                  <c:v>51.29968158</c:v>
                </c:pt>
                <c:pt idx="552">
                  <c:v>51.29940227</c:v>
                </c:pt>
                <c:pt idx="553">
                  <c:v>51.29912296</c:v>
                </c:pt>
                <c:pt idx="554">
                  <c:v>51.29879709</c:v>
                </c:pt>
                <c:pt idx="555">
                  <c:v>51.29855347</c:v>
                </c:pt>
                <c:pt idx="556">
                  <c:v>51.29819191</c:v>
                </c:pt>
                <c:pt idx="557">
                  <c:v>51.29795915</c:v>
                </c:pt>
                <c:pt idx="558">
                  <c:v>51.29759216</c:v>
                </c:pt>
                <c:pt idx="559">
                  <c:v>51.2973175</c:v>
                </c:pt>
                <c:pt idx="560">
                  <c:v>51.29702811</c:v>
                </c:pt>
                <c:pt idx="561">
                  <c:v>51.29674879</c:v>
                </c:pt>
                <c:pt idx="562">
                  <c:v>51.29651603</c:v>
                </c:pt>
                <c:pt idx="563">
                  <c:v>51.29626465</c:v>
                </c:pt>
                <c:pt idx="564">
                  <c:v>51.2959574</c:v>
                </c:pt>
                <c:pt idx="565">
                  <c:v>51.29571533</c:v>
                </c:pt>
                <c:pt idx="566">
                  <c:v>51.2953949</c:v>
                </c:pt>
                <c:pt idx="567">
                  <c:v>51.29512024</c:v>
                </c:pt>
                <c:pt idx="568">
                  <c:v>51.2947936</c:v>
                </c:pt>
                <c:pt idx="569">
                  <c:v>51.2946167</c:v>
                </c:pt>
                <c:pt idx="570">
                  <c:v>51.29432808</c:v>
                </c:pt>
                <c:pt idx="571">
                  <c:v>51.29404876</c:v>
                </c:pt>
                <c:pt idx="572">
                  <c:v>51.29374695</c:v>
                </c:pt>
                <c:pt idx="573">
                  <c:v>51.29342651</c:v>
                </c:pt>
                <c:pt idx="574">
                  <c:v>51.29315186</c:v>
                </c:pt>
                <c:pt idx="575">
                  <c:v>51.29283142</c:v>
                </c:pt>
                <c:pt idx="576">
                  <c:v>51.29255909</c:v>
                </c:pt>
                <c:pt idx="577">
                  <c:v>51.2922821</c:v>
                </c:pt>
                <c:pt idx="578">
                  <c:v>51.29200046</c:v>
                </c:pt>
                <c:pt idx="579">
                  <c:v>51.2916746</c:v>
                </c:pt>
                <c:pt idx="580">
                  <c:v>51.29145813</c:v>
                </c:pt>
                <c:pt idx="581">
                  <c:v>51.29120908</c:v>
                </c:pt>
                <c:pt idx="582">
                  <c:v>51.29095459</c:v>
                </c:pt>
                <c:pt idx="583">
                  <c:v>51.2906039</c:v>
                </c:pt>
                <c:pt idx="584">
                  <c:v>51.2903595</c:v>
                </c:pt>
                <c:pt idx="585">
                  <c:v>51.29009182</c:v>
                </c:pt>
                <c:pt idx="586">
                  <c:v>51.28981018</c:v>
                </c:pt>
                <c:pt idx="587">
                  <c:v>51.28939819</c:v>
                </c:pt>
                <c:pt idx="588">
                  <c:v>51.28916078</c:v>
                </c:pt>
                <c:pt idx="589">
                  <c:v>51.28883491</c:v>
                </c:pt>
                <c:pt idx="590">
                  <c:v>51.28871155</c:v>
                </c:pt>
                <c:pt idx="591">
                  <c:v>51.28827628</c:v>
                </c:pt>
                <c:pt idx="592">
                  <c:v>51.28813663</c:v>
                </c:pt>
                <c:pt idx="593">
                  <c:v>51.2878418</c:v>
                </c:pt>
                <c:pt idx="594">
                  <c:v>51.28753145</c:v>
                </c:pt>
                <c:pt idx="595">
                  <c:v>51.28725214</c:v>
                </c:pt>
                <c:pt idx="596">
                  <c:v>51.28701782</c:v>
                </c:pt>
                <c:pt idx="597">
                  <c:v>51.28669351</c:v>
                </c:pt>
                <c:pt idx="598">
                  <c:v>51.28642273</c:v>
                </c:pt>
                <c:pt idx="599">
                  <c:v>51.28608833</c:v>
                </c:pt>
                <c:pt idx="600">
                  <c:v>51.28585557</c:v>
                </c:pt>
                <c:pt idx="601">
                  <c:v>51.28571591</c:v>
                </c:pt>
                <c:pt idx="602">
                  <c:v>51.28515728</c:v>
                </c:pt>
                <c:pt idx="603">
                  <c:v>51.28487797</c:v>
                </c:pt>
                <c:pt idx="604">
                  <c:v>51.284729</c:v>
                </c:pt>
                <c:pt idx="605">
                  <c:v>51.2843659</c:v>
                </c:pt>
                <c:pt idx="606">
                  <c:v>51.28404003</c:v>
                </c:pt>
                <c:pt idx="607">
                  <c:v>51.2837677</c:v>
                </c:pt>
                <c:pt idx="608">
                  <c:v>51.28344727</c:v>
                </c:pt>
                <c:pt idx="609">
                  <c:v>51.28317261</c:v>
                </c:pt>
                <c:pt idx="610">
                  <c:v>51.28289795</c:v>
                </c:pt>
                <c:pt idx="611">
                  <c:v>51.28257751</c:v>
                </c:pt>
                <c:pt idx="612">
                  <c:v>51.2823176</c:v>
                </c:pt>
                <c:pt idx="613">
                  <c:v>51.28203828</c:v>
                </c:pt>
                <c:pt idx="614">
                  <c:v>51.28185208</c:v>
                </c:pt>
                <c:pt idx="615">
                  <c:v>51.28147888</c:v>
                </c:pt>
                <c:pt idx="616">
                  <c:v>51.28129578</c:v>
                </c:pt>
                <c:pt idx="617">
                  <c:v>51.28087448</c:v>
                </c:pt>
                <c:pt idx="618">
                  <c:v>51.28064172</c:v>
                </c:pt>
                <c:pt idx="619">
                  <c:v>51.28038025</c:v>
                </c:pt>
                <c:pt idx="620">
                  <c:v>51.28001404</c:v>
                </c:pt>
                <c:pt idx="621">
                  <c:v>51.27975722</c:v>
                </c:pt>
                <c:pt idx="622">
                  <c:v>51.2795105</c:v>
                </c:pt>
                <c:pt idx="623">
                  <c:v>51.27923584</c:v>
                </c:pt>
                <c:pt idx="624">
                  <c:v>51.27896118</c:v>
                </c:pt>
                <c:pt idx="625">
                  <c:v>51.27864075</c:v>
                </c:pt>
                <c:pt idx="626">
                  <c:v>51.27832031</c:v>
                </c:pt>
                <c:pt idx="627">
                  <c:v>51.27799988</c:v>
                </c:pt>
                <c:pt idx="628">
                  <c:v>51.27767944</c:v>
                </c:pt>
                <c:pt idx="629">
                  <c:v>51.27745056</c:v>
                </c:pt>
                <c:pt idx="630">
                  <c:v>51.2771503</c:v>
                </c:pt>
                <c:pt idx="631">
                  <c:v>51.27690125</c:v>
                </c:pt>
                <c:pt idx="632">
                  <c:v>51.27649857</c:v>
                </c:pt>
                <c:pt idx="633">
                  <c:v>51.27635193</c:v>
                </c:pt>
                <c:pt idx="634">
                  <c:v>51.27603149</c:v>
                </c:pt>
                <c:pt idx="635">
                  <c:v>51.27570718</c:v>
                </c:pt>
                <c:pt idx="636">
                  <c:v>51.27542787</c:v>
                </c:pt>
                <c:pt idx="637">
                  <c:v>51.27514855</c:v>
                </c:pt>
                <c:pt idx="638">
                  <c:v>51.27486924</c:v>
                </c:pt>
                <c:pt idx="639">
                  <c:v>51.27454337</c:v>
                </c:pt>
                <c:pt idx="640">
                  <c:v>51.27426406</c:v>
                </c:pt>
                <c:pt idx="641">
                  <c:v>51.27397156</c:v>
                </c:pt>
                <c:pt idx="642">
                  <c:v>51.27365112</c:v>
                </c:pt>
                <c:pt idx="643">
                  <c:v>51.27333302</c:v>
                </c:pt>
                <c:pt idx="644">
                  <c:v>51.27310181</c:v>
                </c:pt>
                <c:pt idx="645">
                  <c:v>51.27272784</c:v>
                </c:pt>
                <c:pt idx="646">
                  <c:v>51.27246094</c:v>
                </c:pt>
                <c:pt idx="647">
                  <c:v>51.27218628</c:v>
                </c:pt>
                <c:pt idx="648">
                  <c:v>51.27191162</c:v>
                </c:pt>
                <c:pt idx="649">
                  <c:v>51.27156403</c:v>
                </c:pt>
                <c:pt idx="650">
                  <c:v>51.27133127</c:v>
                </c:pt>
                <c:pt idx="651">
                  <c:v>51.2710054</c:v>
                </c:pt>
                <c:pt idx="652">
                  <c:v>51.27076721</c:v>
                </c:pt>
                <c:pt idx="653">
                  <c:v>51.27044678</c:v>
                </c:pt>
                <c:pt idx="654">
                  <c:v>51.27007436</c:v>
                </c:pt>
                <c:pt idx="655">
                  <c:v>51.26980591</c:v>
                </c:pt>
                <c:pt idx="656">
                  <c:v>51.26942263</c:v>
                </c:pt>
                <c:pt idx="657">
                  <c:v>51.26918987</c:v>
                </c:pt>
                <c:pt idx="658">
                  <c:v>51.26893616</c:v>
                </c:pt>
                <c:pt idx="659">
                  <c:v>51.26861572</c:v>
                </c:pt>
                <c:pt idx="660">
                  <c:v>51.26835193</c:v>
                </c:pt>
                <c:pt idx="661">
                  <c:v>51.26802606</c:v>
                </c:pt>
                <c:pt idx="662">
                  <c:v>51.2677002</c:v>
                </c:pt>
                <c:pt idx="663">
                  <c:v>51.26746743</c:v>
                </c:pt>
                <c:pt idx="664">
                  <c:v>51.26718812</c:v>
                </c:pt>
                <c:pt idx="665">
                  <c:v>51.26678467</c:v>
                </c:pt>
                <c:pt idx="666">
                  <c:v>51.26648984</c:v>
                </c:pt>
                <c:pt idx="667">
                  <c:v>51.26623535</c:v>
                </c:pt>
                <c:pt idx="668">
                  <c:v>51.26597776</c:v>
                </c:pt>
                <c:pt idx="669">
                  <c:v>51.2656519</c:v>
                </c:pt>
                <c:pt idx="670">
                  <c:v>51.2653656</c:v>
                </c:pt>
                <c:pt idx="671">
                  <c:v>51.26504672</c:v>
                </c:pt>
                <c:pt idx="672">
                  <c:v>51.26467896</c:v>
                </c:pt>
                <c:pt idx="673">
                  <c:v>51.26435852</c:v>
                </c:pt>
                <c:pt idx="674">
                  <c:v>51.26406912</c:v>
                </c:pt>
                <c:pt idx="675">
                  <c:v>51.2638092</c:v>
                </c:pt>
                <c:pt idx="676">
                  <c:v>51.26353455</c:v>
                </c:pt>
                <c:pt idx="677">
                  <c:v>51.26321411</c:v>
                </c:pt>
                <c:pt idx="678">
                  <c:v>51.26295187</c:v>
                </c:pt>
                <c:pt idx="679">
                  <c:v>51.26266479</c:v>
                </c:pt>
                <c:pt idx="680">
                  <c:v>51.26234436</c:v>
                </c:pt>
                <c:pt idx="681">
                  <c:v>51.26206737</c:v>
                </c:pt>
                <c:pt idx="682">
                  <c:v>51.26170349</c:v>
                </c:pt>
                <c:pt idx="683">
                  <c:v>51.26136909</c:v>
                </c:pt>
                <c:pt idx="684">
                  <c:v>51.2611084</c:v>
                </c:pt>
                <c:pt idx="685">
                  <c:v>51.26081046</c:v>
                </c:pt>
                <c:pt idx="686">
                  <c:v>51.2605777</c:v>
                </c:pt>
                <c:pt idx="687">
                  <c:v>51.26025184</c:v>
                </c:pt>
                <c:pt idx="688">
                  <c:v>51.25992597</c:v>
                </c:pt>
                <c:pt idx="689">
                  <c:v>51.25960011</c:v>
                </c:pt>
                <c:pt idx="690">
                  <c:v>51.25932312</c:v>
                </c:pt>
                <c:pt idx="691">
                  <c:v>51.25904148</c:v>
                </c:pt>
                <c:pt idx="692">
                  <c:v>51.25863647</c:v>
                </c:pt>
                <c:pt idx="693">
                  <c:v>51.25831604</c:v>
                </c:pt>
                <c:pt idx="694">
                  <c:v>51.25804138</c:v>
                </c:pt>
                <c:pt idx="695">
                  <c:v>51.25785828</c:v>
                </c:pt>
                <c:pt idx="696">
                  <c:v>51.25749207</c:v>
                </c:pt>
                <c:pt idx="697">
                  <c:v>51.25721741</c:v>
                </c:pt>
                <c:pt idx="698">
                  <c:v>51.25690008</c:v>
                </c:pt>
                <c:pt idx="699">
                  <c:v>51.25657421</c:v>
                </c:pt>
                <c:pt idx="700">
                  <c:v>51.2562949</c:v>
                </c:pt>
                <c:pt idx="701">
                  <c:v>51.25598145</c:v>
                </c:pt>
                <c:pt idx="702">
                  <c:v>51.25570679</c:v>
                </c:pt>
                <c:pt idx="703">
                  <c:v>51.2553173</c:v>
                </c:pt>
                <c:pt idx="704">
                  <c:v>51.25508454</c:v>
                </c:pt>
                <c:pt idx="705">
                  <c:v>51.25474548</c:v>
                </c:pt>
                <c:pt idx="706">
                  <c:v>51.25442505</c:v>
                </c:pt>
                <c:pt idx="707">
                  <c:v>51.25410694</c:v>
                </c:pt>
                <c:pt idx="708">
                  <c:v>51.25378108</c:v>
                </c:pt>
                <c:pt idx="709">
                  <c:v>51.25359487</c:v>
                </c:pt>
                <c:pt idx="710">
                  <c:v>51.253269</c:v>
                </c:pt>
                <c:pt idx="711">
                  <c:v>51.25285003</c:v>
                </c:pt>
                <c:pt idx="712">
                  <c:v>51.25252417</c:v>
                </c:pt>
                <c:pt idx="713">
                  <c:v>51.2522914</c:v>
                </c:pt>
                <c:pt idx="714">
                  <c:v>51.25196554</c:v>
                </c:pt>
                <c:pt idx="715">
                  <c:v>51.25173278</c:v>
                </c:pt>
                <c:pt idx="716">
                  <c:v>51.25140381</c:v>
                </c:pt>
                <c:pt idx="717">
                  <c:v>51.2510376</c:v>
                </c:pt>
                <c:pt idx="718">
                  <c:v>51.25070863</c:v>
                </c:pt>
                <c:pt idx="719">
                  <c:v>51.25061552</c:v>
                </c:pt>
                <c:pt idx="720">
                  <c:v>51.25019655</c:v>
                </c:pt>
                <c:pt idx="721">
                  <c:v>51.24996379</c:v>
                </c:pt>
                <c:pt idx="722">
                  <c:v>51.24963793</c:v>
                </c:pt>
                <c:pt idx="723">
                  <c:v>51.24934387</c:v>
                </c:pt>
                <c:pt idx="724">
                  <c:v>51.24893188</c:v>
                </c:pt>
                <c:pt idx="725">
                  <c:v>51.24861145</c:v>
                </c:pt>
                <c:pt idx="726">
                  <c:v>51.24833679</c:v>
                </c:pt>
                <c:pt idx="727">
                  <c:v>51.2480086</c:v>
                </c:pt>
                <c:pt idx="728">
                  <c:v>51.2477417</c:v>
                </c:pt>
                <c:pt idx="729">
                  <c:v>51.24740342</c:v>
                </c:pt>
                <c:pt idx="730">
                  <c:v>51.24714661</c:v>
                </c:pt>
                <c:pt idx="731">
                  <c:v>51.24682617</c:v>
                </c:pt>
                <c:pt idx="732">
                  <c:v>51.24650574</c:v>
                </c:pt>
                <c:pt idx="733">
                  <c:v>51.2461853</c:v>
                </c:pt>
                <c:pt idx="734">
                  <c:v>51.24591375</c:v>
                </c:pt>
                <c:pt idx="735">
                  <c:v>51.24558788</c:v>
                </c:pt>
                <c:pt idx="736">
                  <c:v>51.24526202</c:v>
                </c:pt>
                <c:pt idx="737">
                  <c:v>51.24493615</c:v>
                </c:pt>
                <c:pt idx="738">
                  <c:v>51.24465684</c:v>
                </c:pt>
                <c:pt idx="739">
                  <c:v>51.24440002</c:v>
                </c:pt>
                <c:pt idx="740">
                  <c:v>51.24400511</c:v>
                </c:pt>
                <c:pt idx="741">
                  <c:v>51.24363269</c:v>
                </c:pt>
                <c:pt idx="742">
                  <c:v>51.2434845</c:v>
                </c:pt>
                <c:pt idx="743">
                  <c:v>51.24316717</c:v>
                </c:pt>
                <c:pt idx="744">
                  <c:v>51.24279475</c:v>
                </c:pt>
                <c:pt idx="745">
                  <c:v>51.24251543</c:v>
                </c:pt>
                <c:pt idx="746">
                  <c:v>51.24218957</c:v>
                </c:pt>
                <c:pt idx="747">
                  <c:v>51.2418637</c:v>
                </c:pt>
                <c:pt idx="748">
                  <c:v>51.24156189</c:v>
                </c:pt>
                <c:pt idx="749">
                  <c:v>51.24128723</c:v>
                </c:pt>
                <c:pt idx="750">
                  <c:v>51.24092102</c:v>
                </c:pt>
                <c:pt idx="751">
                  <c:v>51.24056024</c:v>
                </c:pt>
                <c:pt idx="752">
                  <c:v>51.24041748</c:v>
                </c:pt>
                <c:pt idx="753">
                  <c:v>51.24004817</c:v>
                </c:pt>
                <c:pt idx="754">
                  <c:v>51.2397223</c:v>
                </c:pt>
                <c:pt idx="755">
                  <c:v>51.23945618</c:v>
                </c:pt>
                <c:pt idx="756">
                  <c:v>51.23916367</c:v>
                </c:pt>
                <c:pt idx="757">
                  <c:v>51.23869815</c:v>
                </c:pt>
                <c:pt idx="758">
                  <c:v>51.23840332</c:v>
                </c:pt>
                <c:pt idx="759">
                  <c:v>51.23809297</c:v>
                </c:pt>
                <c:pt idx="760">
                  <c:v>51.23790676</c:v>
                </c:pt>
                <c:pt idx="761">
                  <c:v>51.2375809</c:v>
                </c:pt>
                <c:pt idx="762">
                  <c:v>51.23721313</c:v>
                </c:pt>
                <c:pt idx="763">
                  <c:v>51.23684692</c:v>
                </c:pt>
                <c:pt idx="764">
                  <c:v>51.23646364</c:v>
                </c:pt>
                <c:pt idx="765">
                  <c:v>51.23613778</c:v>
                </c:pt>
                <c:pt idx="766">
                  <c:v>51.23574829</c:v>
                </c:pt>
                <c:pt idx="767">
                  <c:v>51.23543949</c:v>
                </c:pt>
                <c:pt idx="768">
                  <c:v>51.23506165</c:v>
                </c:pt>
                <c:pt idx="769">
                  <c:v>51.23469466</c:v>
                </c:pt>
                <c:pt idx="770">
                  <c:v>51.23432224</c:v>
                </c:pt>
                <c:pt idx="771">
                  <c:v>51.23371706</c:v>
                </c:pt>
                <c:pt idx="772">
                  <c:v>51.23353085</c:v>
                </c:pt>
                <c:pt idx="773">
                  <c:v>51.23297223</c:v>
                </c:pt>
                <c:pt idx="774">
                  <c:v>51.2325067</c:v>
                </c:pt>
                <c:pt idx="775">
                  <c:v>51.23199463</c:v>
                </c:pt>
                <c:pt idx="776">
                  <c:v>51.23180842</c:v>
                </c:pt>
                <c:pt idx="777">
                  <c:v>51.23126221</c:v>
                </c:pt>
                <c:pt idx="778">
                  <c:v>51.23080444</c:v>
                </c:pt>
                <c:pt idx="779">
                  <c:v>51.2303009</c:v>
                </c:pt>
                <c:pt idx="780">
                  <c:v>51.22988892</c:v>
                </c:pt>
                <c:pt idx="781">
                  <c:v>51.22924805</c:v>
                </c:pt>
                <c:pt idx="782">
                  <c:v>51.22878252</c:v>
                </c:pt>
                <c:pt idx="783">
                  <c:v>51.22851563</c:v>
                </c:pt>
                <c:pt idx="784">
                  <c:v>51.22794458</c:v>
                </c:pt>
                <c:pt idx="785">
                  <c:v>51.22747906</c:v>
                </c:pt>
                <c:pt idx="786">
                  <c:v>51.227005</c:v>
                </c:pt>
                <c:pt idx="787">
                  <c:v>51.22645491</c:v>
                </c:pt>
                <c:pt idx="788">
                  <c:v>51.2262687</c:v>
                </c:pt>
                <c:pt idx="789">
                  <c:v>51.22552387</c:v>
                </c:pt>
                <c:pt idx="790">
                  <c:v>51.22489929</c:v>
                </c:pt>
                <c:pt idx="791">
                  <c:v>51.22444153</c:v>
                </c:pt>
                <c:pt idx="792">
                  <c:v>51.2241273</c:v>
                </c:pt>
                <c:pt idx="793">
                  <c:v>51.22347557</c:v>
                </c:pt>
                <c:pt idx="794">
                  <c:v>51.22302246</c:v>
                </c:pt>
                <c:pt idx="795">
                  <c:v>51.22259108</c:v>
                </c:pt>
                <c:pt idx="796">
                  <c:v>51.22217211</c:v>
                </c:pt>
                <c:pt idx="797">
                  <c:v>51.22166003</c:v>
                </c:pt>
                <c:pt idx="798">
                  <c:v>51.22114563</c:v>
                </c:pt>
                <c:pt idx="799">
                  <c:v>51.22063588</c:v>
                </c:pt>
                <c:pt idx="800">
                  <c:v>51.22013855</c:v>
                </c:pt>
                <c:pt idx="801">
                  <c:v>51.21990967</c:v>
                </c:pt>
                <c:pt idx="802">
                  <c:v>51.21914621</c:v>
                </c:pt>
                <c:pt idx="803">
                  <c:v>51.21868069</c:v>
                </c:pt>
                <c:pt idx="804">
                  <c:v>51.21844482</c:v>
                </c:pt>
                <c:pt idx="805">
                  <c:v>51.21765654</c:v>
                </c:pt>
                <c:pt idx="806">
                  <c:v>51.21725464</c:v>
                </c:pt>
                <c:pt idx="807">
                  <c:v>51.2167511</c:v>
                </c:pt>
                <c:pt idx="808">
                  <c:v>51.21624756</c:v>
                </c:pt>
                <c:pt idx="809">
                  <c:v>51.21598066</c:v>
                </c:pt>
                <c:pt idx="810">
                  <c:v>51.21546936</c:v>
                </c:pt>
                <c:pt idx="811">
                  <c:v>51.21492004</c:v>
                </c:pt>
                <c:pt idx="812">
                  <c:v>51.21386719</c:v>
                </c:pt>
                <c:pt idx="813">
                  <c:v>51.21342029</c:v>
                </c:pt>
                <c:pt idx="814">
                  <c:v>51.21286011</c:v>
                </c:pt>
                <c:pt idx="815">
                  <c:v>51.21239614</c:v>
                </c:pt>
                <c:pt idx="816">
                  <c:v>51.21199036</c:v>
                </c:pt>
                <c:pt idx="817">
                  <c:v>51.21148682</c:v>
                </c:pt>
                <c:pt idx="818">
                  <c:v>51.21098328</c:v>
                </c:pt>
                <c:pt idx="819">
                  <c:v>51.21053405</c:v>
                </c:pt>
                <c:pt idx="820">
                  <c:v>51.21006852</c:v>
                </c:pt>
                <c:pt idx="821">
                  <c:v>51.20974266</c:v>
                </c:pt>
                <c:pt idx="822">
                  <c:v>51.209198</c:v>
                </c:pt>
                <c:pt idx="823">
                  <c:v>51.20819092</c:v>
                </c:pt>
                <c:pt idx="824">
                  <c:v>51.20773315</c:v>
                </c:pt>
                <c:pt idx="825">
                  <c:v>51.20680987</c:v>
                </c:pt>
                <c:pt idx="826">
                  <c:v>51.20613098</c:v>
                </c:pt>
                <c:pt idx="827">
                  <c:v>51.20594788</c:v>
                </c:pt>
                <c:pt idx="828">
                  <c:v>51.20526123</c:v>
                </c:pt>
                <c:pt idx="829">
                  <c:v>51.20480812</c:v>
                </c:pt>
                <c:pt idx="830">
                  <c:v>51.2043426</c:v>
                </c:pt>
                <c:pt idx="831">
                  <c:v>51.20379639</c:v>
                </c:pt>
                <c:pt idx="832">
                  <c:v>51.20343018</c:v>
                </c:pt>
                <c:pt idx="833">
                  <c:v>51.20288086</c:v>
                </c:pt>
                <c:pt idx="834">
                  <c:v>51.20248051</c:v>
                </c:pt>
                <c:pt idx="835">
                  <c:v>51.20201111</c:v>
                </c:pt>
                <c:pt idx="836">
                  <c:v>51.20154947</c:v>
                </c:pt>
                <c:pt idx="837">
                  <c:v>51.20108394</c:v>
                </c:pt>
                <c:pt idx="838">
                  <c:v>51.20063782</c:v>
                </c:pt>
                <c:pt idx="839">
                  <c:v>51.19954772</c:v>
                </c:pt>
                <c:pt idx="840">
                  <c:v>51.1991753</c:v>
                </c:pt>
                <c:pt idx="841">
                  <c:v>51.19866943</c:v>
                </c:pt>
                <c:pt idx="842">
                  <c:v>51.19824426</c:v>
                </c:pt>
                <c:pt idx="843">
                  <c:v>51.19773218</c:v>
                </c:pt>
                <c:pt idx="844">
                  <c:v>51.19726666</c:v>
                </c:pt>
                <c:pt idx="845">
                  <c:v>51.19675458</c:v>
                </c:pt>
                <c:pt idx="846">
                  <c:v>51.19614941</c:v>
                </c:pt>
                <c:pt idx="847">
                  <c:v>51.19573975</c:v>
                </c:pt>
                <c:pt idx="848">
                  <c:v>51.19531147</c:v>
                </c:pt>
                <c:pt idx="849">
                  <c:v>51.19479939</c:v>
                </c:pt>
                <c:pt idx="850">
                  <c:v>51.19428732</c:v>
                </c:pt>
                <c:pt idx="851">
                  <c:v>51.19404602</c:v>
                </c:pt>
                <c:pt idx="852">
                  <c:v>51.19354248</c:v>
                </c:pt>
                <c:pt idx="853">
                  <c:v>51.19303041</c:v>
                </c:pt>
                <c:pt idx="854">
                  <c:v>51.19258118</c:v>
                </c:pt>
                <c:pt idx="855">
                  <c:v>51.19203186</c:v>
                </c:pt>
                <c:pt idx="856">
                  <c:v>51.19154073</c:v>
                </c:pt>
                <c:pt idx="857">
                  <c:v>51.19111633</c:v>
                </c:pt>
                <c:pt idx="858">
                  <c:v>51.19060969</c:v>
                </c:pt>
                <c:pt idx="859">
                  <c:v>51.19010925</c:v>
                </c:pt>
                <c:pt idx="860">
                  <c:v>51.18958554</c:v>
                </c:pt>
                <c:pt idx="861">
                  <c:v>51.18902691</c:v>
                </c:pt>
                <c:pt idx="862">
                  <c:v>51.18859863</c:v>
                </c:pt>
                <c:pt idx="863">
                  <c:v>51.18814242</c:v>
                </c:pt>
                <c:pt idx="864">
                  <c:v>51.18763035</c:v>
                </c:pt>
                <c:pt idx="865">
                  <c:v>51.18716482</c:v>
                </c:pt>
                <c:pt idx="866">
                  <c:v>51.18667603</c:v>
                </c:pt>
                <c:pt idx="867">
                  <c:v>51.18623378</c:v>
                </c:pt>
                <c:pt idx="868">
                  <c:v>51.18580627</c:v>
                </c:pt>
                <c:pt idx="869">
                  <c:v>51.18534929</c:v>
                </c:pt>
                <c:pt idx="870">
                  <c:v>51.18483721</c:v>
                </c:pt>
                <c:pt idx="871">
                  <c:v>51.18423203</c:v>
                </c:pt>
                <c:pt idx="872">
                  <c:v>51.18395272</c:v>
                </c:pt>
                <c:pt idx="873">
                  <c:v>51.18344064</c:v>
                </c:pt>
                <c:pt idx="874">
                  <c:v>51.18292857</c:v>
                </c:pt>
                <c:pt idx="875">
                  <c:v>51.1824165</c:v>
                </c:pt>
                <c:pt idx="876">
                  <c:v>51.18190442</c:v>
                </c:pt>
                <c:pt idx="877">
                  <c:v>51.18127441</c:v>
                </c:pt>
                <c:pt idx="878">
                  <c:v>51.18077087</c:v>
                </c:pt>
                <c:pt idx="879">
                  <c:v>51.18035889</c:v>
                </c:pt>
                <c:pt idx="880">
                  <c:v>51.17985612</c:v>
                </c:pt>
                <c:pt idx="881">
                  <c:v>51.17935181</c:v>
                </c:pt>
                <c:pt idx="882">
                  <c:v>51.17889404</c:v>
                </c:pt>
                <c:pt idx="883">
                  <c:v>51.17845956</c:v>
                </c:pt>
                <c:pt idx="884">
                  <c:v>51.17794748</c:v>
                </c:pt>
                <c:pt idx="885">
                  <c:v>51.17743541</c:v>
                </c:pt>
                <c:pt idx="886">
                  <c:v>51.17692333</c:v>
                </c:pt>
                <c:pt idx="887">
                  <c:v>51.17655091</c:v>
                </c:pt>
                <c:pt idx="888">
                  <c:v>51.17605591</c:v>
                </c:pt>
                <c:pt idx="889">
                  <c:v>51.17561987</c:v>
                </c:pt>
                <c:pt idx="890">
                  <c:v>51.17510779</c:v>
                </c:pt>
                <c:pt idx="891">
                  <c:v>51.17464227</c:v>
                </c:pt>
                <c:pt idx="892">
                  <c:v>51.17408365</c:v>
                </c:pt>
                <c:pt idx="893">
                  <c:v>51.17367554</c:v>
                </c:pt>
                <c:pt idx="894">
                  <c:v>51.17310605</c:v>
                </c:pt>
                <c:pt idx="895">
                  <c:v>51.17262268</c:v>
                </c:pt>
                <c:pt idx="896">
                  <c:v>51.17211914</c:v>
                </c:pt>
                <c:pt idx="897">
                  <c:v>51.17166138</c:v>
                </c:pt>
                <c:pt idx="898">
                  <c:v>51.17111206</c:v>
                </c:pt>
                <c:pt idx="899">
                  <c:v>51.17063878</c:v>
                </c:pt>
                <c:pt idx="900">
                  <c:v>51.17010498</c:v>
                </c:pt>
                <c:pt idx="901">
                  <c:v>51.16955566</c:v>
                </c:pt>
                <c:pt idx="902">
                  <c:v>51.16905212</c:v>
                </c:pt>
                <c:pt idx="903">
                  <c:v>51.16863703</c:v>
                </c:pt>
                <c:pt idx="904">
                  <c:v>51.16809082</c:v>
                </c:pt>
                <c:pt idx="905">
                  <c:v>51.16772461</c:v>
                </c:pt>
                <c:pt idx="906">
                  <c:v>51.16728702</c:v>
                </c:pt>
                <c:pt idx="907">
                  <c:v>51.16658873</c:v>
                </c:pt>
                <c:pt idx="908">
                  <c:v>51.16630554</c:v>
                </c:pt>
                <c:pt idx="909">
                  <c:v>51.16557312</c:v>
                </c:pt>
                <c:pt idx="910">
                  <c:v>51.16520691</c:v>
                </c:pt>
                <c:pt idx="911">
                  <c:v>51.16465759</c:v>
                </c:pt>
                <c:pt idx="912">
                  <c:v>51.16415405</c:v>
                </c:pt>
                <c:pt idx="913">
                  <c:v>51.16374207</c:v>
                </c:pt>
                <c:pt idx="914">
                  <c:v>51.16323853</c:v>
                </c:pt>
                <c:pt idx="915">
                  <c:v>51.16273499</c:v>
                </c:pt>
                <c:pt idx="916">
                  <c:v>51.16223145</c:v>
                </c:pt>
                <c:pt idx="917">
                  <c:v>51.1617473</c:v>
                </c:pt>
                <c:pt idx="918">
                  <c:v>51.16127014</c:v>
                </c:pt>
                <c:pt idx="919">
                  <c:v>51.16081626</c:v>
                </c:pt>
                <c:pt idx="920">
                  <c:v>51.16030418</c:v>
                </c:pt>
                <c:pt idx="921">
                  <c:v>51.15975952</c:v>
                </c:pt>
                <c:pt idx="922">
                  <c:v>51.15923348</c:v>
                </c:pt>
                <c:pt idx="923">
                  <c:v>51.15876796</c:v>
                </c:pt>
                <c:pt idx="924">
                  <c:v>51.15825588</c:v>
                </c:pt>
                <c:pt idx="925">
                  <c:v>51.15797424</c:v>
                </c:pt>
                <c:pt idx="926">
                  <c:v>51.15718518</c:v>
                </c:pt>
                <c:pt idx="927">
                  <c:v>51.15673828</c:v>
                </c:pt>
                <c:pt idx="928">
                  <c:v>51.15618896</c:v>
                </c:pt>
                <c:pt idx="929">
                  <c:v>51.15568542</c:v>
                </c:pt>
                <c:pt idx="930">
                  <c:v>51.15522999</c:v>
                </c:pt>
                <c:pt idx="931">
                  <c:v>51.15471791</c:v>
                </c:pt>
                <c:pt idx="932">
                  <c:v>51.15429894</c:v>
                </c:pt>
                <c:pt idx="933">
                  <c:v>51.15371704</c:v>
                </c:pt>
                <c:pt idx="934">
                  <c:v>51.15327479</c:v>
                </c:pt>
                <c:pt idx="935">
                  <c:v>51.15280151</c:v>
                </c:pt>
                <c:pt idx="936">
                  <c:v>51.15234375</c:v>
                </c:pt>
                <c:pt idx="937">
                  <c:v>51.15179443</c:v>
                </c:pt>
                <c:pt idx="938">
                  <c:v>51.15117994</c:v>
                </c:pt>
                <c:pt idx="939">
                  <c:v>51.15005493</c:v>
                </c:pt>
                <c:pt idx="940">
                  <c:v>51.14964372</c:v>
                </c:pt>
                <c:pt idx="941">
                  <c:v>51.14918518</c:v>
                </c:pt>
                <c:pt idx="942">
                  <c:v>51.14868164</c:v>
                </c:pt>
                <c:pt idx="943">
                  <c:v>51.14813232</c:v>
                </c:pt>
                <c:pt idx="944">
                  <c:v>51.14762878</c:v>
                </c:pt>
                <c:pt idx="945">
                  <c:v>51.14712524</c:v>
                </c:pt>
                <c:pt idx="946">
                  <c:v>51.14661782</c:v>
                </c:pt>
                <c:pt idx="947">
                  <c:v>51.14610575</c:v>
                </c:pt>
                <c:pt idx="948">
                  <c:v>51.14582644</c:v>
                </c:pt>
                <c:pt idx="949">
                  <c:v>51.14526781</c:v>
                </c:pt>
                <c:pt idx="950">
                  <c:v>51.14475574</c:v>
                </c:pt>
                <c:pt idx="951">
                  <c:v>51.14424133</c:v>
                </c:pt>
                <c:pt idx="952">
                  <c:v>51.14355469</c:v>
                </c:pt>
                <c:pt idx="953">
                  <c:v>51.14312641</c:v>
                </c:pt>
                <c:pt idx="954">
                  <c:v>51.14282227</c:v>
                </c:pt>
                <c:pt idx="955">
                  <c:v>51.14224191</c:v>
                </c:pt>
                <c:pt idx="956">
                  <c:v>51.14172984</c:v>
                </c:pt>
                <c:pt idx="957">
                  <c:v>51.14121777</c:v>
                </c:pt>
                <c:pt idx="958">
                  <c:v>51.1407988</c:v>
                </c:pt>
                <c:pt idx="959">
                  <c:v>51.14025879</c:v>
                </c:pt>
                <c:pt idx="960">
                  <c:v>51.13972809</c:v>
                </c:pt>
                <c:pt idx="961">
                  <c:v>51.13929749</c:v>
                </c:pt>
                <c:pt idx="962">
                  <c:v>51.13879395</c:v>
                </c:pt>
                <c:pt idx="963">
                  <c:v>51.13819187</c:v>
                </c:pt>
                <c:pt idx="964">
                  <c:v>51.13760376</c:v>
                </c:pt>
                <c:pt idx="965">
                  <c:v>51.13710022</c:v>
                </c:pt>
                <c:pt idx="966">
                  <c:v>51.13660909</c:v>
                </c:pt>
                <c:pt idx="967">
                  <c:v>51.13609702</c:v>
                </c:pt>
                <c:pt idx="968">
                  <c:v>51.13558494</c:v>
                </c:pt>
                <c:pt idx="969">
                  <c:v>51.13521253</c:v>
                </c:pt>
                <c:pt idx="970">
                  <c:v>51.13467407</c:v>
                </c:pt>
                <c:pt idx="971">
                  <c:v>51.13417053</c:v>
                </c:pt>
                <c:pt idx="972">
                  <c:v>51.13353665</c:v>
                </c:pt>
                <c:pt idx="973">
                  <c:v>51.13297802</c:v>
                </c:pt>
                <c:pt idx="974">
                  <c:v>51.13252258</c:v>
                </c:pt>
                <c:pt idx="975">
                  <c:v>51.13220215</c:v>
                </c:pt>
                <c:pt idx="976">
                  <c:v>51.13169861</c:v>
                </c:pt>
                <c:pt idx="977">
                  <c:v>51.13092041</c:v>
                </c:pt>
                <c:pt idx="978">
                  <c:v>51.13065041</c:v>
                </c:pt>
                <c:pt idx="979">
                  <c:v>51.13018488</c:v>
                </c:pt>
                <c:pt idx="980">
                  <c:v>51.12957971</c:v>
                </c:pt>
                <c:pt idx="981">
                  <c:v>51.12888142</c:v>
                </c:pt>
                <c:pt idx="982">
                  <c:v>51.12846245</c:v>
                </c:pt>
                <c:pt idx="983">
                  <c:v>51.12790383</c:v>
                </c:pt>
                <c:pt idx="984">
                  <c:v>51.12744141</c:v>
                </c:pt>
                <c:pt idx="985">
                  <c:v>51.12693787</c:v>
                </c:pt>
                <c:pt idx="986">
                  <c:v>51.12634277</c:v>
                </c:pt>
                <c:pt idx="987">
                  <c:v>51.12583923</c:v>
                </c:pt>
                <c:pt idx="988">
                  <c:v>51.12557621</c:v>
                </c:pt>
                <c:pt idx="989">
                  <c:v>51.12496948</c:v>
                </c:pt>
                <c:pt idx="990">
                  <c:v>51.12441241</c:v>
                </c:pt>
                <c:pt idx="991">
                  <c:v>51.1239624</c:v>
                </c:pt>
                <c:pt idx="992">
                  <c:v>51.12336731</c:v>
                </c:pt>
                <c:pt idx="993">
                  <c:v>51.12286377</c:v>
                </c:pt>
                <c:pt idx="994">
                  <c:v>51.12236023</c:v>
                </c:pt>
                <c:pt idx="995">
                  <c:v>51.12176514</c:v>
                </c:pt>
                <c:pt idx="996">
                  <c:v>51.12129341</c:v>
                </c:pt>
                <c:pt idx="997">
                  <c:v>51.12068823</c:v>
                </c:pt>
                <c:pt idx="998">
                  <c:v>51.12039185</c:v>
                </c:pt>
                <c:pt idx="999">
                  <c:v>51.11988831</c:v>
                </c:pt>
                <c:pt idx="1000">
                  <c:v>51.11915588</c:v>
                </c:pt>
                <c:pt idx="1001">
                  <c:v>51.11856079</c:v>
                </c:pt>
                <c:pt idx="1002">
                  <c:v>51.11805725</c:v>
                </c:pt>
                <c:pt idx="1003">
                  <c:v>51.11764526</c:v>
                </c:pt>
                <c:pt idx="1004">
                  <c:v>51.11709595</c:v>
                </c:pt>
                <c:pt idx="1005">
                  <c:v>51.11654663</c:v>
                </c:pt>
                <c:pt idx="1006">
                  <c:v>51.11604309</c:v>
                </c:pt>
                <c:pt idx="1007">
                  <c:v>51.11552093</c:v>
                </c:pt>
                <c:pt idx="1008">
                  <c:v>51.11500886</c:v>
                </c:pt>
                <c:pt idx="1009">
                  <c:v>51.11453247</c:v>
                </c:pt>
                <c:pt idx="1010">
                  <c:v>51.11393738</c:v>
                </c:pt>
                <c:pt idx="1011">
                  <c:v>51.11343384</c:v>
                </c:pt>
                <c:pt idx="1012">
                  <c:v>51.11288452</c:v>
                </c:pt>
                <c:pt idx="1013">
                  <c:v>51.11258814</c:v>
                </c:pt>
                <c:pt idx="1014">
                  <c:v>51.11201477</c:v>
                </c:pt>
                <c:pt idx="1015">
                  <c:v>51.11141968</c:v>
                </c:pt>
                <c:pt idx="1016">
                  <c:v>51.11091614</c:v>
                </c:pt>
                <c:pt idx="1017">
                  <c:v>51.11035363</c:v>
                </c:pt>
                <c:pt idx="1018">
                  <c:v>51.10984156</c:v>
                </c:pt>
                <c:pt idx="1019">
                  <c:v>51.10931396</c:v>
                </c:pt>
                <c:pt idx="1020">
                  <c:v>51.10881741</c:v>
                </c:pt>
                <c:pt idx="1021">
                  <c:v>51.10830533</c:v>
                </c:pt>
                <c:pt idx="1022">
                  <c:v>51.10774671</c:v>
                </c:pt>
                <c:pt idx="1023">
                  <c:v>51.1072998</c:v>
                </c:pt>
                <c:pt idx="1024">
                  <c:v>51.10681566</c:v>
                </c:pt>
                <c:pt idx="1025">
                  <c:v>51.10625703</c:v>
                </c:pt>
                <c:pt idx="1026">
                  <c:v>51.10578918</c:v>
                </c:pt>
                <c:pt idx="1027">
                  <c:v>51.10519409</c:v>
                </c:pt>
                <c:pt idx="1028">
                  <c:v>51.10476736</c:v>
                </c:pt>
                <c:pt idx="1029">
                  <c:v>51.10427856</c:v>
                </c:pt>
                <c:pt idx="1030">
                  <c:v>51.10365011</c:v>
                </c:pt>
                <c:pt idx="1031">
                  <c:v>51.10327769</c:v>
                </c:pt>
                <c:pt idx="1032">
                  <c:v>51.10281372</c:v>
                </c:pt>
                <c:pt idx="1033">
                  <c:v>51.10216044</c:v>
                </c:pt>
                <c:pt idx="1034">
                  <c:v>51.10162354</c:v>
                </c:pt>
                <c:pt idx="1035">
                  <c:v>51.10121155</c:v>
                </c:pt>
                <c:pt idx="1036">
                  <c:v>51.10061646</c:v>
                </c:pt>
                <c:pt idx="1037">
                  <c:v>51.10011292</c:v>
                </c:pt>
                <c:pt idx="1038">
                  <c:v>51.09955351</c:v>
                </c:pt>
                <c:pt idx="1039">
                  <c:v>51.09899489</c:v>
                </c:pt>
                <c:pt idx="1040">
                  <c:v>51.09841919</c:v>
                </c:pt>
                <c:pt idx="1041">
                  <c:v>51.09791565</c:v>
                </c:pt>
                <c:pt idx="1042">
                  <c:v>51.09741211</c:v>
                </c:pt>
                <c:pt idx="1043">
                  <c:v>51.09695435</c:v>
                </c:pt>
                <c:pt idx="1044">
                  <c:v>51.09638796</c:v>
                </c:pt>
                <c:pt idx="1045">
                  <c:v>51.09582933</c:v>
                </c:pt>
                <c:pt idx="1046">
                  <c:v>51.09535217</c:v>
                </c:pt>
                <c:pt idx="1047">
                  <c:v>51.09484863</c:v>
                </c:pt>
                <c:pt idx="1048">
                  <c:v>51.09448242</c:v>
                </c:pt>
                <c:pt idx="1049">
                  <c:v>51.09397888</c:v>
                </c:pt>
                <c:pt idx="1050">
                  <c:v>51.09340862</c:v>
                </c:pt>
                <c:pt idx="1051">
                  <c:v>51.09289654</c:v>
                </c:pt>
                <c:pt idx="1052">
                  <c:v>51.09233792</c:v>
                </c:pt>
                <c:pt idx="1053">
                  <c:v>51.09178162</c:v>
                </c:pt>
                <c:pt idx="1054">
                  <c:v>51.09127808</c:v>
                </c:pt>
                <c:pt idx="1055">
                  <c:v>51.09072876</c:v>
                </c:pt>
                <c:pt idx="1056">
                  <c:v>51.09022522</c:v>
                </c:pt>
                <c:pt idx="1057">
                  <c:v>51.08981323</c:v>
                </c:pt>
                <c:pt idx="1058">
                  <c:v>51.08935547</c:v>
                </c:pt>
                <c:pt idx="1059">
                  <c:v>51.08885193</c:v>
                </c:pt>
                <c:pt idx="1060">
                  <c:v>51.08828787</c:v>
                </c:pt>
                <c:pt idx="1061">
                  <c:v>51.08770752</c:v>
                </c:pt>
                <c:pt idx="1062">
                  <c:v>51.08717062</c:v>
                </c:pt>
                <c:pt idx="1063">
                  <c:v>51.08665854</c:v>
                </c:pt>
                <c:pt idx="1064">
                  <c:v>51.08609992</c:v>
                </c:pt>
                <c:pt idx="1065">
                  <c:v>51.08564758</c:v>
                </c:pt>
                <c:pt idx="1066">
                  <c:v>51.0852356</c:v>
                </c:pt>
                <c:pt idx="1067">
                  <c:v>51.08470335</c:v>
                </c:pt>
                <c:pt idx="1068">
                  <c:v>51.08419127</c:v>
                </c:pt>
                <c:pt idx="1069">
                  <c:v>51.08372498</c:v>
                </c:pt>
                <c:pt idx="1070">
                  <c:v>51.08321368</c:v>
                </c:pt>
                <c:pt idx="1071">
                  <c:v>51.0827016</c:v>
                </c:pt>
                <c:pt idx="1072">
                  <c:v>51.08221436</c:v>
                </c:pt>
                <c:pt idx="1073">
                  <c:v>51.08171082</c:v>
                </c:pt>
                <c:pt idx="1074">
                  <c:v>51.08097839</c:v>
                </c:pt>
                <c:pt idx="1075">
                  <c:v>51.08046709</c:v>
                </c:pt>
                <c:pt idx="1076">
                  <c:v>51.08004812</c:v>
                </c:pt>
                <c:pt idx="1077">
                  <c:v>51.07953605</c:v>
                </c:pt>
                <c:pt idx="1078">
                  <c:v>51.07911708</c:v>
                </c:pt>
                <c:pt idx="1079">
                  <c:v>51.07841492</c:v>
                </c:pt>
                <c:pt idx="1080">
                  <c:v>51.07800293</c:v>
                </c:pt>
                <c:pt idx="1081">
                  <c:v>51.0775343</c:v>
                </c:pt>
                <c:pt idx="1082">
                  <c:v>51.07704163</c:v>
                </c:pt>
                <c:pt idx="1083">
                  <c:v>51.07653809</c:v>
                </c:pt>
                <c:pt idx="1084">
                  <c:v>51.07604463</c:v>
                </c:pt>
                <c:pt idx="1085">
                  <c:v>51.07553256</c:v>
                </c:pt>
                <c:pt idx="1086">
                  <c:v>51.07502048</c:v>
                </c:pt>
                <c:pt idx="1087">
                  <c:v>51.07455496</c:v>
                </c:pt>
                <c:pt idx="1088">
                  <c:v>51.07404289</c:v>
                </c:pt>
                <c:pt idx="1089">
                  <c:v>51.07337952</c:v>
                </c:pt>
                <c:pt idx="1090">
                  <c:v>51.07278442</c:v>
                </c:pt>
                <c:pt idx="1091">
                  <c:v>51.07260132</c:v>
                </c:pt>
                <c:pt idx="1092">
                  <c:v>51.07180838</c:v>
                </c:pt>
                <c:pt idx="1093">
                  <c:v>51.07131958</c:v>
                </c:pt>
                <c:pt idx="1094">
                  <c:v>51.07077026</c:v>
                </c:pt>
                <c:pt idx="1095">
                  <c:v>51.07035828</c:v>
                </c:pt>
                <c:pt idx="1096">
                  <c:v>51.06976008</c:v>
                </c:pt>
                <c:pt idx="1097">
                  <c:v>51.06924801</c:v>
                </c:pt>
                <c:pt idx="1098">
                  <c:v>51.06882904</c:v>
                </c:pt>
                <c:pt idx="1099">
                  <c:v>51.06820679</c:v>
                </c:pt>
                <c:pt idx="1100">
                  <c:v>51.06770325</c:v>
                </c:pt>
                <c:pt idx="1101">
                  <c:v>51.06724626</c:v>
                </c:pt>
                <c:pt idx="1102">
                  <c:v>51.06668763</c:v>
                </c:pt>
                <c:pt idx="1103">
                  <c:v>51.06617556</c:v>
                </c:pt>
                <c:pt idx="1104">
                  <c:v>51.06568909</c:v>
                </c:pt>
                <c:pt idx="1105">
                  <c:v>51.06519796</c:v>
                </c:pt>
                <c:pt idx="1106">
                  <c:v>51.06477899</c:v>
                </c:pt>
                <c:pt idx="1107">
                  <c:v>51.0643158</c:v>
                </c:pt>
                <c:pt idx="1108">
                  <c:v>51.06380139</c:v>
                </c:pt>
                <c:pt idx="1109">
                  <c:v>51.06328932</c:v>
                </c:pt>
                <c:pt idx="1110">
                  <c:v>51.06277724</c:v>
                </c:pt>
                <c:pt idx="1111">
                  <c:v>51.06216431</c:v>
                </c:pt>
                <c:pt idx="1112">
                  <c:v>51.06156689</c:v>
                </c:pt>
                <c:pt idx="1113">
                  <c:v>51.06105481</c:v>
                </c:pt>
                <c:pt idx="1114">
                  <c:v>51.06056213</c:v>
                </c:pt>
                <c:pt idx="1115">
                  <c:v>51.05998411</c:v>
                </c:pt>
                <c:pt idx="1116">
                  <c:v>51.05950928</c:v>
                </c:pt>
                <c:pt idx="1117">
                  <c:v>51.05900651</c:v>
                </c:pt>
                <c:pt idx="1118">
                  <c:v>51.05854797</c:v>
                </c:pt>
                <c:pt idx="1119">
                  <c:v>51.05804443</c:v>
                </c:pt>
                <c:pt idx="1120">
                  <c:v>51.05744934</c:v>
                </c:pt>
                <c:pt idx="1121">
                  <c:v>51.05703735</c:v>
                </c:pt>
                <c:pt idx="1122">
                  <c:v>51.05644614</c:v>
                </c:pt>
                <c:pt idx="1123">
                  <c:v>51.05588751</c:v>
                </c:pt>
                <c:pt idx="1124">
                  <c:v>51.05534363</c:v>
                </c:pt>
                <c:pt idx="1125">
                  <c:v>51.05511475</c:v>
                </c:pt>
                <c:pt idx="1126">
                  <c:v>51.05383301</c:v>
                </c:pt>
                <c:pt idx="1127">
                  <c:v>51.05337369</c:v>
                </c:pt>
                <c:pt idx="1128">
                  <c:v>51.05282593</c:v>
                </c:pt>
                <c:pt idx="1129">
                  <c:v>51.0523961</c:v>
                </c:pt>
                <c:pt idx="1130">
                  <c:v>51.0519104</c:v>
                </c:pt>
                <c:pt idx="1131">
                  <c:v>51.05136108</c:v>
                </c:pt>
                <c:pt idx="1132">
                  <c:v>51.05081177</c:v>
                </c:pt>
                <c:pt idx="1133">
                  <c:v>51.05026245</c:v>
                </c:pt>
                <c:pt idx="1134">
                  <c:v>51.04978917</c:v>
                </c:pt>
                <c:pt idx="1135">
                  <c:v>51.04909089</c:v>
                </c:pt>
                <c:pt idx="1136">
                  <c:v>51.0486145</c:v>
                </c:pt>
                <c:pt idx="1137">
                  <c:v>51.04824829</c:v>
                </c:pt>
                <c:pt idx="1138">
                  <c:v>51.04778742</c:v>
                </c:pt>
                <c:pt idx="1139">
                  <c:v>51.04719543</c:v>
                </c:pt>
                <c:pt idx="1140">
                  <c:v>51.04648396</c:v>
                </c:pt>
                <c:pt idx="1141">
                  <c:v>51.04623413</c:v>
                </c:pt>
                <c:pt idx="1142">
                  <c:v>51.04573059</c:v>
                </c:pt>
                <c:pt idx="1143">
                  <c:v>51.0451355</c:v>
                </c:pt>
                <c:pt idx="1144">
                  <c:v>51.04463196</c:v>
                </c:pt>
                <c:pt idx="1145">
                  <c:v>51.04438911</c:v>
                </c:pt>
                <c:pt idx="1146">
                  <c:v>51.0435791</c:v>
                </c:pt>
                <c:pt idx="1147">
                  <c:v>51.04302979</c:v>
                </c:pt>
                <c:pt idx="1148">
                  <c:v>51.04248047</c:v>
                </c:pt>
                <c:pt idx="1149">
                  <c:v>51.0420615</c:v>
                </c:pt>
                <c:pt idx="1150">
                  <c:v>51.04142761</c:v>
                </c:pt>
                <c:pt idx="1151">
                  <c:v>51.04085114</c:v>
                </c:pt>
                <c:pt idx="1152">
                  <c:v>51.04060364</c:v>
                </c:pt>
                <c:pt idx="1153">
                  <c:v>51.04000854</c:v>
                </c:pt>
                <c:pt idx="1154">
                  <c:v>51.03927612</c:v>
                </c:pt>
                <c:pt idx="1155">
                  <c:v>51.03877258</c:v>
                </c:pt>
                <c:pt idx="1156">
                  <c:v>51.03843042</c:v>
                </c:pt>
                <c:pt idx="1157">
                  <c:v>51.03782524</c:v>
                </c:pt>
                <c:pt idx="1158">
                  <c:v>51.03740627</c:v>
                </c:pt>
                <c:pt idx="1159">
                  <c:v>51.03661489</c:v>
                </c:pt>
                <c:pt idx="1160">
                  <c:v>51.03642868</c:v>
                </c:pt>
                <c:pt idx="1161">
                  <c:v>51.03561401</c:v>
                </c:pt>
                <c:pt idx="1162">
                  <c:v>51.03531142</c:v>
                </c:pt>
                <c:pt idx="1163">
                  <c:v>51.03483582</c:v>
                </c:pt>
                <c:pt idx="1164">
                  <c:v>51.03428727</c:v>
                </c:pt>
                <c:pt idx="1165">
                  <c:v>51.03373718</c:v>
                </c:pt>
                <c:pt idx="1166">
                  <c:v>51.03323364</c:v>
                </c:pt>
                <c:pt idx="1167">
                  <c:v>51.03265795</c:v>
                </c:pt>
                <c:pt idx="1168">
                  <c:v>51.03199768</c:v>
                </c:pt>
                <c:pt idx="1169">
                  <c:v>51.03154069</c:v>
                </c:pt>
                <c:pt idx="1170">
                  <c:v>51.0309906</c:v>
                </c:pt>
                <c:pt idx="1171">
                  <c:v>51.03039551</c:v>
                </c:pt>
                <c:pt idx="1172">
                  <c:v>51.03014413</c:v>
                </c:pt>
                <c:pt idx="1173">
                  <c:v>51.02957153</c:v>
                </c:pt>
                <c:pt idx="1174">
                  <c:v>51.02897644</c:v>
                </c:pt>
                <c:pt idx="1175">
                  <c:v>51.02824402</c:v>
                </c:pt>
                <c:pt idx="1176">
                  <c:v>51.02800272</c:v>
                </c:pt>
                <c:pt idx="1177">
                  <c:v>51.02725789</c:v>
                </c:pt>
                <c:pt idx="1178">
                  <c:v>51.02665271</c:v>
                </c:pt>
                <c:pt idx="1179">
                  <c:v>51.02641296</c:v>
                </c:pt>
                <c:pt idx="1180">
                  <c:v>51.02568054</c:v>
                </c:pt>
                <c:pt idx="1181">
                  <c:v>51.02531433</c:v>
                </c:pt>
                <c:pt idx="1182">
                  <c:v>51.02474407</c:v>
                </c:pt>
                <c:pt idx="1183">
                  <c:v>51.0243251</c:v>
                </c:pt>
                <c:pt idx="1184">
                  <c:v>51.02371992</c:v>
                </c:pt>
                <c:pt idx="1185">
                  <c:v>51.02325439</c:v>
                </c:pt>
                <c:pt idx="1186">
                  <c:v>51.02270508</c:v>
                </c:pt>
                <c:pt idx="1187">
                  <c:v>51.02209059</c:v>
                </c:pt>
                <c:pt idx="1188">
                  <c:v>51.02167162</c:v>
                </c:pt>
                <c:pt idx="1189">
                  <c:v>51.02115954</c:v>
                </c:pt>
                <c:pt idx="1190">
                  <c:v>51.02055436</c:v>
                </c:pt>
                <c:pt idx="1191">
                  <c:v>51.0199585</c:v>
                </c:pt>
                <c:pt idx="1192">
                  <c:v>51.01943711</c:v>
                </c:pt>
                <c:pt idx="1193">
                  <c:v>51.0191803</c:v>
                </c:pt>
                <c:pt idx="1194">
                  <c:v>51.01835632</c:v>
                </c:pt>
                <c:pt idx="1195">
                  <c:v>51.01780778</c:v>
                </c:pt>
                <c:pt idx="1196">
                  <c:v>51.01734924</c:v>
                </c:pt>
                <c:pt idx="1197">
                  <c:v>51.01670837</c:v>
                </c:pt>
                <c:pt idx="1198">
                  <c:v>51.01620483</c:v>
                </c:pt>
                <c:pt idx="1199">
                  <c:v>51.01570129</c:v>
                </c:pt>
                <c:pt idx="1200">
                  <c:v>51.01515198</c:v>
                </c:pt>
                <c:pt idx="1201">
                  <c:v>51.01455688</c:v>
                </c:pt>
                <c:pt idx="1202">
                  <c:v>51.01405334</c:v>
                </c:pt>
                <c:pt idx="1203">
                  <c:v>51.01357153</c:v>
                </c:pt>
                <c:pt idx="1204">
                  <c:v>51.01304626</c:v>
                </c:pt>
                <c:pt idx="1205">
                  <c:v>51.01254738</c:v>
                </c:pt>
                <c:pt idx="1206">
                  <c:v>51.01198875</c:v>
                </c:pt>
                <c:pt idx="1207">
                  <c:v>51.01153564</c:v>
                </c:pt>
                <c:pt idx="1208">
                  <c:v>51.01094055</c:v>
                </c:pt>
                <c:pt idx="1209">
                  <c:v>51.01039124</c:v>
                </c:pt>
                <c:pt idx="1210">
                  <c:v>51.00984192</c:v>
                </c:pt>
                <c:pt idx="1211">
                  <c:v>51.0092926</c:v>
                </c:pt>
                <c:pt idx="1212">
                  <c:v>51.00874329</c:v>
                </c:pt>
                <c:pt idx="1213">
                  <c:v>51.00817147</c:v>
                </c:pt>
                <c:pt idx="1214">
                  <c:v>51.00756629</c:v>
                </c:pt>
                <c:pt idx="1215">
                  <c:v>51.00727844</c:v>
                </c:pt>
                <c:pt idx="1216">
                  <c:v>51.00654602</c:v>
                </c:pt>
                <c:pt idx="1217">
                  <c:v>51.00604248</c:v>
                </c:pt>
                <c:pt idx="1218">
                  <c:v>51.00547144</c:v>
                </c:pt>
                <c:pt idx="1219">
                  <c:v>51.00498962</c:v>
                </c:pt>
                <c:pt idx="1220">
                  <c:v>51.00454039</c:v>
                </c:pt>
                <c:pt idx="1221">
                  <c:v>51.00398254</c:v>
                </c:pt>
                <c:pt idx="1222">
                  <c:v>51.003479</c:v>
                </c:pt>
                <c:pt idx="1223">
                  <c:v>51.00288391</c:v>
                </c:pt>
                <c:pt idx="1224">
                  <c:v>51.00239899</c:v>
                </c:pt>
                <c:pt idx="1225">
                  <c:v>51.00174726</c:v>
                </c:pt>
                <c:pt idx="1226">
                  <c:v>51.00123596</c:v>
                </c:pt>
                <c:pt idx="1227">
                  <c:v>51.00068665</c:v>
                </c:pt>
                <c:pt idx="1228">
                  <c:v>51.00039725</c:v>
                </c:pt>
                <c:pt idx="1229">
                  <c:v>50.99983862</c:v>
                </c:pt>
                <c:pt idx="1230">
                  <c:v>50.99927999</c:v>
                </c:pt>
                <c:pt idx="1231">
                  <c:v>50.99876792</c:v>
                </c:pt>
                <c:pt idx="1232">
                  <c:v>50.99797653</c:v>
                </c:pt>
                <c:pt idx="1233">
                  <c:v>50.99755756</c:v>
                </c:pt>
                <c:pt idx="1234">
                  <c:v>50.99702454</c:v>
                </c:pt>
                <c:pt idx="1235">
                  <c:v>50.99647522</c:v>
                </c:pt>
                <c:pt idx="1236">
                  <c:v>50.99588168</c:v>
                </c:pt>
                <c:pt idx="1237">
                  <c:v>50.99555969</c:v>
                </c:pt>
                <c:pt idx="1238">
                  <c:v>50.99499719</c:v>
                </c:pt>
                <c:pt idx="1239">
                  <c:v>50.99453166</c:v>
                </c:pt>
                <c:pt idx="1240">
                  <c:v>50.99391174</c:v>
                </c:pt>
                <c:pt idx="1241">
                  <c:v>50.99341441</c:v>
                </c:pt>
                <c:pt idx="1242">
                  <c:v>50.99285889</c:v>
                </c:pt>
                <c:pt idx="1243">
                  <c:v>50.99229716</c:v>
                </c:pt>
                <c:pt idx="1244">
                  <c:v>50.99187819</c:v>
                </c:pt>
                <c:pt idx="1245">
                  <c:v>50.99107361</c:v>
                </c:pt>
                <c:pt idx="1246">
                  <c:v>50.99047852</c:v>
                </c:pt>
                <c:pt idx="1247">
                  <c:v>50.9900161</c:v>
                </c:pt>
                <c:pt idx="1248">
                  <c:v>50.98974609</c:v>
                </c:pt>
                <c:pt idx="1249">
                  <c:v>50.9889679</c:v>
                </c:pt>
                <c:pt idx="1250">
                  <c:v>50.98841858</c:v>
                </c:pt>
                <c:pt idx="1251">
                  <c:v>50.98815401</c:v>
                </c:pt>
                <c:pt idx="1252">
                  <c:v>50.98745572</c:v>
                </c:pt>
                <c:pt idx="1253">
                  <c:v>50.98686218</c:v>
                </c:pt>
                <c:pt idx="1254">
                  <c:v>50.98629192</c:v>
                </c:pt>
                <c:pt idx="1255">
                  <c:v>50.98573329</c:v>
                </c:pt>
                <c:pt idx="1256">
                  <c:v>50.98539734</c:v>
                </c:pt>
                <c:pt idx="1257">
                  <c:v>50.98480225</c:v>
                </c:pt>
                <c:pt idx="1258">
                  <c:v>50.98434448</c:v>
                </c:pt>
                <c:pt idx="1259">
                  <c:v>50.9841156</c:v>
                </c:pt>
                <c:pt idx="1260">
                  <c:v>50.98320007</c:v>
                </c:pt>
                <c:pt idx="1261">
                  <c:v>50.9827074</c:v>
                </c:pt>
                <c:pt idx="1262">
                  <c:v>50.98205566</c:v>
                </c:pt>
                <c:pt idx="1263">
                  <c:v>50.98159014</c:v>
                </c:pt>
                <c:pt idx="1264">
                  <c:v>50.98100281</c:v>
                </c:pt>
                <c:pt idx="1265">
                  <c:v>50.98040771</c:v>
                </c:pt>
                <c:pt idx="1266">
                  <c:v>50.9798584</c:v>
                </c:pt>
                <c:pt idx="1267">
                  <c:v>50.97930908</c:v>
                </c:pt>
                <c:pt idx="1268">
                  <c:v>50.97865735</c:v>
                </c:pt>
                <c:pt idx="1269">
                  <c:v>50.97816467</c:v>
                </c:pt>
                <c:pt idx="1270">
                  <c:v>50.97761536</c:v>
                </c:pt>
                <c:pt idx="1271">
                  <c:v>50.97707457</c:v>
                </c:pt>
                <c:pt idx="1272">
                  <c:v>50.9765625</c:v>
                </c:pt>
                <c:pt idx="1273">
                  <c:v>50.97600387</c:v>
                </c:pt>
                <c:pt idx="1274">
                  <c:v>50.9754918</c:v>
                </c:pt>
                <c:pt idx="1275">
                  <c:v>50.97497972</c:v>
                </c:pt>
                <c:pt idx="1276">
                  <c:v>50.97446765</c:v>
                </c:pt>
                <c:pt idx="1277">
                  <c:v>50.97395325</c:v>
                </c:pt>
                <c:pt idx="1278">
                  <c:v>50.97358704</c:v>
                </c:pt>
                <c:pt idx="1279">
                  <c:v>50.97297798</c:v>
                </c:pt>
                <c:pt idx="1280">
                  <c:v>50.97239685</c:v>
                </c:pt>
                <c:pt idx="1281">
                  <c:v>50.97186072</c:v>
                </c:pt>
                <c:pt idx="1282">
                  <c:v>50.97116089</c:v>
                </c:pt>
                <c:pt idx="1283">
                  <c:v>50.97084045</c:v>
                </c:pt>
                <c:pt idx="1284">
                  <c:v>50.97018484</c:v>
                </c:pt>
                <c:pt idx="1285">
                  <c:v>50.96974182</c:v>
                </c:pt>
                <c:pt idx="1286">
                  <c:v>50.9691925</c:v>
                </c:pt>
                <c:pt idx="1287">
                  <c:v>50.96869517</c:v>
                </c:pt>
                <c:pt idx="1288">
                  <c:v>50.96808999</c:v>
                </c:pt>
                <c:pt idx="1289">
                  <c:v>50.96757792</c:v>
                </c:pt>
                <c:pt idx="1290">
                  <c:v>50.96715895</c:v>
                </c:pt>
                <c:pt idx="1291">
                  <c:v>50.96630859</c:v>
                </c:pt>
                <c:pt idx="1292">
                  <c:v>50.96580893</c:v>
                </c:pt>
                <c:pt idx="1293">
                  <c:v>50.96525031</c:v>
                </c:pt>
                <c:pt idx="1294">
                  <c:v>50.9647522</c:v>
                </c:pt>
                <c:pt idx="1295">
                  <c:v>50.96420288</c:v>
                </c:pt>
                <c:pt idx="1296">
                  <c:v>50.96365356</c:v>
                </c:pt>
                <c:pt idx="1297">
                  <c:v>50.9631089</c:v>
                </c:pt>
                <c:pt idx="1298">
                  <c:v>50.96282959</c:v>
                </c:pt>
                <c:pt idx="1299">
                  <c:v>50.9620382</c:v>
                </c:pt>
                <c:pt idx="1300">
                  <c:v>50.96150208</c:v>
                </c:pt>
                <c:pt idx="1301">
                  <c:v>50.96101405</c:v>
                </c:pt>
                <c:pt idx="1302">
                  <c:v>50.96044922</c:v>
                </c:pt>
                <c:pt idx="1303">
                  <c:v>50.95994568</c:v>
                </c:pt>
                <c:pt idx="1304">
                  <c:v>50.95939636</c:v>
                </c:pt>
                <c:pt idx="1305">
                  <c:v>50.95898438</c:v>
                </c:pt>
                <c:pt idx="1306">
                  <c:v>50.95838928</c:v>
                </c:pt>
                <c:pt idx="1307">
                  <c:v>50.95789505</c:v>
                </c:pt>
                <c:pt idx="1308">
                  <c:v>50.9571991</c:v>
                </c:pt>
                <c:pt idx="1309">
                  <c:v>50.95674133</c:v>
                </c:pt>
                <c:pt idx="1310">
                  <c:v>50.95619202</c:v>
                </c:pt>
                <c:pt idx="1311">
                  <c:v>50.9556427</c:v>
                </c:pt>
                <c:pt idx="1312">
                  <c:v>50.95504761</c:v>
                </c:pt>
                <c:pt idx="1313">
                  <c:v>50.95463562</c:v>
                </c:pt>
                <c:pt idx="1314">
                  <c:v>50.95403122</c:v>
                </c:pt>
                <c:pt idx="1315">
                  <c:v>50.95342604</c:v>
                </c:pt>
                <c:pt idx="1316">
                  <c:v>50.95285034</c:v>
                </c:pt>
                <c:pt idx="1317">
                  <c:v>50.95243835</c:v>
                </c:pt>
                <c:pt idx="1318">
                  <c:v>50.95188981</c:v>
                </c:pt>
                <c:pt idx="1319">
                  <c:v>50.9513855</c:v>
                </c:pt>
                <c:pt idx="1320">
                  <c:v>50.95081911</c:v>
                </c:pt>
                <c:pt idx="1321">
                  <c:v>50.95028687</c:v>
                </c:pt>
                <c:pt idx="1322">
                  <c:v>50.94973755</c:v>
                </c:pt>
                <c:pt idx="1323">
                  <c:v>50.94918823</c:v>
                </c:pt>
                <c:pt idx="1324">
                  <c:v>50.94867771</c:v>
                </c:pt>
                <c:pt idx="1325">
                  <c:v>50.94811908</c:v>
                </c:pt>
                <c:pt idx="1326">
                  <c:v>50.94754028</c:v>
                </c:pt>
                <c:pt idx="1327">
                  <c:v>50.94704838</c:v>
                </c:pt>
                <c:pt idx="1328">
                  <c:v>50.9464432</c:v>
                </c:pt>
                <c:pt idx="1329">
                  <c:v>50.94588458</c:v>
                </c:pt>
                <c:pt idx="1330">
                  <c:v>50.9453725</c:v>
                </c:pt>
                <c:pt idx="1331">
                  <c:v>50.94502258</c:v>
                </c:pt>
                <c:pt idx="1332">
                  <c:v>50.94429016</c:v>
                </c:pt>
                <c:pt idx="1333">
                  <c:v>50.94387817</c:v>
                </c:pt>
                <c:pt idx="1334">
                  <c:v>50.94341731</c:v>
                </c:pt>
                <c:pt idx="1335">
                  <c:v>50.94291687</c:v>
                </c:pt>
                <c:pt idx="1336">
                  <c:v>50.94206729</c:v>
                </c:pt>
                <c:pt idx="1337">
                  <c:v>50.94150866</c:v>
                </c:pt>
                <c:pt idx="1338">
                  <c:v>50.94104314</c:v>
                </c:pt>
                <c:pt idx="1339">
                  <c:v>50.94053107</c:v>
                </c:pt>
                <c:pt idx="1340">
                  <c:v>50.94001899</c:v>
                </c:pt>
                <c:pt idx="1341">
                  <c:v>50.93946037</c:v>
                </c:pt>
                <c:pt idx="1342">
                  <c:v>50.9389801</c:v>
                </c:pt>
                <c:pt idx="1343">
                  <c:v>50.93834311</c:v>
                </c:pt>
                <c:pt idx="1344">
                  <c:v>50.93783569</c:v>
                </c:pt>
                <c:pt idx="1345">
                  <c:v>50.93728638</c:v>
                </c:pt>
                <c:pt idx="1346">
                  <c:v>50.93680689</c:v>
                </c:pt>
                <c:pt idx="1347">
                  <c:v>50.93620171</c:v>
                </c:pt>
                <c:pt idx="1348">
                  <c:v>50.93572998</c:v>
                </c:pt>
                <c:pt idx="1349">
                  <c:v>50.93513101</c:v>
                </c:pt>
                <c:pt idx="1350">
                  <c:v>50.93438617</c:v>
                </c:pt>
                <c:pt idx="1351">
                  <c:v>50.9339672</c:v>
                </c:pt>
                <c:pt idx="1352">
                  <c:v>50.93334961</c:v>
                </c:pt>
                <c:pt idx="1353">
                  <c:v>50.93284607</c:v>
                </c:pt>
                <c:pt idx="1354">
                  <c:v>50.93229675</c:v>
                </c:pt>
                <c:pt idx="1355">
                  <c:v>50.93174744</c:v>
                </c:pt>
                <c:pt idx="1356">
                  <c:v>50.93115234</c:v>
                </c:pt>
                <c:pt idx="1357">
                  <c:v>50.93066199</c:v>
                </c:pt>
                <c:pt idx="1358">
                  <c:v>50.93010337</c:v>
                </c:pt>
                <c:pt idx="1359">
                  <c:v>50.92949819</c:v>
                </c:pt>
                <c:pt idx="1360">
                  <c:v>50.92904663</c:v>
                </c:pt>
                <c:pt idx="1361">
                  <c:v>50.92847404</c:v>
                </c:pt>
                <c:pt idx="1362">
                  <c:v>50.92799377</c:v>
                </c:pt>
                <c:pt idx="1363">
                  <c:v>50.92740334</c:v>
                </c:pt>
                <c:pt idx="1364">
                  <c:v>50.92679816</c:v>
                </c:pt>
                <c:pt idx="1365">
                  <c:v>50.92623953</c:v>
                </c:pt>
                <c:pt idx="1366">
                  <c:v>50.92591367</c:v>
                </c:pt>
                <c:pt idx="1367">
                  <c:v>50.92512228</c:v>
                </c:pt>
                <c:pt idx="1368">
                  <c:v>50.92460632</c:v>
                </c:pt>
                <c:pt idx="1369">
                  <c:v>50.92414856</c:v>
                </c:pt>
                <c:pt idx="1370">
                  <c:v>50.92367916</c:v>
                </c:pt>
                <c:pt idx="1371">
                  <c:v>50.9230957</c:v>
                </c:pt>
                <c:pt idx="1372">
                  <c:v>50.92242225</c:v>
                </c:pt>
                <c:pt idx="1373">
                  <c:v>50.92185974</c:v>
                </c:pt>
                <c:pt idx="1374">
                  <c:v>50.92131042</c:v>
                </c:pt>
                <c:pt idx="1375">
                  <c:v>50.92076111</c:v>
                </c:pt>
                <c:pt idx="1376">
                  <c:v>50.92016602</c:v>
                </c:pt>
                <c:pt idx="1377">
                  <c:v>50.91986187</c:v>
                </c:pt>
                <c:pt idx="1378">
                  <c:v>50.91929626</c:v>
                </c:pt>
                <c:pt idx="1379">
                  <c:v>50.91851186</c:v>
                </c:pt>
                <c:pt idx="1380">
                  <c:v>50.91795323</c:v>
                </c:pt>
                <c:pt idx="1381">
                  <c:v>50.91760254</c:v>
                </c:pt>
                <c:pt idx="1382">
                  <c:v>50.91705322</c:v>
                </c:pt>
                <c:pt idx="1383">
                  <c:v>50.91655667</c:v>
                </c:pt>
                <c:pt idx="1384">
                  <c:v>50.91595149</c:v>
                </c:pt>
                <c:pt idx="1385">
                  <c:v>50.91522217</c:v>
                </c:pt>
                <c:pt idx="1386">
                  <c:v>50.91467285</c:v>
                </c:pt>
                <c:pt idx="1387">
                  <c:v>50.91407776</c:v>
                </c:pt>
                <c:pt idx="1388">
                  <c:v>50.91348267</c:v>
                </c:pt>
                <c:pt idx="1389">
                  <c:v>50.9130187</c:v>
                </c:pt>
                <c:pt idx="1390">
                  <c:v>50.91250662</c:v>
                </c:pt>
                <c:pt idx="1391">
                  <c:v>50.91201782</c:v>
                </c:pt>
                <c:pt idx="1392">
                  <c:v>50.91152902</c:v>
                </c:pt>
                <c:pt idx="1393">
                  <c:v>50.91087341</c:v>
                </c:pt>
                <c:pt idx="1394">
                  <c:v>50.91041565</c:v>
                </c:pt>
                <c:pt idx="1395">
                  <c:v>50.90980659</c:v>
                </c:pt>
                <c:pt idx="1396">
                  <c:v>50.90920141</c:v>
                </c:pt>
                <c:pt idx="1397">
                  <c:v>50.90858459</c:v>
                </c:pt>
                <c:pt idx="1398">
                  <c:v>50.90808416</c:v>
                </c:pt>
                <c:pt idx="1399">
                  <c:v>50.90744019</c:v>
                </c:pt>
                <c:pt idx="1400">
                  <c:v>50.9069669</c:v>
                </c:pt>
                <c:pt idx="1401">
                  <c:v>50.90640828</c:v>
                </c:pt>
                <c:pt idx="1402">
                  <c:v>50.90584965</c:v>
                </c:pt>
                <c:pt idx="1403">
                  <c:v>50.90524447</c:v>
                </c:pt>
                <c:pt idx="1404">
                  <c:v>50.90468584</c:v>
                </c:pt>
                <c:pt idx="1405">
                  <c:v>50.90441895</c:v>
                </c:pt>
                <c:pt idx="1406">
                  <c:v>50.90382385</c:v>
                </c:pt>
                <c:pt idx="1407">
                  <c:v>50.90319617</c:v>
                </c:pt>
                <c:pt idx="1408">
                  <c:v>50.90267944</c:v>
                </c:pt>
                <c:pt idx="1409">
                  <c:v>50.90208435</c:v>
                </c:pt>
                <c:pt idx="1410">
                  <c:v>50.90147374</c:v>
                </c:pt>
                <c:pt idx="1411">
                  <c:v>50.90091511</c:v>
                </c:pt>
                <c:pt idx="1412">
                  <c:v>50.90035649</c:v>
                </c:pt>
                <c:pt idx="1413">
                  <c:v>50.89979553</c:v>
                </c:pt>
                <c:pt idx="1414">
                  <c:v>50.89924622</c:v>
                </c:pt>
                <c:pt idx="1415">
                  <c:v>50.8986969</c:v>
                </c:pt>
                <c:pt idx="1416">
                  <c:v>50.89819336</c:v>
                </c:pt>
                <c:pt idx="1417">
                  <c:v>50.89770301</c:v>
                </c:pt>
                <c:pt idx="1418">
                  <c:v>50.89714438</c:v>
                </c:pt>
                <c:pt idx="1419">
                  <c:v>50.8965392</c:v>
                </c:pt>
                <c:pt idx="1420">
                  <c:v>50.89598058</c:v>
                </c:pt>
                <c:pt idx="1421">
                  <c:v>50.89551505</c:v>
                </c:pt>
                <c:pt idx="1422">
                  <c:v>50.89495643</c:v>
                </c:pt>
                <c:pt idx="1423">
                  <c:v>50.89435125</c:v>
                </c:pt>
                <c:pt idx="1424">
                  <c:v>50.8938446</c:v>
                </c:pt>
                <c:pt idx="1425">
                  <c:v>50.89311218</c:v>
                </c:pt>
                <c:pt idx="1426">
                  <c:v>50.8927002</c:v>
                </c:pt>
                <c:pt idx="1427">
                  <c:v>50.89215088</c:v>
                </c:pt>
                <c:pt idx="1428">
                  <c:v>50.89155811</c:v>
                </c:pt>
                <c:pt idx="1429">
                  <c:v>50.89100647</c:v>
                </c:pt>
                <c:pt idx="1430">
                  <c:v>50.89048741</c:v>
                </c:pt>
                <c:pt idx="1431">
                  <c:v>50.88992879</c:v>
                </c:pt>
                <c:pt idx="1432">
                  <c:v>50.88937016</c:v>
                </c:pt>
                <c:pt idx="1433">
                  <c:v>50.88885498</c:v>
                </c:pt>
                <c:pt idx="1434">
                  <c:v>50.88811325</c:v>
                </c:pt>
                <c:pt idx="1435">
                  <c:v>50.88780212</c:v>
                </c:pt>
                <c:pt idx="1436">
                  <c:v>50.8871822</c:v>
                </c:pt>
                <c:pt idx="1437">
                  <c:v>50.88653047</c:v>
                </c:pt>
                <c:pt idx="1438">
                  <c:v>50.88597107</c:v>
                </c:pt>
                <c:pt idx="1439">
                  <c:v>50.88536667</c:v>
                </c:pt>
                <c:pt idx="1440">
                  <c:v>50.88480804</c:v>
                </c:pt>
                <c:pt idx="1441">
                  <c:v>50.88450623</c:v>
                </c:pt>
                <c:pt idx="1442">
                  <c:v>50.88364423</c:v>
                </c:pt>
                <c:pt idx="1443">
                  <c:v>50.88327182</c:v>
                </c:pt>
                <c:pt idx="1444">
                  <c:v>50.88271319</c:v>
                </c:pt>
                <c:pt idx="1445">
                  <c:v>50.88208008</c:v>
                </c:pt>
                <c:pt idx="1446">
                  <c:v>50.88154938</c:v>
                </c:pt>
                <c:pt idx="1447">
                  <c:v>50.88098145</c:v>
                </c:pt>
                <c:pt idx="1448">
                  <c:v>50.88043213</c:v>
                </c:pt>
                <c:pt idx="1449">
                  <c:v>50.87992005</c:v>
                </c:pt>
                <c:pt idx="1450">
                  <c:v>50.87928772</c:v>
                </c:pt>
                <c:pt idx="1451">
                  <c:v>50.87869263</c:v>
                </c:pt>
                <c:pt idx="1452">
                  <c:v>50.87814331</c:v>
                </c:pt>
                <c:pt idx="1453">
                  <c:v>50.87759399</c:v>
                </c:pt>
                <c:pt idx="1454">
                  <c:v>50.87695313</c:v>
                </c:pt>
                <c:pt idx="1455">
                  <c:v>50.87640381</c:v>
                </c:pt>
                <c:pt idx="1456">
                  <c:v>50.87591656</c:v>
                </c:pt>
                <c:pt idx="1457">
                  <c:v>50.87531138</c:v>
                </c:pt>
                <c:pt idx="1458">
                  <c:v>50.87493896</c:v>
                </c:pt>
                <c:pt idx="1459">
                  <c:v>50.87438034</c:v>
                </c:pt>
                <c:pt idx="1460">
                  <c:v>50.873703</c:v>
                </c:pt>
                <c:pt idx="1461">
                  <c:v>50.87329102</c:v>
                </c:pt>
                <c:pt idx="1462">
                  <c:v>50.87242514</c:v>
                </c:pt>
                <c:pt idx="1463">
                  <c:v>50.87210083</c:v>
                </c:pt>
                <c:pt idx="1464">
                  <c:v>50.87155151</c:v>
                </c:pt>
                <c:pt idx="1465">
                  <c:v>50.87095642</c:v>
                </c:pt>
                <c:pt idx="1466">
                  <c:v>50.87019064</c:v>
                </c:pt>
                <c:pt idx="1467">
                  <c:v>50.86981822</c:v>
                </c:pt>
                <c:pt idx="1468">
                  <c:v>50.86930847</c:v>
                </c:pt>
                <c:pt idx="1469">
                  <c:v>50.86871338</c:v>
                </c:pt>
                <c:pt idx="1470">
                  <c:v>50.86816406</c:v>
                </c:pt>
                <c:pt idx="1471">
                  <c:v>50.8673975</c:v>
                </c:pt>
                <c:pt idx="1472">
                  <c:v>50.86683655</c:v>
                </c:pt>
                <c:pt idx="1473">
                  <c:v>50.86628723</c:v>
                </c:pt>
                <c:pt idx="1474">
                  <c:v>50.86600094</c:v>
                </c:pt>
                <c:pt idx="1475">
                  <c:v>50.86516299</c:v>
                </c:pt>
                <c:pt idx="1476">
                  <c:v>50.86486816</c:v>
                </c:pt>
                <c:pt idx="1477">
                  <c:v>50.8642785</c:v>
                </c:pt>
                <c:pt idx="1478">
                  <c:v>50.86349487</c:v>
                </c:pt>
                <c:pt idx="1479">
                  <c:v>50.86289978</c:v>
                </c:pt>
                <c:pt idx="1480">
                  <c:v>50.86241641</c:v>
                </c:pt>
                <c:pt idx="1481">
                  <c:v>50.86184692</c:v>
                </c:pt>
                <c:pt idx="1482">
                  <c:v>50.86129761</c:v>
                </c:pt>
                <c:pt idx="1483">
                  <c:v>50.86078708</c:v>
                </c:pt>
                <c:pt idx="1484">
                  <c:v>50.86013535</c:v>
                </c:pt>
                <c:pt idx="1485">
                  <c:v>50.85957673</c:v>
                </c:pt>
                <c:pt idx="1486">
                  <c:v>50.8590181</c:v>
                </c:pt>
                <c:pt idx="1487">
                  <c:v>50.85845947</c:v>
                </c:pt>
                <c:pt idx="1488">
                  <c:v>50.85791016</c:v>
                </c:pt>
                <c:pt idx="1489">
                  <c:v>50.85729567</c:v>
                </c:pt>
                <c:pt idx="1490">
                  <c:v>50.85669049</c:v>
                </c:pt>
                <c:pt idx="1491">
                  <c:v>50.85608531</c:v>
                </c:pt>
                <c:pt idx="1492">
                  <c:v>50.85562134</c:v>
                </c:pt>
                <c:pt idx="1493">
                  <c:v>50.85520935</c:v>
                </c:pt>
                <c:pt idx="1494">
                  <c:v>50.85466003</c:v>
                </c:pt>
                <c:pt idx="1495">
                  <c:v>50.85403701</c:v>
                </c:pt>
                <c:pt idx="1496">
                  <c:v>50.85346985</c:v>
                </c:pt>
                <c:pt idx="1497">
                  <c:v>50.85292053</c:v>
                </c:pt>
                <c:pt idx="1498">
                  <c:v>50.85232544</c:v>
                </c:pt>
                <c:pt idx="1499">
                  <c:v>50.85175595</c:v>
                </c:pt>
                <c:pt idx="1500">
                  <c:v>50.85119732</c:v>
                </c:pt>
                <c:pt idx="1501">
                  <c:v>50.85063171</c:v>
                </c:pt>
                <c:pt idx="1502">
                  <c:v>50.8500824</c:v>
                </c:pt>
                <c:pt idx="1503">
                  <c:v>50.849568</c:v>
                </c:pt>
                <c:pt idx="1504">
                  <c:v>50.84907532</c:v>
                </c:pt>
                <c:pt idx="1505">
                  <c:v>50.84843445</c:v>
                </c:pt>
                <c:pt idx="1506">
                  <c:v>50.84784556</c:v>
                </c:pt>
                <c:pt idx="1507">
                  <c:v>50.84728694</c:v>
                </c:pt>
                <c:pt idx="1508">
                  <c:v>50.8466352</c:v>
                </c:pt>
                <c:pt idx="1509">
                  <c:v>50.84605408</c:v>
                </c:pt>
                <c:pt idx="1510">
                  <c:v>50.84542485</c:v>
                </c:pt>
                <c:pt idx="1511">
                  <c:v>50.84519208</c:v>
                </c:pt>
                <c:pt idx="1512">
                  <c:v>50.84449768</c:v>
                </c:pt>
                <c:pt idx="1513">
                  <c:v>50.84388862</c:v>
                </c:pt>
                <c:pt idx="1514">
                  <c:v>50.84339905</c:v>
                </c:pt>
                <c:pt idx="1515">
                  <c:v>50.84281792</c:v>
                </c:pt>
                <c:pt idx="1516">
                  <c:v>50.84225929</c:v>
                </c:pt>
                <c:pt idx="1517">
                  <c:v>50.84170067</c:v>
                </c:pt>
                <c:pt idx="1518">
                  <c:v>50.84101868</c:v>
                </c:pt>
                <c:pt idx="1519">
                  <c:v>50.84046936</c:v>
                </c:pt>
                <c:pt idx="1520">
                  <c:v>50.83997823</c:v>
                </c:pt>
                <c:pt idx="1521">
                  <c:v>50.8394165</c:v>
                </c:pt>
                <c:pt idx="1522">
                  <c:v>50.83882141</c:v>
                </c:pt>
                <c:pt idx="1523">
                  <c:v>50.83820925</c:v>
                </c:pt>
                <c:pt idx="1524">
                  <c:v>50.83763123</c:v>
                </c:pt>
                <c:pt idx="1525">
                  <c:v>50.83704544</c:v>
                </c:pt>
                <c:pt idx="1526">
                  <c:v>50.83653259</c:v>
                </c:pt>
                <c:pt idx="1527">
                  <c:v>50.83583509</c:v>
                </c:pt>
                <c:pt idx="1528">
                  <c:v>50.83534241</c:v>
                </c:pt>
                <c:pt idx="1529">
                  <c:v>50.83485749</c:v>
                </c:pt>
                <c:pt idx="1530">
                  <c:v>50.83434541</c:v>
                </c:pt>
                <c:pt idx="1531">
                  <c:v>50.83378679</c:v>
                </c:pt>
                <c:pt idx="1532">
                  <c:v>50.83322816</c:v>
                </c:pt>
                <c:pt idx="1533">
                  <c:v>50.8326416</c:v>
                </c:pt>
                <c:pt idx="1534">
                  <c:v>50.83209229</c:v>
                </c:pt>
                <c:pt idx="1535">
                  <c:v>50.83154297</c:v>
                </c:pt>
                <c:pt idx="1536">
                  <c:v>50.8309471</c:v>
                </c:pt>
                <c:pt idx="1537">
                  <c:v>50.83044434</c:v>
                </c:pt>
                <c:pt idx="1538">
                  <c:v>50.82989502</c:v>
                </c:pt>
                <c:pt idx="1539">
                  <c:v>50.82931777</c:v>
                </c:pt>
                <c:pt idx="1540">
                  <c:v>50.82861328</c:v>
                </c:pt>
                <c:pt idx="1541">
                  <c:v>50.82797241</c:v>
                </c:pt>
                <c:pt idx="1542">
                  <c:v>50.8274231</c:v>
                </c:pt>
                <c:pt idx="1543">
                  <c:v>50.82712982</c:v>
                </c:pt>
                <c:pt idx="1544">
                  <c:v>50.82629188</c:v>
                </c:pt>
                <c:pt idx="1545">
                  <c:v>50.82573325</c:v>
                </c:pt>
                <c:pt idx="1546">
                  <c:v>50.82536316</c:v>
                </c:pt>
                <c:pt idx="1547">
                  <c:v>50.82475565</c:v>
                </c:pt>
                <c:pt idx="1548">
                  <c:v>50.82417297</c:v>
                </c:pt>
                <c:pt idx="1549">
                  <c:v>50.82362366</c:v>
                </c:pt>
                <c:pt idx="1550">
                  <c:v>50.82307434</c:v>
                </c:pt>
                <c:pt idx="1551">
                  <c:v>50.82247459</c:v>
                </c:pt>
                <c:pt idx="1552">
                  <c:v>50.82205562</c:v>
                </c:pt>
                <c:pt idx="1553">
                  <c:v>50.821497</c:v>
                </c:pt>
                <c:pt idx="1554">
                  <c:v>50.82084526</c:v>
                </c:pt>
                <c:pt idx="1555">
                  <c:v>50.82028664</c:v>
                </c:pt>
                <c:pt idx="1556">
                  <c:v>50.81977844</c:v>
                </c:pt>
                <c:pt idx="1557">
                  <c:v>50.81918335</c:v>
                </c:pt>
                <c:pt idx="1558">
                  <c:v>50.81863403</c:v>
                </c:pt>
                <c:pt idx="1559">
                  <c:v>50.81803894</c:v>
                </c:pt>
                <c:pt idx="1560">
                  <c:v>50.81744385</c:v>
                </c:pt>
                <c:pt idx="1561">
                  <c:v>50.81684875</c:v>
                </c:pt>
                <c:pt idx="1562">
                  <c:v>50.81637625</c:v>
                </c:pt>
                <c:pt idx="1563">
                  <c:v>50.81577107</c:v>
                </c:pt>
                <c:pt idx="1564">
                  <c:v>50.81516589</c:v>
                </c:pt>
                <c:pt idx="1565">
                  <c:v>50.81460726</c:v>
                </c:pt>
                <c:pt idx="1566">
                  <c:v>50.81400209</c:v>
                </c:pt>
                <c:pt idx="1567">
                  <c:v>50.81336975</c:v>
                </c:pt>
                <c:pt idx="1568">
                  <c:v>50.81311759</c:v>
                </c:pt>
                <c:pt idx="1569">
                  <c:v>50.81254578</c:v>
                </c:pt>
                <c:pt idx="1570">
                  <c:v>50.81172103</c:v>
                </c:pt>
                <c:pt idx="1571">
                  <c:v>50.81121826</c:v>
                </c:pt>
                <c:pt idx="1572">
                  <c:v>50.81069688</c:v>
                </c:pt>
                <c:pt idx="1573">
                  <c:v>50.8100917</c:v>
                </c:pt>
                <c:pt idx="1574">
                  <c:v>50.80953307</c:v>
                </c:pt>
                <c:pt idx="1575">
                  <c:v>50.80916065</c:v>
                </c:pt>
                <c:pt idx="1576">
                  <c:v>50.80832271</c:v>
                </c:pt>
                <c:pt idx="1577">
                  <c:v>50.80776409</c:v>
                </c:pt>
                <c:pt idx="1578">
                  <c:v>50.80728149</c:v>
                </c:pt>
                <c:pt idx="1579">
                  <c:v>50.80692615</c:v>
                </c:pt>
                <c:pt idx="1580">
                  <c:v>50.80632019</c:v>
                </c:pt>
                <c:pt idx="1581">
                  <c:v>50.80557613</c:v>
                </c:pt>
                <c:pt idx="1582">
                  <c:v>50.80497095</c:v>
                </c:pt>
                <c:pt idx="1583">
                  <c:v>50.80467224</c:v>
                </c:pt>
                <c:pt idx="1584">
                  <c:v>50.8038537</c:v>
                </c:pt>
                <c:pt idx="1585">
                  <c:v>50.80329895</c:v>
                </c:pt>
                <c:pt idx="1586">
                  <c:v>50.802783</c:v>
                </c:pt>
                <c:pt idx="1587">
                  <c:v>50.80224609</c:v>
                </c:pt>
                <c:pt idx="1588">
                  <c:v>50.80175885</c:v>
                </c:pt>
                <c:pt idx="1589">
                  <c:v>50.80119324</c:v>
                </c:pt>
                <c:pt idx="1590">
                  <c:v>50.80064392</c:v>
                </c:pt>
                <c:pt idx="1591">
                  <c:v>50.80014038</c:v>
                </c:pt>
                <c:pt idx="1592">
                  <c:v>50.79945374</c:v>
                </c:pt>
                <c:pt idx="1593">
                  <c:v>50.79891916</c:v>
                </c:pt>
                <c:pt idx="1594">
                  <c:v>50.79836053</c:v>
                </c:pt>
                <c:pt idx="1595">
                  <c:v>50.79775535</c:v>
                </c:pt>
                <c:pt idx="1596">
                  <c:v>50.79725647</c:v>
                </c:pt>
                <c:pt idx="1597">
                  <c:v>50.79679871</c:v>
                </c:pt>
                <c:pt idx="1598">
                  <c:v>50.79615784</c:v>
                </c:pt>
                <c:pt idx="1599">
                  <c:v>50.79537964</c:v>
                </c:pt>
                <c:pt idx="1600">
                  <c:v>50.79510188</c:v>
                </c:pt>
                <c:pt idx="1601">
                  <c:v>50.7944967</c:v>
                </c:pt>
                <c:pt idx="1602">
                  <c:v>50.79396057</c:v>
                </c:pt>
                <c:pt idx="1603">
                  <c:v>50.79333289</c:v>
                </c:pt>
                <c:pt idx="1604">
                  <c:v>50.79286194</c:v>
                </c:pt>
                <c:pt idx="1605">
                  <c:v>50.79199219</c:v>
                </c:pt>
                <c:pt idx="1606">
                  <c:v>50.79167175</c:v>
                </c:pt>
                <c:pt idx="1607">
                  <c:v>50.79084778</c:v>
                </c:pt>
                <c:pt idx="1608">
                  <c:v>50.790307</c:v>
                </c:pt>
                <c:pt idx="1609">
                  <c:v>50.78979492</c:v>
                </c:pt>
                <c:pt idx="1610">
                  <c:v>50.78951561</c:v>
                </c:pt>
                <c:pt idx="1611">
                  <c:v>50.78867767</c:v>
                </c:pt>
                <c:pt idx="1612">
                  <c:v>50.78811904</c:v>
                </c:pt>
                <c:pt idx="1613">
                  <c:v>50.78746033</c:v>
                </c:pt>
                <c:pt idx="1614">
                  <c:v>50.78691101</c:v>
                </c:pt>
                <c:pt idx="1615">
                  <c:v>50.78635006</c:v>
                </c:pt>
                <c:pt idx="1616">
                  <c:v>50.78588453</c:v>
                </c:pt>
                <c:pt idx="1617">
                  <c:v>50.78540039</c:v>
                </c:pt>
                <c:pt idx="1618">
                  <c:v>50.78481383</c:v>
                </c:pt>
                <c:pt idx="1619">
                  <c:v>50.78430176</c:v>
                </c:pt>
                <c:pt idx="1620">
                  <c:v>50.78375244</c:v>
                </c:pt>
                <c:pt idx="1621">
                  <c:v>50.7832489</c:v>
                </c:pt>
                <c:pt idx="1622">
                  <c:v>50.78262588</c:v>
                </c:pt>
                <c:pt idx="1623">
                  <c:v>50.78206725</c:v>
                </c:pt>
                <c:pt idx="1624">
                  <c:v>50.7815094</c:v>
                </c:pt>
                <c:pt idx="1625">
                  <c:v>50.78068542</c:v>
                </c:pt>
                <c:pt idx="1626">
                  <c:v>50.78020516</c:v>
                </c:pt>
                <c:pt idx="1627">
                  <c:v>50.77964653</c:v>
                </c:pt>
                <c:pt idx="1628">
                  <c:v>50.77931213</c:v>
                </c:pt>
                <c:pt idx="1629">
                  <c:v>50.77848816</c:v>
                </c:pt>
                <c:pt idx="1630">
                  <c:v>50.77801721</c:v>
                </c:pt>
                <c:pt idx="1631">
                  <c:v>50.7774353</c:v>
                </c:pt>
                <c:pt idx="1632">
                  <c:v>50.7769465</c:v>
                </c:pt>
                <c:pt idx="1633">
                  <c:v>50.77642822</c:v>
                </c:pt>
                <c:pt idx="1634">
                  <c:v>50.77583313</c:v>
                </c:pt>
                <c:pt idx="1635">
                  <c:v>50.77527062</c:v>
                </c:pt>
                <c:pt idx="1636">
                  <c:v>50.77478027</c:v>
                </c:pt>
                <c:pt idx="1637">
                  <c:v>50.77423096</c:v>
                </c:pt>
                <c:pt idx="1638">
                  <c:v>50.77359009</c:v>
                </c:pt>
                <c:pt idx="1639">
                  <c:v>50.77304077</c:v>
                </c:pt>
                <c:pt idx="1640">
                  <c:v>50.77249146</c:v>
                </c:pt>
                <c:pt idx="1641">
                  <c:v>50.77185059</c:v>
                </c:pt>
                <c:pt idx="1642">
                  <c:v>50.77139282</c:v>
                </c:pt>
                <c:pt idx="1643">
                  <c:v>50.77061462</c:v>
                </c:pt>
                <c:pt idx="1644">
                  <c:v>50.76997375</c:v>
                </c:pt>
                <c:pt idx="1645">
                  <c:v>50.76942444</c:v>
                </c:pt>
                <c:pt idx="1646">
                  <c:v>50.76893952</c:v>
                </c:pt>
                <c:pt idx="1647">
                  <c:v>50.76837158</c:v>
                </c:pt>
                <c:pt idx="1648">
                  <c:v>50.76786882</c:v>
                </c:pt>
                <c:pt idx="1649">
                  <c:v>50.76731019</c:v>
                </c:pt>
                <c:pt idx="1650">
                  <c:v>50.76665846</c:v>
                </c:pt>
                <c:pt idx="1651">
                  <c:v>50.76617432</c:v>
                </c:pt>
                <c:pt idx="1652">
                  <c:v>50.76554121</c:v>
                </c:pt>
                <c:pt idx="1653">
                  <c:v>50.76516879</c:v>
                </c:pt>
                <c:pt idx="1654">
                  <c:v>50.76461016</c:v>
                </c:pt>
                <c:pt idx="1655">
                  <c:v>50.76405153</c:v>
                </c:pt>
                <c:pt idx="1656">
                  <c:v>50.7633998</c:v>
                </c:pt>
                <c:pt idx="1657">
                  <c:v>50.76284118</c:v>
                </c:pt>
                <c:pt idx="1658">
                  <c:v>50.76223755</c:v>
                </c:pt>
                <c:pt idx="1659">
                  <c:v>50.76182556</c:v>
                </c:pt>
                <c:pt idx="1660">
                  <c:v>50.76127625</c:v>
                </c:pt>
                <c:pt idx="1661">
                  <c:v>50.76072693</c:v>
                </c:pt>
                <c:pt idx="1662">
                  <c:v>50.76008606</c:v>
                </c:pt>
                <c:pt idx="1663">
                  <c:v>50.75930786</c:v>
                </c:pt>
                <c:pt idx="1664">
                  <c:v>50.75875854</c:v>
                </c:pt>
                <c:pt idx="1665">
                  <c:v>50.75818595</c:v>
                </c:pt>
                <c:pt idx="1666">
                  <c:v>50.75786009</c:v>
                </c:pt>
                <c:pt idx="1667">
                  <c:v>50.7570687</c:v>
                </c:pt>
                <c:pt idx="1668">
                  <c:v>50.75656128</c:v>
                </c:pt>
                <c:pt idx="1669">
                  <c:v>50.75592041</c:v>
                </c:pt>
                <c:pt idx="1670">
                  <c:v>50.75537109</c:v>
                </c:pt>
                <c:pt idx="1671">
                  <c:v>50.75488074</c:v>
                </c:pt>
                <c:pt idx="1672">
                  <c:v>50.75422901</c:v>
                </c:pt>
                <c:pt idx="1673">
                  <c:v>50.75395203</c:v>
                </c:pt>
                <c:pt idx="1674">
                  <c:v>50.75317383</c:v>
                </c:pt>
                <c:pt idx="1675">
                  <c:v>50.75253296</c:v>
                </c:pt>
                <c:pt idx="1676">
                  <c:v>50.75221252</c:v>
                </c:pt>
                <c:pt idx="1677">
                  <c:v>50.75171519</c:v>
                </c:pt>
                <c:pt idx="1678">
                  <c:v>50.75102234</c:v>
                </c:pt>
                <c:pt idx="1679">
                  <c:v>50.75033569</c:v>
                </c:pt>
                <c:pt idx="1680">
                  <c:v>50.74980655</c:v>
                </c:pt>
                <c:pt idx="1681">
                  <c:v>50.74920137</c:v>
                </c:pt>
                <c:pt idx="1682">
                  <c:v>50.74855042</c:v>
                </c:pt>
                <c:pt idx="1683">
                  <c:v>50.74803756</c:v>
                </c:pt>
                <c:pt idx="1684">
                  <c:v>50.74747894</c:v>
                </c:pt>
                <c:pt idx="1685">
                  <c:v>50.74690247</c:v>
                </c:pt>
                <c:pt idx="1686">
                  <c:v>50.7464447</c:v>
                </c:pt>
                <c:pt idx="1687">
                  <c:v>50.74589539</c:v>
                </c:pt>
                <c:pt idx="1688">
                  <c:v>50.74529098</c:v>
                </c:pt>
                <c:pt idx="1689">
                  <c:v>50.74479675</c:v>
                </c:pt>
                <c:pt idx="1690">
                  <c:v>50.74420166</c:v>
                </c:pt>
                <c:pt idx="1691">
                  <c:v>50.74366165</c:v>
                </c:pt>
                <c:pt idx="1692">
                  <c:v>50.74301147</c:v>
                </c:pt>
                <c:pt idx="1693">
                  <c:v>50.74249785</c:v>
                </c:pt>
                <c:pt idx="1694">
                  <c:v>50.74189267</c:v>
                </c:pt>
                <c:pt idx="1695">
                  <c:v>50.74136353</c:v>
                </c:pt>
                <c:pt idx="1696">
                  <c:v>50.74081421</c:v>
                </c:pt>
                <c:pt idx="1697">
                  <c:v>50.74012368</c:v>
                </c:pt>
                <c:pt idx="1698">
                  <c:v>50.73957825</c:v>
                </c:pt>
                <c:pt idx="1699">
                  <c:v>50.73909953</c:v>
                </c:pt>
                <c:pt idx="1700">
                  <c:v>50.73834229</c:v>
                </c:pt>
                <c:pt idx="1701">
                  <c:v>50.73779607</c:v>
                </c:pt>
                <c:pt idx="1702">
                  <c:v>50.73719089</c:v>
                </c:pt>
                <c:pt idx="1703">
                  <c:v>50.73667882</c:v>
                </c:pt>
                <c:pt idx="1704">
                  <c:v>50.73612019</c:v>
                </c:pt>
                <c:pt idx="1705">
                  <c:v>50.73565467</c:v>
                </c:pt>
                <c:pt idx="1706">
                  <c:v>50.73509216</c:v>
                </c:pt>
                <c:pt idx="1707">
                  <c:v>50.73454285</c:v>
                </c:pt>
                <c:pt idx="1708">
                  <c:v>50.73388568</c:v>
                </c:pt>
                <c:pt idx="1709">
                  <c:v>50.73330688</c:v>
                </c:pt>
                <c:pt idx="1710">
                  <c:v>50.73281498</c:v>
                </c:pt>
                <c:pt idx="1711">
                  <c:v>50.7322998</c:v>
                </c:pt>
                <c:pt idx="1712">
                  <c:v>50.73151152</c:v>
                </c:pt>
                <c:pt idx="1713">
                  <c:v>50.73095289</c:v>
                </c:pt>
                <c:pt idx="1714">
                  <c:v>50.73034771</c:v>
                </c:pt>
                <c:pt idx="1715">
                  <c:v>50.72974254</c:v>
                </c:pt>
                <c:pt idx="1716">
                  <c:v>50.72946167</c:v>
                </c:pt>
                <c:pt idx="1717">
                  <c:v>50.72881149</c:v>
                </c:pt>
                <c:pt idx="1718">
                  <c:v>50.72820631</c:v>
                </c:pt>
                <c:pt idx="1719">
                  <c:v>50.72767639</c:v>
                </c:pt>
                <c:pt idx="1720">
                  <c:v>50.72712708</c:v>
                </c:pt>
                <c:pt idx="1721">
                  <c:v>50.72662354</c:v>
                </c:pt>
                <c:pt idx="1722">
                  <c:v>50.72593689</c:v>
                </c:pt>
                <c:pt idx="1723">
                  <c:v>50.72541318</c:v>
                </c:pt>
                <c:pt idx="1724">
                  <c:v>50.72485455</c:v>
                </c:pt>
                <c:pt idx="1725">
                  <c:v>50.72429592</c:v>
                </c:pt>
                <c:pt idx="1726">
                  <c:v>50.72378385</c:v>
                </c:pt>
                <c:pt idx="1727">
                  <c:v>50.72299246</c:v>
                </c:pt>
                <c:pt idx="1728">
                  <c:v>50.72234073</c:v>
                </c:pt>
                <c:pt idx="1729">
                  <c:v>50.7217821</c:v>
                </c:pt>
                <c:pt idx="1730">
                  <c:v>50.72122348</c:v>
                </c:pt>
                <c:pt idx="1731">
                  <c:v>50.72094727</c:v>
                </c:pt>
                <c:pt idx="1732">
                  <c:v>50.7203064</c:v>
                </c:pt>
                <c:pt idx="1733">
                  <c:v>50.71968725</c:v>
                </c:pt>
                <c:pt idx="1734">
                  <c:v>50.71922173</c:v>
                </c:pt>
                <c:pt idx="1735">
                  <c:v>50.71861655</c:v>
                </c:pt>
                <c:pt idx="1736">
                  <c:v>50.71806335</c:v>
                </c:pt>
                <c:pt idx="1737">
                  <c:v>50.71745274</c:v>
                </c:pt>
                <c:pt idx="1738">
                  <c:v>50.71678162</c:v>
                </c:pt>
                <c:pt idx="1739">
                  <c:v>50.71624239</c:v>
                </c:pt>
                <c:pt idx="1740">
                  <c:v>50.71568376</c:v>
                </c:pt>
                <c:pt idx="1741">
                  <c:v>50.71517168</c:v>
                </c:pt>
                <c:pt idx="1742">
                  <c:v>50.71461306</c:v>
                </c:pt>
                <c:pt idx="1743">
                  <c:v>50.71408081</c:v>
                </c:pt>
                <c:pt idx="1744">
                  <c:v>50.71321106</c:v>
                </c:pt>
                <c:pt idx="1745">
                  <c:v>50.71293718</c:v>
                </c:pt>
                <c:pt idx="1746">
                  <c:v>50.71214579</c:v>
                </c:pt>
                <c:pt idx="1747">
                  <c:v>50.71179199</c:v>
                </c:pt>
                <c:pt idx="1748">
                  <c:v>50.71116819</c:v>
                </c:pt>
                <c:pt idx="1749">
                  <c:v>50.71060181</c:v>
                </c:pt>
                <c:pt idx="1750">
                  <c:v>50.71009749</c:v>
                </c:pt>
                <c:pt idx="1751">
                  <c:v>50.7093061</c:v>
                </c:pt>
                <c:pt idx="1752">
                  <c:v>50.70877075</c:v>
                </c:pt>
                <c:pt idx="1753">
                  <c:v>50.70817566</c:v>
                </c:pt>
                <c:pt idx="1754">
                  <c:v>50.70763022</c:v>
                </c:pt>
                <c:pt idx="1755">
                  <c:v>50.7071647</c:v>
                </c:pt>
                <c:pt idx="1756">
                  <c:v>50.70655952</c:v>
                </c:pt>
                <c:pt idx="1757">
                  <c:v>50.70602417</c:v>
                </c:pt>
                <c:pt idx="1758">
                  <c:v>50.70525606</c:v>
                </c:pt>
                <c:pt idx="1759">
                  <c:v>50.70469666</c:v>
                </c:pt>
                <c:pt idx="1760">
                  <c:v>50.70414734</c:v>
                </c:pt>
                <c:pt idx="1761">
                  <c:v>50.70358018</c:v>
                </c:pt>
                <c:pt idx="1762">
                  <c:v>50.70304871</c:v>
                </c:pt>
                <c:pt idx="1763">
                  <c:v>50.70272827</c:v>
                </c:pt>
                <c:pt idx="1764">
                  <c:v>50.7019043</c:v>
                </c:pt>
                <c:pt idx="1765">
                  <c:v>50.70171809</c:v>
                </c:pt>
                <c:pt idx="1766">
                  <c:v>50.70080566</c:v>
                </c:pt>
                <c:pt idx="1767">
                  <c:v>50.70027497</c:v>
                </c:pt>
                <c:pt idx="1768">
                  <c:v>50.69961548</c:v>
                </c:pt>
                <c:pt idx="1769">
                  <c:v>50.69902039</c:v>
                </c:pt>
                <c:pt idx="1770">
                  <c:v>50.69847107</c:v>
                </c:pt>
                <c:pt idx="1771">
                  <c:v>50.6978302</c:v>
                </c:pt>
                <c:pt idx="1772">
                  <c:v>50.69729563</c:v>
                </c:pt>
                <c:pt idx="1773">
                  <c:v>50.69677734</c:v>
                </c:pt>
                <c:pt idx="1774">
                  <c:v>50.69622492</c:v>
                </c:pt>
                <c:pt idx="1775">
                  <c:v>50.69561974</c:v>
                </c:pt>
                <c:pt idx="1776">
                  <c:v>50.69512939</c:v>
                </c:pt>
                <c:pt idx="1777">
                  <c:v>50.69440939</c:v>
                </c:pt>
                <c:pt idx="1778">
                  <c:v>50.69385076</c:v>
                </c:pt>
                <c:pt idx="1779">
                  <c:v>50.69329213</c:v>
                </c:pt>
                <c:pt idx="1780">
                  <c:v>50.69268695</c:v>
                </c:pt>
                <c:pt idx="1781">
                  <c:v>50.69208177</c:v>
                </c:pt>
                <c:pt idx="1782">
                  <c:v>50.6914766</c:v>
                </c:pt>
                <c:pt idx="1783">
                  <c:v>50.69096375</c:v>
                </c:pt>
                <c:pt idx="1784">
                  <c:v>50.69036865</c:v>
                </c:pt>
                <c:pt idx="1785">
                  <c:v>50.68977356</c:v>
                </c:pt>
                <c:pt idx="1786">
                  <c:v>50.6893158</c:v>
                </c:pt>
                <c:pt idx="1787">
                  <c:v>50.68873001</c:v>
                </c:pt>
                <c:pt idx="1788">
                  <c:v>50.68844604</c:v>
                </c:pt>
                <c:pt idx="1789">
                  <c:v>50.68705413</c:v>
                </c:pt>
                <c:pt idx="1790">
                  <c:v>50.68634033</c:v>
                </c:pt>
                <c:pt idx="1791">
                  <c:v>50.68584377</c:v>
                </c:pt>
                <c:pt idx="1792">
                  <c:v>50.68528515</c:v>
                </c:pt>
                <c:pt idx="1793">
                  <c:v>50.68469238</c:v>
                </c:pt>
                <c:pt idx="1794">
                  <c:v>50.68414307</c:v>
                </c:pt>
                <c:pt idx="1795">
                  <c:v>50.68354797</c:v>
                </c:pt>
                <c:pt idx="1796">
                  <c:v>50.6831903</c:v>
                </c:pt>
                <c:pt idx="1797">
                  <c:v>50.68253857</c:v>
                </c:pt>
                <c:pt idx="1798">
                  <c:v>50.68193339</c:v>
                </c:pt>
                <c:pt idx="1799">
                  <c:v>50.6811676</c:v>
                </c:pt>
                <c:pt idx="1800">
                  <c:v>50.68062992</c:v>
                </c:pt>
                <c:pt idx="1801">
                  <c:v>50.68011475</c:v>
                </c:pt>
                <c:pt idx="1802">
                  <c:v>50.67956543</c:v>
                </c:pt>
                <c:pt idx="1803">
                  <c:v>50.67892456</c:v>
                </c:pt>
                <c:pt idx="1804">
                  <c:v>50.67837524</c:v>
                </c:pt>
                <c:pt idx="1805">
                  <c:v>50.67779024</c:v>
                </c:pt>
                <c:pt idx="1806">
                  <c:v>50.67727661</c:v>
                </c:pt>
                <c:pt idx="1807">
                  <c:v>50.67662643</c:v>
                </c:pt>
                <c:pt idx="1808">
                  <c:v>50.67608643</c:v>
                </c:pt>
                <c:pt idx="1809">
                  <c:v>50.67549133</c:v>
                </c:pt>
                <c:pt idx="1810">
                  <c:v>50.67521667</c:v>
                </c:pt>
                <c:pt idx="1811">
                  <c:v>50.6743927</c:v>
                </c:pt>
                <c:pt idx="1812">
                  <c:v>50.6738333</c:v>
                </c:pt>
                <c:pt idx="1813">
                  <c:v>50.67333984</c:v>
                </c:pt>
                <c:pt idx="1814">
                  <c:v>50.67269897</c:v>
                </c:pt>
                <c:pt idx="1815">
                  <c:v>50.67210388</c:v>
                </c:pt>
                <c:pt idx="1816">
                  <c:v>50.67159879</c:v>
                </c:pt>
                <c:pt idx="1817">
                  <c:v>50.67094706</c:v>
                </c:pt>
                <c:pt idx="1818">
                  <c:v>50.67018127</c:v>
                </c:pt>
                <c:pt idx="1819">
                  <c:v>50.66972351</c:v>
                </c:pt>
                <c:pt idx="1820">
                  <c:v>50.66913152</c:v>
                </c:pt>
                <c:pt idx="1821">
                  <c:v>50.66862488</c:v>
                </c:pt>
                <c:pt idx="1822">
                  <c:v>50.66793823</c:v>
                </c:pt>
                <c:pt idx="1823">
                  <c:v>50.66764185</c:v>
                </c:pt>
                <c:pt idx="1824">
                  <c:v>50.66675736</c:v>
                </c:pt>
                <c:pt idx="1825">
                  <c:v>50.66619873</c:v>
                </c:pt>
                <c:pt idx="1826">
                  <c:v>50.6658783</c:v>
                </c:pt>
                <c:pt idx="1827">
                  <c:v>50.66517458</c:v>
                </c:pt>
                <c:pt idx="1828">
                  <c:v>50.66461595</c:v>
                </c:pt>
                <c:pt idx="1829">
                  <c:v>50.66401078</c:v>
                </c:pt>
                <c:pt idx="1830">
                  <c:v>50.66345215</c:v>
                </c:pt>
                <c:pt idx="1831">
                  <c:v>50.66280042</c:v>
                </c:pt>
                <c:pt idx="1832">
                  <c:v>50.66224179</c:v>
                </c:pt>
                <c:pt idx="1833">
                  <c:v>50.66162109</c:v>
                </c:pt>
                <c:pt idx="1834">
                  <c:v>50.66112454</c:v>
                </c:pt>
                <c:pt idx="1835">
                  <c:v>50.66047668</c:v>
                </c:pt>
                <c:pt idx="1836">
                  <c:v>50.65986763</c:v>
                </c:pt>
                <c:pt idx="1837">
                  <c:v>50.65924072</c:v>
                </c:pt>
                <c:pt idx="1838">
                  <c:v>50.65878296</c:v>
                </c:pt>
                <c:pt idx="1839">
                  <c:v>50.65819175</c:v>
                </c:pt>
                <c:pt idx="1840">
                  <c:v>50.65781933</c:v>
                </c:pt>
                <c:pt idx="1841">
                  <c:v>50.65708923</c:v>
                </c:pt>
                <c:pt idx="1842">
                  <c:v>50.65626526</c:v>
                </c:pt>
                <c:pt idx="1843">
                  <c:v>50.65591069</c:v>
                </c:pt>
                <c:pt idx="1844">
                  <c:v>50.65525818</c:v>
                </c:pt>
                <c:pt idx="1845">
                  <c:v>50.65466309</c:v>
                </c:pt>
                <c:pt idx="1846">
                  <c:v>50.65397644</c:v>
                </c:pt>
                <c:pt idx="1847">
                  <c:v>50.65338135</c:v>
                </c:pt>
                <c:pt idx="1848">
                  <c:v>50.65288479</c:v>
                </c:pt>
                <c:pt idx="1849">
                  <c:v>50.65223306</c:v>
                </c:pt>
                <c:pt idx="1850">
                  <c:v>50.65168762</c:v>
                </c:pt>
                <c:pt idx="1851">
                  <c:v>50.6509296</c:v>
                </c:pt>
                <c:pt idx="1852">
                  <c:v>50.65027787</c:v>
                </c:pt>
                <c:pt idx="1853">
                  <c:v>50.64976501</c:v>
                </c:pt>
                <c:pt idx="1854">
                  <c:v>50.64916992</c:v>
                </c:pt>
                <c:pt idx="1855">
                  <c:v>50.64852905</c:v>
                </c:pt>
                <c:pt idx="1856">
                  <c:v>50.64802551</c:v>
                </c:pt>
                <c:pt idx="1857">
                  <c:v>50.64753128</c:v>
                </c:pt>
                <c:pt idx="1858">
                  <c:v>50.64692688</c:v>
                </c:pt>
                <c:pt idx="1859">
                  <c:v>50.64633179</c:v>
                </c:pt>
                <c:pt idx="1860">
                  <c:v>50.64580885</c:v>
                </c:pt>
                <c:pt idx="1861">
                  <c:v>50.64525022</c:v>
                </c:pt>
                <c:pt idx="1862">
                  <c:v>50.64440918</c:v>
                </c:pt>
                <c:pt idx="1863">
                  <c:v>50.64390021</c:v>
                </c:pt>
                <c:pt idx="1864">
                  <c:v>50.6427364</c:v>
                </c:pt>
                <c:pt idx="1865">
                  <c:v>50.64208467</c:v>
                </c:pt>
                <c:pt idx="1866">
                  <c:v>50.64157104</c:v>
                </c:pt>
                <c:pt idx="1867">
                  <c:v>50.64097595</c:v>
                </c:pt>
                <c:pt idx="1868">
                  <c:v>50.640595</c:v>
                </c:pt>
                <c:pt idx="1869">
                  <c:v>50.63973999</c:v>
                </c:pt>
                <c:pt idx="1870">
                  <c:v>50.63919843</c:v>
                </c:pt>
                <c:pt idx="1871">
                  <c:v>50.63868713</c:v>
                </c:pt>
                <c:pt idx="1872">
                  <c:v>50.63808118</c:v>
                </c:pt>
                <c:pt idx="1873">
                  <c:v>50.63781738</c:v>
                </c:pt>
                <c:pt idx="1874">
                  <c:v>50.63699341</c:v>
                </c:pt>
                <c:pt idx="1875">
                  <c:v>50.6364053</c:v>
                </c:pt>
                <c:pt idx="1876">
                  <c:v>50.635849</c:v>
                </c:pt>
                <c:pt idx="1877">
                  <c:v>50.63529968</c:v>
                </c:pt>
                <c:pt idx="1878">
                  <c:v>50.63472942</c:v>
                </c:pt>
                <c:pt idx="1879">
                  <c:v>50.63420105</c:v>
                </c:pt>
                <c:pt idx="1880">
                  <c:v>50.63337708</c:v>
                </c:pt>
                <c:pt idx="1881">
                  <c:v>50.63296509</c:v>
                </c:pt>
                <c:pt idx="1882">
                  <c:v>50.63237</c:v>
                </c:pt>
                <c:pt idx="1883">
                  <c:v>50.63188973</c:v>
                </c:pt>
                <c:pt idx="1884">
                  <c:v>50.63128455</c:v>
                </c:pt>
                <c:pt idx="1885">
                  <c:v>50.63067937</c:v>
                </c:pt>
                <c:pt idx="1886">
                  <c:v>50.63007419</c:v>
                </c:pt>
                <c:pt idx="1887">
                  <c:v>50.62951557</c:v>
                </c:pt>
                <c:pt idx="1888">
                  <c:v>50.62886384</c:v>
                </c:pt>
                <c:pt idx="1889">
                  <c:v>50.62811279</c:v>
                </c:pt>
                <c:pt idx="1890">
                  <c:v>50.62760693</c:v>
                </c:pt>
                <c:pt idx="1891">
                  <c:v>50.62701416</c:v>
                </c:pt>
                <c:pt idx="1892">
                  <c:v>50.62648967</c:v>
                </c:pt>
                <c:pt idx="1893">
                  <c:v>50.6259613</c:v>
                </c:pt>
                <c:pt idx="1894">
                  <c:v>50.62546552</c:v>
                </c:pt>
                <c:pt idx="1895">
                  <c:v>50.62486267</c:v>
                </c:pt>
                <c:pt idx="1896">
                  <c:v>50.62426758</c:v>
                </c:pt>
                <c:pt idx="1897">
                  <c:v>50.62367249</c:v>
                </c:pt>
                <c:pt idx="1898">
                  <c:v>50.62303162</c:v>
                </c:pt>
                <c:pt idx="1899">
                  <c:v>50.62239307</c:v>
                </c:pt>
                <c:pt idx="1900">
                  <c:v>50.62169479</c:v>
                </c:pt>
                <c:pt idx="1901">
                  <c:v>50.62110901</c:v>
                </c:pt>
                <c:pt idx="1902">
                  <c:v>50.6207428</c:v>
                </c:pt>
                <c:pt idx="1903">
                  <c:v>50.61997236</c:v>
                </c:pt>
                <c:pt idx="1904">
                  <c:v>50.61964649</c:v>
                </c:pt>
                <c:pt idx="1905">
                  <c:v>50.61899476</c:v>
                </c:pt>
                <c:pt idx="1906">
                  <c:v>50.61838958</c:v>
                </c:pt>
                <c:pt idx="1907">
                  <c:v>50.6177844</c:v>
                </c:pt>
                <c:pt idx="1908">
                  <c:v>50.61713267</c:v>
                </c:pt>
                <c:pt idx="1909">
                  <c:v>50.61652749</c:v>
                </c:pt>
                <c:pt idx="1910">
                  <c:v>50.61602783</c:v>
                </c:pt>
                <c:pt idx="1911">
                  <c:v>50.61517748</c:v>
                </c:pt>
                <c:pt idx="1912">
                  <c:v>50.61461885</c:v>
                </c:pt>
                <c:pt idx="1913">
                  <c:v>50.61401367</c:v>
                </c:pt>
                <c:pt idx="1914">
                  <c:v>50.61369324</c:v>
                </c:pt>
                <c:pt idx="1915">
                  <c:v>50.61305237</c:v>
                </c:pt>
                <c:pt idx="1916">
                  <c:v>50.612524</c:v>
                </c:pt>
                <c:pt idx="1917">
                  <c:v>50.61186218</c:v>
                </c:pt>
                <c:pt idx="1918">
                  <c:v>50.61136019</c:v>
                </c:pt>
                <c:pt idx="1919">
                  <c:v>50.6104757</c:v>
                </c:pt>
                <c:pt idx="1920">
                  <c:v>50.60948181</c:v>
                </c:pt>
                <c:pt idx="1921">
                  <c:v>50.6089325</c:v>
                </c:pt>
                <c:pt idx="1922">
                  <c:v>50.60810852</c:v>
                </c:pt>
                <c:pt idx="1923">
                  <c:v>50.60751343</c:v>
                </c:pt>
                <c:pt idx="1924">
                  <c:v>50.60728455</c:v>
                </c:pt>
                <c:pt idx="1925">
                  <c:v>50.60661187</c:v>
                </c:pt>
                <c:pt idx="1926">
                  <c:v>50.60600669</c:v>
                </c:pt>
                <c:pt idx="1927">
                  <c:v>50.60540151</c:v>
                </c:pt>
                <c:pt idx="1928">
                  <c:v>50.60502909</c:v>
                </c:pt>
                <c:pt idx="1929">
                  <c:v>50.60409805</c:v>
                </c:pt>
                <c:pt idx="1930">
                  <c:v>50.60349287</c:v>
                </c:pt>
                <c:pt idx="1931">
                  <c:v>50.60288769</c:v>
                </c:pt>
                <c:pt idx="1932">
                  <c:v>50.60223596</c:v>
                </c:pt>
                <c:pt idx="1933">
                  <c:v>50.60174561</c:v>
                </c:pt>
                <c:pt idx="1934">
                  <c:v>50.60115051</c:v>
                </c:pt>
                <c:pt idx="1935">
                  <c:v>50.60056008</c:v>
                </c:pt>
                <c:pt idx="1936">
                  <c:v>50.5999549</c:v>
                </c:pt>
                <c:pt idx="1937">
                  <c:v>50.59945679</c:v>
                </c:pt>
                <c:pt idx="1938">
                  <c:v>50.59890747</c:v>
                </c:pt>
                <c:pt idx="1939">
                  <c:v>50.59835815</c:v>
                </c:pt>
                <c:pt idx="1940">
                  <c:v>50.59776306</c:v>
                </c:pt>
                <c:pt idx="1941">
                  <c:v>50.59716797</c:v>
                </c:pt>
                <c:pt idx="1942">
                  <c:v>50.59651003</c:v>
                </c:pt>
                <c:pt idx="1943">
                  <c:v>50.59597778</c:v>
                </c:pt>
                <c:pt idx="1944">
                  <c:v>50.59534622</c:v>
                </c:pt>
                <c:pt idx="1945">
                  <c:v>50.59442139</c:v>
                </c:pt>
                <c:pt idx="1946">
                  <c:v>50.59376345</c:v>
                </c:pt>
                <c:pt idx="1947">
                  <c:v>50.59320482</c:v>
                </c:pt>
                <c:pt idx="1948">
                  <c:v>50.59268188</c:v>
                </c:pt>
                <c:pt idx="1949">
                  <c:v>50.59204102</c:v>
                </c:pt>
                <c:pt idx="1950">
                  <c:v>50.59121704</c:v>
                </c:pt>
                <c:pt idx="1951">
                  <c:v>50.590691</c:v>
                </c:pt>
                <c:pt idx="1952">
                  <c:v>50.59011841</c:v>
                </c:pt>
                <c:pt idx="1953">
                  <c:v>50.58948064</c:v>
                </c:pt>
                <c:pt idx="1954">
                  <c:v>50.58901512</c:v>
                </c:pt>
                <c:pt idx="1955">
                  <c:v>50.58840994</c:v>
                </c:pt>
                <c:pt idx="1956">
                  <c:v>50.58780476</c:v>
                </c:pt>
                <c:pt idx="1957">
                  <c:v>50.58728027</c:v>
                </c:pt>
                <c:pt idx="1958">
                  <c:v>50.58673096</c:v>
                </c:pt>
                <c:pt idx="1959">
                  <c:v>50.58609009</c:v>
                </c:pt>
                <c:pt idx="1960">
                  <c:v>50.58557025</c:v>
                </c:pt>
                <c:pt idx="1961">
                  <c:v>50.58503723</c:v>
                </c:pt>
                <c:pt idx="1962">
                  <c:v>50.58439636</c:v>
                </c:pt>
                <c:pt idx="1963">
                  <c:v>50.58375472</c:v>
                </c:pt>
                <c:pt idx="1964">
                  <c:v>50.58328919</c:v>
                </c:pt>
                <c:pt idx="1965">
                  <c:v>50.58273057</c:v>
                </c:pt>
                <c:pt idx="1966">
                  <c:v>50.58207884</c:v>
                </c:pt>
                <c:pt idx="1967">
                  <c:v>50.58161331</c:v>
                </c:pt>
                <c:pt idx="1968">
                  <c:v>50.58096313</c:v>
                </c:pt>
                <c:pt idx="1969">
                  <c:v>50.58040296</c:v>
                </c:pt>
                <c:pt idx="1970">
                  <c:v>50.57979778</c:v>
                </c:pt>
                <c:pt idx="1971">
                  <c:v>50.57931519</c:v>
                </c:pt>
                <c:pt idx="1972">
                  <c:v>50.57872009</c:v>
                </c:pt>
                <c:pt idx="1973">
                  <c:v>50.57807922</c:v>
                </c:pt>
                <c:pt idx="1974">
                  <c:v>50.57748413</c:v>
                </c:pt>
                <c:pt idx="1975">
                  <c:v>50.57700464</c:v>
                </c:pt>
                <c:pt idx="1976">
                  <c:v>50.57635291</c:v>
                </c:pt>
                <c:pt idx="1977">
                  <c:v>50.57583618</c:v>
                </c:pt>
                <c:pt idx="1978">
                  <c:v>50.57518911</c:v>
                </c:pt>
                <c:pt idx="1979">
                  <c:v>50.57450867</c:v>
                </c:pt>
                <c:pt idx="1980">
                  <c:v>50.57391357</c:v>
                </c:pt>
                <c:pt idx="1981">
                  <c:v>50.57354736</c:v>
                </c:pt>
                <c:pt idx="1982">
                  <c:v>50.57286149</c:v>
                </c:pt>
                <c:pt idx="1983">
                  <c:v>50.57235718</c:v>
                </c:pt>
                <c:pt idx="1984">
                  <c:v>50.5715332</c:v>
                </c:pt>
                <c:pt idx="1985">
                  <c:v>50.5709994</c:v>
                </c:pt>
                <c:pt idx="1986">
                  <c:v>50.57048733</c:v>
                </c:pt>
                <c:pt idx="1987">
                  <c:v>50.56997681</c:v>
                </c:pt>
                <c:pt idx="1988">
                  <c:v>50.56946318</c:v>
                </c:pt>
                <c:pt idx="1989">
                  <c:v>50.568858</c:v>
                </c:pt>
                <c:pt idx="1990">
                  <c:v>50.56820627</c:v>
                </c:pt>
                <c:pt idx="1991">
                  <c:v>50.56745911</c:v>
                </c:pt>
                <c:pt idx="1992">
                  <c:v>50.56694936</c:v>
                </c:pt>
                <c:pt idx="1993">
                  <c:v>50.56658936</c:v>
                </c:pt>
                <c:pt idx="1994">
                  <c:v>50.56592521</c:v>
                </c:pt>
                <c:pt idx="1995">
                  <c:v>50.56536658</c:v>
                </c:pt>
                <c:pt idx="1996">
                  <c:v>50.56471485</c:v>
                </c:pt>
                <c:pt idx="1997">
                  <c:v>50.56416321</c:v>
                </c:pt>
                <c:pt idx="1998">
                  <c:v>50.56355105</c:v>
                </c:pt>
                <c:pt idx="1999">
                  <c:v>50.56288147</c:v>
                </c:pt>
                <c:pt idx="2000">
                  <c:v>50.5622406</c:v>
                </c:pt>
                <c:pt idx="2001">
                  <c:v>50.56169128</c:v>
                </c:pt>
                <c:pt idx="2002">
                  <c:v>50.56109619</c:v>
                </c:pt>
                <c:pt idx="2003">
                  <c:v>50.56052515</c:v>
                </c:pt>
                <c:pt idx="2004">
                  <c:v>50.55999756</c:v>
                </c:pt>
                <c:pt idx="2005">
                  <c:v>50.55968721</c:v>
                </c:pt>
                <c:pt idx="2006">
                  <c:v>50.5589447</c:v>
                </c:pt>
                <c:pt idx="2007">
                  <c:v>50.55830383</c:v>
                </c:pt>
                <c:pt idx="2008">
                  <c:v>50.55784607</c:v>
                </c:pt>
                <c:pt idx="2009">
                  <c:v>50.5572052</c:v>
                </c:pt>
                <c:pt idx="2010">
                  <c:v>50.55638123</c:v>
                </c:pt>
                <c:pt idx="2011">
                  <c:v>50.55592346</c:v>
                </c:pt>
                <c:pt idx="2012">
                  <c:v>50.55551147</c:v>
                </c:pt>
                <c:pt idx="2013">
                  <c:v>50.55489233</c:v>
                </c:pt>
                <c:pt idx="2014">
                  <c:v>50.55428715</c:v>
                </c:pt>
                <c:pt idx="2015">
                  <c:v>50.55349731</c:v>
                </c:pt>
                <c:pt idx="2016">
                  <c:v>50.55321645</c:v>
                </c:pt>
                <c:pt idx="2017">
                  <c:v>50.55261127</c:v>
                </c:pt>
                <c:pt idx="2018">
                  <c:v>50.55181988</c:v>
                </c:pt>
                <c:pt idx="2019">
                  <c:v>50.55143738</c:v>
                </c:pt>
                <c:pt idx="2020">
                  <c:v>50.55079573</c:v>
                </c:pt>
                <c:pt idx="2021">
                  <c:v>50.55023711</c:v>
                </c:pt>
                <c:pt idx="2022">
                  <c:v>50.5496521</c:v>
                </c:pt>
                <c:pt idx="2023">
                  <c:v>50.54882813</c:v>
                </c:pt>
                <c:pt idx="2024">
                  <c:v>50.54828191</c:v>
                </c:pt>
                <c:pt idx="2025">
                  <c:v>50.54768372</c:v>
                </c:pt>
                <c:pt idx="2026">
                  <c:v>50.54716466</c:v>
                </c:pt>
                <c:pt idx="2027">
                  <c:v>50.54655948</c:v>
                </c:pt>
                <c:pt idx="2028">
                  <c:v>50.54603577</c:v>
                </c:pt>
                <c:pt idx="2029">
                  <c:v>50.5453949</c:v>
                </c:pt>
                <c:pt idx="2030">
                  <c:v>50.54474394</c:v>
                </c:pt>
                <c:pt idx="2031">
                  <c:v>50.54427842</c:v>
                </c:pt>
                <c:pt idx="2032">
                  <c:v>50.54356384</c:v>
                </c:pt>
                <c:pt idx="2033">
                  <c:v>50.54324341</c:v>
                </c:pt>
                <c:pt idx="2034">
                  <c:v>50.54255599</c:v>
                </c:pt>
                <c:pt idx="2035">
                  <c:v>50.54190426</c:v>
                </c:pt>
                <c:pt idx="2036">
                  <c:v>50.54134563</c:v>
                </c:pt>
                <c:pt idx="2037">
                  <c:v>50.54067993</c:v>
                </c:pt>
                <c:pt idx="2038">
                  <c:v>50.54008484</c:v>
                </c:pt>
                <c:pt idx="2039">
                  <c:v>50.53944397</c:v>
                </c:pt>
                <c:pt idx="2040">
                  <c:v>50.53884888</c:v>
                </c:pt>
                <c:pt idx="2041">
                  <c:v>50.53839111</c:v>
                </c:pt>
                <c:pt idx="2042">
                  <c:v>50.53775024</c:v>
                </c:pt>
                <c:pt idx="2043">
                  <c:v>50.53720248</c:v>
                </c:pt>
                <c:pt idx="2044">
                  <c:v>50.53669739</c:v>
                </c:pt>
                <c:pt idx="2045">
                  <c:v>50.53605652</c:v>
                </c:pt>
                <c:pt idx="2046">
                  <c:v>50.53546143</c:v>
                </c:pt>
                <c:pt idx="2047">
                  <c:v>50.53500366</c:v>
                </c:pt>
                <c:pt idx="2048">
                  <c:v>50.53413391</c:v>
                </c:pt>
                <c:pt idx="2049">
                  <c:v>50.53385072</c:v>
                </c:pt>
                <c:pt idx="2050">
                  <c:v>50.53315243</c:v>
                </c:pt>
                <c:pt idx="2051">
                  <c:v>50.5324076</c:v>
                </c:pt>
                <c:pt idx="2052">
                  <c:v>50.53189087</c:v>
                </c:pt>
                <c:pt idx="2053">
                  <c:v>50.53152466</c:v>
                </c:pt>
                <c:pt idx="2054">
                  <c:v>50.53097534</c:v>
                </c:pt>
                <c:pt idx="2055">
                  <c:v>50.53033447</c:v>
                </c:pt>
                <c:pt idx="2056">
                  <c:v>50.52973938</c:v>
                </c:pt>
                <c:pt idx="2057">
                  <c:v>50.52919549</c:v>
                </c:pt>
                <c:pt idx="2058">
                  <c:v>50.52863687</c:v>
                </c:pt>
                <c:pt idx="2059">
                  <c:v>50.52798514</c:v>
                </c:pt>
                <c:pt idx="2060">
                  <c:v>50.52772522</c:v>
                </c:pt>
                <c:pt idx="2061">
                  <c:v>50.52676392</c:v>
                </c:pt>
                <c:pt idx="2062">
                  <c:v>50.52621615</c:v>
                </c:pt>
                <c:pt idx="2063">
                  <c:v>50.52566528</c:v>
                </c:pt>
                <c:pt idx="2064">
                  <c:v>50.52507019</c:v>
                </c:pt>
                <c:pt idx="2065">
                  <c:v>50.52449372</c:v>
                </c:pt>
                <c:pt idx="2066">
                  <c:v>50.52388</c:v>
                </c:pt>
                <c:pt idx="2067">
                  <c:v>50.52323681</c:v>
                </c:pt>
                <c:pt idx="2068">
                  <c:v>50.52263163</c:v>
                </c:pt>
                <c:pt idx="2069">
                  <c:v>50.52221266</c:v>
                </c:pt>
                <c:pt idx="2070">
                  <c:v>50.52165403</c:v>
                </c:pt>
                <c:pt idx="2071">
                  <c:v>50.52099609</c:v>
                </c:pt>
                <c:pt idx="2072">
                  <c:v>50.52030402</c:v>
                </c:pt>
                <c:pt idx="2073">
                  <c:v>50.51983849</c:v>
                </c:pt>
                <c:pt idx="2074">
                  <c:v>50.51923332</c:v>
                </c:pt>
                <c:pt idx="2075">
                  <c:v>50.5186615</c:v>
                </c:pt>
                <c:pt idx="2076">
                  <c:v>50.51802296</c:v>
                </c:pt>
                <c:pt idx="2077">
                  <c:v>50.51741778</c:v>
                </c:pt>
                <c:pt idx="2078">
                  <c:v>50.51683044</c:v>
                </c:pt>
                <c:pt idx="2079">
                  <c:v>50.51630052</c:v>
                </c:pt>
                <c:pt idx="2080">
                  <c:v>50.5157419</c:v>
                </c:pt>
                <c:pt idx="2081">
                  <c:v>50.51513672</c:v>
                </c:pt>
                <c:pt idx="2082">
                  <c:v>50.51448499</c:v>
                </c:pt>
                <c:pt idx="2083">
                  <c:v>50.51394653</c:v>
                </c:pt>
                <c:pt idx="2084">
                  <c:v>50.51339722</c:v>
                </c:pt>
                <c:pt idx="2085">
                  <c:v>50.5128479</c:v>
                </c:pt>
                <c:pt idx="2086">
                  <c:v>50.51220393</c:v>
                </c:pt>
                <c:pt idx="2087">
                  <c:v>50.5115522</c:v>
                </c:pt>
                <c:pt idx="2088">
                  <c:v>50.51099357</c:v>
                </c:pt>
                <c:pt idx="2089">
                  <c:v>50.51046753</c:v>
                </c:pt>
                <c:pt idx="2090">
                  <c:v>50.50987244</c:v>
                </c:pt>
                <c:pt idx="2091">
                  <c:v>50.50927114</c:v>
                </c:pt>
                <c:pt idx="2092">
                  <c:v>50.50871251</c:v>
                </c:pt>
                <c:pt idx="2093">
                  <c:v>50.50817871</c:v>
                </c:pt>
                <c:pt idx="2094">
                  <c:v>50.5074556</c:v>
                </c:pt>
                <c:pt idx="2095">
                  <c:v>50.50694275</c:v>
                </c:pt>
                <c:pt idx="2096">
                  <c:v>50.50634766</c:v>
                </c:pt>
                <c:pt idx="2097">
                  <c:v>50.50577972</c:v>
                </c:pt>
                <c:pt idx="2098">
                  <c:v>50.50511169</c:v>
                </c:pt>
                <c:pt idx="2099">
                  <c:v>50.50456936</c:v>
                </c:pt>
                <c:pt idx="2100">
                  <c:v>50.50391763</c:v>
                </c:pt>
                <c:pt idx="2101">
                  <c:v>50.503359</c:v>
                </c:pt>
                <c:pt idx="2102">
                  <c:v>50.50275382</c:v>
                </c:pt>
                <c:pt idx="2103">
                  <c:v>50.5021952</c:v>
                </c:pt>
                <c:pt idx="2104">
                  <c:v>50.50158691</c:v>
                </c:pt>
                <c:pt idx="2105">
                  <c:v>50.50099182</c:v>
                </c:pt>
                <c:pt idx="2106">
                  <c:v>50.50047276</c:v>
                </c:pt>
                <c:pt idx="2107">
                  <c:v>50.49972793</c:v>
                </c:pt>
                <c:pt idx="2108">
                  <c:v>50.49912275</c:v>
                </c:pt>
                <c:pt idx="2109">
                  <c:v>50.49856412</c:v>
                </c:pt>
                <c:pt idx="2110">
                  <c:v>50.49801636</c:v>
                </c:pt>
                <c:pt idx="2111">
                  <c:v>50.49737549</c:v>
                </c:pt>
                <c:pt idx="2112">
                  <c:v>50.49688824</c:v>
                </c:pt>
                <c:pt idx="2113">
                  <c:v>50.49642272</c:v>
                </c:pt>
                <c:pt idx="2114">
                  <c:v>50.49581909</c:v>
                </c:pt>
                <c:pt idx="2115">
                  <c:v>50.49526978</c:v>
                </c:pt>
                <c:pt idx="2116">
                  <c:v>50.49460718</c:v>
                </c:pt>
                <c:pt idx="2117">
                  <c:v>50.49395545</c:v>
                </c:pt>
                <c:pt idx="2118">
                  <c:v>50.49334717</c:v>
                </c:pt>
                <c:pt idx="2119">
                  <c:v>50.49275208</c:v>
                </c:pt>
                <c:pt idx="2120">
                  <c:v>50.49229431</c:v>
                </c:pt>
                <c:pt idx="2121">
                  <c:v>50.49181405</c:v>
                </c:pt>
                <c:pt idx="2122">
                  <c:v>50.49125542</c:v>
                </c:pt>
                <c:pt idx="2123">
                  <c:v>50.49092956</c:v>
                </c:pt>
                <c:pt idx="2124">
                  <c:v>50.49004506</c:v>
                </c:pt>
                <c:pt idx="2125">
                  <c:v>50.48943988</c:v>
                </c:pt>
                <c:pt idx="2126">
                  <c:v>50.48876953</c:v>
                </c:pt>
                <c:pt idx="2127">
                  <c:v>50.48822953</c:v>
                </c:pt>
                <c:pt idx="2128">
                  <c:v>50.48771667</c:v>
                </c:pt>
                <c:pt idx="2129">
                  <c:v>50.48697261</c:v>
                </c:pt>
                <c:pt idx="2130">
                  <c:v>50.48661804</c:v>
                </c:pt>
                <c:pt idx="2131">
                  <c:v>50.48576226</c:v>
                </c:pt>
                <c:pt idx="2132">
                  <c:v>50.48524475</c:v>
                </c:pt>
                <c:pt idx="2133">
                  <c:v>50.48460388</c:v>
                </c:pt>
                <c:pt idx="2134">
                  <c:v>50.48427259</c:v>
                </c:pt>
                <c:pt idx="2135">
                  <c:v>50.4834812</c:v>
                </c:pt>
                <c:pt idx="2136">
                  <c:v>50.48318481</c:v>
                </c:pt>
                <c:pt idx="2137">
                  <c:v>50.48227084</c:v>
                </c:pt>
                <c:pt idx="2138">
                  <c:v>50.48176575</c:v>
                </c:pt>
                <c:pt idx="2139">
                  <c:v>50.48112488</c:v>
                </c:pt>
                <c:pt idx="2140">
                  <c:v>50.48082772</c:v>
                </c:pt>
                <c:pt idx="2141">
                  <c:v>50.48022254</c:v>
                </c:pt>
                <c:pt idx="2142">
                  <c:v>50.47943115</c:v>
                </c:pt>
                <c:pt idx="2143">
                  <c:v>50.47877942</c:v>
                </c:pt>
                <c:pt idx="2144">
                  <c:v>50.47828674</c:v>
                </c:pt>
                <c:pt idx="2145">
                  <c:v>50.47775527</c:v>
                </c:pt>
                <c:pt idx="2146">
                  <c:v>50.47710354</c:v>
                </c:pt>
                <c:pt idx="2147">
                  <c:v>50.47659302</c:v>
                </c:pt>
                <c:pt idx="2148">
                  <c:v>50.47607939</c:v>
                </c:pt>
                <c:pt idx="2149">
                  <c:v>50.47549438</c:v>
                </c:pt>
                <c:pt idx="2150">
                  <c:v>50.47500869</c:v>
                </c:pt>
                <c:pt idx="2151">
                  <c:v>50.47440351</c:v>
                </c:pt>
                <c:pt idx="2152">
                  <c:v>50.47366333</c:v>
                </c:pt>
                <c:pt idx="2153">
                  <c:v>50.47310005</c:v>
                </c:pt>
                <c:pt idx="2154">
                  <c:v>50.47263453</c:v>
                </c:pt>
                <c:pt idx="2155">
                  <c:v>50.47202935</c:v>
                </c:pt>
                <c:pt idx="2156">
                  <c:v>50.47146606</c:v>
                </c:pt>
                <c:pt idx="2157">
                  <c:v>50.47072588</c:v>
                </c:pt>
                <c:pt idx="2158">
                  <c:v>50.4701207</c:v>
                </c:pt>
                <c:pt idx="2159">
                  <c:v>50.46954346</c:v>
                </c:pt>
                <c:pt idx="2160">
                  <c:v>50.46899414</c:v>
                </c:pt>
                <c:pt idx="2161">
                  <c:v>50.46867759</c:v>
                </c:pt>
                <c:pt idx="2162">
                  <c:v>50.4678862</c:v>
                </c:pt>
                <c:pt idx="2163">
                  <c:v>50.46723447</c:v>
                </c:pt>
                <c:pt idx="2164">
                  <c:v>50.46697998</c:v>
                </c:pt>
                <c:pt idx="2165">
                  <c:v>50.46634997</c:v>
                </c:pt>
                <c:pt idx="2166">
                  <c:v>50.46569824</c:v>
                </c:pt>
                <c:pt idx="2167">
                  <c:v>50.46509306</c:v>
                </c:pt>
                <c:pt idx="2168">
                  <c:v>50.46437073</c:v>
                </c:pt>
                <c:pt idx="2169">
                  <c:v>50.46402236</c:v>
                </c:pt>
                <c:pt idx="2170">
                  <c:v>50.46350098</c:v>
                </c:pt>
                <c:pt idx="2171">
                  <c:v>50.46285856</c:v>
                </c:pt>
                <c:pt idx="2172">
                  <c:v>50.46229993</c:v>
                </c:pt>
                <c:pt idx="2173">
                  <c:v>50.46155509</c:v>
                </c:pt>
                <c:pt idx="2174">
                  <c:v>50.46102905</c:v>
                </c:pt>
                <c:pt idx="2175">
                  <c:v>50.46043396</c:v>
                </c:pt>
                <c:pt idx="2176">
                  <c:v>50.45987921</c:v>
                </c:pt>
                <c:pt idx="2177">
                  <c:v>50.45928955</c:v>
                </c:pt>
                <c:pt idx="2178">
                  <c:v>50.45874023</c:v>
                </c:pt>
                <c:pt idx="2179">
                  <c:v>50.45819092</c:v>
                </c:pt>
                <c:pt idx="2180">
                  <c:v>50.45791626</c:v>
                </c:pt>
                <c:pt idx="2181">
                  <c:v>50.45741272</c:v>
                </c:pt>
                <c:pt idx="2182">
                  <c:v>50.45689987</c:v>
                </c:pt>
                <c:pt idx="2183">
                  <c:v>50.456574</c:v>
                </c:pt>
                <c:pt idx="2184">
                  <c:v>50.45615503</c:v>
                </c:pt>
                <c:pt idx="2185">
                  <c:v>50.45581055</c:v>
                </c:pt>
                <c:pt idx="2186">
                  <c:v>50.4554102</c:v>
                </c:pt>
                <c:pt idx="2187">
                  <c:v>50.45507813</c:v>
                </c:pt>
                <c:pt idx="2188">
                  <c:v>50.45484924</c:v>
                </c:pt>
                <c:pt idx="2189">
                  <c:v>50.45457226</c:v>
                </c:pt>
                <c:pt idx="2190">
                  <c:v>50.4543395</c:v>
                </c:pt>
                <c:pt idx="2191">
                  <c:v>50.4541626</c:v>
                </c:pt>
                <c:pt idx="2192">
                  <c:v>50.45393372</c:v>
                </c:pt>
                <c:pt idx="2193">
                  <c:v>50.45373432</c:v>
                </c:pt>
                <c:pt idx="2194">
                  <c:v>50.45359466</c:v>
                </c:pt>
                <c:pt idx="2195">
                  <c:v>50.45352173</c:v>
                </c:pt>
                <c:pt idx="2196">
                  <c:v>50.45343018</c:v>
                </c:pt>
                <c:pt idx="2197">
                  <c:v>50.45340845</c:v>
                </c:pt>
                <c:pt idx="2198">
                  <c:v>50.4533619</c:v>
                </c:pt>
                <c:pt idx="2199">
                  <c:v>50.45340845</c:v>
                </c:pt>
                <c:pt idx="2200">
                  <c:v>50.45343018</c:v>
                </c:pt>
                <c:pt idx="2201">
                  <c:v>50.45347595</c:v>
                </c:pt>
                <c:pt idx="2202">
                  <c:v>50.45354811</c:v>
                </c:pt>
                <c:pt idx="2203">
                  <c:v>50.45368776</c:v>
                </c:pt>
                <c:pt idx="2204">
                  <c:v>50.45379639</c:v>
                </c:pt>
                <c:pt idx="2205">
                  <c:v>50.45401363</c:v>
                </c:pt>
                <c:pt idx="2206">
                  <c:v>50.4541626</c:v>
                </c:pt>
                <c:pt idx="2207">
                  <c:v>50.45438605</c:v>
                </c:pt>
                <c:pt idx="2208">
                  <c:v>50.45462036</c:v>
                </c:pt>
                <c:pt idx="2209">
                  <c:v>50.45489502</c:v>
                </c:pt>
                <c:pt idx="2210">
                  <c:v>50.45516968</c:v>
                </c:pt>
                <c:pt idx="2211">
                  <c:v>50.45539856</c:v>
                </c:pt>
                <c:pt idx="2212">
                  <c:v>50.45567322</c:v>
                </c:pt>
                <c:pt idx="2213">
                  <c:v>50.45608521</c:v>
                </c:pt>
                <c:pt idx="2214">
                  <c:v>50.45634124</c:v>
                </c:pt>
                <c:pt idx="2215">
                  <c:v>50.4566803</c:v>
                </c:pt>
                <c:pt idx="2216">
                  <c:v>50.45694642</c:v>
                </c:pt>
                <c:pt idx="2217">
                  <c:v>50.45727539</c:v>
                </c:pt>
                <c:pt idx="2218">
                  <c:v>50.45755005</c:v>
                </c:pt>
                <c:pt idx="2219">
                  <c:v>50.45787747</c:v>
                </c:pt>
                <c:pt idx="2220">
                  <c:v>50.45820333</c:v>
                </c:pt>
                <c:pt idx="2221">
                  <c:v>50.45851135</c:v>
                </c:pt>
                <c:pt idx="2222">
                  <c:v>50.45876196</c:v>
                </c:pt>
                <c:pt idx="2223">
                  <c:v>50.45924377</c:v>
                </c:pt>
                <c:pt idx="2224">
                  <c:v>50.45950679</c:v>
                </c:pt>
                <c:pt idx="2225">
                  <c:v>50.45983266</c:v>
                </c:pt>
                <c:pt idx="2226">
                  <c:v>50.46011197</c:v>
                </c:pt>
                <c:pt idx="2227">
                  <c:v>50.46047974</c:v>
                </c:pt>
                <c:pt idx="2228">
                  <c:v>50.46066284</c:v>
                </c:pt>
                <c:pt idx="2229">
                  <c:v>50.46102905</c:v>
                </c:pt>
                <c:pt idx="2230">
                  <c:v>50.46134949</c:v>
                </c:pt>
                <c:pt idx="2231">
                  <c:v>50.46162415</c:v>
                </c:pt>
                <c:pt idx="2232">
                  <c:v>50.46199036</c:v>
                </c:pt>
                <c:pt idx="2233">
                  <c:v>50.46231079</c:v>
                </c:pt>
                <c:pt idx="2234">
                  <c:v>50.46257924</c:v>
                </c:pt>
                <c:pt idx="2235">
                  <c:v>50.46295166</c:v>
                </c:pt>
                <c:pt idx="2236">
                  <c:v>50.46331787</c:v>
                </c:pt>
                <c:pt idx="2237">
                  <c:v>50.46360339</c:v>
                </c:pt>
                <c:pt idx="2238">
                  <c:v>50.46386719</c:v>
                </c:pt>
                <c:pt idx="2239">
                  <c:v>50.4642334</c:v>
                </c:pt>
                <c:pt idx="2240">
                  <c:v>50.46458099</c:v>
                </c:pt>
                <c:pt idx="2241">
                  <c:v>50.46481375</c:v>
                </c:pt>
                <c:pt idx="2242">
                  <c:v>50.46523272</c:v>
                </c:pt>
                <c:pt idx="2243">
                  <c:v>50.46555859</c:v>
                </c:pt>
                <c:pt idx="2244">
                  <c:v>50.46583557</c:v>
                </c:pt>
                <c:pt idx="2245">
                  <c:v>50.46615601</c:v>
                </c:pt>
                <c:pt idx="2246">
                  <c:v>50.46643066</c:v>
                </c:pt>
                <c:pt idx="2247">
                  <c:v>50.46672239</c:v>
                </c:pt>
                <c:pt idx="2248">
                  <c:v>50.4670017</c:v>
                </c:pt>
                <c:pt idx="2249">
                  <c:v>50.46739197</c:v>
                </c:pt>
                <c:pt idx="2250">
                  <c:v>50.4677124</c:v>
                </c:pt>
                <c:pt idx="2251">
                  <c:v>50.46798706</c:v>
                </c:pt>
                <c:pt idx="2252">
                  <c:v>50.46835327</c:v>
                </c:pt>
                <c:pt idx="2253">
                  <c:v>50.46867759</c:v>
                </c:pt>
                <c:pt idx="2254">
                  <c:v>50.46885681</c:v>
                </c:pt>
                <c:pt idx="2255">
                  <c:v>50.4692688</c:v>
                </c:pt>
                <c:pt idx="2256">
                  <c:v>50.46949768</c:v>
                </c:pt>
                <c:pt idx="2257">
                  <c:v>50.46977234</c:v>
                </c:pt>
                <c:pt idx="2258">
                  <c:v>50.47009277</c:v>
                </c:pt>
                <c:pt idx="2259">
                  <c:v>50.47045898</c:v>
                </c:pt>
                <c:pt idx="2260">
                  <c:v>50.47077244</c:v>
                </c:pt>
                <c:pt idx="2261">
                  <c:v>50.47105408</c:v>
                </c:pt>
                <c:pt idx="2262">
                  <c:v>50.47137451</c:v>
                </c:pt>
                <c:pt idx="2263">
                  <c:v>50.47169495</c:v>
                </c:pt>
                <c:pt idx="2264">
                  <c:v>50.47193624</c:v>
                </c:pt>
                <c:pt idx="2265">
                  <c:v>50.47229004</c:v>
                </c:pt>
                <c:pt idx="2266">
                  <c:v>50.47254142</c:v>
                </c:pt>
                <c:pt idx="2267">
                  <c:v>50.47300694</c:v>
                </c:pt>
                <c:pt idx="2268">
                  <c:v>50.47320557</c:v>
                </c:pt>
                <c:pt idx="2269">
                  <c:v>50.473526</c:v>
                </c:pt>
                <c:pt idx="2270">
                  <c:v>50.47393799</c:v>
                </c:pt>
                <c:pt idx="2271">
                  <c:v>50.47426385</c:v>
                </c:pt>
                <c:pt idx="2272">
                  <c:v>50.47458972</c:v>
                </c:pt>
                <c:pt idx="2273">
                  <c:v>50.47514835</c:v>
                </c:pt>
                <c:pt idx="2274">
                  <c:v>50.47535706</c:v>
                </c:pt>
                <c:pt idx="2275">
                  <c:v>50.47580008</c:v>
                </c:pt>
                <c:pt idx="2276">
                  <c:v>50.4761725</c:v>
                </c:pt>
                <c:pt idx="2277">
                  <c:v>50.47668457</c:v>
                </c:pt>
                <c:pt idx="2278">
                  <c:v>50.47709656</c:v>
                </c:pt>
                <c:pt idx="2279">
                  <c:v>50.47750854</c:v>
                </c:pt>
                <c:pt idx="2280">
                  <c:v>50.47794148</c:v>
                </c:pt>
                <c:pt idx="2281">
                  <c:v>50.47836045</c:v>
                </c:pt>
                <c:pt idx="2282">
                  <c:v>50.47879028</c:v>
                </c:pt>
                <c:pt idx="2283">
                  <c:v>50.4792915</c:v>
                </c:pt>
                <c:pt idx="2284">
                  <c:v>50.47979736</c:v>
                </c:pt>
                <c:pt idx="2285">
                  <c:v>50.48022254</c:v>
                </c:pt>
                <c:pt idx="2286">
                  <c:v>50.48062134</c:v>
                </c:pt>
                <c:pt idx="2287">
                  <c:v>50.48110703</c:v>
                </c:pt>
                <c:pt idx="2288">
                  <c:v>50.481526</c:v>
                </c:pt>
                <c:pt idx="2289">
                  <c:v>50.48208618</c:v>
                </c:pt>
                <c:pt idx="2290">
                  <c:v>50.48254395</c:v>
                </c:pt>
                <c:pt idx="2291">
                  <c:v>50.48278291</c:v>
                </c:pt>
                <c:pt idx="2292">
                  <c:v>50.48324844</c:v>
                </c:pt>
                <c:pt idx="2293">
                  <c:v>50.48376051</c:v>
                </c:pt>
                <c:pt idx="2294">
                  <c:v>50.48419189</c:v>
                </c:pt>
                <c:pt idx="2295">
                  <c:v>50.48483276</c:v>
                </c:pt>
                <c:pt idx="2296">
                  <c:v>50.48524475</c:v>
                </c:pt>
                <c:pt idx="2297">
                  <c:v>50.48570251</c:v>
                </c:pt>
                <c:pt idx="2298">
                  <c:v>50.48622778</c:v>
                </c:pt>
                <c:pt idx="2299">
                  <c:v>50.4866002</c:v>
                </c:pt>
                <c:pt idx="2300">
                  <c:v>50.48712158</c:v>
                </c:pt>
                <c:pt idx="2301">
                  <c:v>50.48757935</c:v>
                </c:pt>
                <c:pt idx="2302">
                  <c:v>50.48808289</c:v>
                </c:pt>
                <c:pt idx="2303">
                  <c:v>50.48858643</c:v>
                </c:pt>
                <c:pt idx="2304">
                  <c:v>50.48876953</c:v>
                </c:pt>
                <c:pt idx="2305">
                  <c:v>50.48922729</c:v>
                </c:pt>
                <c:pt idx="2306">
                  <c:v>50.48973083</c:v>
                </c:pt>
                <c:pt idx="2307">
                  <c:v>50.49041748</c:v>
                </c:pt>
                <c:pt idx="2308">
                  <c:v>50.49087524</c:v>
                </c:pt>
                <c:pt idx="2309">
                  <c:v>50.49133301</c:v>
                </c:pt>
                <c:pt idx="2310">
                  <c:v>50.49181405</c:v>
                </c:pt>
                <c:pt idx="2311">
                  <c:v>50.49229431</c:v>
                </c:pt>
                <c:pt idx="2312">
                  <c:v>50.49266052</c:v>
                </c:pt>
                <c:pt idx="2313">
                  <c:v>50.49321061</c:v>
                </c:pt>
                <c:pt idx="2314">
                  <c:v>50.4936676</c:v>
                </c:pt>
                <c:pt idx="2315">
                  <c:v>50.49409511</c:v>
                </c:pt>
                <c:pt idx="2316">
                  <c:v>50.49456063</c:v>
                </c:pt>
                <c:pt idx="2317">
                  <c:v>50.49499512</c:v>
                </c:pt>
                <c:pt idx="2318">
                  <c:v>50.49553823</c:v>
                </c:pt>
                <c:pt idx="2319">
                  <c:v>50.4960022</c:v>
                </c:pt>
                <c:pt idx="2320">
                  <c:v>50.49645996</c:v>
                </c:pt>
                <c:pt idx="2321">
                  <c:v>50.49670203</c:v>
                </c:pt>
                <c:pt idx="2322">
                  <c:v>50.49723816</c:v>
                </c:pt>
                <c:pt idx="2323">
                  <c:v>50.49772618</c:v>
                </c:pt>
                <c:pt idx="2324">
                  <c:v>50.4981917</c:v>
                </c:pt>
                <c:pt idx="2325">
                  <c:v>50.49861145</c:v>
                </c:pt>
                <c:pt idx="2326">
                  <c:v>50.4991693</c:v>
                </c:pt>
                <c:pt idx="2327">
                  <c:v>50.49961853</c:v>
                </c:pt>
                <c:pt idx="2328">
                  <c:v>50.50010035</c:v>
                </c:pt>
                <c:pt idx="2329">
                  <c:v>50.50061242</c:v>
                </c:pt>
                <c:pt idx="2330">
                  <c:v>50.50107794</c:v>
                </c:pt>
                <c:pt idx="2331">
                  <c:v>50.50154347</c:v>
                </c:pt>
                <c:pt idx="2332">
                  <c:v>50.5018158</c:v>
                </c:pt>
                <c:pt idx="2333">
                  <c:v>50.50227356</c:v>
                </c:pt>
                <c:pt idx="2334">
                  <c:v>50.50273132</c:v>
                </c:pt>
                <c:pt idx="2335">
                  <c:v>50.50323486</c:v>
                </c:pt>
                <c:pt idx="2336">
                  <c:v>50.50369263</c:v>
                </c:pt>
                <c:pt idx="2337">
                  <c:v>50.50415039</c:v>
                </c:pt>
                <c:pt idx="2338">
                  <c:v>50.50466247</c:v>
                </c:pt>
                <c:pt idx="2339">
                  <c:v>50.50512799</c:v>
                </c:pt>
                <c:pt idx="2340">
                  <c:v>50.50550041</c:v>
                </c:pt>
                <c:pt idx="2341">
                  <c:v>50.50598145</c:v>
                </c:pt>
                <c:pt idx="2342">
                  <c:v>50.50639343</c:v>
                </c:pt>
                <c:pt idx="2343">
                  <c:v>50.5068512</c:v>
                </c:pt>
                <c:pt idx="2344">
                  <c:v>50.50730896</c:v>
                </c:pt>
                <c:pt idx="2345">
                  <c:v>50.50773491</c:v>
                </c:pt>
                <c:pt idx="2346">
                  <c:v>50.50838664</c:v>
                </c:pt>
                <c:pt idx="2347">
                  <c:v>50.5087738</c:v>
                </c:pt>
                <c:pt idx="2348">
                  <c:v>50.50923157</c:v>
                </c:pt>
                <c:pt idx="2349">
                  <c:v>50.50969011</c:v>
                </c:pt>
                <c:pt idx="2350">
                  <c:v>50.51005554</c:v>
                </c:pt>
                <c:pt idx="2351">
                  <c:v>50.51051331</c:v>
                </c:pt>
                <c:pt idx="2352">
                  <c:v>50.51099357</c:v>
                </c:pt>
                <c:pt idx="2353">
                  <c:v>50.51147461</c:v>
                </c:pt>
                <c:pt idx="2354">
                  <c:v>50.5118866</c:v>
                </c:pt>
                <c:pt idx="2355">
                  <c:v>50.51229858</c:v>
                </c:pt>
                <c:pt idx="2356">
                  <c:v>50.512716</c:v>
                </c:pt>
                <c:pt idx="2357">
                  <c:v>50.51313497</c:v>
                </c:pt>
                <c:pt idx="2358">
                  <c:v>50.51364705</c:v>
                </c:pt>
                <c:pt idx="2359">
                  <c:v>50.51406602</c:v>
                </c:pt>
                <c:pt idx="2360">
                  <c:v>50.51449585</c:v>
                </c:pt>
                <c:pt idx="2361">
                  <c:v>50.51485741</c:v>
                </c:pt>
                <c:pt idx="2362">
                  <c:v>50.51527638</c:v>
                </c:pt>
                <c:pt idx="2363">
                  <c:v>50.51569535</c:v>
                </c:pt>
                <c:pt idx="2364">
                  <c:v>50.51639363</c:v>
                </c:pt>
                <c:pt idx="2365">
                  <c:v>50.51660156</c:v>
                </c:pt>
                <c:pt idx="2366">
                  <c:v>50.51709191</c:v>
                </c:pt>
                <c:pt idx="2367">
                  <c:v>50.51760864</c:v>
                </c:pt>
                <c:pt idx="2368">
                  <c:v>50.51802296</c:v>
                </c:pt>
                <c:pt idx="2369">
                  <c:v>50.51853503</c:v>
                </c:pt>
                <c:pt idx="2370">
                  <c:v>50.51898193</c:v>
                </c:pt>
                <c:pt idx="2371">
                  <c:v>50.5194397</c:v>
                </c:pt>
                <c:pt idx="2372">
                  <c:v>50.51983849</c:v>
                </c:pt>
                <c:pt idx="2373">
                  <c:v>50.52030402</c:v>
                </c:pt>
                <c:pt idx="2374">
                  <c:v>50.52072299</c:v>
                </c:pt>
                <c:pt idx="2375">
                  <c:v>50.52118851</c:v>
                </c:pt>
                <c:pt idx="2376">
                  <c:v>50.52168274</c:v>
                </c:pt>
                <c:pt idx="2377">
                  <c:v>50.52216611</c:v>
                </c:pt>
                <c:pt idx="2378">
                  <c:v>50.52259827</c:v>
                </c:pt>
                <c:pt idx="2379">
                  <c:v>50.52300405</c:v>
                </c:pt>
                <c:pt idx="2380">
                  <c:v>50.52351612</c:v>
                </c:pt>
                <c:pt idx="2381">
                  <c:v>50.5240282</c:v>
                </c:pt>
                <c:pt idx="2382">
                  <c:v>50.52449372</c:v>
                </c:pt>
                <c:pt idx="2383">
                  <c:v>50.52493286</c:v>
                </c:pt>
                <c:pt idx="2384">
                  <c:v>50.52537821</c:v>
                </c:pt>
                <c:pt idx="2385">
                  <c:v>50.52589029</c:v>
                </c:pt>
                <c:pt idx="2386">
                  <c:v>50.52635581</c:v>
                </c:pt>
                <c:pt idx="2387">
                  <c:v>50.52682133</c:v>
                </c:pt>
                <c:pt idx="2388">
                  <c:v>50.52737996</c:v>
                </c:pt>
                <c:pt idx="2389">
                  <c:v>50.52789203</c:v>
                </c:pt>
                <c:pt idx="2390">
                  <c:v>50.52832031</c:v>
                </c:pt>
                <c:pt idx="2391">
                  <c:v>50.52900929</c:v>
                </c:pt>
                <c:pt idx="2392">
                  <c:v>50.5293817</c:v>
                </c:pt>
                <c:pt idx="2393">
                  <c:v>50.52992249</c:v>
                </c:pt>
                <c:pt idx="2394">
                  <c:v>50.53040585</c:v>
                </c:pt>
                <c:pt idx="2395">
                  <c:v>50.53088379</c:v>
                </c:pt>
                <c:pt idx="2396">
                  <c:v>50.5313369</c:v>
                </c:pt>
                <c:pt idx="2397">
                  <c:v>50.53184897</c:v>
                </c:pt>
                <c:pt idx="2398">
                  <c:v>50.53239441</c:v>
                </c:pt>
                <c:pt idx="2399">
                  <c:v>50.53291967</c:v>
                </c:pt>
                <c:pt idx="2400">
                  <c:v>50.53340149</c:v>
                </c:pt>
                <c:pt idx="2401">
                  <c:v>50.53385072</c:v>
                </c:pt>
                <c:pt idx="2402">
                  <c:v>50.53440857</c:v>
                </c:pt>
                <c:pt idx="2403">
                  <c:v>50.53487487</c:v>
                </c:pt>
                <c:pt idx="2404">
                  <c:v>50.5353241</c:v>
                </c:pt>
                <c:pt idx="2405">
                  <c:v>50.53575936</c:v>
                </c:pt>
                <c:pt idx="2406">
                  <c:v>50.53619385</c:v>
                </c:pt>
                <c:pt idx="2407">
                  <c:v>50.53664385</c:v>
                </c:pt>
                <c:pt idx="2408">
                  <c:v>50.53720248</c:v>
                </c:pt>
                <c:pt idx="2409">
                  <c:v>50.537668</c:v>
                </c:pt>
                <c:pt idx="2410">
                  <c:v>50.53813352</c:v>
                </c:pt>
                <c:pt idx="2411">
                  <c:v>50.53855249</c:v>
                </c:pt>
                <c:pt idx="2412">
                  <c:v>50.53907776</c:v>
                </c:pt>
                <c:pt idx="2413">
                  <c:v>50.53953009</c:v>
                </c:pt>
                <c:pt idx="2414">
                  <c:v>50.53999329</c:v>
                </c:pt>
                <c:pt idx="2415">
                  <c:v>50.54045105</c:v>
                </c:pt>
                <c:pt idx="2416">
                  <c:v>50.54090881</c:v>
                </c:pt>
                <c:pt idx="2417">
                  <c:v>50.54143873</c:v>
                </c:pt>
                <c:pt idx="2418">
                  <c:v>50.54191589</c:v>
                </c:pt>
                <c:pt idx="2419">
                  <c:v>50.54232323</c:v>
                </c:pt>
                <c:pt idx="2420">
                  <c:v>50.54283142</c:v>
                </c:pt>
                <c:pt idx="2421">
                  <c:v>50.54324341</c:v>
                </c:pt>
                <c:pt idx="2422">
                  <c:v>50.54370117</c:v>
                </c:pt>
                <c:pt idx="2423">
                  <c:v>50.54420471</c:v>
                </c:pt>
                <c:pt idx="2424">
                  <c:v>50.54470825</c:v>
                </c:pt>
                <c:pt idx="2425">
                  <c:v>50.54489136</c:v>
                </c:pt>
                <c:pt idx="2426">
                  <c:v>50.54567499</c:v>
                </c:pt>
                <c:pt idx="2427">
                  <c:v>50.54618706</c:v>
                </c:pt>
                <c:pt idx="2428">
                  <c:v>50.54660603</c:v>
                </c:pt>
                <c:pt idx="2429">
                  <c:v>50.54704285</c:v>
                </c:pt>
                <c:pt idx="2430">
                  <c:v>50.54749052</c:v>
                </c:pt>
                <c:pt idx="2431">
                  <c:v>50.54800415</c:v>
                </c:pt>
                <c:pt idx="2432">
                  <c:v>50.54842157</c:v>
                </c:pt>
                <c:pt idx="2433">
                  <c:v>50.54888709</c:v>
                </c:pt>
                <c:pt idx="2434">
                  <c:v>50.54935261</c:v>
                </c:pt>
                <c:pt idx="2435">
                  <c:v>50.54978943</c:v>
                </c:pt>
                <c:pt idx="2436">
                  <c:v>50.55019055</c:v>
                </c:pt>
                <c:pt idx="2437">
                  <c:v>50.55060952</c:v>
                </c:pt>
                <c:pt idx="2438">
                  <c:v>50.5512147</c:v>
                </c:pt>
                <c:pt idx="2439">
                  <c:v>50.55162048</c:v>
                </c:pt>
                <c:pt idx="2440">
                  <c:v>50.5520992</c:v>
                </c:pt>
                <c:pt idx="2441">
                  <c:v>50.55258179</c:v>
                </c:pt>
                <c:pt idx="2442">
                  <c:v>50.552948</c:v>
                </c:pt>
                <c:pt idx="2443">
                  <c:v>50.55340576</c:v>
                </c:pt>
                <c:pt idx="2444">
                  <c:v>50.55377197</c:v>
                </c:pt>
                <c:pt idx="2445">
                  <c:v>50.55432129</c:v>
                </c:pt>
                <c:pt idx="2446">
                  <c:v>50.55475267</c:v>
                </c:pt>
                <c:pt idx="2447">
                  <c:v>50.5552182</c:v>
                </c:pt>
                <c:pt idx="2448">
                  <c:v>50.55563717</c:v>
                </c:pt>
                <c:pt idx="2449">
                  <c:v>50.55592346</c:v>
                </c:pt>
                <c:pt idx="2450">
                  <c:v>50.556382</c:v>
                </c:pt>
                <c:pt idx="2451">
                  <c:v>50.55697632</c:v>
                </c:pt>
                <c:pt idx="2452">
                  <c:v>50.5572052</c:v>
                </c:pt>
                <c:pt idx="2453">
                  <c:v>50.55770874</c:v>
                </c:pt>
                <c:pt idx="2454">
                  <c:v>50.55812073</c:v>
                </c:pt>
                <c:pt idx="2455">
                  <c:v>50.55857849</c:v>
                </c:pt>
                <c:pt idx="2456">
                  <c:v>50.55917514</c:v>
                </c:pt>
                <c:pt idx="2457">
                  <c:v>50.55954755</c:v>
                </c:pt>
                <c:pt idx="2458">
                  <c:v>50.55999756</c:v>
                </c:pt>
                <c:pt idx="2459">
                  <c:v>50.56045532</c:v>
                </c:pt>
                <c:pt idx="2460">
                  <c:v>50.56085102</c:v>
                </c:pt>
                <c:pt idx="2461">
                  <c:v>50.56131654</c:v>
                </c:pt>
                <c:pt idx="2462">
                  <c:v>50.56169128</c:v>
                </c:pt>
                <c:pt idx="2463">
                  <c:v>50.56214905</c:v>
                </c:pt>
                <c:pt idx="2464">
                  <c:v>50.5625269</c:v>
                </c:pt>
                <c:pt idx="2465">
                  <c:v>50.56299242</c:v>
                </c:pt>
                <c:pt idx="2466">
                  <c:v>50.56345794</c:v>
                </c:pt>
                <c:pt idx="2467">
                  <c:v>50.56393433</c:v>
                </c:pt>
                <c:pt idx="2468">
                  <c:v>50.56429588</c:v>
                </c:pt>
                <c:pt idx="2469">
                  <c:v>50.56466675</c:v>
                </c:pt>
                <c:pt idx="2470">
                  <c:v>50.56517029</c:v>
                </c:pt>
                <c:pt idx="2471">
                  <c:v>50.56555279</c:v>
                </c:pt>
                <c:pt idx="2472">
                  <c:v>50.56594849</c:v>
                </c:pt>
                <c:pt idx="2473">
                  <c:v>50.56634418</c:v>
                </c:pt>
                <c:pt idx="2474">
                  <c:v>50.56676315</c:v>
                </c:pt>
                <c:pt idx="2475">
                  <c:v>50.56722867</c:v>
                </c:pt>
                <c:pt idx="2476">
                  <c:v>50.5676942</c:v>
                </c:pt>
                <c:pt idx="2477">
                  <c:v>50.56809998</c:v>
                </c:pt>
                <c:pt idx="2478">
                  <c:v>50.56851196</c:v>
                </c:pt>
                <c:pt idx="2479">
                  <c:v>50.56890455</c:v>
                </c:pt>
                <c:pt idx="2480">
                  <c:v>50.56937008</c:v>
                </c:pt>
                <c:pt idx="2481">
                  <c:v>50.56983948</c:v>
                </c:pt>
                <c:pt idx="2482">
                  <c:v>50.57025457</c:v>
                </c:pt>
                <c:pt idx="2483">
                  <c:v>50.57070923</c:v>
                </c:pt>
                <c:pt idx="2484">
                  <c:v>50.57112122</c:v>
                </c:pt>
                <c:pt idx="2485">
                  <c:v>50.5715332</c:v>
                </c:pt>
                <c:pt idx="2486">
                  <c:v>50.57193045</c:v>
                </c:pt>
                <c:pt idx="2487">
                  <c:v>50.5723114</c:v>
                </c:pt>
                <c:pt idx="2488">
                  <c:v>50.57276839</c:v>
                </c:pt>
                <c:pt idx="2489">
                  <c:v>50.57322693</c:v>
                </c:pt>
                <c:pt idx="2490">
                  <c:v>50.57374599</c:v>
                </c:pt>
                <c:pt idx="2491">
                  <c:v>50.57416496</c:v>
                </c:pt>
                <c:pt idx="2492">
                  <c:v>50.57463048</c:v>
                </c:pt>
                <c:pt idx="2493">
                  <c:v>50.57510376</c:v>
                </c:pt>
                <c:pt idx="2494">
                  <c:v>50.57546997</c:v>
                </c:pt>
                <c:pt idx="2495">
                  <c:v>50.57598049</c:v>
                </c:pt>
                <c:pt idx="2496">
                  <c:v>50.57639946</c:v>
                </c:pt>
                <c:pt idx="2497">
                  <c:v>50.57684326</c:v>
                </c:pt>
                <c:pt idx="2498">
                  <c:v>50.57730103</c:v>
                </c:pt>
                <c:pt idx="2499">
                  <c:v>50.57771301</c:v>
                </c:pt>
                <c:pt idx="2500">
                  <c:v>50.57817078</c:v>
                </c:pt>
                <c:pt idx="2501">
                  <c:v>50.57858742</c:v>
                </c:pt>
                <c:pt idx="2502">
                  <c:v>50.57899475</c:v>
                </c:pt>
                <c:pt idx="2503">
                  <c:v>50.57945251</c:v>
                </c:pt>
                <c:pt idx="2504">
                  <c:v>50.57981873</c:v>
                </c:pt>
                <c:pt idx="2505">
                  <c:v>50.5802633</c:v>
                </c:pt>
                <c:pt idx="2506">
                  <c:v>50.58068227</c:v>
                </c:pt>
                <c:pt idx="2507">
                  <c:v>50.58128357</c:v>
                </c:pt>
                <c:pt idx="2508">
                  <c:v>50.58169556</c:v>
                </c:pt>
                <c:pt idx="2509">
                  <c:v>50.58210754</c:v>
                </c:pt>
                <c:pt idx="2510">
                  <c:v>50.58249781</c:v>
                </c:pt>
                <c:pt idx="2511">
                  <c:v>50.58300988</c:v>
                </c:pt>
                <c:pt idx="2512">
                  <c:v>50.58342885</c:v>
                </c:pt>
                <c:pt idx="2513">
                  <c:v>50.58384782</c:v>
                </c:pt>
                <c:pt idx="2514">
                  <c:v>50.58431334</c:v>
                </c:pt>
                <c:pt idx="2515">
                  <c:v>50.58463921</c:v>
                </c:pt>
                <c:pt idx="2516">
                  <c:v>50.58515128</c:v>
                </c:pt>
                <c:pt idx="2517">
                  <c:v>50.58554077</c:v>
                </c:pt>
                <c:pt idx="2518">
                  <c:v>50.58595276</c:v>
                </c:pt>
                <c:pt idx="2519">
                  <c:v>50.58650208</c:v>
                </c:pt>
                <c:pt idx="2520">
                  <c:v>50.58692027</c:v>
                </c:pt>
                <c:pt idx="2521">
                  <c:v>50.58732605</c:v>
                </c:pt>
                <c:pt idx="2522">
                  <c:v>50.58778381</c:v>
                </c:pt>
                <c:pt idx="2523">
                  <c:v>50.58827028</c:v>
                </c:pt>
                <c:pt idx="2524">
                  <c:v>50.58859615</c:v>
                </c:pt>
                <c:pt idx="2525">
                  <c:v>50.58910822</c:v>
                </c:pt>
                <c:pt idx="2526">
                  <c:v>50.58947754</c:v>
                </c:pt>
                <c:pt idx="2527">
                  <c:v>50.5899353</c:v>
                </c:pt>
                <c:pt idx="2528">
                  <c:v>50.59034729</c:v>
                </c:pt>
                <c:pt idx="2529">
                  <c:v>50.59085083</c:v>
                </c:pt>
                <c:pt idx="2530">
                  <c:v>50.59129618</c:v>
                </c:pt>
                <c:pt idx="2531">
                  <c:v>50.5916748</c:v>
                </c:pt>
                <c:pt idx="2532">
                  <c:v>50.59217834</c:v>
                </c:pt>
                <c:pt idx="2533">
                  <c:v>50.59255309</c:v>
                </c:pt>
                <c:pt idx="2534">
                  <c:v>50.59295654</c:v>
                </c:pt>
                <c:pt idx="2535">
                  <c:v>50.59332275</c:v>
                </c:pt>
                <c:pt idx="2536">
                  <c:v>50.5937169</c:v>
                </c:pt>
                <c:pt idx="2537">
                  <c:v>50.59413587</c:v>
                </c:pt>
                <c:pt idx="2538">
                  <c:v>50.5947876</c:v>
                </c:pt>
                <c:pt idx="2539">
                  <c:v>50.59502036</c:v>
                </c:pt>
                <c:pt idx="2540">
                  <c:v>50.59538269</c:v>
                </c:pt>
                <c:pt idx="2541">
                  <c:v>50.59576519</c:v>
                </c:pt>
                <c:pt idx="2542">
                  <c:v>50.59625244</c:v>
                </c:pt>
                <c:pt idx="2543">
                  <c:v>50.59666443</c:v>
                </c:pt>
                <c:pt idx="2544">
                  <c:v>50.59725952</c:v>
                </c:pt>
                <c:pt idx="2545">
                  <c:v>50.59762573</c:v>
                </c:pt>
                <c:pt idx="2546">
                  <c:v>50.59803772</c:v>
                </c:pt>
                <c:pt idx="2547">
                  <c:v>50.59837212</c:v>
                </c:pt>
                <c:pt idx="2548">
                  <c:v>50.59886169</c:v>
                </c:pt>
                <c:pt idx="2549">
                  <c:v>50.59918213</c:v>
                </c:pt>
                <c:pt idx="2550">
                  <c:v>50.59959412</c:v>
                </c:pt>
                <c:pt idx="2551">
                  <c:v>50.6000061</c:v>
                </c:pt>
                <c:pt idx="2552">
                  <c:v>50.60037387</c:v>
                </c:pt>
                <c:pt idx="2553">
                  <c:v>50.60079284</c:v>
                </c:pt>
                <c:pt idx="2554">
                  <c:v>50.60124207</c:v>
                </c:pt>
                <c:pt idx="2555">
                  <c:v>50.60144457</c:v>
                </c:pt>
                <c:pt idx="2556">
                  <c:v>50.60186354</c:v>
                </c:pt>
                <c:pt idx="2557">
                  <c:v>50.60229492</c:v>
                </c:pt>
                <c:pt idx="2558">
                  <c:v>50.60270148</c:v>
                </c:pt>
                <c:pt idx="2559">
                  <c:v>50.60312045</c:v>
                </c:pt>
                <c:pt idx="2560">
                  <c:v>50.60349287</c:v>
                </c:pt>
                <c:pt idx="2561">
                  <c:v>50.60389709</c:v>
                </c:pt>
                <c:pt idx="2562">
                  <c:v>50.60440063</c:v>
                </c:pt>
                <c:pt idx="2563">
                  <c:v>50.60479633</c:v>
                </c:pt>
                <c:pt idx="2564">
                  <c:v>50.6052153</c:v>
                </c:pt>
                <c:pt idx="2565">
                  <c:v>50.60559082</c:v>
                </c:pt>
                <c:pt idx="2566">
                  <c:v>50.60600281</c:v>
                </c:pt>
                <c:pt idx="2567">
                  <c:v>50.60633255</c:v>
                </c:pt>
                <c:pt idx="2568">
                  <c:v>50.60675152</c:v>
                </c:pt>
                <c:pt idx="2569">
                  <c:v>50.60717049</c:v>
                </c:pt>
                <c:pt idx="2570">
                  <c:v>50.60754291</c:v>
                </c:pt>
                <c:pt idx="2571">
                  <c:v>50.60792542</c:v>
                </c:pt>
                <c:pt idx="2572">
                  <c:v>50.60810154</c:v>
                </c:pt>
                <c:pt idx="2573">
                  <c:v>50.60856628</c:v>
                </c:pt>
                <c:pt idx="2574">
                  <c:v>50.60897827</c:v>
                </c:pt>
                <c:pt idx="2575">
                  <c:v>50.60934448</c:v>
                </c:pt>
                <c:pt idx="2576">
                  <c:v>50.60975647</c:v>
                </c:pt>
                <c:pt idx="2577">
                  <c:v>50.61014984</c:v>
                </c:pt>
                <c:pt idx="2578">
                  <c:v>50.61053467</c:v>
                </c:pt>
                <c:pt idx="2579">
                  <c:v>50.61094122</c:v>
                </c:pt>
                <c:pt idx="2580">
                  <c:v>50.61131364</c:v>
                </c:pt>
                <c:pt idx="2581">
                  <c:v>50.6116333</c:v>
                </c:pt>
                <c:pt idx="2582">
                  <c:v>50.61195374</c:v>
                </c:pt>
                <c:pt idx="2583">
                  <c:v>50.61219813</c:v>
                </c:pt>
                <c:pt idx="2584">
                  <c:v>50.61238434</c:v>
                </c:pt>
                <c:pt idx="2585">
                  <c:v>50.6126171</c:v>
                </c:pt>
                <c:pt idx="2586">
                  <c:v>50.61284987</c:v>
                </c:pt>
                <c:pt idx="2587">
                  <c:v>50.61303607</c:v>
                </c:pt>
                <c:pt idx="2588">
                  <c:v>50.6131897</c:v>
                </c:pt>
                <c:pt idx="2589">
                  <c:v>50.61332703</c:v>
                </c:pt>
                <c:pt idx="2590">
                  <c:v>50.61341858</c:v>
                </c:pt>
                <c:pt idx="2591">
                  <c:v>50.61346436</c:v>
                </c:pt>
                <c:pt idx="2592">
                  <c:v>50.6135016</c:v>
                </c:pt>
                <c:pt idx="2593">
                  <c:v>50.6135016</c:v>
                </c:pt>
                <c:pt idx="2594">
                  <c:v>50.61345505</c:v>
                </c:pt>
                <c:pt idx="2595">
                  <c:v>50.61340849</c:v>
                </c:pt>
                <c:pt idx="2596">
                  <c:v>50.61332703</c:v>
                </c:pt>
                <c:pt idx="2597">
                  <c:v>50.61317573</c:v>
                </c:pt>
                <c:pt idx="2598">
                  <c:v>50.61303607</c:v>
                </c:pt>
                <c:pt idx="2599">
                  <c:v>50.61286926</c:v>
                </c:pt>
                <c:pt idx="2600">
                  <c:v>50.6126171</c:v>
                </c:pt>
                <c:pt idx="2601">
                  <c:v>50.61236572</c:v>
                </c:pt>
                <c:pt idx="2602">
                  <c:v>50.61213684</c:v>
                </c:pt>
                <c:pt idx="2603">
                  <c:v>50.61181641</c:v>
                </c:pt>
                <c:pt idx="2604">
                  <c:v>50.61149597</c:v>
                </c:pt>
                <c:pt idx="2605">
                  <c:v>50.61112743</c:v>
                </c:pt>
                <c:pt idx="2606">
                  <c:v>50.61070846</c:v>
                </c:pt>
                <c:pt idx="2607">
                  <c:v>50.61026001</c:v>
                </c:pt>
                <c:pt idx="2608">
                  <c:v>50.60943604</c:v>
                </c:pt>
                <c:pt idx="2609">
                  <c:v>50.60889293</c:v>
                </c:pt>
                <c:pt idx="2610">
                  <c:v>50.6083374</c:v>
                </c:pt>
                <c:pt idx="2611">
                  <c:v>50.60787964</c:v>
                </c:pt>
                <c:pt idx="2612">
                  <c:v>50.60731015</c:v>
                </c:pt>
                <c:pt idx="2613">
                  <c:v>50.60687256</c:v>
                </c:pt>
                <c:pt idx="2614">
                  <c:v>50.60633255</c:v>
                </c:pt>
                <c:pt idx="2615">
                  <c:v>50.60582048</c:v>
                </c:pt>
                <c:pt idx="2616">
                  <c:v>50.6053084</c:v>
                </c:pt>
                <c:pt idx="2617">
                  <c:v>50.60479633</c:v>
                </c:pt>
                <c:pt idx="2618">
                  <c:v>50.60419115</c:v>
                </c:pt>
                <c:pt idx="2619">
                  <c:v>50.60367908</c:v>
                </c:pt>
                <c:pt idx="2620">
                  <c:v>50.603167</c:v>
                </c:pt>
                <c:pt idx="2621">
                  <c:v>50.60256182</c:v>
                </c:pt>
                <c:pt idx="2622">
                  <c:v>50.60214285</c:v>
                </c:pt>
                <c:pt idx="2623">
                  <c:v>50.60101318</c:v>
                </c:pt>
                <c:pt idx="2624">
                  <c:v>50.60050964</c:v>
                </c:pt>
                <c:pt idx="2625">
                  <c:v>50.60000145</c:v>
                </c:pt>
                <c:pt idx="2626">
                  <c:v>50.59944282</c:v>
                </c:pt>
                <c:pt idx="2627">
                  <c:v>50.59902385</c:v>
                </c:pt>
                <c:pt idx="2628">
                  <c:v>50.59851178</c:v>
                </c:pt>
                <c:pt idx="2629">
                  <c:v>50.59803772</c:v>
                </c:pt>
                <c:pt idx="2630">
                  <c:v>50.5974884</c:v>
                </c:pt>
                <c:pt idx="2631">
                  <c:v>50.59688245</c:v>
                </c:pt>
                <c:pt idx="2632">
                  <c:v>50.59637037</c:v>
                </c:pt>
                <c:pt idx="2633">
                  <c:v>50.59604451</c:v>
                </c:pt>
                <c:pt idx="2634">
                  <c:v>50.59548588</c:v>
                </c:pt>
                <c:pt idx="2635">
                  <c:v>50.59497381</c:v>
                </c:pt>
                <c:pt idx="2636">
                  <c:v>50.59451294</c:v>
                </c:pt>
                <c:pt idx="2637">
                  <c:v>50.59391785</c:v>
                </c:pt>
                <c:pt idx="2638">
                  <c:v>50.5932312</c:v>
                </c:pt>
                <c:pt idx="2639">
                  <c:v>50.59291077</c:v>
                </c:pt>
                <c:pt idx="2640">
                  <c:v>50.59236688</c:v>
                </c:pt>
                <c:pt idx="2641">
                  <c:v>50.59185481</c:v>
                </c:pt>
                <c:pt idx="2642">
                  <c:v>50.59121704</c:v>
                </c:pt>
                <c:pt idx="2643">
                  <c:v>50.59089661</c:v>
                </c:pt>
                <c:pt idx="2644">
                  <c:v>50.59034729</c:v>
                </c:pt>
                <c:pt idx="2645">
                  <c:v>50.58827028</c:v>
                </c:pt>
                <c:pt idx="2646">
                  <c:v>50.58769226</c:v>
                </c:pt>
                <c:pt idx="2647">
                  <c:v>50.58718872</c:v>
                </c:pt>
                <c:pt idx="2648">
                  <c:v>50.5866394</c:v>
                </c:pt>
                <c:pt idx="2649">
                  <c:v>50.58617543</c:v>
                </c:pt>
                <c:pt idx="2650">
                  <c:v>50.58566336</c:v>
                </c:pt>
                <c:pt idx="2651">
                  <c:v>50.58510473</c:v>
                </c:pt>
                <c:pt idx="2652">
                  <c:v>50.58462524</c:v>
                </c:pt>
                <c:pt idx="2653">
                  <c:v>50.58417369</c:v>
                </c:pt>
                <c:pt idx="2654">
                  <c:v>50.58366161</c:v>
                </c:pt>
                <c:pt idx="2655">
                  <c:v>50.58310299</c:v>
                </c:pt>
                <c:pt idx="2656">
                  <c:v>50.58265686</c:v>
                </c:pt>
                <c:pt idx="2657">
                  <c:v>50.58207884</c:v>
                </c:pt>
                <c:pt idx="2658">
                  <c:v>50.58152021</c:v>
                </c:pt>
                <c:pt idx="2659">
                  <c:v>50.58096313</c:v>
                </c:pt>
                <c:pt idx="2660">
                  <c:v>50.5806427</c:v>
                </c:pt>
                <c:pt idx="2661">
                  <c:v>50.58009338</c:v>
                </c:pt>
                <c:pt idx="2662">
                  <c:v>50.57936096</c:v>
                </c:pt>
                <c:pt idx="2663">
                  <c:v>50.57894897</c:v>
                </c:pt>
                <c:pt idx="2664">
                  <c:v>50.57844543</c:v>
                </c:pt>
                <c:pt idx="2665">
                  <c:v>50.57789612</c:v>
                </c:pt>
                <c:pt idx="2666">
                  <c:v>50.57742361</c:v>
                </c:pt>
                <c:pt idx="2667">
                  <c:v>50.57698059</c:v>
                </c:pt>
                <c:pt idx="2668">
                  <c:v>50.57653912</c:v>
                </c:pt>
                <c:pt idx="2669">
                  <c:v>50.57579041</c:v>
                </c:pt>
                <c:pt idx="2670">
                  <c:v>50.57532876</c:v>
                </c:pt>
                <c:pt idx="2671">
                  <c:v>50.57505798</c:v>
                </c:pt>
                <c:pt idx="2672">
                  <c:v>50.57455444</c:v>
                </c:pt>
                <c:pt idx="2673">
                  <c:v>50.57379254</c:v>
                </c:pt>
                <c:pt idx="2674">
                  <c:v>50.57327271</c:v>
                </c:pt>
                <c:pt idx="2675">
                  <c:v>50.57276917</c:v>
                </c:pt>
                <c:pt idx="2676">
                  <c:v>50.57253563</c:v>
                </c:pt>
                <c:pt idx="2677">
                  <c:v>50.57179079</c:v>
                </c:pt>
                <c:pt idx="2678">
                  <c:v>50.57146493</c:v>
                </c:pt>
                <c:pt idx="2679">
                  <c:v>50.57089233</c:v>
                </c:pt>
                <c:pt idx="2680">
                  <c:v>50.57038879</c:v>
                </c:pt>
                <c:pt idx="2681">
                  <c:v>50.56993103</c:v>
                </c:pt>
                <c:pt idx="2682">
                  <c:v>50.56937008</c:v>
                </c:pt>
                <c:pt idx="2683">
                  <c:v>50.5688324</c:v>
                </c:pt>
                <c:pt idx="2684">
                  <c:v>50.56842041</c:v>
                </c:pt>
                <c:pt idx="2685">
                  <c:v>50.56792696</c:v>
                </c:pt>
                <c:pt idx="2686">
                  <c:v>50.56741488</c:v>
                </c:pt>
                <c:pt idx="2687">
                  <c:v>50.56686401</c:v>
                </c:pt>
                <c:pt idx="2688">
                  <c:v>50.56639073</c:v>
                </c:pt>
                <c:pt idx="2689">
                  <c:v>50.56597176</c:v>
                </c:pt>
                <c:pt idx="2690">
                  <c:v>50.56544495</c:v>
                </c:pt>
                <c:pt idx="2691">
                  <c:v>50.56494141</c:v>
                </c:pt>
                <c:pt idx="2692">
                  <c:v>50.56439209</c:v>
                </c:pt>
                <c:pt idx="2693">
                  <c:v>50.56383036</c:v>
                </c:pt>
                <c:pt idx="2694">
                  <c:v>50.56331828</c:v>
                </c:pt>
                <c:pt idx="2695">
                  <c:v>50.56280621</c:v>
                </c:pt>
                <c:pt idx="2696">
                  <c:v>50.56233215</c:v>
                </c:pt>
                <c:pt idx="2697">
                  <c:v>50.56182861</c:v>
                </c:pt>
                <c:pt idx="2698">
                  <c:v>50.56136309</c:v>
                </c:pt>
                <c:pt idx="2699">
                  <c:v>50.56085102</c:v>
                </c:pt>
                <c:pt idx="2700">
                  <c:v>50.56031799</c:v>
                </c:pt>
                <c:pt idx="2701">
                  <c:v>50.55990601</c:v>
                </c:pt>
                <c:pt idx="2702">
                  <c:v>50.55931479</c:v>
                </c:pt>
                <c:pt idx="2703">
                  <c:v>50.55885315</c:v>
                </c:pt>
                <c:pt idx="2704">
                  <c:v>50.55834961</c:v>
                </c:pt>
                <c:pt idx="2705">
                  <c:v>50.55793762</c:v>
                </c:pt>
                <c:pt idx="2706">
                  <c:v>50.5574527</c:v>
                </c:pt>
                <c:pt idx="2707">
                  <c:v>50.55693054</c:v>
                </c:pt>
                <c:pt idx="2708">
                  <c:v>50.556382</c:v>
                </c:pt>
                <c:pt idx="2709">
                  <c:v>50.55587769</c:v>
                </c:pt>
                <c:pt idx="2710">
                  <c:v>50.55537415</c:v>
                </c:pt>
                <c:pt idx="2711">
                  <c:v>50.55491638</c:v>
                </c:pt>
                <c:pt idx="2712">
                  <c:v>50.55436707</c:v>
                </c:pt>
                <c:pt idx="2713">
                  <c:v>50.55382163</c:v>
                </c:pt>
                <c:pt idx="2714">
                  <c:v>50.55358887</c:v>
                </c:pt>
                <c:pt idx="2715">
                  <c:v>50.55303955</c:v>
                </c:pt>
                <c:pt idx="2716">
                  <c:v>50.55253601</c:v>
                </c:pt>
                <c:pt idx="2717">
                  <c:v>50.55207825</c:v>
                </c:pt>
                <c:pt idx="2718">
                  <c:v>50.55157471</c:v>
                </c:pt>
                <c:pt idx="2719">
                  <c:v>50.5511216</c:v>
                </c:pt>
                <c:pt idx="2720">
                  <c:v>50.55060952</c:v>
                </c:pt>
                <c:pt idx="2721">
                  <c:v>50.55020142</c:v>
                </c:pt>
                <c:pt idx="2722">
                  <c:v>50.54946899</c:v>
                </c:pt>
                <c:pt idx="2723">
                  <c:v>50.54921296</c:v>
                </c:pt>
                <c:pt idx="2724">
                  <c:v>50.5486908</c:v>
                </c:pt>
                <c:pt idx="2725">
                  <c:v>50.5480957</c:v>
                </c:pt>
                <c:pt idx="2726">
                  <c:v>50.54763794</c:v>
                </c:pt>
                <c:pt idx="2727">
                  <c:v>50.54711811</c:v>
                </c:pt>
                <c:pt idx="2728">
                  <c:v>50.54685974</c:v>
                </c:pt>
                <c:pt idx="2729">
                  <c:v>50.5461731</c:v>
                </c:pt>
                <c:pt idx="2730">
                  <c:v>50.5459543</c:v>
                </c:pt>
                <c:pt idx="2731">
                  <c:v>50.54548878</c:v>
                </c:pt>
                <c:pt idx="2732">
                  <c:v>50.54483705</c:v>
                </c:pt>
                <c:pt idx="2733">
                  <c:v>50.54434204</c:v>
                </c:pt>
                <c:pt idx="2734">
                  <c:v>50.54395255</c:v>
                </c:pt>
                <c:pt idx="2735">
                  <c:v>50.54348703</c:v>
                </c:pt>
                <c:pt idx="2736">
                  <c:v>50.54306806</c:v>
                </c:pt>
                <c:pt idx="2737">
                  <c:v>50.54264832</c:v>
                </c:pt>
                <c:pt idx="2738">
                  <c:v>50.54204391</c:v>
                </c:pt>
                <c:pt idx="2739">
                  <c:v>50.5417646</c:v>
                </c:pt>
                <c:pt idx="2740">
                  <c:v>50.54129908</c:v>
                </c:pt>
                <c:pt idx="2741">
                  <c:v>50.54083355</c:v>
                </c:pt>
                <c:pt idx="2742">
                  <c:v>50.54018182</c:v>
                </c:pt>
                <c:pt idx="2743">
                  <c:v>50.53976285</c:v>
                </c:pt>
                <c:pt idx="2744">
                  <c:v>50.53934388</c:v>
                </c:pt>
                <c:pt idx="2745">
                  <c:v>50.53887836</c:v>
                </c:pt>
                <c:pt idx="2746">
                  <c:v>50.53841284</c:v>
                </c:pt>
                <c:pt idx="2747">
                  <c:v>50.53797913</c:v>
                </c:pt>
                <c:pt idx="2748">
                  <c:v>50.53752136</c:v>
                </c:pt>
                <c:pt idx="2749">
                  <c:v>50.5370636</c:v>
                </c:pt>
                <c:pt idx="2750">
                  <c:v>50.53674316</c:v>
                </c:pt>
                <c:pt idx="2751">
                  <c:v>50.53610229</c:v>
                </c:pt>
                <c:pt idx="2752">
                  <c:v>50.53571281</c:v>
                </c:pt>
                <c:pt idx="2753">
                  <c:v>50.53523254</c:v>
                </c:pt>
                <c:pt idx="2754">
                  <c:v>50.53482056</c:v>
                </c:pt>
                <c:pt idx="2755">
                  <c:v>50.53440935</c:v>
                </c:pt>
                <c:pt idx="2756">
                  <c:v>50.53389727</c:v>
                </c:pt>
                <c:pt idx="2757">
                  <c:v>50.53349304</c:v>
                </c:pt>
                <c:pt idx="2758">
                  <c:v>50.53296623</c:v>
                </c:pt>
                <c:pt idx="2759">
                  <c:v>50.53264036</c:v>
                </c:pt>
                <c:pt idx="2760">
                  <c:v>50.53216553</c:v>
                </c:pt>
                <c:pt idx="2761">
                  <c:v>50.53170776</c:v>
                </c:pt>
                <c:pt idx="2762">
                  <c:v>50.53125</c:v>
                </c:pt>
                <c:pt idx="2763">
                  <c:v>50.53082482</c:v>
                </c:pt>
                <c:pt idx="2764">
                  <c:v>50.53038025</c:v>
                </c:pt>
                <c:pt idx="2765">
                  <c:v>50.52996826</c:v>
                </c:pt>
                <c:pt idx="2766">
                  <c:v>50.52946472</c:v>
                </c:pt>
                <c:pt idx="2767">
                  <c:v>50.52900696</c:v>
                </c:pt>
                <c:pt idx="2768">
                  <c:v>50.52850342</c:v>
                </c:pt>
                <c:pt idx="2769">
                  <c:v>50.52807824</c:v>
                </c:pt>
                <c:pt idx="2770">
                  <c:v>50.52761272</c:v>
                </c:pt>
                <c:pt idx="2771">
                  <c:v>50.52708435</c:v>
                </c:pt>
                <c:pt idx="2772">
                  <c:v>50.52668167</c:v>
                </c:pt>
                <c:pt idx="2773">
                  <c:v>50.52626038</c:v>
                </c:pt>
                <c:pt idx="2774">
                  <c:v>50.52579718</c:v>
                </c:pt>
                <c:pt idx="2775">
                  <c:v>50.52533166</c:v>
                </c:pt>
                <c:pt idx="2776">
                  <c:v>50.52486614</c:v>
                </c:pt>
                <c:pt idx="2777">
                  <c:v>50.52424622</c:v>
                </c:pt>
                <c:pt idx="2778">
                  <c:v>50.52379543</c:v>
                </c:pt>
                <c:pt idx="2779">
                  <c:v>50.52332991</c:v>
                </c:pt>
                <c:pt idx="2780">
                  <c:v>50.52281784</c:v>
                </c:pt>
                <c:pt idx="2781">
                  <c:v>50.52259827</c:v>
                </c:pt>
                <c:pt idx="2782">
                  <c:v>50.522073</c:v>
                </c:pt>
                <c:pt idx="2783">
                  <c:v>50.52149963</c:v>
                </c:pt>
                <c:pt idx="2784">
                  <c:v>50.52109541</c:v>
                </c:pt>
                <c:pt idx="2785">
                  <c:v>50.52067566</c:v>
                </c:pt>
                <c:pt idx="2786">
                  <c:v>50.5202179</c:v>
                </c:pt>
                <c:pt idx="2787">
                  <c:v>50.51974539</c:v>
                </c:pt>
                <c:pt idx="2788">
                  <c:v>50.51911926</c:v>
                </c:pt>
                <c:pt idx="2789">
                  <c:v>50.5188446</c:v>
                </c:pt>
                <c:pt idx="2790">
                  <c:v>50.51830227</c:v>
                </c:pt>
                <c:pt idx="2791">
                  <c:v>50.51783675</c:v>
                </c:pt>
                <c:pt idx="2792">
                  <c:v>50.51737123</c:v>
                </c:pt>
                <c:pt idx="2793">
                  <c:v>50.516922</c:v>
                </c:pt>
                <c:pt idx="2794">
                  <c:v>50.51648673</c:v>
                </c:pt>
                <c:pt idx="2795">
                  <c:v>50.51596069</c:v>
                </c:pt>
                <c:pt idx="2796">
                  <c:v>50.51545715</c:v>
                </c:pt>
                <c:pt idx="2797">
                  <c:v>50.51504361</c:v>
                </c:pt>
                <c:pt idx="2798">
                  <c:v>50.51454163</c:v>
                </c:pt>
                <c:pt idx="2799">
                  <c:v>50.51417542</c:v>
                </c:pt>
                <c:pt idx="2800">
                  <c:v>50.5136261</c:v>
                </c:pt>
                <c:pt idx="2801">
                  <c:v>50.51316833</c:v>
                </c:pt>
                <c:pt idx="2802">
                  <c:v>50.51271057</c:v>
                </c:pt>
                <c:pt idx="2803">
                  <c:v>50.51220703</c:v>
                </c:pt>
                <c:pt idx="2804">
                  <c:v>50.51184082</c:v>
                </c:pt>
                <c:pt idx="2805">
                  <c:v>50.51138306</c:v>
                </c:pt>
                <c:pt idx="2806">
                  <c:v>50.51080736</c:v>
                </c:pt>
                <c:pt idx="2807">
                  <c:v>50.51034184</c:v>
                </c:pt>
                <c:pt idx="2808">
                  <c:v>50.50991821</c:v>
                </c:pt>
                <c:pt idx="2809">
                  <c:v>50.50946045</c:v>
                </c:pt>
                <c:pt idx="2810">
                  <c:v>50.50895691</c:v>
                </c:pt>
                <c:pt idx="2811">
                  <c:v>50.50845337</c:v>
                </c:pt>
                <c:pt idx="2812">
                  <c:v>50.50799561</c:v>
                </c:pt>
                <c:pt idx="2813">
                  <c:v>50.5074556</c:v>
                </c:pt>
                <c:pt idx="2814">
                  <c:v>50.5070343</c:v>
                </c:pt>
                <c:pt idx="2815">
                  <c:v>50.50653076</c:v>
                </c:pt>
                <c:pt idx="2816">
                  <c:v>50.50605903</c:v>
                </c:pt>
                <c:pt idx="2817">
                  <c:v>50.50566101</c:v>
                </c:pt>
                <c:pt idx="2818">
                  <c:v>50.50512799</c:v>
                </c:pt>
                <c:pt idx="2819">
                  <c:v>50.50475557</c:v>
                </c:pt>
                <c:pt idx="2820">
                  <c:v>50.5042435</c:v>
                </c:pt>
                <c:pt idx="2821">
                  <c:v>50.50382996</c:v>
                </c:pt>
                <c:pt idx="2822">
                  <c:v>50.50331245</c:v>
                </c:pt>
                <c:pt idx="2823">
                  <c:v>50.50282288</c:v>
                </c:pt>
                <c:pt idx="2824">
                  <c:v>50.50236511</c:v>
                </c:pt>
                <c:pt idx="2825">
                  <c:v>50.50191588</c:v>
                </c:pt>
                <c:pt idx="2826">
                  <c:v>50.50149536</c:v>
                </c:pt>
                <c:pt idx="2827">
                  <c:v>50.50093829</c:v>
                </c:pt>
                <c:pt idx="2828">
                  <c:v>50.50048828</c:v>
                </c:pt>
                <c:pt idx="2829">
                  <c:v>50.49996069</c:v>
                </c:pt>
                <c:pt idx="2830">
                  <c:v>50.49944861</c:v>
                </c:pt>
                <c:pt idx="2831">
                  <c:v>50.49902344</c:v>
                </c:pt>
                <c:pt idx="2832">
                  <c:v>50.49861067</c:v>
                </c:pt>
                <c:pt idx="2833">
                  <c:v>50.49806213</c:v>
                </c:pt>
                <c:pt idx="2834">
                  <c:v>50.49755859</c:v>
                </c:pt>
                <c:pt idx="2835">
                  <c:v>50.49665548</c:v>
                </c:pt>
                <c:pt idx="2836">
                  <c:v>50.4961853</c:v>
                </c:pt>
                <c:pt idx="2837">
                  <c:v>50.49572754</c:v>
                </c:pt>
                <c:pt idx="2838">
                  <c:v>50.4942627</c:v>
                </c:pt>
                <c:pt idx="2839">
                  <c:v>50.49386235</c:v>
                </c:pt>
                <c:pt idx="2840">
                  <c:v>50.49330372</c:v>
                </c:pt>
                <c:pt idx="2841">
                  <c:v>50.4928382</c:v>
                </c:pt>
                <c:pt idx="2842">
                  <c:v>50.49243164</c:v>
                </c:pt>
                <c:pt idx="2843">
                  <c:v>50.4919537</c:v>
                </c:pt>
                <c:pt idx="2844">
                  <c:v>50.49105835</c:v>
                </c:pt>
                <c:pt idx="2845">
                  <c:v>50.49060059</c:v>
                </c:pt>
                <c:pt idx="2846">
                  <c:v>50.49009161</c:v>
                </c:pt>
                <c:pt idx="2847">
                  <c:v>50.48959351</c:v>
                </c:pt>
                <c:pt idx="2848">
                  <c:v>50.48913574</c:v>
                </c:pt>
                <c:pt idx="2849">
                  <c:v>50.4886322</c:v>
                </c:pt>
                <c:pt idx="2850">
                  <c:v>50.48808987</c:v>
                </c:pt>
                <c:pt idx="2851">
                  <c:v>50.48771745</c:v>
                </c:pt>
                <c:pt idx="2852">
                  <c:v>50.48720538</c:v>
                </c:pt>
                <c:pt idx="2853">
                  <c:v>50.4866933</c:v>
                </c:pt>
                <c:pt idx="2854">
                  <c:v>50.48622778</c:v>
                </c:pt>
                <c:pt idx="2855">
                  <c:v>50.48576226</c:v>
                </c:pt>
                <c:pt idx="2856">
                  <c:v>50.4853363</c:v>
                </c:pt>
                <c:pt idx="2857">
                  <c:v>50.48483276</c:v>
                </c:pt>
                <c:pt idx="2858">
                  <c:v>50.48432922</c:v>
                </c:pt>
                <c:pt idx="2859">
                  <c:v>50.48396301</c:v>
                </c:pt>
                <c:pt idx="2860">
                  <c:v>50.48345947</c:v>
                </c:pt>
                <c:pt idx="2861">
                  <c:v>50.48255015</c:v>
                </c:pt>
                <c:pt idx="2862">
                  <c:v>50.48203808</c:v>
                </c:pt>
                <c:pt idx="2863">
                  <c:v>50.48162842</c:v>
                </c:pt>
                <c:pt idx="2864">
                  <c:v>50.48120014</c:v>
                </c:pt>
                <c:pt idx="2865">
                  <c:v>50.48075867</c:v>
                </c:pt>
                <c:pt idx="2866">
                  <c:v>50.48022254</c:v>
                </c:pt>
                <c:pt idx="2867">
                  <c:v>50.47961426</c:v>
                </c:pt>
                <c:pt idx="2868">
                  <c:v>50.4793396</c:v>
                </c:pt>
                <c:pt idx="2869">
                  <c:v>50.47891908</c:v>
                </c:pt>
                <c:pt idx="2870">
                  <c:v>50.47822079</c:v>
                </c:pt>
                <c:pt idx="2871">
                  <c:v>50.4777832</c:v>
                </c:pt>
                <c:pt idx="2872">
                  <c:v>50.47732544</c:v>
                </c:pt>
                <c:pt idx="2873">
                  <c:v>50.47686768</c:v>
                </c:pt>
                <c:pt idx="2874">
                  <c:v>50.47659147</c:v>
                </c:pt>
                <c:pt idx="2875">
                  <c:v>50.47590637</c:v>
                </c:pt>
                <c:pt idx="2876">
                  <c:v>50.47552076</c:v>
                </c:pt>
                <c:pt idx="2877">
                  <c:v>50.47505524</c:v>
                </c:pt>
                <c:pt idx="2878">
                  <c:v>50.47454317</c:v>
                </c:pt>
                <c:pt idx="2879">
                  <c:v>50.47412109</c:v>
                </c:pt>
                <c:pt idx="2880">
                  <c:v>50.47366333</c:v>
                </c:pt>
                <c:pt idx="2881">
                  <c:v>50.47347247</c:v>
                </c:pt>
                <c:pt idx="2882">
                  <c:v>50.47277418</c:v>
                </c:pt>
                <c:pt idx="2883">
                  <c:v>50.47230866</c:v>
                </c:pt>
                <c:pt idx="2884">
                  <c:v>50.47198279</c:v>
                </c:pt>
                <c:pt idx="2885">
                  <c:v>50.47133106</c:v>
                </c:pt>
                <c:pt idx="2886">
                  <c:v>50.47091675</c:v>
                </c:pt>
                <c:pt idx="2887">
                  <c:v>50.47044657</c:v>
                </c:pt>
                <c:pt idx="2888">
                  <c:v>50.46998105</c:v>
                </c:pt>
                <c:pt idx="2889">
                  <c:v>50.46958923</c:v>
                </c:pt>
                <c:pt idx="2890">
                  <c:v>50.46908569</c:v>
                </c:pt>
                <c:pt idx="2891">
                  <c:v>50.46867371</c:v>
                </c:pt>
                <c:pt idx="2892">
                  <c:v>50.46821594</c:v>
                </c:pt>
                <c:pt idx="2893">
                  <c:v>50.46769999</c:v>
                </c:pt>
                <c:pt idx="2894">
                  <c:v>50.46725464</c:v>
                </c:pt>
                <c:pt idx="2895">
                  <c:v>50.46679688</c:v>
                </c:pt>
                <c:pt idx="2896">
                  <c:v>50.46625687</c:v>
                </c:pt>
                <c:pt idx="2897">
                  <c:v>50.46574479</c:v>
                </c:pt>
                <c:pt idx="2898">
                  <c:v>50.46527927</c:v>
                </c:pt>
                <c:pt idx="2899">
                  <c:v>50.46505737</c:v>
                </c:pt>
                <c:pt idx="2900">
                  <c:v>50.46453444</c:v>
                </c:pt>
                <c:pt idx="2901">
                  <c:v>50.46402236</c:v>
                </c:pt>
                <c:pt idx="2902">
                  <c:v>50.46359253</c:v>
                </c:pt>
                <c:pt idx="2903">
                  <c:v>50.46309132</c:v>
                </c:pt>
                <c:pt idx="2904">
                  <c:v>50.46263123</c:v>
                </c:pt>
                <c:pt idx="2905">
                  <c:v>50.46206717</c:v>
                </c:pt>
                <c:pt idx="2906">
                  <c:v>50.46178785</c:v>
                </c:pt>
                <c:pt idx="2907">
                  <c:v>50.459693</c:v>
                </c:pt>
                <c:pt idx="2908">
                  <c:v>50.45928955</c:v>
                </c:pt>
                <c:pt idx="2909">
                  <c:v>50.45832825</c:v>
                </c:pt>
                <c:pt idx="2910">
                  <c:v>50.45787048</c:v>
                </c:pt>
                <c:pt idx="2911">
                  <c:v>50.4574585</c:v>
                </c:pt>
                <c:pt idx="2912">
                  <c:v>50.4564809</c:v>
                </c:pt>
                <c:pt idx="2913">
                  <c:v>50.45622253</c:v>
                </c:pt>
                <c:pt idx="2914">
                  <c:v>50.45513088</c:v>
                </c:pt>
                <c:pt idx="2915">
                  <c:v>50.45275672</c:v>
                </c:pt>
                <c:pt idx="2916">
                  <c:v>50.45224465</c:v>
                </c:pt>
                <c:pt idx="2917">
                  <c:v>50.45201111</c:v>
                </c:pt>
                <c:pt idx="2918">
                  <c:v>50.45159291</c:v>
                </c:pt>
                <c:pt idx="2919">
                  <c:v>50.4513136</c:v>
                </c:pt>
                <c:pt idx="2920">
                  <c:v>50.44940186</c:v>
                </c:pt>
                <c:pt idx="2921">
                  <c:v>50.4491722</c:v>
                </c:pt>
                <c:pt idx="2922">
                  <c:v>50.44857788</c:v>
                </c:pt>
                <c:pt idx="2923">
                  <c:v>50.44814805</c:v>
                </c:pt>
                <c:pt idx="2924">
                  <c:v>50.44770813</c:v>
                </c:pt>
                <c:pt idx="2925">
                  <c:v>50.44725037</c:v>
                </c:pt>
                <c:pt idx="2926">
                  <c:v>50.44560242</c:v>
                </c:pt>
                <c:pt idx="2927">
                  <c:v>50.44488939</c:v>
                </c:pt>
                <c:pt idx="2928">
                  <c:v>50.44442387</c:v>
                </c:pt>
                <c:pt idx="2929">
                  <c:v>50.44405145</c:v>
                </c:pt>
                <c:pt idx="2930">
                  <c:v>50.44316696</c:v>
                </c:pt>
                <c:pt idx="2931">
                  <c:v>50.44270144</c:v>
                </c:pt>
                <c:pt idx="2932">
                  <c:v>50.44223591</c:v>
                </c:pt>
                <c:pt idx="2933">
                  <c:v>50.44181694</c:v>
                </c:pt>
                <c:pt idx="2934">
                  <c:v>50.44139797</c:v>
                </c:pt>
                <c:pt idx="2935">
                  <c:v>50.44093245</c:v>
                </c:pt>
                <c:pt idx="2936">
                  <c:v>50.44042038</c:v>
                </c:pt>
                <c:pt idx="2937">
                  <c:v>50.43995485</c:v>
                </c:pt>
                <c:pt idx="2938">
                  <c:v>50.43948933</c:v>
                </c:pt>
                <c:pt idx="2939">
                  <c:v>50.43891907</c:v>
                </c:pt>
                <c:pt idx="2940">
                  <c:v>50.4384613</c:v>
                </c:pt>
                <c:pt idx="2941">
                  <c:v>50.43804621</c:v>
                </c:pt>
                <c:pt idx="2942">
                  <c:v>50.43758069</c:v>
                </c:pt>
                <c:pt idx="2943">
                  <c:v>50.43655654</c:v>
                </c:pt>
                <c:pt idx="2944">
                  <c:v>50.43630981</c:v>
                </c:pt>
                <c:pt idx="2945">
                  <c:v>50.43609102</c:v>
                </c:pt>
                <c:pt idx="2946">
                  <c:v>50.43534851</c:v>
                </c:pt>
                <c:pt idx="2947">
                  <c:v>50.43489075</c:v>
                </c:pt>
                <c:pt idx="2948">
                  <c:v>50.43443298</c:v>
                </c:pt>
                <c:pt idx="2949">
                  <c:v>50.43380996</c:v>
                </c:pt>
                <c:pt idx="2950">
                  <c:v>50.43334444</c:v>
                </c:pt>
                <c:pt idx="2951">
                  <c:v>50.43296814</c:v>
                </c:pt>
                <c:pt idx="2952">
                  <c:v>50.4325065</c:v>
                </c:pt>
                <c:pt idx="2953">
                  <c:v>50.43154907</c:v>
                </c:pt>
                <c:pt idx="2954">
                  <c:v>50.43136597</c:v>
                </c:pt>
                <c:pt idx="2955">
                  <c:v>50.43064441</c:v>
                </c:pt>
                <c:pt idx="2956">
                  <c:v>50.43022156</c:v>
                </c:pt>
                <c:pt idx="2957">
                  <c:v>50.42980647</c:v>
                </c:pt>
                <c:pt idx="2958">
                  <c:v>50.4293875</c:v>
                </c:pt>
                <c:pt idx="2959">
                  <c:v>50.4289856</c:v>
                </c:pt>
                <c:pt idx="2960">
                  <c:v>50.42854956</c:v>
                </c:pt>
                <c:pt idx="2961">
                  <c:v>50.42788696</c:v>
                </c:pt>
                <c:pt idx="2962">
                  <c:v>50.42765808</c:v>
                </c:pt>
                <c:pt idx="2963">
                  <c:v>50.42705988</c:v>
                </c:pt>
                <c:pt idx="2964">
                  <c:v>50.426651</c:v>
                </c:pt>
                <c:pt idx="2965">
                  <c:v>50.42614746</c:v>
                </c:pt>
                <c:pt idx="2966">
                  <c:v>50.42573547</c:v>
                </c:pt>
                <c:pt idx="2967">
                  <c:v>50.42524435</c:v>
                </c:pt>
                <c:pt idx="2968">
                  <c:v>50.42431641</c:v>
                </c:pt>
                <c:pt idx="2969">
                  <c:v>50.42408054</c:v>
                </c:pt>
                <c:pt idx="2970">
                  <c:v>50.42282363</c:v>
                </c:pt>
                <c:pt idx="2971">
                  <c:v>50.42193914</c:v>
                </c:pt>
                <c:pt idx="2972">
                  <c:v>50.4214325</c:v>
                </c:pt>
                <c:pt idx="2973">
                  <c:v>50.42097473</c:v>
                </c:pt>
                <c:pt idx="2974">
                  <c:v>50.42051697</c:v>
                </c:pt>
                <c:pt idx="2975">
                  <c:v>50.42021671</c:v>
                </c:pt>
                <c:pt idx="2976">
                  <c:v>50.41964722</c:v>
                </c:pt>
                <c:pt idx="2977">
                  <c:v>50.41909945</c:v>
                </c:pt>
                <c:pt idx="2978">
                  <c:v>50.41868048</c:v>
                </c:pt>
                <c:pt idx="2979">
                  <c:v>50.41821496</c:v>
                </c:pt>
                <c:pt idx="2980">
                  <c:v>50.41781616</c:v>
                </c:pt>
                <c:pt idx="2981">
                  <c:v>50.41728391</c:v>
                </c:pt>
                <c:pt idx="2982">
                  <c:v>50.41671753</c:v>
                </c:pt>
                <c:pt idx="2983">
                  <c:v>50.41653442</c:v>
                </c:pt>
                <c:pt idx="2984">
                  <c:v>50.41532872</c:v>
                </c:pt>
                <c:pt idx="2985">
                  <c:v>50.41488647</c:v>
                </c:pt>
                <c:pt idx="2986">
                  <c:v>50.41392517</c:v>
                </c:pt>
                <c:pt idx="2987">
                  <c:v>50.41351318</c:v>
                </c:pt>
                <c:pt idx="2988">
                  <c:v>50.41328042</c:v>
                </c:pt>
                <c:pt idx="2989">
                  <c:v>50.41227722</c:v>
                </c:pt>
                <c:pt idx="2990">
                  <c:v>50.41123212</c:v>
                </c:pt>
                <c:pt idx="2991">
                  <c:v>50.41026306</c:v>
                </c:pt>
                <c:pt idx="2992">
                  <c:v>50.41003418</c:v>
                </c:pt>
                <c:pt idx="2993">
                  <c:v>50.40941659</c:v>
                </c:pt>
                <c:pt idx="2994">
                  <c:v>50.40856934</c:v>
                </c:pt>
                <c:pt idx="2995">
                  <c:v>50.40792847</c:v>
                </c:pt>
                <c:pt idx="2996">
                  <c:v>50.40765381</c:v>
                </c:pt>
                <c:pt idx="2997">
                  <c:v>50.40646362</c:v>
                </c:pt>
                <c:pt idx="2998">
                  <c:v>50.40606483</c:v>
                </c:pt>
                <c:pt idx="2999">
                  <c:v>50.40504456</c:v>
                </c:pt>
                <c:pt idx="3000">
                  <c:v>50.40486145</c:v>
                </c:pt>
                <c:pt idx="3001">
                  <c:v>50.40412903</c:v>
                </c:pt>
                <c:pt idx="3002">
                  <c:v>50.4033648</c:v>
                </c:pt>
                <c:pt idx="3003">
                  <c:v>50.4024353</c:v>
                </c:pt>
                <c:pt idx="3004">
                  <c:v>50.40145615</c:v>
                </c:pt>
                <c:pt idx="3005">
                  <c:v>50.40126995</c:v>
                </c:pt>
                <c:pt idx="3006">
                  <c:v>50.40038545</c:v>
                </c:pt>
                <c:pt idx="3007">
                  <c:v>50.39996338</c:v>
                </c:pt>
                <c:pt idx="3008">
                  <c:v>50.39973372</c:v>
                </c:pt>
                <c:pt idx="3009">
                  <c:v>50.39903544</c:v>
                </c:pt>
                <c:pt idx="3010">
                  <c:v>50.39863586</c:v>
                </c:pt>
                <c:pt idx="3011">
                  <c:v>50.39815095</c:v>
                </c:pt>
                <c:pt idx="3012">
                  <c:v>50.39791818</c:v>
                </c:pt>
                <c:pt idx="3013">
                  <c:v>50.39749921</c:v>
                </c:pt>
                <c:pt idx="3014">
                  <c:v>50.39648438</c:v>
                </c:pt>
                <c:pt idx="3015">
                  <c:v>50.39607239</c:v>
                </c:pt>
                <c:pt idx="3016">
                  <c:v>50.39575195</c:v>
                </c:pt>
                <c:pt idx="3017">
                  <c:v>50.39533997</c:v>
                </c:pt>
                <c:pt idx="3018">
                  <c:v>50.39447021</c:v>
                </c:pt>
                <c:pt idx="3019">
                  <c:v>50.39424133</c:v>
                </c:pt>
                <c:pt idx="3020">
                  <c:v>50.394104</c:v>
                </c:pt>
                <c:pt idx="3021">
                  <c:v>50.39386814</c:v>
                </c:pt>
                <c:pt idx="3022">
                  <c:v>50.39382159</c:v>
                </c:pt>
                <c:pt idx="3023">
                  <c:v>50.39341736</c:v>
                </c:pt>
                <c:pt idx="3024">
                  <c:v>50.39316986</c:v>
                </c:pt>
                <c:pt idx="3025">
                  <c:v>50.3931233</c:v>
                </c:pt>
                <c:pt idx="3026">
                  <c:v>50.39305115</c:v>
                </c:pt>
                <c:pt idx="3027">
                  <c:v>50.39286804</c:v>
                </c:pt>
                <c:pt idx="3028">
                  <c:v>50.39277649</c:v>
                </c:pt>
                <c:pt idx="3029">
                  <c:v>50.39270433</c:v>
                </c:pt>
                <c:pt idx="3030">
                  <c:v>50.39261123</c:v>
                </c:pt>
                <c:pt idx="3031">
                  <c:v>50.39261123</c:v>
                </c:pt>
                <c:pt idx="3032">
                  <c:v>50.39250183</c:v>
                </c:pt>
                <c:pt idx="3033">
                  <c:v>50.39250183</c:v>
                </c:pt>
                <c:pt idx="3034">
                  <c:v>50.3923645</c:v>
                </c:pt>
                <c:pt idx="3035">
                  <c:v>50.39227295</c:v>
                </c:pt>
                <c:pt idx="3036">
                  <c:v>50.39223881</c:v>
                </c:pt>
                <c:pt idx="3037">
                  <c:v>50.3921814</c:v>
                </c:pt>
                <c:pt idx="3038">
                  <c:v>50.39209915</c:v>
                </c:pt>
                <c:pt idx="3039">
                  <c:v>50.39204407</c:v>
                </c:pt>
                <c:pt idx="3040">
                  <c:v>50.39200605</c:v>
                </c:pt>
                <c:pt idx="3041">
                  <c:v>50.3919595</c:v>
                </c:pt>
                <c:pt idx="3042">
                  <c:v>50.39191295</c:v>
                </c:pt>
                <c:pt idx="3043">
                  <c:v>50.39191295</c:v>
                </c:pt>
                <c:pt idx="3044">
                  <c:v>50.39181519</c:v>
                </c:pt>
                <c:pt idx="3045">
                  <c:v>50.39168018</c:v>
                </c:pt>
                <c:pt idx="3046">
                  <c:v>50.39163208</c:v>
                </c:pt>
                <c:pt idx="3047">
                  <c:v>50.39163363</c:v>
                </c:pt>
                <c:pt idx="3048">
                  <c:v>50.39149398</c:v>
                </c:pt>
                <c:pt idx="3049">
                  <c:v>50.39149475</c:v>
                </c:pt>
                <c:pt idx="3050">
                  <c:v>50.39135742</c:v>
                </c:pt>
                <c:pt idx="3051">
                  <c:v>50.39135742</c:v>
                </c:pt>
                <c:pt idx="3052">
                  <c:v>50.39121466</c:v>
                </c:pt>
                <c:pt idx="3053">
                  <c:v>50.39116811</c:v>
                </c:pt>
                <c:pt idx="3054">
                  <c:v>50.39112156</c:v>
                </c:pt>
                <c:pt idx="3055">
                  <c:v>50.391075</c:v>
                </c:pt>
                <c:pt idx="3056">
                  <c:v>50.39102845</c:v>
                </c:pt>
                <c:pt idx="3057">
                  <c:v>50.3909819</c:v>
                </c:pt>
                <c:pt idx="3058">
                  <c:v>50.39093535</c:v>
                </c:pt>
                <c:pt idx="3059">
                  <c:v>50.3908888</c:v>
                </c:pt>
                <c:pt idx="3060">
                  <c:v>50.39080811</c:v>
                </c:pt>
                <c:pt idx="3061">
                  <c:v>50.39076233</c:v>
                </c:pt>
                <c:pt idx="3062">
                  <c:v>50.39074914</c:v>
                </c:pt>
                <c:pt idx="3063">
                  <c:v>50.39070259</c:v>
                </c:pt>
                <c:pt idx="3064">
                  <c:v>50.39060948</c:v>
                </c:pt>
                <c:pt idx="3065">
                  <c:v>50.39053345</c:v>
                </c:pt>
                <c:pt idx="3066">
                  <c:v>50.39051638</c:v>
                </c:pt>
                <c:pt idx="3067">
                  <c:v>50.39046983</c:v>
                </c:pt>
                <c:pt idx="3068">
                  <c:v>50.39030457</c:v>
                </c:pt>
                <c:pt idx="3069">
                  <c:v>50.39019051</c:v>
                </c:pt>
                <c:pt idx="3070">
                  <c:v>50.39009741</c:v>
                </c:pt>
                <c:pt idx="3071">
                  <c:v>50.38993835</c:v>
                </c:pt>
                <c:pt idx="3072">
                  <c:v>50.38961792</c:v>
                </c:pt>
                <c:pt idx="3073">
                  <c:v>50.38939912</c:v>
                </c:pt>
                <c:pt idx="3074">
                  <c:v>50.38916636</c:v>
                </c:pt>
                <c:pt idx="3075">
                  <c:v>50.38898015</c:v>
                </c:pt>
                <c:pt idx="3076">
                  <c:v>50.38870084</c:v>
                </c:pt>
                <c:pt idx="3077">
                  <c:v>50.38861084</c:v>
                </c:pt>
                <c:pt idx="3078">
                  <c:v>50.38814221</c:v>
                </c:pt>
                <c:pt idx="3079">
                  <c:v>50.38753703</c:v>
                </c:pt>
                <c:pt idx="3080">
                  <c:v>50.38716462</c:v>
                </c:pt>
                <c:pt idx="3081">
                  <c:v>50.38665254</c:v>
                </c:pt>
                <c:pt idx="3082">
                  <c:v>50.38595426</c:v>
                </c:pt>
                <c:pt idx="3083">
                  <c:v>50.38558184</c:v>
                </c:pt>
                <c:pt idx="3084">
                  <c:v>50.38511632</c:v>
                </c:pt>
                <c:pt idx="3085">
                  <c:v>50.38476563</c:v>
                </c:pt>
                <c:pt idx="3086">
                  <c:v>50.38389587</c:v>
                </c:pt>
                <c:pt idx="3087">
                  <c:v>50.38357544</c:v>
                </c:pt>
                <c:pt idx="3088">
                  <c:v>50.38311457</c:v>
                </c:pt>
                <c:pt idx="3089">
                  <c:v>50.38275146</c:v>
                </c:pt>
                <c:pt idx="3090">
                  <c:v>50.38233948</c:v>
                </c:pt>
                <c:pt idx="3091">
                  <c:v>50.38185766</c:v>
                </c:pt>
                <c:pt idx="3092">
                  <c:v>50.38142395</c:v>
                </c:pt>
                <c:pt idx="3093">
                  <c:v>50.38060075</c:v>
                </c:pt>
                <c:pt idx="3094">
                  <c:v>50.37973022</c:v>
                </c:pt>
                <c:pt idx="3095">
                  <c:v>50.37913513</c:v>
                </c:pt>
                <c:pt idx="3096">
                  <c:v>50.37873866</c:v>
                </c:pt>
                <c:pt idx="3097">
                  <c:v>50.37822659</c:v>
                </c:pt>
                <c:pt idx="3098">
                  <c:v>50.37785339</c:v>
                </c:pt>
                <c:pt idx="3099">
                  <c:v>50.37744141</c:v>
                </c:pt>
                <c:pt idx="3100">
                  <c:v>50.37702942</c:v>
                </c:pt>
                <c:pt idx="3101">
                  <c:v>50.37664381</c:v>
                </c:pt>
                <c:pt idx="3102">
                  <c:v>50.37631795</c:v>
                </c:pt>
                <c:pt idx="3103">
                  <c:v>50.37565613</c:v>
                </c:pt>
                <c:pt idx="3104">
                  <c:v>50.37543345</c:v>
                </c:pt>
                <c:pt idx="3105">
                  <c:v>50.37482827</c:v>
                </c:pt>
                <c:pt idx="3106">
                  <c:v>50.37414551</c:v>
                </c:pt>
                <c:pt idx="3107">
                  <c:v>50.37373352</c:v>
                </c:pt>
                <c:pt idx="3108">
                  <c:v>50.3732455</c:v>
                </c:pt>
                <c:pt idx="3109">
                  <c:v>50.37281799</c:v>
                </c:pt>
                <c:pt idx="3110">
                  <c:v>50.37245411</c:v>
                </c:pt>
                <c:pt idx="3111">
                  <c:v>50.37199402</c:v>
                </c:pt>
                <c:pt idx="3112">
                  <c:v>50.37153625</c:v>
                </c:pt>
                <c:pt idx="3113">
                  <c:v>50.37107849</c:v>
                </c:pt>
                <c:pt idx="3114">
                  <c:v>50.37073168</c:v>
                </c:pt>
                <c:pt idx="3115">
                  <c:v>50.37045236</c:v>
                </c:pt>
                <c:pt idx="3116">
                  <c:v>50.36966098</c:v>
                </c:pt>
                <c:pt idx="3117">
                  <c:v>50.36856079</c:v>
                </c:pt>
                <c:pt idx="3118">
                  <c:v>50.3681488</c:v>
                </c:pt>
                <c:pt idx="3119">
                  <c:v>50.36793854</c:v>
                </c:pt>
                <c:pt idx="3120">
                  <c:v>50.36691439</c:v>
                </c:pt>
                <c:pt idx="3121">
                  <c:v>50.36649542</c:v>
                </c:pt>
                <c:pt idx="3122">
                  <c:v>50.36616956</c:v>
                </c:pt>
                <c:pt idx="3123">
                  <c:v>50.36572266</c:v>
                </c:pt>
                <c:pt idx="3124">
                  <c:v>50.36531067</c:v>
                </c:pt>
                <c:pt idx="3125">
                  <c:v>50.36489868</c:v>
                </c:pt>
                <c:pt idx="3126">
                  <c:v>50.36435402</c:v>
                </c:pt>
                <c:pt idx="3127">
                  <c:v>50.3638885</c:v>
                </c:pt>
                <c:pt idx="3128">
                  <c:v>50.36356263</c:v>
                </c:pt>
                <c:pt idx="3129">
                  <c:v>50.36315918</c:v>
                </c:pt>
                <c:pt idx="3130">
                  <c:v>50.36274719</c:v>
                </c:pt>
                <c:pt idx="3131">
                  <c:v>50.36235227</c:v>
                </c:pt>
                <c:pt idx="3132">
                  <c:v>50.36188675</c:v>
                </c:pt>
                <c:pt idx="3133">
                  <c:v>50.36142123</c:v>
                </c:pt>
                <c:pt idx="3134">
                  <c:v>50.36118847</c:v>
                </c:pt>
                <c:pt idx="3135">
                  <c:v>50.36077881</c:v>
                </c:pt>
                <c:pt idx="3136">
                  <c:v>50.36018372</c:v>
                </c:pt>
                <c:pt idx="3137">
                  <c:v>50.35937293</c:v>
                </c:pt>
                <c:pt idx="3138">
                  <c:v>50.35895396</c:v>
                </c:pt>
                <c:pt idx="3139">
                  <c:v>50.35858154</c:v>
                </c:pt>
                <c:pt idx="3140">
                  <c:v>50.35820913</c:v>
                </c:pt>
                <c:pt idx="3141">
                  <c:v>50.3577436</c:v>
                </c:pt>
                <c:pt idx="3142">
                  <c:v>50.35732463</c:v>
                </c:pt>
                <c:pt idx="3143">
                  <c:v>50.3571167</c:v>
                </c:pt>
                <c:pt idx="3144">
                  <c:v>50.35653324</c:v>
                </c:pt>
                <c:pt idx="3145">
                  <c:v>50.35620738</c:v>
                </c:pt>
                <c:pt idx="3146">
                  <c:v>50.3556953</c:v>
                </c:pt>
                <c:pt idx="3147">
                  <c:v>50.35527633</c:v>
                </c:pt>
                <c:pt idx="3148">
                  <c:v>50.35487366</c:v>
                </c:pt>
                <c:pt idx="3149">
                  <c:v>50.35439184</c:v>
                </c:pt>
                <c:pt idx="3150">
                  <c:v>50.35406598</c:v>
                </c:pt>
                <c:pt idx="3151">
                  <c:v>50.35359192</c:v>
                </c:pt>
                <c:pt idx="3152">
                  <c:v>50.35318148</c:v>
                </c:pt>
                <c:pt idx="3153">
                  <c:v>50.35276251</c:v>
                </c:pt>
                <c:pt idx="3154">
                  <c:v>50.35235596</c:v>
                </c:pt>
                <c:pt idx="3155">
                  <c:v>50.35187802</c:v>
                </c:pt>
                <c:pt idx="3156">
                  <c:v>50.35145905</c:v>
                </c:pt>
                <c:pt idx="3157">
                  <c:v>50.35122629</c:v>
                </c:pt>
                <c:pt idx="3158">
                  <c:v>50.35076077</c:v>
                </c:pt>
                <c:pt idx="3159">
                  <c:v>50.3503418</c:v>
                </c:pt>
                <c:pt idx="3160">
                  <c:v>50.34982972</c:v>
                </c:pt>
                <c:pt idx="3161">
                  <c:v>50.34938049</c:v>
                </c:pt>
                <c:pt idx="3162">
                  <c:v>50.34896851</c:v>
                </c:pt>
                <c:pt idx="3163">
                  <c:v>50.34857281</c:v>
                </c:pt>
                <c:pt idx="3164">
                  <c:v>50.34814453</c:v>
                </c:pt>
                <c:pt idx="3165">
                  <c:v>50.34773254</c:v>
                </c:pt>
                <c:pt idx="3166">
                  <c:v>50.34726935</c:v>
                </c:pt>
                <c:pt idx="3167">
                  <c:v>50.34690857</c:v>
                </c:pt>
                <c:pt idx="3168">
                  <c:v>50.34672546</c:v>
                </c:pt>
                <c:pt idx="3169">
                  <c:v>50.34605899</c:v>
                </c:pt>
                <c:pt idx="3170">
                  <c:v>50.34559347</c:v>
                </c:pt>
                <c:pt idx="3171">
                  <c:v>50.34521484</c:v>
                </c:pt>
                <c:pt idx="3172">
                  <c:v>50.34480286</c:v>
                </c:pt>
                <c:pt idx="3173">
                  <c:v>50.34438311</c:v>
                </c:pt>
                <c:pt idx="3174">
                  <c:v>50.34397888</c:v>
                </c:pt>
                <c:pt idx="3175">
                  <c:v>50.34359172</c:v>
                </c:pt>
                <c:pt idx="3176">
                  <c:v>50.34310913</c:v>
                </c:pt>
                <c:pt idx="3177">
                  <c:v>50.34266068</c:v>
                </c:pt>
                <c:pt idx="3178">
                  <c:v>50.34224171</c:v>
                </c:pt>
                <c:pt idx="3179">
                  <c:v>50.34169006</c:v>
                </c:pt>
                <c:pt idx="3180">
                  <c:v>50.34118652</c:v>
                </c:pt>
                <c:pt idx="3181">
                  <c:v>50.34075204</c:v>
                </c:pt>
                <c:pt idx="3182">
                  <c:v>50.340271</c:v>
                </c:pt>
                <c:pt idx="3183">
                  <c:v>50.33976746</c:v>
                </c:pt>
                <c:pt idx="3184">
                  <c:v>50.33907616</c:v>
                </c:pt>
                <c:pt idx="3185">
                  <c:v>50.33857727</c:v>
                </c:pt>
                <c:pt idx="3186">
                  <c:v>50.33834839</c:v>
                </c:pt>
                <c:pt idx="3187">
                  <c:v>50.3368882</c:v>
                </c:pt>
                <c:pt idx="3188">
                  <c:v>50.33638</c:v>
                </c:pt>
                <c:pt idx="3189">
                  <c:v>50.33586405</c:v>
                </c:pt>
                <c:pt idx="3190">
                  <c:v>50.3352356</c:v>
                </c:pt>
                <c:pt idx="3191">
                  <c:v>50.3346405</c:v>
                </c:pt>
                <c:pt idx="3192">
                  <c:v>50.33409507</c:v>
                </c:pt>
                <c:pt idx="3193">
                  <c:v>50.33349609</c:v>
                </c:pt>
                <c:pt idx="3194">
                  <c:v>50.33262634</c:v>
                </c:pt>
                <c:pt idx="3195">
                  <c:v>50.33227953</c:v>
                </c:pt>
                <c:pt idx="3196">
                  <c:v>50.3316278</c:v>
                </c:pt>
                <c:pt idx="3197">
                  <c:v>50.33097839</c:v>
                </c:pt>
                <c:pt idx="3198">
                  <c:v>50.33010864</c:v>
                </c:pt>
                <c:pt idx="3199">
                  <c:v>50.329422</c:v>
                </c:pt>
                <c:pt idx="3200">
                  <c:v>50.32868958</c:v>
                </c:pt>
                <c:pt idx="3201">
                  <c:v>50.32804871</c:v>
                </c:pt>
                <c:pt idx="3202">
                  <c:v>50.32767086</c:v>
                </c:pt>
                <c:pt idx="3203">
                  <c:v>50.32697257</c:v>
                </c:pt>
                <c:pt idx="3204">
                  <c:v>50.32627429</c:v>
                </c:pt>
                <c:pt idx="3205">
                  <c:v>50.32534325</c:v>
                </c:pt>
                <c:pt idx="3206">
                  <c:v>50.32475281</c:v>
                </c:pt>
                <c:pt idx="3207">
                  <c:v>50.32429504</c:v>
                </c:pt>
                <c:pt idx="3208">
                  <c:v>50.32333374</c:v>
                </c:pt>
                <c:pt idx="3209">
                  <c:v>50.32273632</c:v>
                </c:pt>
                <c:pt idx="3210">
                  <c:v>50.32208459</c:v>
                </c:pt>
                <c:pt idx="3211">
                  <c:v>50.32168579</c:v>
                </c:pt>
                <c:pt idx="3212">
                  <c:v>50.32092078</c:v>
                </c:pt>
                <c:pt idx="3213">
                  <c:v>50.32026905</c:v>
                </c:pt>
                <c:pt idx="3214">
                  <c:v>50.31962585</c:v>
                </c:pt>
                <c:pt idx="3215">
                  <c:v>50.31887248</c:v>
                </c:pt>
                <c:pt idx="3216">
                  <c:v>50.31836041</c:v>
                </c:pt>
                <c:pt idx="3217">
                  <c:v>50.31770325</c:v>
                </c:pt>
                <c:pt idx="3218">
                  <c:v>50.31668453</c:v>
                </c:pt>
                <c:pt idx="3219">
                  <c:v>50.31617245</c:v>
                </c:pt>
                <c:pt idx="3220">
                  <c:v>50.31542762</c:v>
                </c:pt>
                <c:pt idx="3221">
                  <c:v>50.31509399</c:v>
                </c:pt>
                <c:pt idx="3222">
                  <c:v>50.31408691</c:v>
                </c:pt>
                <c:pt idx="3223">
                  <c:v>50.31344604</c:v>
                </c:pt>
                <c:pt idx="3224">
                  <c:v>50.3127594</c:v>
                </c:pt>
                <c:pt idx="3225">
                  <c:v>50.31239319</c:v>
                </c:pt>
                <c:pt idx="3226">
                  <c:v>50.31147068</c:v>
                </c:pt>
                <c:pt idx="3227">
                  <c:v>50.31088257</c:v>
                </c:pt>
                <c:pt idx="3228">
                  <c:v>50.31012066</c:v>
                </c:pt>
                <c:pt idx="3229">
                  <c:v>50.30942238</c:v>
                </c:pt>
                <c:pt idx="3230">
                  <c:v>50.30882263</c:v>
                </c:pt>
                <c:pt idx="3231">
                  <c:v>50.30831909</c:v>
                </c:pt>
                <c:pt idx="3232">
                  <c:v>50.30758667</c:v>
                </c:pt>
                <c:pt idx="3233">
                  <c:v>50.30686201</c:v>
                </c:pt>
                <c:pt idx="3234">
                  <c:v>50.30634993</c:v>
                </c:pt>
                <c:pt idx="3235">
                  <c:v>50.30551199</c:v>
                </c:pt>
                <c:pt idx="3236">
                  <c:v>50.30493164</c:v>
                </c:pt>
                <c:pt idx="3237">
                  <c:v>50.30434819</c:v>
                </c:pt>
                <c:pt idx="3238">
                  <c:v>50.30236816</c:v>
                </c:pt>
                <c:pt idx="3239">
                  <c:v>50.30172729</c:v>
                </c:pt>
                <c:pt idx="3240">
                  <c:v>50.30108953</c:v>
                </c:pt>
                <c:pt idx="3241">
                  <c:v>50.29978607</c:v>
                </c:pt>
                <c:pt idx="3242">
                  <c:v>50.29911804</c:v>
                </c:pt>
                <c:pt idx="3243">
                  <c:v>50.29852916</c:v>
                </c:pt>
                <c:pt idx="3244">
                  <c:v>50.29773777</c:v>
                </c:pt>
                <c:pt idx="3245">
                  <c:v>50.29742432</c:v>
                </c:pt>
                <c:pt idx="3246">
                  <c:v>50.29638775</c:v>
                </c:pt>
                <c:pt idx="3247">
                  <c:v>50.29582214</c:v>
                </c:pt>
                <c:pt idx="3248">
                  <c:v>50.29452566</c:v>
                </c:pt>
                <c:pt idx="3249">
                  <c:v>50.29394531</c:v>
                </c:pt>
                <c:pt idx="3250">
                  <c:v>50.2932222</c:v>
                </c:pt>
                <c:pt idx="3251">
                  <c:v>50.29257202</c:v>
                </c:pt>
                <c:pt idx="3252">
                  <c:v>50.29196529</c:v>
                </c:pt>
                <c:pt idx="3253">
                  <c:v>50.29133606</c:v>
                </c:pt>
                <c:pt idx="3254">
                  <c:v>50.29064941</c:v>
                </c:pt>
                <c:pt idx="3255">
                  <c:v>50.28982544</c:v>
                </c:pt>
                <c:pt idx="3256">
                  <c:v>50.28917216</c:v>
                </c:pt>
                <c:pt idx="3257">
                  <c:v>50.28845215</c:v>
                </c:pt>
                <c:pt idx="3258">
                  <c:v>50.28753662</c:v>
                </c:pt>
                <c:pt idx="3259">
                  <c:v>50.28671265</c:v>
                </c:pt>
                <c:pt idx="3260">
                  <c:v>50.2858429</c:v>
                </c:pt>
                <c:pt idx="3261">
                  <c:v>50.28483582</c:v>
                </c:pt>
                <c:pt idx="3262">
                  <c:v>50.28373718</c:v>
                </c:pt>
                <c:pt idx="3263">
                  <c:v>50.28321347</c:v>
                </c:pt>
                <c:pt idx="3264">
                  <c:v>50.28208923</c:v>
                </c:pt>
                <c:pt idx="3265">
                  <c:v>50.28126526</c:v>
                </c:pt>
                <c:pt idx="3266">
                  <c:v>50.28025818</c:v>
                </c:pt>
                <c:pt idx="3267">
                  <c:v>50.27915955</c:v>
                </c:pt>
                <c:pt idx="3268">
                  <c:v>50.27818583</c:v>
                </c:pt>
                <c:pt idx="3269">
                  <c:v>50.27664185</c:v>
                </c:pt>
                <c:pt idx="3270">
                  <c:v>50.27581787</c:v>
                </c:pt>
                <c:pt idx="3271">
                  <c:v>50.27462769</c:v>
                </c:pt>
                <c:pt idx="3272">
                  <c:v>50.27357483</c:v>
                </c:pt>
                <c:pt idx="3273">
                  <c:v>50.27306508</c:v>
                </c:pt>
                <c:pt idx="3274">
                  <c:v>50.27133179</c:v>
                </c:pt>
                <c:pt idx="3275">
                  <c:v>50.27083057</c:v>
                </c:pt>
                <c:pt idx="3276">
                  <c:v>50.26929435</c:v>
                </c:pt>
                <c:pt idx="3277">
                  <c:v>50.26821899</c:v>
                </c:pt>
                <c:pt idx="3278">
                  <c:v>50.26705984</c:v>
                </c:pt>
                <c:pt idx="3279">
                  <c:v>50.26611328</c:v>
                </c:pt>
                <c:pt idx="3280">
                  <c:v>50.26543052</c:v>
                </c:pt>
                <c:pt idx="3281">
                  <c:v>50.26394084</c:v>
                </c:pt>
                <c:pt idx="3282">
                  <c:v>50.26287014</c:v>
                </c:pt>
                <c:pt idx="3283">
                  <c:v>50.26198565</c:v>
                </c:pt>
                <c:pt idx="3284">
                  <c:v>50.26094055</c:v>
                </c:pt>
                <c:pt idx="3285">
                  <c:v>50.25993735</c:v>
                </c:pt>
                <c:pt idx="3286">
                  <c:v>50.25863389</c:v>
                </c:pt>
                <c:pt idx="3287">
                  <c:v>50.2575531</c:v>
                </c:pt>
                <c:pt idx="3288">
                  <c:v>50.25645447</c:v>
                </c:pt>
                <c:pt idx="3289">
                  <c:v>50.25523558</c:v>
                </c:pt>
                <c:pt idx="3290">
                  <c:v>50.25421143</c:v>
                </c:pt>
                <c:pt idx="3291">
                  <c:v>50.25306702</c:v>
                </c:pt>
                <c:pt idx="3292">
                  <c:v>50.25188381</c:v>
                </c:pt>
                <c:pt idx="3293">
                  <c:v>50.25082397</c:v>
                </c:pt>
                <c:pt idx="3294">
                  <c:v>50.24963379</c:v>
                </c:pt>
                <c:pt idx="3295">
                  <c:v>50.2484436</c:v>
                </c:pt>
                <c:pt idx="3296">
                  <c:v>50.24711609</c:v>
                </c:pt>
                <c:pt idx="3297">
                  <c:v>50.24601823</c:v>
                </c:pt>
                <c:pt idx="3298">
                  <c:v>50.24464417</c:v>
                </c:pt>
                <c:pt idx="3299">
                  <c:v>50.24327087</c:v>
                </c:pt>
                <c:pt idx="3300">
                  <c:v>50.24266647</c:v>
                </c:pt>
                <c:pt idx="3301">
                  <c:v>50.2411768</c:v>
                </c:pt>
                <c:pt idx="3302">
                  <c:v>50.23991989</c:v>
                </c:pt>
                <c:pt idx="3303">
                  <c:v>50.23864746</c:v>
                </c:pt>
                <c:pt idx="3304">
                  <c:v>50.2374115</c:v>
                </c:pt>
                <c:pt idx="3305">
                  <c:v>50.23577674</c:v>
                </c:pt>
                <c:pt idx="3306">
                  <c:v>50.23448181</c:v>
                </c:pt>
                <c:pt idx="3307">
                  <c:v>50.23335602</c:v>
                </c:pt>
                <c:pt idx="3308">
                  <c:v>50.23209911</c:v>
                </c:pt>
                <c:pt idx="3309">
                  <c:v>50.23086548</c:v>
                </c:pt>
                <c:pt idx="3310">
                  <c:v>50.22972495</c:v>
                </c:pt>
                <c:pt idx="3311">
                  <c:v>50.22823528</c:v>
                </c:pt>
                <c:pt idx="3312">
                  <c:v>50.22721113</c:v>
                </c:pt>
                <c:pt idx="3313">
                  <c:v>50.22596741</c:v>
                </c:pt>
                <c:pt idx="3314">
                  <c:v>50.22468567</c:v>
                </c:pt>
                <c:pt idx="3315">
                  <c:v>50.22097313</c:v>
                </c:pt>
                <c:pt idx="3316">
                  <c:v>50.21859741</c:v>
                </c:pt>
                <c:pt idx="3317">
                  <c:v>50.21738861</c:v>
                </c:pt>
                <c:pt idx="3318">
                  <c:v>50.21626282</c:v>
                </c:pt>
                <c:pt idx="3319">
                  <c:v>50.21492134</c:v>
                </c:pt>
                <c:pt idx="3320">
                  <c:v>50.21369934</c:v>
                </c:pt>
                <c:pt idx="3321">
                  <c:v>50.21250916</c:v>
                </c:pt>
                <c:pt idx="3322">
                  <c:v>50.21127319</c:v>
                </c:pt>
                <c:pt idx="3323">
                  <c:v>50.2097168</c:v>
                </c:pt>
                <c:pt idx="3324">
                  <c:v>50.20863678</c:v>
                </c:pt>
                <c:pt idx="3325">
                  <c:v>50.20742643</c:v>
                </c:pt>
                <c:pt idx="3326">
                  <c:v>50.20637512</c:v>
                </c:pt>
                <c:pt idx="3327">
                  <c:v>50.20495916</c:v>
                </c:pt>
                <c:pt idx="3328">
                  <c:v>50.20362854</c:v>
                </c:pt>
                <c:pt idx="3329">
                  <c:v>50.20258499</c:v>
                </c:pt>
                <c:pt idx="3330">
                  <c:v>50.20142119</c:v>
                </c:pt>
                <c:pt idx="3331">
                  <c:v>50.20024109</c:v>
                </c:pt>
                <c:pt idx="3332">
                  <c:v>50.19918668</c:v>
                </c:pt>
                <c:pt idx="3333">
                  <c:v>50.19825564</c:v>
                </c:pt>
                <c:pt idx="3334">
                  <c:v>50.19689941</c:v>
                </c:pt>
                <c:pt idx="3335">
                  <c:v>50.19598389</c:v>
                </c:pt>
                <c:pt idx="3336">
                  <c:v>50.19483948</c:v>
                </c:pt>
                <c:pt idx="3337">
                  <c:v>50.19369507</c:v>
                </c:pt>
                <c:pt idx="3338">
                  <c:v>50.19245911</c:v>
                </c:pt>
                <c:pt idx="3339">
                  <c:v>50.19154358</c:v>
                </c:pt>
                <c:pt idx="3340">
                  <c:v>50.18994141</c:v>
                </c:pt>
                <c:pt idx="3341">
                  <c:v>50.18885208</c:v>
                </c:pt>
                <c:pt idx="3342">
                  <c:v>50.18773483</c:v>
                </c:pt>
                <c:pt idx="3343">
                  <c:v>50.1870831</c:v>
                </c:pt>
                <c:pt idx="3344">
                  <c:v>50.18595886</c:v>
                </c:pt>
                <c:pt idx="3345">
                  <c:v>50.18475549</c:v>
                </c:pt>
                <c:pt idx="3346">
                  <c:v>50.18363823</c:v>
                </c:pt>
                <c:pt idx="3347">
                  <c:v>50.18256753</c:v>
                </c:pt>
                <c:pt idx="3348">
                  <c:v>50.18135717</c:v>
                </c:pt>
                <c:pt idx="3349">
                  <c:v>50.18028647</c:v>
                </c:pt>
                <c:pt idx="3350">
                  <c:v>50.17921577</c:v>
                </c:pt>
                <c:pt idx="3351">
                  <c:v>50.17814507</c:v>
                </c:pt>
                <c:pt idx="3352">
                  <c:v>50.17698126</c:v>
                </c:pt>
                <c:pt idx="3353">
                  <c:v>50.17609677</c:v>
                </c:pt>
                <c:pt idx="3354">
                  <c:v>50.17492676</c:v>
                </c:pt>
                <c:pt idx="3355">
                  <c:v>50.17386226</c:v>
                </c:pt>
                <c:pt idx="3356">
                  <c:v>50.17279156</c:v>
                </c:pt>
                <c:pt idx="3357">
                  <c:v>50.17158508</c:v>
                </c:pt>
                <c:pt idx="3358">
                  <c:v>50.17065016</c:v>
                </c:pt>
                <c:pt idx="3359">
                  <c:v>50.16967256</c:v>
                </c:pt>
                <c:pt idx="3360">
                  <c:v>50.16855531</c:v>
                </c:pt>
                <c:pt idx="3361">
                  <c:v>50.16714478</c:v>
                </c:pt>
                <c:pt idx="3362">
                  <c:v>50.16609192</c:v>
                </c:pt>
                <c:pt idx="3363">
                  <c:v>50.16501734</c:v>
                </c:pt>
                <c:pt idx="3364">
                  <c:v>50.16394664</c:v>
                </c:pt>
                <c:pt idx="3365">
                  <c:v>50.16287594</c:v>
                </c:pt>
                <c:pt idx="3366">
                  <c:v>50.16178894</c:v>
                </c:pt>
                <c:pt idx="3367">
                  <c:v>50.16073608</c:v>
                </c:pt>
                <c:pt idx="3368">
                  <c:v>50.15957073</c:v>
                </c:pt>
                <c:pt idx="3369">
                  <c:v>50.15853882</c:v>
                </c:pt>
                <c:pt idx="3370">
                  <c:v>50.15789795</c:v>
                </c:pt>
                <c:pt idx="3371">
                  <c:v>50.15689087</c:v>
                </c:pt>
                <c:pt idx="3372">
                  <c:v>50.1558931</c:v>
                </c:pt>
                <c:pt idx="3373">
                  <c:v>50.15444998</c:v>
                </c:pt>
                <c:pt idx="3374">
                  <c:v>50.15359497</c:v>
                </c:pt>
                <c:pt idx="3375">
                  <c:v>50.15263367</c:v>
                </c:pt>
                <c:pt idx="3376">
                  <c:v>50.15207582</c:v>
                </c:pt>
                <c:pt idx="3377">
                  <c:v>50.15103149</c:v>
                </c:pt>
                <c:pt idx="3378">
                  <c:v>50.15002752</c:v>
                </c:pt>
                <c:pt idx="3379">
                  <c:v>50.14920044</c:v>
                </c:pt>
                <c:pt idx="3380">
                  <c:v>50.14797922</c:v>
                </c:pt>
                <c:pt idx="3381">
                  <c:v>50.14723206</c:v>
                </c:pt>
                <c:pt idx="3382">
                  <c:v>50.1463623</c:v>
                </c:pt>
                <c:pt idx="3383">
                  <c:v>50.14562988</c:v>
                </c:pt>
                <c:pt idx="3384">
                  <c:v>50.14476711</c:v>
                </c:pt>
                <c:pt idx="3385">
                  <c:v>50.14397573</c:v>
                </c:pt>
                <c:pt idx="3386">
                  <c:v>50.14355676</c:v>
                </c:pt>
                <c:pt idx="3387">
                  <c:v>50.1424395</c:v>
                </c:pt>
                <c:pt idx="3388">
                  <c:v>50.14178467</c:v>
                </c:pt>
                <c:pt idx="3389">
                  <c:v>50.1411438</c:v>
                </c:pt>
                <c:pt idx="3390">
                  <c:v>50.14045715</c:v>
                </c:pt>
                <c:pt idx="3391">
                  <c:v>50.13977051</c:v>
                </c:pt>
                <c:pt idx="3392">
                  <c:v>50.13917542</c:v>
                </c:pt>
                <c:pt idx="3393">
                  <c:v>50.13858032</c:v>
                </c:pt>
                <c:pt idx="3394">
                  <c:v>50.13806359</c:v>
                </c:pt>
                <c:pt idx="3395">
                  <c:v>50.13745841</c:v>
                </c:pt>
                <c:pt idx="3396">
                  <c:v>50.13689979</c:v>
                </c:pt>
                <c:pt idx="3397">
                  <c:v>50.13665771</c:v>
                </c:pt>
                <c:pt idx="3398">
                  <c:v>50.13583374</c:v>
                </c:pt>
                <c:pt idx="3399">
                  <c:v>50.1353302</c:v>
                </c:pt>
                <c:pt idx="3400">
                  <c:v>50.13482666</c:v>
                </c:pt>
                <c:pt idx="3401">
                  <c:v>50.13461873</c:v>
                </c:pt>
                <c:pt idx="3402">
                  <c:v>50.1340601</c:v>
                </c:pt>
                <c:pt idx="3403">
                  <c:v>50.13363647</c:v>
                </c:pt>
                <c:pt idx="3404">
                  <c:v>50.13313293</c:v>
                </c:pt>
                <c:pt idx="3405">
                  <c:v>50.13249207</c:v>
                </c:pt>
                <c:pt idx="3406">
                  <c:v>50.13212585</c:v>
                </c:pt>
                <c:pt idx="3407">
                  <c:v>50.13163938</c:v>
                </c:pt>
                <c:pt idx="3408">
                  <c:v>50.13116455</c:v>
                </c:pt>
                <c:pt idx="3409">
                  <c:v>50.13075256</c:v>
                </c:pt>
                <c:pt idx="3410">
                  <c:v>50.13043213</c:v>
                </c:pt>
                <c:pt idx="3411">
                  <c:v>50.12997437</c:v>
                </c:pt>
                <c:pt idx="3412">
                  <c:v>50.1295166</c:v>
                </c:pt>
                <c:pt idx="3413">
                  <c:v>50.12915039</c:v>
                </c:pt>
                <c:pt idx="3414">
                  <c:v>50.12875314</c:v>
                </c:pt>
                <c:pt idx="3415">
                  <c:v>50.12837219</c:v>
                </c:pt>
                <c:pt idx="3416">
                  <c:v>50.12786865</c:v>
                </c:pt>
                <c:pt idx="3417">
                  <c:v>50.12754822</c:v>
                </c:pt>
                <c:pt idx="3418">
                  <c:v>50.12718201</c:v>
                </c:pt>
                <c:pt idx="3419">
                  <c:v>50.12679795</c:v>
                </c:pt>
                <c:pt idx="3420">
                  <c:v>50.12649536</c:v>
                </c:pt>
                <c:pt idx="3421">
                  <c:v>50.12612915</c:v>
                </c:pt>
                <c:pt idx="3422">
                  <c:v>50.12582035</c:v>
                </c:pt>
                <c:pt idx="3423">
                  <c:v>50.1254425</c:v>
                </c:pt>
                <c:pt idx="3424">
                  <c:v>50.12512207</c:v>
                </c:pt>
                <c:pt idx="3425">
                  <c:v>50.12475586</c:v>
                </c:pt>
                <c:pt idx="3426">
                  <c:v>50.12447034</c:v>
                </c:pt>
                <c:pt idx="3427">
                  <c:v>50.12414447</c:v>
                </c:pt>
                <c:pt idx="3428">
                  <c:v>50.12395826</c:v>
                </c:pt>
                <c:pt idx="3429">
                  <c:v>50.12361145</c:v>
                </c:pt>
                <c:pt idx="3430">
                  <c:v>50.12329102</c:v>
                </c:pt>
                <c:pt idx="3431">
                  <c:v>50.12302722</c:v>
                </c:pt>
                <c:pt idx="3432">
                  <c:v>50.12270135</c:v>
                </c:pt>
                <c:pt idx="3433">
                  <c:v>50.12242204</c:v>
                </c:pt>
                <c:pt idx="3434">
                  <c:v>50.12214273</c:v>
                </c:pt>
                <c:pt idx="3435">
                  <c:v>50.12186341</c:v>
                </c:pt>
                <c:pt idx="3436">
                  <c:v>50.12163065</c:v>
                </c:pt>
                <c:pt idx="3437">
                  <c:v>50.12136841</c:v>
                </c:pt>
                <c:pt idx="3438">
                  <c:v>50.12102547</c:v>
                </c:pt>
                <c:pt idx="3439">
                  <c:v>50.12074616</c:v>
                </c:pt>
                <c:pt idx="3440">
                  <c:v>50.12049866</c:v>
                </c:pt>
                <c:pt idx="3441">
                  <c:v>50.12014098</c:v>
                </c:pt>
                <c:pt idx="3442">
                  <c:v>50.11985779</c:v>
                </c:pt>
                <c:pt idx="3443">
                  <c:v>50.11958313</c:v>
                </c:pt>
                <c:pt idx="3444">
                  <c:v>50.11930304</c:v>
                </c:pt>
                <c:pt idx="3445">
                  <c:v>50.11907959</c:v>
                </c:pt>
                <c:pt idx="3446">
                  <c:v>50.11880493</c:v>
                </c:pt>
                <c:pt idx="3447">
                  <c:v>50.1185582</c:v>
                </c:pt>
                <c:pt idx="3448">
                  <c:v>50.11820984</c:v>
                </c:pt>
                <c:pt idx="3449">
                  <c:v>50.11802673</c:v>
                </c:pt>
                <c:pt idx="3450">
                  <c:v>50.11762716</c:v>
                </c:pt>
                <c:pt idx="3451">
                  <c:v>50.11734009</c:v>
                </c:pt>
                <c:pt idx="3452">
                  <c:v>50.11706853</c:v>
                </c:pt>
                <c:pt idx="3453">
                  <c:v>50.1169281</c:v>
                </c:pt>
                <c:pt idx="3454">
                  <c:v>50.11660301</c:v>
                </c:pt>
                <c:pt idx="3455">
                  <c:v>50.11637025</c:v>
                </c:pt>
                <c:pt idx="3456">
                  <c:v>50.1159668</c:v>
                </c:pt>
                <c:pt idx="3457">
                  <c:v>50.11569214</c:v>
                </c:pt>
                <c:pt idx="3458">
                  <c:v>50.11541748</c:v>
                </c:pt>
                <c:pt idx="3459">
                  <c:v>50.11514282</c:v>
                </c:pt>
                <c:pt idx="3460">
                  <c:v>50.11488058</c:v>
                </c:pt>
                <c:pt idx="3461">
                  <c:v>50.11455471</c:v>
                </c:pt>
                <c:pt idx="3462">
                  <c:v>50.11431885</c:v>
                </c:pt>
                <c:pt idx="3463">
                  <c:v>50.11399609</c:v>
                </c:pt>
                <c:pt idx="3464">
                  <c:v>50.11372375</c:v>
                </c:pt>
                <c:pt idx="3465">
                  <c:v>50.11353056</c:v>
                </c:pt>
                <c:pt idx="3466">
                  <c:v>50.11325125</c:v>
                </c:pt>
                <c:pt idx="3467">
                  <c:v>50.11294556</c:v>
                </c:pt>
                <c:pt idx="3468">
                  <c:v>50.11255297</c:v>
                </c:pt>
                <c:pt idx="3469">
                  <c:v>50.11230469</c:v>
                </c:pt>
                <c:pt idx="3470">
                  <c:v>50.11203003</c:v>
                </c:pt>
                <c:pt idx="3471">
                  <c:v>50.11184692</c:v>
                </c:pt>
                <c:pt idx="3472">
                  <c:v>50.11152882</c:v>
                </c:pt>
                <c:pt idx="3473">
                  <c:v>50.11129761</c:v>
                </c:pt>
                <c:pt idx="3474">
                  <c:v>50.11088562</c:v>
                </c:pt>
                <c:pt idx="3475">
                  <c:v>50.11073743</c:v>
                </c:pt>
                <c:pt idx="3476">
                  <c:v>50.11031846</c:v>
                </c:pt>
                <c:pt idx="3477">
                  <c:v>50.1101788</c:v>
                </c:pt>
                <c:pt idx="3478">
                  <c:v>50.10989949</c:v>
                </c:pt>
                <c:pt idx="3479">
                  <c:v>50.10951233</c:v>
                </c:pt>
                <c:pt idx="3480">
                  <c:v>50.10924776</c:v>
                </c:pt>
                <c:pt idx="3481">
                  <c:v>50.10896301</c:v>
                </c:pt>
                <c:pt idx="3482">
                  <c:v>50.10868835</c:v>
                </c:pt>
                <c:pt idx="3483">
                  <c:v>50.10845947</c:v>
                </c:pt>
                <c:pt idx="3484">
                  <c:v>50.1081305</c:v>
                </c:pt>
                <c:pt idx="3485">
                  <c:v>50.10786438</c:v>
                </c:pt>
                <c:pt idx="3486">
                  <c:v>50.10758972</c:v>
                </c:pt>
                <c:pt idx="3487">
                  <c:v>50.10733912</c:v>
                </c:pt>
                <c:pt idx="3488">
                  <c:v>50.10708618</c:v>
                </c:pt>
                <c:pt idx="3489">
                  <c:v>50.10681152</c:v>
                </c:pt>
                <c:pt idx="3490">
                  <c:v>50.10650118</c:v>
                </c:pt>
                <c:pt idx="3491">
                  <c:v>50.10548401</c:v>
                </c:pt>
                <c:pt idx="3492">
                  <c:v>50.10515116</c:v>
                </c:pt>
                <c:pt idx="3493">
                  <c:v>50.10484314</c:v>
                </c:pt>
                <c:pt idx="3494">
                  <c:v>50.10401917</c:v>
                </c:pt>
                <c:pt idx="3495">
                  <c:v>50.10370804</c:v>
                </c:pt>
                <c:pt idx="3496">
                  <c:v>50.10255432</c:v>
                </c:pt>
                <c:pt idx="3497">
                  <c:v>50.10221837</c:v>
                </c:pt>
                <c:pt idx="3498">
                  <c:v>50.10177612</c:v>
                </c:pt>
                <c:pt idx="3499">
                  <c:v>50.10165974</c:v>
                </c:pt>
                <c:pt idx="3500">
                  <c:v>50.10096146</c:v>
                </c:pt>
                <c:pt idx="3501">
                  <c:v>50.10068215</c:v>
                </c:pt>
                <c:pt idx="3502">
                  <c:v>50.10040283</c:v>
                </c:pt>
                <c:pt idx="3503">
                  <c:v>50.10012817</c:v>
                </c:pt>
                <c:pt idx="3504">
                  <c:v>50.09984421</c:v>
                </c:pt>
                <c:pt idx="3505">
                  <c:v>50.09944153</c:v>
                </c:pt>
                <c:pt idx="3506">
                  <c:v>50.09919247</c:v>
                </c:pt>
                <c:pt idx="3507">
                  <c:v>50.09889221</c:v>
                </c:pt>
                <c:pt idx="3508">
                  <c:v>50.09863385</c:v>
                </c:pt>
                <c:pt idx="3509">
                  <c:v>50.0983429</c:v>
                </c:pt>
                <c:pt idx="3510">
                  <c:v>50.09783936</c:v>
                </c:pt>
                <c:pt idx="3511">
                  <c:v>50.0977028</c:v>
                </c:pt>
                <c:pt idx="3512">
                  <c:v>50.09714418</c:v>
                </c:pt>
                <c:pt idx="3513">
                  <c:v>50.09642029</c:v>
                </c:pt>
                <c:pt idx="3514">
                  <c:v>50.09625968</c:v>
                </c:pt>
                <c:pt idx="3515">
                  <c:v>50.09541321</c:v>
                </c:pt>
                <c:pt idx="3516">
                  <c:v>50.09435104</c:v>
                </c:pt>
                <c:pt idx="3517">
                  <c:v>50.09385681</c:v>
                </c:pt>
                <c:pt idx="3518">
                  <c:v>50.09344482</c:v>
                </c:pt>
                <c:pt idx="3519">
                  <c:v>50.09304758</c:v>
                </c:pt>
                <c:pt idx="3520">
                  <c:v>50.09266663</c:v>
                </c:pt>
                <c:pt idx="3521">
                  <c:v>50.09160446</c:v>
                </c:pt>
                <c:pt idx="3522">
                  <c:v>50.09124756</c:v>
                </c:pt>
                <c:pt idx="3523">
                  <c:v>50.09090618</c:v>
                </c:pt>
                <c:pt idx="3524">
                  <c:v>50.09065247</c:v>
                </c:pt>
                <c:pt idx="3525">
                  <c:v>50.09042358</c:v>
                </c:pt>
                <c:pt idx="3526">
                  <c:v>50.09011479</c:v>
                </c:pt>
                <c:pt idx="3527">
                  <c:v>50.08982849</c:v>
                </c:pt>
                <c:pt idx="3528">
                  <c:v>50.08946306</c:v>
                </c:pt>
                <c:pt idx="3529">
                  <c:v>50.08913719</c:v>
                </c:pt>
                <c:pt idx="3530">
                  <c:v>50.08886719</c:v>
                </c:pt>
                <c:pt idx="3531">
                  <c:v>50.08862512</c:v>
                </c:pt>
                <c:pt idx="3532">
                  <c:v>50.08836365</c:v>
                </c:pt>
                <c:pt idx="3533">
                  <c:v>50.08801994</c:v>
                </c:pt>
                <c:pt idx="3534">
                  <c:v>50.08772278</c:v>
                </c:pt>
                <c:pt idx="3535">
                  <c:v>50.08744812</c:v>
                </c:pt>
                <c:pt idx="3536">
                  <c:v>50.08717346</c:v>
                </c:pt>
                <c:pt idx="3537">
                  <c:v>50.08685303</c:v>
                </c:pt>
                <c:pt idx="3538">
                  <c:v>50.08657682</c:v>
                </c:pt>
                <c:pt idx="3539">
                  <c:v>50.08625793</c:v>
                </c:pt>
                <c:pt idx="3540">
                  <c:v>50.0861113</c:v>
                </c:pt>
                <c:pt idx="3541">
                  <c:v>50.08583198</c:v>
                </c:pt>
                <c:pt idx="3542">
                  <c:v>50.08550612</c:v>
                </c:pt>
                <c:pt idx="3543">
                  <c:v>50.08536646</c:v>
                </c:pt>
                <c:pt idx="3544">
                  <c:v>50.08488464</c:v>
                </c:pt>
                <c:pt idx="3545">
                  <c:v>50.08462162</c:v>
                </c:pt>
                <c:pt idx="3546">
                  <c:v>50.08438886</c:v>
                </c:pt>
                <c:pt idx="3547">
                  <c:v>50.08406067</c:v>
                </c:pt>
                <c:pt idx="3548">
                  <c:v>50.08378601</c:v>
                </c:pt>
                <c:pt idx="3549">
                  <c:v>50.08350437</c:v>
                </c:pt>
                <c:pt idx="3550">
                  <c:v>50.0830854</c:v>
                </c:pt>
                <c:pt idx="3551">
                  <c:v>50.08282471</c:v>
                </c:pt>
                <c:pt idx="3552">
                  <c:v>50.08250427</c:v>
                </c:pt>
                <c:pt idx="3553">
                  <c:v>50.08229401</c:v>
                </c:pt>
                <c:pt idx="3554">
                  <c:v>50.08206125</c:v>
                </c:pt>
                <c:pt idx="3555">
                  <c:v>50.08177185</c:v>
                </c:pt>
                <c:pt idx="3556">
                  <c:v>50.08149719</c:v>
                </c:pt>
                <c:pt idx="3557">
                  <c:v>50.08117676</c:v>
                </c:pt>
                <c:pt idx="3558">
                  <c:v>50.08085089</c:v>
                </c:pt>
                <c:pt idx="3559">
                  <c:v>50.08057158</c:v>
                </c:pt>
                <c:pt idx="3560">
                  <c:v>50.08044434</c:v>
                </c:pt>
                <c:pt idx="3561">
                  <c:v>50.08001295</c:v>
                </c:pt>
                <c:pt idx="3562">
                  <c:v>50.07984924</c:v>
                </c:pt>
                <c:pt idx="3563">
                  <c:v>50.07954743</c:v>
                </c:pt>
                <c:pt idx="3564">
                  <c:v>50.07926812</c:v>
                </c:pt>
                <c:pt idx="3565">
                  <c:v>50.07893372</c:v>
                </c:pt>
                <c:pt idx="3566">
                  <c:v>50.07870483</c:v>
                </c:pt>
                <c:pt idx="3567">
                  <c:v>50.07843018</c:v>
                </c:pt>
                <c:pt idx="3568">
                  <c:v>50.07810431</c:v>
                </c:pt>
                <c:pt idx="3569">
                  <c:v>50.07778931</c:v>
                </c:pt>
                <c:pt idx="3570">
                  <c:v>50.07754568</c:v>
                </c:pt>
                <c:pt idx="3571">
                  <c:v>50.07733154</c:v>
                </c:pt>
                <c:pt idx="3572">
                  <c:v>50.07705688</c:v>
                </c:pt>
                <c:pt idx="3573">
                  <c:v>50.0767543</c:v>
                </c:pt>
                <c:pt idx="3574">
                  <c:v>50.07650757</c:v>
                </c:pt>
                <c:pt idx="3575">
                  <c:v>50.07623291</c:v>
                </c:pt>
                <c:pt idx="3576">
                  <c:v>50.07595825</c:v>
                </c:pt>
                <c:pt idx="3577">
                  <c:v>50.07563704</c:v>
                </c:pt>
                <c:pt idx="3578">
                  <c:v>50.07535773</c:v>
                </c:pt>
                <c:pt idx="3579">
                  <c:v>50.07507841</c:v>
                </c:pt>
                <c:pt idx="3580">
                  <c:v>50.07484565</c:v>
                </c:pt>
                <c:pt idx="3581">
                  <c:v>50.07451979</c:v>
                </c:pt>
                <c:pt idx="3582">
                  <c:v>50.07433358</c:v>
                </c:pt>
                <c:pt idx="3583">
                  <c:v>50.07410082</c:v>
                </c:pt>
                <c:pt idx="3584">
                  <c:v>50.07385254</c:v>
                </c:pt>
                <c:pt idx="3585">
                  <c:v>50.07348633</c:v>
                </c:pt>
                <c:pt idx="3586">
                  <c:v>50.07321167</c:v>
                </c:pt>
                <c:pt idx="3587">
                  <c:v>50.07298279</c:v>
                </c:pt>
                <c:pt idx="3588">
                  <c:v>50.07284391</c:v>
                </c:pt>
                <c:pt idx="3589">
                  <c:v>50.07256459</c:v>
                </c:pt>
                <c:pt idx="3590">
                  <c:v>50.07233183</c:v>
                </c:pt>
                <c:pt idx="3591">
                  <c:v>50.07197571</c:v>
                </c:pt>
                <c:pt idx="3592">
                  <c:v>50.07174683</c:v>
                </c:pt>
                <c:pt idx="3593">
                  <c:v>50.07147217</c:v>
                </c:pt>
                <c:pt idx="3594">
                  <c:v>50.07128906</c:v>
                </c:pt>
                <c:pt idx="3595">
                  <c:v>50.07106018</c:v>
                </c:pt>
                <c:pt idx="3596">
                  <c:v>50.07074906</c:v>
                </c:pt>
                <c:pt idx="3597">
                  <c:v>50.07046974</c:v>
                </c:pt>
                <c:pt idx="3598">
                  <c:v>50.07023621</c:v>
                </c:pt>
                <c:pt idx="3599">
                  <c:v>50.07014388</c:v>
                </c:pt>
                <c:pt idx="3600">
                  <c:v>50.06973267</c:v>
                </c:pt>
                <c:pt idx="3601">
                  <c:v>50.0695387</c:v>
                </c:pt>
                <c:pt idx="3602">
                  <c:v>50.06930594</c:v>
                </c:pt>
                <c:pt idx="3603">
                  <c:v>50.0690918</c:v>
                </c:pt>
                <c:pt idx="3604">
                  <c:v>50.06881714</c:v>
                </c:pt>
                <c:pt idx="3605">
                  <c:v>50.06860765</c:v>
                </c:pt>
                <c:pt idx="3606">
                  <c:v>50.06837489</c:v>
                </c:pt>
                <c:pt idx="3607">
                  <c:v>50.06808472</c:v>
                </c:pt>
                <c:pt idx="3608">
                  <c:v>50.06800247</c:v>
                </c:pt>
                <c:pt idx="3609">
                  <c:v>50.06767661</c:v>
                </c:pt>
                <c:pt idx="3610">
                  <c:v>50.06744385</c:v>
                </c:pt>
                <c:pt idx="3611">
                  <c:v>50.06725764</c:v>
                </c:pt>
                <c:pt idx="3612">
                  <c:v>50.06698608</c:v>
                </c:pt>
                <c:pt idx="3613">
                  <c:v>50.06679212</c:v>
                </c:pt>
                <c:pt idx="3614">
                  <c:v>50.06660591</c:v>
                </c:pt>
                <c:pt idx="3615">
                  <c:v>50.06637315</c:v>
                </c:pt>
                <c:pt idx="3616">
                  <c:v>50.06607056</c:v>
                </c:pt>
                <c:pt idx="3617">
                  <c:v>50.06584167</c:v>
                </c:pt>
                <c:pt idx="3618">
                  <c:v>50.06565857</c:v>
                </c:pt>
                <c:pt idx="3619">
                  <c:v>50.06538391</c:v>
                </c:pt>
                <c:pt idx="3620">
                  <c:v>50.06520934</c:v>
                </c:pt>
                <c:pt idx="3621">
                  <c:v>50.06492615</c:v>
                </c:pt>
                <c:pt idx="3622">
                  <c:v>50.06469727</c:v>
                </c:pt>
                <c:pt idx="3623">
                  <c:v>50.0644645</c:v>
                </c:pt>
                <c:pt idx="3624">
                  <c:v>50.06428528</c:v>
                </c:pt>
                <c:pt idx="3625">
                  <c:v>50.0640564</c:v>
                </c:pt>
                <c:pt idx="3626">
                  <c:v>50.06378174</c:v>
                </c:pt>
                <c:pt idx="3627">
                  <c:v>50.06358001</c:v>
                </c:pt>
                <c:pt idx="3628">
                  <c:v>50.06334725</c:v>
                </c:pt>
                <c:pt idx="3629">
                  <c:v>50.06311449</c:v>
                </c:pt>
                <c:pt idx="3630">
                  <c:v>50.06292828</c:v>
                </c:pt>
                <c:pt idx="3631">
                  <c:v>50.06269552</c:v>
                </c:pt>
                <c:pt idx="3632">
                  <c:v>50.06245422</c:v>
                </c:pt>
                <c:pt idx="3633">
                  <c:v>50.06223</c:v>
                </c:pt>
                <c:pt idx="3634">
                  <c:v>50.06204379</c:v>
                </c:pt>
                <c:pt idx="3635">
                  <c:v>50.06181335</c:v>
                </c:pt>
                <c:pt idx="3636">
                  <c:v>50.06158447</c:v>
                </c:pt>
                <c:pt idx="3637">
                  <c:v>50.0613455</c:v>
                </c:pt>
                <c:pt idx="3638">
                  <c:v>50.06111274</c:v>
                </c:pt>
                <c:pt idx="3639">
                  <c:v>50.06087998</c:v>
                </c:pt>
                <c:pt idx="3640">
                  <c:v>50.06064722</c:v>
                </c:pt>
                <c:pt idx="3641">
                  <c:v>50.06044006</c:v>
                </c:pt>
                <c:pt idx="3642">
                  <c:v>50.06013515</c:v>
                </c:pt>
                <c:pt idx="3643">
                  <c:v>50.05994894</c:v>
                </c:pt>
                <c:pt idx="3644">
                  <c:v>50.05976273</c:v>
                </c:pt>
                <c:pt idx="3645">
                  <c:v>50.05952454</c:v>
                </c:pt>
                <c:pt idx="3646">
                  <c:v>50.05925065</c:v>
                </c:pt>
                <c:pt idx="3647">
                  <c:v>50.05906677</c:v>
                </c:pt>
                <c:pt idx="3648">
                  <c:v>50.05883168</c:v>
                </c:pt>
                <c:pt idx="3649">
                  <c:v>50.05860901</c:v>
                </c:pt>
                <c:pt idx="3650">
                  <c:v>50.05838013</c:v>
                </c:pt>
                <c:pt idx="3651">
                  <c:v>50.0581334</c:v>
                </c:pt>
                <c:pt idx="3652">
                  <c:v>50.05787659</c:v>
                </c:pt>
                <c:pt idx="3653">
                  <c:v>50.05766788</c:v>
                </c:pt>
                <c:pt idx="3654">
                  <c:v>50.05743512</c:v>
                </c:pt>
                <c:pt idx="3655">
                  <c:v>50.05720236</c:v>
                </c:pt>
                <c:pt idx="3656">
                  <c:v>50.05709839</c:v>
                </c:pt>
                <c:pt idx="3657">
                  <c:v>50.05682994</c:v>
                </c:pt>
                <c:pt idx="3658">
                  <c:v>50.05659718</c:v>
                </c:pt>
                <c:pt idx="3659">
                  <c:v>50.05636442</c:v>
                </c:pt>
                <c:pt idx="3660">
                  <c:v>50.05604553</c:v>
                </c:pt>
                <c:pt idx="3661">
                  <c:v>50.05585234</c:v>
                </c:pt>
                <c:pt idx="3662">
                  <c:v>50.05566613</c:v>
                </c:pt>
                <c:pt idx="3663">
                  <c:v>50.05549622</c:v>
                </c:pt>
                <c:pt idx="3664">
                  <c:v>50.05526733</c:v>
                </c:pt>
                <c:pt idx="3665">
                  <c:v>50.05490112</c:v>
                </c:pt>
                <c:pt idx="3666">
                  <c:v>50.05476379</c:v>
                </c:pt>
                <c:pt idx="3667">
                  <c:v>50.05458069</c:v>
                </c:pt>
                <c:pt idx="3668">
                  <c:v>50.05431612</c:v>
                </c:pt>
                <c:pt idx="3669">
                  <c:v>50.05412991</c:v>
                </c:pt>
                <c:pt idx="3670">
                  <c:v>50.05389404</c:v>
                </c:pt>
                <c:pt idx="3671">
                  <c:v>50.05361783</c:v>
                </c:pt>
                <c:pt idx="3672">
                  <c:v>50.05343162</c:v>
                </c:pt>
                <c:pt idx="3673">
                  <c:v>50.05319886</c:v>
                </c:pt>
                <c:pt idx="3674">
                  <c:v>50.05293274</c:v>
                </c:pt>
                <c:pt idx="3675">
                  <c:v>50.05270386</c:v>
                </c:pt>
                <c:pt idx="3676">
                  <c:v>50.05247498</c:v>
                </c:pt>
                <c:pt idx="3677">
                  <c:v>50.05226782</c:v>
                </c:pt>
                <c:pt idx="3678">
                  <c:v>50.05206299</c:v>
                </c:pt>
                <c:pt idx="3679">
                  <c:v>50.05183411</c:v>
                </c:pt>
                <c:pt idx="3680">
                  <c:v>50.05160522</c:v>
                </c:pt>
                <c:pt idx="3681">
                  <c:v>50.05133677</c:v>
                </c:pt>
                <c:pt idx="3682">
                  <c:v>50.05123901</c:v>
                </c:pt>
                <c:pt idx="3683">
                  <c:v>50.05091858</c:v>
                </c:pt>
                <c:pt idx="3684">
                  <c:v>50.05073159</c:v>
                </c:pt>
                <c:pt idx="3685">
                  <c:v>50.05049883</c:v>
                </c:pt>
                <c:pt idx="3686">
                  <c:v>50.05031262</c:v>
                </c:pt>
                <c:pt idx="3687">
                  <c:v>50.05007986</c:v>
                </c:pt>
                <c:pt idx="3688">
                  <c:v>50.04981995</c:v>
                </c:pt>
                <c:pt idx="3689">
                  <c:v>50.04959106</c:v>
                </c:pt>
                <c:pt idx="3690">
                  <c:v>50.04936218</c:v>
                </c:pt>
                <c:pt idx="3691">
                  <c:v>50.04922485</c:v>
                </c:pt>
                <c:pt idx="3692">
                  <c:v>50.04900916</c:v>
                </c:pt>
                <c:pt idx="3693">
                  <c:v>50.04872985</c:v>
                </c:pt>
                <c:pt idx="3694">
                  <c:v>50.04853821</c:v>
                </c:pt>
                <c:pt idx="3695">
                  <c:v>50.04831088</c:v>
                </c:pt>
                <c:pt idx="3696">
                  <c:v>50.04807812</c:v>
                </c:pt>
                <c:pt idx="3697">
                  <c:v>50.04789191</c:v>
                </c:pt>
                <c:pt idx="3698">
                  <c:v>50.04766846</c:v>
                </c:pt>
                <c:pt idx="3699">
                  <c:v>50.04742639</c:v>
                </c:pt>
                <c:pt idx="3700">
                  <c:v>50.04724018</c:v>
                </c:pt>
                <c:pt idx="3701">
                  <c:v>50.04696086</c:v>
                </c:pt>
                <c:pt idx="3702">
                  <c:v>50.046635</c:v>
                </c:pt>
                <c:pt idx="3703">
                  <c:v>50.04654189</c:v>
                </c:pt>
                <c:pt idx="3704">
                  <c:v>50.04626258</c:v>
                </c:pt>
                <c:pt idx="3705">
                  <c:v>50.04611206</c:v>
                </c:pt>
                <c:pt idx="3706">
                  <c:v>50.04579163</c:v>
                </c:pt>
                <c:pt idx="3707">
                  <c:v>50.04486601</c:v>
                </c:pt>
                <c:pt idx="3708">
                  <c:v>50.04464722</c:v>
                </c:pt>
                <c:pt idx="3709">
                  <c:v>50.04444704</c:v>
                </c:pt>
                <c:pt idx="3710">
                  <c:v>50.04337634</c:v>
                </c:pt>
                <c:pt idx="3711">
                  <c:v>50.04299927</c:v>
                </c:pt>
                <c:pt idx="3712">
                  <c:v>50.04258728</c:v>
                </c:pt>
                <c:pt idx="3713">
                  <c:v>50.04225909</c:v>
                </c:pt>
              </c:numCache>
            </c:numRef>
          </c:y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scatterChart>
      <c:valAx>
        <c:axId val="48672768"/>
        <c:scaling>
          <c:orientation val="minMax"/>
          <c:max val="52.4"/>
          <c:min val="49.7"/>
        </c:scaling>
        <c:delete val="0"/>
        <c:axPos val="l"/>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Latitude (degrees north)</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majorUnit val="0.5"/>
      </c:valAx>
      <c:valAx>
        <c:axId val="48650112"/>
        <c:scaling>
          <c:orientation val="minMax"/>
          <c:max val="9.4"/>
          <c:min val="-1"/>
        </c:scaling>
        <c:delete val="0"/>
        <c:axPos val="b"/>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Longitude (degrees east)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F46"/>
              </a:solidFill>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Nearest medoid (cluster 1)</c:v>
          </c:tx>
          <c:spPr>
            <a:ln xmlns:a="http://schemas.openxmlformats.org/drawingml/2006/main" w="23813">
              <a:solidFill>
                <a:srgbClr val="E28726"/>
              </a:solidFill>
            </a:ln>
          </c:spPr>
          <c:marker>
            <c:symbol val="none"/>
          </c:marker>
          <c:xVal>
            <c:numRef>
              <c:f>'Chart Data'!$A$2:$A$3595</c:f>
              <c:numCache>
                <c:formatCode>General</c:formatCode>
                <c:ptCount val="3594"/>
                <c:pt idx="0">
                  <c:v>-0.45921326</c:v>
                </c:pt>
                <c:pt idx="1">
                  <c:v>-0.46035767</c:v>
                </c:pt>
                <c:pt idx="2">
                  <c:v>-0.46188354</c:v>
                </c:pt>
                <c:pt idx="3">
                  <c:v>-0.46295166</c:v>
                </c:pt>
                <c:pt idx="4">
                  <c:v>-0.46379089</c:v>
                </c:pt>
                <c:pt idx="5">
                  <c:v>-0.46508789</c:v>
                </c:pt>
                <c:pt idx="6">
                  <c:v>-0.46615601</c:v>
                </c:pt>
                <c:pt idx="7">
                  <c:v>-0.46669625</c:v>
                </c:pt>
                <c:pt idx="8">
                  <c:v>-0.46780973</c:v>
                </c:pt>
                <c:pt idx="9">
                  <c:v>-0.46884898</c:v>
                </c:pt>
                <c:pt idx="10">
                  <c:v>-0.47035217</c:v>
                </c:pt>
                <c:pt idx="11">
                  <c:v>-0.47159556</c:v>
                </c:pt>
                <c:pt idx="12">
                  <c:v>-0.47196672</c:v>
                </c:pt>
                <c:pt idx="13">
                  <c:v>-0.47411944</c:v>
                </c:pt>
                <c:pt idx="14">
                  <c:v>-0.4750061</c:v>
                </c:pt>
                <c:pt idx="15">
                  <c:v>-0.47599792</c:v>
                </c:pt>
                <c:pt idx="16">
                  <c:v>-0.47723719</c:v>
                </c:pt>
                <c:pt idx="17">
                  <c:v>-0.4782022</c:v>
                </c:pt>
                <c:pt idx="18">
                  <c:v>-0.47912598</c:v>
                </c:pt>
                <c:pt idx="19">
                  <c:v>-0.48013223</c:v>
                </c:pt>
                <c:pt idx="20">
                  <c:v>-0.48154264</c:v>
                </c:pt>
                <c:pt idx="21">
                  <c:v>-0.48198803</c:v>
                </c:pt>
                <c:pt idx="22">
                  <c:v>-0.48339844</c:v>
                </c:pt>
                <c:pt idx="23">
                  <c:v>-0.48436345</c:v>
                </c:pt>
                <c:pt idx="24">
                  <c:v>-0.48530579</c:v>
                </c:pt>
                <c:pt idx="25">
                  <c:v>-0.48592232</c:v>
                </c:pt>
                <c:pt idx="26">
                  <c:v>-0.48837198</c:v>
                </c:pt>
                <c:pt idx="27">
                  <c:v>-0.48948546</c:v>
                </c:pt>
                <c:pt idx="28">
                  <c:v>-0.49041748</c:v>
                </c:pt>
                <c:pt idx="29">
                  <c:v>-0.49134126</c:v>
                </c:pt>
                <c:pt idx="30">
                  <c:v>-0.49255371</c:v>
                </c:pt>
                <c:pt idx="31">
                  <c:v>-0.49293518</c:v>
                </c:pt>
                <c:pt idx="32">
                  <c:v>-0.49572094</c:v>
                </c:pt>
                <c:pt idx="33">
                  <c:v>-0.49779944</c:v>
                </c:pt>
                <c:pt idx="34">
                  <c:v>-0.49873352</c:v>
                </c:pt>
                <c:pt idx="35">
                  <c:v>-0.49995422</c:v>
                </c:pt>
                <c:pt idx="36">
                  <c:v>-0.50102234</c:v>
                </c:pt>
                <c:pt idx="37">
                  <c:v>-0.50203066</c:v>
                </c:pt>
                <c:pt idx="38">
                  <c:v>-0.50361633</c:v>
                </c:pt>
                <c:pt idx="39">
                  <c:v>-0.50468445</c:v>
                </c:pt>
                <c:pt idx="40">
                  <c:v>-0.50574225</c:v>
                </c:pt>
                <c:pt idx="41">
                  <c:v>-0.50712585</c:v>
                </c:pt>
                <c:pt idx="42">
                  <c:v>-0.50804138</c:v>
                </c:pt>
                <c:pt idx="43">
                  <c:v>-0.50918579</c:v>
                </c:pt>
                <c:pt idx="44">
                  <c:v>-0.51019617</c:v>
                </c:pt>
                <c:pt idx="45">
                  <c:v>-0.51139832</c:v>
                </c:pt>
                <c:pt idx="46">
                  <c:v>-0.51264582</c:v>
                </c:pt>
                <c:pt idx="47">
                  <c:v>-0.51368713</c:v>
                </c:pt>
                <c:pt idx="48">
                  <c:v>-0.51487278</c:v>
                </c:pt>
                <c:pt idx="49">
                  <c:v>-0.51606049</c:v>
                </c:pt>
                <c:pt idx="50">
                  <c:v>-0.51734924</c:v>
                </c:pt>
                <c:pt idx="51">
                  <c:v>-0.51818848</c:v>
                </c:pt>
                <c:pt idx="52">
                  <c:v>-0.51940918</c:v>
                </c:pt>
                <c:pt idx="53">
                  <c:v>-0.52062988</c:v>
                </c:pt>
                <c:pt idx="54">
                  <c:v>-0.52192688</c:v>
                </c:pt>
                <c:pt idx="55">
                  <c:v>-0.52296407</c:v>
                </c:pt>
                <c:pt idx="56">
                  <c:v>-0.52406311</c:v>
                </c:pt>
                <c:pt idx="57">
                  <c:v>-0.52536011</c:v>
                </c:pt>
                <c:pt idx="58">
                  <c:v>-0.52667566</c:v>
                </c:pt>
                <c:pt idx="59">
                  <c:v>-0.52786337</c:v>
                </c:pt>
                <c:pt idx="60">
                  <c:v>-0.52912532</c:v>
                </c:pt>
                <c:pt idx="61">
                  <c:v>-0.53016663</c:v>
                </c:pt>
                <c:pt idx="62">
                  <c:v>-0.53131104</c:v>
                </c:pt>
                <c:pt idx="63">
                  <c:v>-0.53239152</c:v>
                </c:pt>
                <c:pt idx="64">
                  <c:v>-0.5337277</c:v>
                </c:pt>
                <c:pt idx="65">
                  <c:v>-0.53474426</c:v>
                </c:pt>
                <c:pt idx="66">
                  <c:v>-0.53611755</c:v>
                </c:pt>
                <c:pt idx="67">
                  <c:v>-0.53706814</c:v>
                </c:pt>
                <c:pt idx="68">
                  <c:v>-0.53817749</c:v>
                </c:pt>
                <c:pt idx="69">
                  <c:v>-0.53855896</c:v>
                </c:pt>
                <c:pt idx="70">
                  <c:v>-0.53966625</c:v>
                </c:pt>
                <c:pt idx="71">
                  <c:v>-0.54055704</c:v>
                </c:pt>
                <c:pt idx="72">
                  <c:v>-0.54130554</c:v>
                </c:pt>
                <c:pt idx="73">
                  <c:v>-0.54248707</c:v>
                </c:pt>
                <c:pt idx="74">
                  <c:v>-0.54293246</c:v>
                </c:pt>
                <c:pt idx="75">
                  <c:v>-0.54374901</c:v>
                </c:pt>
                <c:pt idx="76">
                  <c:v>-0.54443359</c:v>
                </c:pt>
                <c:pt idx="77">
                  <c:v>-0.54496765</c:v>
                </c:pt>
                <c:pt idx="78">
                  <c:v>-0.54560481</c:v>
                </c:pt>
                <c:pt idx="79">
                  <c:v>-0.54603577</c:v>
                </c:pt>
                <c:pt idx="80">
                  <c:v>-0.54649559</c:v>
                </c:pt>
                <c:pt idx="81">
                  <c:v>-0.54686675</c:v>
                </c:pt>
                <c:pt idx="82">
                  <c:v>-0.54710388</c:v>
                </c:pt>
                <c:pt idx="83">
                  <c:v>-0.54733276</c:v>
                </c:pt>
                <c:pt idx="84">
                  <c:v>-0.54733276</c:v>
                </c:pt>
                <c:pt idx="85">
                  <c:v>-0.54746061</c:v>
                </c:pt>
                <c:pt idx="86">
                  <c:v>-0.54740906</c:v>
                </c:pt>
                <c:pt idx="87">
                  <c:v>-0.54733276</c:v>
                </c:pt>
                <c:pt idx="88">
                  <c:v>-0.54716368</c:v>
                </c:pt>
                <c:pt idx="89">
                  <c:v>-0.54695129</c:v>
                </c:pt>
                <c:pt idx="90">
                  <c:v>-0.54656982</c:v>
                </c:pt>
                <c:pt idx="91">
                  <c:v>-0.54618835</c:v>
                </c:pt>
                <c:pt idx="92">
                  <c:v>-0.54573059</c:v>
                </c:pt>
                <c:pt idx="93">
                  <c:v>-0.54523365</c:v>
                </c:pt>
                <c:pt idx="94">
                  <c:v>-0.54466248</c:v>
                </c:pt>
                <c:pt idx="95">
                  <c:v>-0.54405212</c:v>
                </c:pt>
                <c:pt idx="96">
                  <c:v>-0.54321289</c:v>
                </c:pt>
                <c:pt idx="97">
                  <c:v>-0.54260254</c:v>
                </c:pt>
                <c:pt idx="98">
                  <c:v>-0.54176331</c:v>
                </c:pt>
                <c:pt idx="99">
                  <c:v>-0.54085396</c:v>
                </c:pt>
                <c:pt idx="100">
                  <c:v>-0.53962708</c:v>
                </c:pt>
                <c:pt idx="101">
                  <c:v>-0.53855277</c:v>
                </c:pt>
                <c:pt idx="102">
                  <c:v>-0.53751353</c:v>
                </c:pt>
                <c:pt idx="103">
                  <c:v>-0.53640005</c:v>
                </c:pt>
                <c:pt idx="104">
                  <c:v>-0.53565979</c:v>
                </c:pt>
                <c:pt idx="105">
                  <c:v>-0.53432155</c:v>
                </c:pt>
                <c:pt idx="106">
                  <c:v>-0.5329895</c:v>
                </c:pt>
                <c:pt idx="107">
                  <c:v>-0.5316925</c:v>
                </c:pt>
                <c:pt idx="108">
                  <c:v>-0.53053572</c:v>
                </c:pt>
                <c:pt idx="109">
                  <c:v>-0.52927378</c:v>
                </c:pt>
                <c:pt idx="110">
                  <c:v>-0.5280304</c:v>
                </c:pt>
                <c:pt idx="111">
                  <c:v>-0.52689836</c:v>
                </c:pt>
                <c:pt idx="112">
                  <c:v>-0.52563642</c:v>
                </c:pt>
                <c:pt idx="113">
                  <c:v>-0.52422601</c:v>
                </c:pt>
                <c:pt idx="114">
                  <c:v>-0.52296407</c:v>
                </c:pt>
                <c:pt idx="115">
                  <c:v>-0.52155366</c:v>
                </c:pt>
                <c:pt idx="116">
                  <c:v>-0.52017212</c:v>
                </c:pt>
                <c:pt idx="117">
                  <c:v>-0.519104</c:v>
                </c:pt>
                <c:pt idx="118">
                  <c:v>-0.51791629</c:v>
                </c:pt>
                <c:pt idx="119">
                  <c:v>-0.51681519</c:v>
                </c:pt>
                <c:pt idx="120">
                  <c:v>-0.51539241</c:v>
                </c:pt>
                <c:pt idx="121">
                  <c:v>-0.51442739</c:v>
                </c:pt>
                <c:pt idx="122">
                  <c:v>-0.51330566</c:v>
                </c:pt>
                <c:pt idx="123">
                  <c:v>-0.51200867</c:v>
                </c:pt>
                <c:pt idx="124">
                  <c:v>-0.51078796</c:v>
                </c:pt>
                <c:pt idx="125">
                  <c:v>-0.50949097</c:v>
                </c:pt>
                <c:pt idx="126">
                  <c:v>-0.50834656</c:v>
                </c:pt>
                <c:pt idx="127">
                  <c:v>-0.50743103</c:v>
                </c:pt>
                <c:pt idx="128">
                  <c:v>-0.50603918</c:v>
                </c:pt>
                <c:pt idx="129">
                  <c:v>-0.50498962</c:v>
                </c:pt>
                <c:pt idx="130">
                  <c:v>-0.50358953</c:v>
                </c:pt>
                <c:pt idx="131">
                  <c:v>-0.50240182</c:v>
                </c:pt>
                <c:pt idx="132">
                  <c:v>-0.50140381</c:v>
                </c:pt>
                <c:pt idx="133">
                  <c:v>-0.50024909</c:v>
                </c:pt>
                <c:pt idx="134">
                  <c:v>-0.49928407</c:v>
                </c:pt>
                <c:pt idx="135">
                  <c:v>-0.49781799</c:v>
                </c:pt>
                <c:pt idx="136">
                  <c:v>-0.49697876</c:v>
                </c:pt>
                <c:pt idx="137">
                  <c:v>-0.49575806</c:v>
                </c:pt>
                <c:pt idx="138">
                  <c:v>-0.49468169</c:v>
                </c:pt>
                <c:pt idx="139">
                  <c:v>-0.49331665</c:v>
                </c:pt>
                <c:pt idx="140">
                  <c:v>-0.49232483</c:v>
                </c:pt>
                <c:pt idx="141">
                  <c:v>-0.49102783</c:v>
                </c:pt>
                <c:pt idx="142">
                  <c:v>-0.48988342</c:v>
                </c:pt>
                <c:pt idx="143">
                  <c:v>-0.48881737</c:v>
                </c:pt>
                <c:pt idx="144">
                  <c:v>-0.4875946</c:v>
                </c:pt>
                <c:pt idx="145">
                  <c:v>-0.4863739</c:v>
                </c:pt>
                <c:pt idx="146">
                  <c:v>-0.48503154</c:v>
                </c:pt>
                <c:pt idx="147">
                  <c:v>-0.4838562</c:v>
                </c:pt>
                <c:pt idx="148">
                  <c:v>-0.48210144</c:v>
                </c:pt>
                <c:pt idx="149">
                  <c:v>-0.48146841</c:v>
                </c:pt>
                <c:pt idx="150">
                  <c:v>-0.480058</c:v>
                </c:pt>
                <c:pt idx="151">
                  <c:v>-0.47836304</c:v>
                </c:pt>
                <c:pt idx="152">
                  <c:v>-0.47723719</c:v>
                </c:pt>
                <c:pt idx="153">
                  <c:v>-0.47582678</c:v>
                </c:pt>
                <c:pt idx="154">
                  <c:v>-0.4744906</c:v>
                </c:pt>
                <c:pt idx="155">
                  <c:v>-0.47332764</c:v>
                </c:pt>
                <c:pt idx="156">
                  <c:v>-0.47248634</c:v>
                </c:pt>
                <c:pt idx="157">
                  <c:v>-0.47092747</c:v>
                </c:pt>
                <c:pt idx="158">
                  <c:v>-0.46974182</c:v>
                </c:pt>
                <c:pt idx="159">
                  <c:v>-0.46810666</c:v>
                </c:pt>
                <c:pt idx="160">
                  <c:v>-0.46691895</c:v>
                </c:pt>
                <c:pt idx="161">
                  <c:v>-0.46554565</c:v>
                </c:pt>
                <c:pt idx="162">
                  <c:v>-0.46394967</c:v>
                </c:pt>
                <c:pt idx="163">
                  <c:v>-0.46261349</c:v>
                </c:pt>
                <c:pt idx="164">
                  <c:v>-0.46112061</c:v>
                </c:pt>
                <c:pt idx="165">
                  <c:v>-0.46020508</c:v>
                </c:pt>
                <c:pt idx="166">
                  <c:v>-0.45829773</c:v>
                </c:pt>
                <c:pt idx="167">
                  <c:v>-0.45776367</c:v>
                </c:pt>
                <c:pt idx="168">
                  <c:v>-0.45608108</c:v>
                </c:pt>
                <c:pt idx="169">
                  <c:v>-0.45433044</c:v>
                </c:pt>
                <c:pt idx="170">
                  <c:v>-0.4531118</c:v>
                </c:pt>
                <c:pt idx="171">
                  <c:v>-0.45173645</c:v>
                </c:pt>
                <c:pt idx="172">
                  <c:v>-0.45036316</c:v>
                </c:pt>
                <c:pt idx="173">
                  <c:v>-0.44902905</c:v>
                </c:pt>
                <c:pt idx="174">
                  <c:v>-0.44754028</c:v>
                </c:pt>
                <c:pt idx="175">
                  <c:v>-0.44624329</c:v>
                </c:pt>
                <c:pt idx="176">
                  <c:v>-0.44487</c:v>
                </c:pt>
                <c:pt idx="177">
                  <c:v>-0.44338742</c:v>
                </c:pt>
                <c:pt idx="178">
                  <c:v>-0.44212548</c:v>
                </c:pt>
                <c:pt idx="179">
                  <c:v>-0.4407893</c:v>
                </c:pt>
                <c:pt idx="180">
                  <c:v>-0.43952942</c:v>
                </c:pt>
                <c:pt idx="181">
                  <c:v>-0.43807983</c:v>
                </c:pt>
                <c:pt idx="182">
                  <c:v>-0.43670654</c:v>
                </c:pt>
                <c:pt idx="183">
                  <c:v>-0.43529614</c:v>
                </c:pt>
                <c:pt idx="184">
                  <c:v>-0.43395996</c:v>
                </c:pt>
                <c:pt idx="185">
                  <c:v>-0.43266296</c:v>
                </c:pt>
                <c:pt idx="186">
                  <c:v>-0.43128761</c:v>
                </c:pt>
                <c:pt idx="187">
                  <c:v>-0.43006897</c:v>
                </c:pt>
                <c:pt idx="188">
                  <c:v>-0.42854103</c:v>
                </c:pt>
                <c:pt idx="189">
                  <c:v>-0.42705639</c:v>
                </c:pt>
                <c:pt idx="190">
                  <c:v>-0.42579651</c:v>
                </c:pt>
                <c:pt idx="191">
                  <c:v>-0.42442322</c:v>
                </c:pt>
                <c:pt idx="192">
                  <c:v>-0.42297363</c:v>
                </c:pt>
                <c:pt idx="193">
                  <c:v>-0.42160034</c:v>
                </c:pt>
                <c:pt idx="194">
                  <c:v>-0.42007446</c:v>
                </c:pt>
                <c:pt idx="195">
                  <c:v>-0.41881664</c:v>
                </c:pt>
                <c:pt idx="196">
                  <c:v>-0.41748047</c:v>
                </c:pt>
                <c:pt idx="197">
                  <c:v>-0.4159216</c:v>
                </c:pt>
                <c:pt idx="198">
                  <c:v>-0.41488235</c:v>
                </c:pt>
                <c:pt idx="199">
                  <c:v>-0.41347194</c:v>
                </c:pt>
                <c:pt idx="200">
                  <c:v>-0.41221</c:v>
                </c:pt>
                <c:pt idx="201">
                  <c:v>-0.4107666</c:v>
                </c:pt>
                <c:pt idx="202">
                  <c:v>-0.40938919</c:v>
                </c:pt>
                <c:pt idx="203">
                  <c:v>-0.40797878</c:v>
                </c:pt>
                <c:pt idx="204">
                  <c:v>-0.40649414</c:v>
                </c:pt>
                <c:pt idx="205">
                  <c:v>-0.40496826</c:v>
                </c:pt>
                <c:pt idx="206">
                  <c:v>-0.40359497</c:v>
                </c:pt>
                <c:pt idx="207">
                  <c:v>-0.40226292</c:v>
                </c:pt>
                <c:pt idx="208">
                  <c:v>-0.40100098</c:v>
                </c:pt>
                <c:pt idx="209">
                  <c:v>-0.39970398</c:v>
                </c:pt>
                <c:pt idx="210">
                  <c:v>-0.39832863</c:v>
                </c:pt>
                <c:pt idx="211">
                  <c:v>-0.39691822</c:v>
                </c:pt>
                <c:pt idx="212">
                  <c:v>-0.39558204</c:v>
                </c:pt>
                <c:pt idx="213">
                  <c:v>-0.39409741</c:v>
                </c:pt>
                <c:pt idx="214">
                  <c:v>-0.39283752</c:v>
                </c:pt>
                <c:pt idx="215">
                  <c:v>-0.39131165</c:v>
                </c:pt>
                <c:pt idx="216">
                  <c:v>-0.39008888</c:v>
                </c:pt>
                <c:pt idx="217">
                  <c:v>-0.38882694</c:v>
                </c:pt>
                <c:pt idx="218">
                  <c:v>-0.38757324</c:v>
                </c:pt>
                <c:pt idx="219">
                  <c:v>-0.38622882</c:v>
                </c:pt>
                <c:pt idx="220">
                  <c:v>-0.38459572</c:v>
                </c:pt>
                <c:pt idx="221">
                  <c:v>-0.38291931</c:v>
                </c:pt>
                <c:pt idx="222">
                  <c:v>-0.38139343</c:v>
                </c:pt>
                <c:pt idx="223">
                  <c:v>-0.37984487</c:v>
                </c:pt>
                <c:pt idx="224">
                  <c:v>-0.37858293</c:v>
                </c:pt>
                <c:pt idx="225">
                  <c:v>-0.37650443</c:v>
                </c:pt>
                <c:pt idx="226">
                  <c:v>-0.37506104</c:v>
                </c:pt>
                <c:pt idx="227">
                  <c:v>-0.37360939</c:v>
                </c:pt>
                <c:pt idx="228">
                  <c:v>-0.37193298</c:v>
                </c:pt>
                <c:pt idx="229">
                  <c:v>-0.37033081</c:v>
                </c:pt>
                <c:pt idx="230">
                  <c:v>-0.36885854</c:v>
                </c:pt>
                <c:pt idx="231">
                  <c:v>-0.36700274</c:v>
                </c:pt>
                <c:pt idx="232">
                  <c:v>-0.36536964</c:v>
                </c:pt>
                <c:pt idx="233">
                  <c:v>-0.36366231</c:v>
                </c:pt>
                <c:pt idx="234">
                  <c:v>-0.36210344</c:v>
                </c:pt>
                <c:pt idx="235">
                  <c:v>-0.3603961</c:v>
                </c:pt>
                <c:pt idx="236">
                  <c:v>-0.35868877</c:v>
                </c:pt>
                <c:pt idx="237">
                  <c:v>-0.35697937</c:v>
                </c:pt>
                <c:pt idx="238">
                  <c:v>-0.35549679</c:v>
                </c:pt>
                <c:pt idx="239">
                  <c:v>-0.35339355</c:v>
                </c:pt>
                <c:pt idx="240">
                  <c:v>-0.35185943</c:v>
                </c:pt>
                <c:pt idx="241">
                  <c:v>-0.34957886</c:v>
                </c:pt>
                <c:pt idx="242">
                  <c:v>-0.34767151</c:v>
                </c:pt>
                <c:pt idx="243">
                  <c:v>-0.34681166</c:v>
                </c:pt>
                <c:pt idx="244">
                  <c:v>-0.34423828</c:v>
                </c:pt>
                <c:pt idx="245">
                  <c:v>-0.3425062</c:v>
                </c:pt>
                <c:pt idx="246">
                  <c:v>-0.34156799</c:v>
                </c:pt>
                <c:pt idx="247">
                  <c:v>-0.33916576</c:v>
                </c:pt>
                <c:pt idx="248">
                  <c:v>-0.3373842</c:v>
                </c:pt>
                <c:pt idx="249">
                  <c:v>-0.33567686</c:v>
                </c:pt>
                <c:pt idx="250">
                  <c:v>-0.33411799</c:v>
                </c:pt>
                <c:pt idx="251">
                  <c:v>-0.33218384</c:v>
                </c:pt>
                <c:pt idx="252">
                  <c:v>-0.33055486</c:v>
                </c:pt>
                <c:pt idx="253">
                  <c:v>-0.32869906</c:v>
                </c:pt>
                <c:pt idx="254">
                  <c:v>-0.32707214</c:v>
                </c:pt>
                <c:pt idx="255">
                  <c:v>-0.32535862</c:v>
                </c:pt>
                <c:pt idx="256">
                  <c:v>-0.32357706</c:v>
                </c:pt>
                <c:pt idx="257">
                  <c:v>-0.32203674</c:v>
                </c:pt>
                <c:pt idx="258">
                  <c:v>-0.3200531</c:v>
                </c:pt>
                <c:pt idx="259">
                  <c:v>-0.31829834</c:v>
                </c:pt>
                <c:pt idx="260">
                  <c:v>-0.31654358</c:v>
                </c:pt>
                <c:pt idx="261">
                  <c:v>-0.31478882</c:v>
                </c:pt>
                <c:pt idx="262">
                  <c:v>-0.31303612</c:v>
                </c:pt>
                <c:pt idx="263">
                  <c:v>-0.31143188</c:v>
                </c:pt>
                <c:pt idx="264">
                  <c:v>-0.30967712</c:v>
                </c:pt>
                <c:pt idx="265">
                  <c:v>-0.30761719</c:v>
                </c:pt>
                <c:pt idx="266">
                  <c:v>-0.30601501</c:v>
                </c:pt>
                <c:pt idx="267">
                  <c:v>-0.30410767</c:v>
                </c:pt>
                <c:pt idx="268">
                  <c:v>-0.30235291</c:v>
                </c:pt>
                <c:pt idx="269">
                  <c:v>-0.30059814</c:v>
                </c:pt>
                <c:pt idx="270">
                  <c:v>-0.2986145</c:v>
                </c:pt>
                <c:pt idx="271">
                  <c:v>-0.29707625</c:v>
                </c:pt>
                <c:pt idx="272">
                  <c:v>-0.2961731</c:v>
                </c:pt>
                <c:pt idx="273">
                  <c:v>-0.29403274</c:v>
                </c:pt>
                <c:pt idx="274">
                  <c:v>-0.29158309</c:v>
                </c:pt>
                <c:pt idx="275">
                  <c:v>-0.28999329</c:v>
                </c:pt>
                <c:pt idx="276">
                  <c:v>-0.28808594</c:v>
                </c:pt>
                <c:pt idx="277">
                  <c:v>-0.28653531</c:v>
                </c:pt>
                <c:pt idx="278">
                  <c:v>-0.28475375</c:v>
                </c:pt>
                <c:pt idx="279">
                  <c:v>-0.28319488</c:v>
                </c:pt>
                <c:pt idx="280">
                  <c:v>-0.28160095</c:v>
                </c:pt>
                <c:pt idx="281">
                  <c:v>-0.27984619</c:v>
                </c:pt>
                <c:pt idx="282">
                  <c:v>-0.27777594</c:v>
                </c:pt>
                <c:pt idx="283">
                  <c:v>-0.27599438</c:v>
                </c:pt>
                <c:pt idx="284">
                  <c:v>-0.27458397</c:v>
                </c:pt>
                <c:pt idx="285">
                  <c:v>-0.2730251</c:v>
                </c:pt>
                <c:pt idx="286">
                  <c:v>-0.27050121</c:v>
                </c:pt>
                <c:pt idx="287">
                  <c:v>-0.26893616</c:v>
                </c:pt>
                <c:pt idx="288">
                  <c:v>-0.26716078</c:v>
                </c:pt>
                <c:pt idx="289">
                  <c:v>-0.26575037</c:v>
                </c:pt>
                <c:pt idx="290">
                  <c:v>-0.26329041</c:v>
                </c:pt>
                <c:pt idx="291">
                  <c:v>-0.26174184</c:v>
                </c:pt>
                <c:pt idx="292">
                  <c:v>-0.25996028</c:v>
                </c:pt>
                <c:pt idx="293">
                  <c:v>-0.2583313</c:v>
                </c:pt>
                <c:pt idx="294">
                  <c:v>-0.25654561</c:v>
                </c:pt>
                <c:pt idx="295">
                  <c:v>-0.25483827</c:v>
                </c:pt>
                <c:pt idx="296">
                  <c:v>-0.25283813</c:v>
                </c:pt>
                <c:pt idx="297">
                  <c:v>-0.25179476</c:v>
                </c:pt>
                <c:pt idx="298">
                  <c:v>-0.25016785</c:v>
                </c:pt>
                <c:pt idx="299">
                  <c:v>-0.24748931</c:v>
                </c:pt>
                <c:pt idx="300">
                  <c:v>-0.2457428</c:v>
                </c:pt>
                <c:pt idx="301">
                  <c:v>-0.24391174</c:v>
                </c:pt>
                <c:pt idx="302">
                  <c:v>-0.24284363</c:v>
                </c:pt>
                <c:pt idx="303">
                  <c:v>-0.24036304</c:v>
                </c:pt>
                <c:pt idx="304">
                  <c:v>-0.2393238</c:v>
                </c:pt>
                <c:pt idx="305">
                  <c:v>-0.23754223</c:v>
                </c:pt>
                <c:pt idx="306">
                  <c:v>-0.23553797</c:v>
                </c:pt>
                <c:pt idx="307">
                  <c:v>-0.23361206</c:v>
                </c:pt>
                <c:pt idx="308">
                  <c:v>-0.23197483</c:v>
                </c:pt>
                <c:pt idx="309">
                  <c:v>-0.23017883</c:v>
                </c:pt>
                <c:pt idx="310">
                  <c:v>-0.22826324</c:v>
                </c:pt>
                <c:pt idx="311">
                  <c:v>-0.22648167</c:v>
                </c:pt>
                <c:pt idx="312">
                  <c:v>-0.22447741</c:v>
                </c:pt>
                <c:pt idx="313">
                  <c:v>-0.22293091</c:v>
                </c:pt>
                <c:pt idx="314">
                  <c:v>-0.22109985</c:v>
                </c:pt>
                <c:pt idx="315">
                  <c:v>-0.2191925</c:v>
                </c:pt>
                <c:pt idx="316">
                  <c:v>-0.21736145</c:v>
                </c:pt>
                <c:pt idx="317">
                  <c:v>-0.21579227</c:v>
                </c:pt>
                <c:pt idx="318">
                  <c:v>-0.21400452</c:v>
                </c:pt>
                <c:pt idx="319">
                  <c:v>-0.21200644</c:v>
                </c:pt>
                <c:pt idx="320">
                  <c:v>-0.21022487</c:v>
                </c:pt>
                <c:pt idx="321">
                  <c:v>-0.20843506</c:v>
                </c:pt>
                <c:pt idx="322">
                  <c:v>-0.20698547</c:v>
                </c:pt>
                <c:pt idx="323">
                  <c:v>-0.2053998</c:v>
                </c:pt>
                <c:pt idx="324">
                  <c:v>-0.20339553</c:v>
                </c:pt>
                <c:pt idx="325">
                  <c:v>-0.20179749</c:v>
                </c:pt>
                <c:pt idx="326">
                  <c:v>-0.1998324</c:v>
                </c:pt>
                <c:pt idx="327">
                  <c:v>-0.19729614</c:v>
                </c:pt>
                <c:pt idx="328">
                  <c:v>-0.19567541</c:v>
                </c:pt>
                <c:pt idx="329">
                  <c:v>-0.194265</c:v>
                </c:pt>
                <c:pt idx="330">
                  <c:v>-0.19226074</c:v>
                </c:pt>
                <c:pt idx="331">
                  <c:v>-0.19065857</c:v>
                </c:pt>
                <c:pt idx="332">
                  <c:v>-0.18869761</c:v>
                </c:pt>
                <c:pt idx="333">
                  <c:v>-0.18684387</c:v>
                </c:pt>
                <c:pt idx="334">
                  <c:v>-0.18491178</c:v>
                </c:pt>
                <c:pt idx="335">
                  <c:v>-0.18364984</c:v>
                </c:pt>
                <c:pt idx="336">
                  <c:v>-0.18179404</c:v>
                </c:pt>
                <c:pt idx="337">
                  <c:v>-0.18001247</c:v>
                </c:pt>
                <c:pt idx="338">
                  <c:v>-0.17784119</c:v>
                </c:pt>
                <c:pt idx="339">
                  <c:v>-0.17601013</c:v>
                </c:pt>
                <c:pt idx="340">
                  <c:v>-0.17417908</c:v>
                </c:pt>
                <c:pt idx="341">
                  <c:v>-0.17221812</c:v>
                </c:pt>
                <c:pt idx="342">
                  <c:v>-0.17112732</c:v>
                </c:pt>
                <c:pt idx="343">
                  <c:v>-0.16929626</c:v>
                </c:pt>
                <c:pt idx="344">
                  <c:v>-0.16746727</c:v>
                </c:pt>
                <c:pt idx="345">
                  <c:v>-0.16471863</c:v>
                </c:pt>
                <c:pt idx="346">
                  <c:v>-0.16326904</c:v>
                </c:pt>
                <c:pt idx="347">
                  <c:v>-0.1612854</c:v>
                </c:pt>
                <c:pt idx="348">
                  <c:v>-0.15967292</c:v>
                </c:pt>
                <c:pt idx="349">
                  <c:v>-0.15800476</c:v>
                </c:pt>
                <c:pt idx="350">
                  <c:v>-0.15602112</c:v>
                </c:pt>
                <c:pt idx="351">
                  <c:v>-0.15419006</c:v>
                </c:pt>
                <c:pt idx="352">
                  <c:v>-0.15254665</c:v>
                </c:pt>
                <c:pt idx="353">
                  <c:v>-0.15075684</c:v>
                </c:pt>
                <c:pt idx="354">
                  <c:v>-0.14930725</c:v>
                </c:pt>
                <c:pt idx="355">
                  <c:v>-0.14732361</c:v>
                </c:pt>
                <c:pt idx="356">
                  <c:v>-0.14564308</c:v>
                </c:pt>
                <c:pt idx="357">
                  <c:v>-0.14363882</c:v>
                </c:pt>
                <c:pt idx="358">
                  <c:v>-0.14178302</c:v>
                </c:pt>
                <c:pt idx="359">
                  <c:v>-0.13970452</c:v>
                </c:pt>
                <c:pt idx="360">
                  <c:v>-0.13763428</c:v>
                </c:pt>
                <c:pt idx="361">
                  <c:v>-0.13584446</c:v>
                </c:pt>
                <c:pt idx="362">
                  <c:v>-0.13412476</c:v>
                </c:pt>
                <c:pt idx="363">
                  <c:v>-0.13191223</c:v>
                </c:pt>
                <c:pt idx="364">
                  <c:v>-0.12985229</c:v>
                </c:pt>
                <c:pt idx="365">
                  <c:v>-0.12763977</c:v>
                </c:pt>
                <c:pt idx="366">
                  <c:v>-0.12574892</c:v>
                </c:pt>
                <c:pt idx="367">
                  <c:v>-0.12367042</c:v>
                </c:pt>
                <c:pt idx="368">
                  <c:v>-0.12176514</c:v>
                </c:pt>
                <c:pt idx="369">
                  <c:v>-0.1196619</c:v>
                </c:pt>
                <c:pt idx="370">
                  <c:v>-0.11750917</c:v>
                </c:pt>
                <c:pt idx="371">
                  <c:v>-0.11520386</c:v>
                </c:pt>
                <c:pt idx="372">
                  <c:v>-0.11320372</c:v>
                </c:pt>
                <c:pt idx="373">
                  <c:v>-0.11045714</c:v>
                </c:pt>
                <c:pt idx="374">
                  <c:v>-0.10912096</c:v>
                </c:pt>
                <c:pt idx="375">
                  <c:v>-0.10604858</c:v>
                </c:pt>
                <c:pt idx="376">
                  <c:v>-0.10391235</c:v>
                </c:pt>
                <c:pt idx="377">
                  <c:v>-0.10169983</c:v>
                </c:pt>
                <c:pt idx="378">
                  <c:v>-0.10017395</c:v>
                </c:pt>
                <c:pt idx="379">
                  <c:v>-0.09820887</c:v>
                </c:pt>
                <c:pt idx="380">
                  <c:v>-0.09605614</c:v>
                </c:pt>
                <c:pt idx="381">
                  <c:v>-0.09338379</c:v>
                </c:pt>
                <c:pt idx="382">
                  <c:v>-0.09162903</c:v>
                </c:pt>
                <c:pt idx="383">
                  <c:v>-0.0892268</c:v>
                </c:pt>
                <c:pt idx="384">
                  <c:v>-0.08633175</c:v>
                </c:pt>
                <c:pt idx="385">
                  <c:v>-0.08455019</c:v>
                </c:pt>
                <c:pt idx="386">
                  <c:v>-0.0818634</c:v>
                </c:pt>
                <c:pt idx="387">
                  <c:v>-0.07965088</c:v>
                </c:pt>
                <c:pt idx="388">
                  <c:v>-0.07764662</c:v>
                </c:pt>
                <c:pt idx="389">
                  <c:v>-0.07537842</c:v>
                </c:pt>
                <c:pt idx="390">
                  <c:v>-0.07334116</c:v>
                </c:pt>
                <c:pt idx="391">
                  <c:v>-0.07089151</c:v>
                </c:pt>
                <c:pt idx="392">
                  <c:v>-0.06881714</c:v>
                </c:pt>
                <c:pt idx="393">
                  <c:v>-0.06680875</c:v>
                </c:pt>
                <c:pt idx="394">
                  <c:v>-0.06454468</c:v>
                </c:pt>
                <c:pt idx="395">
                  <c:v>-0.06161252</c:v>
                </c:pt>
                <c:pt idx="396">
                  <c:v>-0.05953402</c:v>
                </c:pt>
                <c:pt idx="397">
                  <c:v>-0.05723283</c:v>
                </c:pt>
                <c:pt idx="398">
                  <c:v>-0.05545126</c:v>
                </c:pt>
                <c:pt idx="399">
                  <c:v>-0.05310059</c:v>
                </c:pt>
                <c:pt idx="400">
                  <c:v>-0.05062619</c:v>
                </c:pt>
                <c:pt idx="401">
                  <c:v>-0.048325</c:v>
                </c:pt>
                <c:pt idx="402">
                  <c:v>-0.04587534</c:v>
                </c:pt>
                <c:pt idx="403">
                  <c:v>-0.04379272</c:v>
                </c:pt>
                <c:pt idx="404">
                  <c:v>-0.04171835</c:v>
                </c:pt>
                <c:pt idx="405">
                  <c:v>-0.0392687</c:v>
                </c:pt>
                <c:pt idx="406">
                  <c:v>-0.03723145</c:v>
                </c:pt>
                <c:pt idx="407">
                  <c:v>-0.03474055</c:v>
                </c:pt>
                <c:pt idx="408">
                  <c:v>-0.03242493</c:v>
                </c:pt>
                <c:pt idx="409">
                  <c:v>-0.0302124</c:v>
                </c:pt>
                <c:pt idx="410">
                  <c:v>-0.02792358</c:v>
                </c:pt>
                <c:pt idx="411">
                  <c:v>-0.02540588</c:v>
                </c:pt>
                <c:pt idx="412">
                  <c:v>-0.02293767</c:v>
                </c:pt>
                <c:pt idx="413">
                  <c:v>-0.02090454</c:v>
                </c:pt>
                <c:pt idx="414">
                  <c:v>-0.01863222</c:v>
                </c:pt>
                <c:pt idx="415">
                  <c:v>-0.01663208</c:v>
                </c:pt>
                <c:pt idx="416">
                  <c:v>-0.01410407</c:v>
                </c:pt>
                <c:pt idx="417">
                  <c:v>-0.01182556</c:v>
                </c:pt>
                <c:pt idx="418">
                  <c:v>-0.00979862</c:v>
                </c:pt>
                <c:pt idx="419">
                  <c:v>-0.00778198</c:v>
                </c:pt>
                <c:pt idx="420">
                  <c:v>-0.0055674</c:v>
                </c:pt>
                <c:pt idx="421">
                  <c:v>-0.00259399</c:v>
                </c:pt>
                <c:pt idx="422">
                  <c:v>-0.00015259</c:v>
                </c:pt>
                <c:pt idx="423">
                  <c:v>0.00096502</c:v>
                </c:pt>
                <c:pt idx="424">
                  <c:v>0.00415699</c:v>
                </c:pt>
                <c:pt idx="425">
                  <c:v>0.00660664</c:v>
                </c:pt>
                <c:pt idx="426">
                  <c:v>0.00869751</c:v>
                </c:pt>
                <c:pt idx="427">
                  <c:v>0.01068115</c:v>
                </c:pt>
                <c:pt idx="428">
                  <c:v>0.01321329</c:v>
                </c:pt>
                <c:pt idx="429">
                  <c:v>0.01506909</c:v>
                </c:pt>
                <c:pt idx="430">
                  <c:v>0.01731873</c:v>
                </c:pt>
                <c:pt idx="431">
                  <c:v>0.01937454</c:v>
                </c:pt>
                <c:pt idx="432">
                  <c:v>0.02174377</c:v>
                </c:pt>
                <c:pt idx="433">
                  <c:v>0.02471924</c:v>
                </c:pt>
                <c:pt idx="434">
                  <c:v>0.02685547</c:v>
                </c:pt>
                <c:pt idx="435">
                  <c:v>0.02917316</c:v>
                </c:pt>
                <c:pt idx="436">
                  <c:v>0.03154858</c:v>
                </c:pt>
                <c:pt idx="437">
                  <c:v>0.03399823</c:v>
                </c:pt>
                <c:pt idx="438">
                  <c:v>0.03684998</c:v>
                </c:pt>
                <c:pt idx="439">
                  <c:v>0.03808099</c:v>
                </c:pt>
                <c:pt idx="440">
                  <c:v>0.04045641</c:v>
                </c:pt>
                <c:pt idx="441">
                  <c:v>0.04312876</c:v>
                </c:pt>
                <c:pt idx="442">
                  <c:v>0.04609804</c:v>
                </c:pt>
                <c:pt idx="443">
                  <c:v>0.04877039</c:v>
                </c:pt>
                <c:pt idx="444">
                  <c:v>0.05129428</c:v>
                </c:pt>
                <c:pt idx="445">
                  <c:v>0.05322431</c:v>
                </c:pt>
                <c:pt idx="446">
                  <c:v>0.05574819</c:v>
                </c:pt>
                <c:pt idx="447">
                  <c:v>0.05849477</c:v>
                </c:pt>
                <c:pt idx="448">
                  <c:v>0.06049904</c:v>
                </c:pt>
                <c:pt idx="449">
                  <c:v>0.06302292</c:v>
                </c:pt>
                <c:pt idx="450">
                  <c:v>0.06532411</c:v>
                </c:pt>
                <c:pt idx="451">
                  <c:v>0.06888725</c:v>
                </c:pt>
                <c:pt idx="452">
                  <c:v>0.07096574</c:v>
                </c:pt>
                <c:pt idx="453">
                  <c:v>0.07354736</c:v>
                </c:pt>
                <c:pt idx="454">
                  <c:v>0.07614136</c:v>
                </c:pt>
                <c:pt idx="455">
                  <c:v>0.0787601</c:v>
                </c:pt>
                <c:pt idx="456">
                  <c:v>0.08163452</c:v>
                </c:pt>
                <c:pt idx="457">
                  <c:v>0.08369446</c:v>
                </c:pt>
                <c:pt idx="458">
                  <c:v>0.08633175</c:v>
                </c:pt>
                <c:pt idx="459">
                  <c:v>0.08872986</c:v>
                </c:pt>
                <c:pt idx="460">
                  <c:v>0.09140015</c:v>
                </c:pt>
                <c:pt idx="461">
                  <c:v>0.09407043</c:v>
                </c:pt>
                <c:pt idx="462">
                  <c:v>0.0970459</c:v>
                </c:pt>
                <c:pt idx="463">
                  <c:v>0.09971619</c:v>
                </c:pt>
                <c:pt idx="464">
                  <c:v>0.10238647</c:v>
                </c:pt>
                <c:pt idx="465">
                  <c:v>0.10536194</c:v>
                </c:pt>
                <c:pt idx="466">
                  <c:v>0.10837864</c:v>
                </c:pt>
                <c:pt idx="467">
                  <c:v>0.1108551</c:v>
                </c:pt>
                <c:pt idx="468">
                  <c:v>0.11357488</c:v>
                </c:pt>
                <c:pt idx="469">
                  <c:v>0.11657715</c:v>
                </c:pt>
                <c:pt idx="470">
                  <c:v>0.11936497</c:v>
                </c:pt>
                <c:pt idx="471">
                  <c:v>0.12211155</c:v>
                </c:pt>
                <c:pt idx="472">
                  <c:v>0.12485813</c:v>
                </c:pt>
                <c:pt idx="473">
                  <c:v>0.12797588</c:v>
                </c:pt>
                <c:pt idx="474">
                  <c:v>0.12931824</c:v>
                </c:pt>
                <c:pt idx="475">
                  <c:v>0.13242979</c:v>
                </c:pt>
                <c:pt idx="476">
                  <c:v>0.13580322</c:v>
                </c:pt>
                <c:pt idx="477">
                  <c:v>0.13836835</c:v>
                </c:pt>
                <c:pt idx="478">
                  <c:v>0.14091492</c:v>
                </c:pt>
                <c:pt idx="479">
                  <c:v>0.14404297</c:v>
                </c:pt>
                <c:pt idx="480">
                  <c:v>0.14772157</c:v>
                </c:pt>
                <c:pt idx="481">
                  <c:v>0.15060425</c:v>
                </c:pt>
                <c:pt idx="482">
                  <c:v>0.15342712</c:v>
                </c:pt>
                <c:pt idx="483">
                  <c:v>0.15632629</c:v>
                </c:pt>
                <c:pt idx="484">
                  <c:v>0.15803981</c:v>
                </c:pt>
                <c:pt idx="485">
                  <c:v>0.16120911</c:v>
                </c:pt>
                <c:pt idx="486">
                  <c:v>0.16410828</c:v>
                </c:pt>
                <c:pt idx="487">
                  <c:v>0.16700745</c:v>
                </c:pt>
                <c:pt idx="488">
                  <c:v>0.17021179</c:v>
                </c:pt>
                <c:pt idx="489">
                  <c:v>0.1728862</c:v>
                </c:pt>
                <c:pt idx="490">
                  <c:v>0.17578125</c:v>
                </c:pt>
                <c:pt idx="491">
                  <c:v>0.17875671</c:v>
                </c:pt>
                <c:pt idx="492">
                  <c:v>0.18253636</c:v>
                </c:pt>
                <c:pt idx="493">
                  <c:v>0.184021</c:v>
                </c:pt>
                <c:pt idx="494">
                  <c:v>0.18758413</c:v>
                </c:pt>
                <c:pt idx="495">
                  <c:v>0.19134521</c:v>
                </c:pt>
                <c:pt idx="496">
                  <c:v>0.19432068</c:v>
                </c:pt>
                <c:pt idx="497">
                  <c:v>0.19699097</c:v>
                </c:pt>
                <c:pt idx="498">
                  <c:v>0.20027779</c:v>
                </c:pt>
                <c:pt idx="499">
                  <c:v>0.20317284</c:v>
                </c:pt>
                <c:pt idx="500">
                  <c:v>0.20584106</c:v>
                </c:pt>
                <c:pt idx="501">
                  <c:v>0.2091217</c:v>
                </c:pt>
                <c:pt idx="502">
                  <c:v>0.21178374</c:v>
                </c:pt>
                <c:pt idx="503">
                  <c:v>0.21537781</c:v>
                </c:pt>
                <c:pt idx="504">
                  <c:v>0.21801923</c:v>
                </c:pt>
                <c:pt idx="505">
                  <c:v>0.22039465</c:v>
                </c:pt>
                <c:pt idx="506">
                  <c:v>0.2230835</c:v>
                </c:pt>
                <c:pt idx="507">
                  <c:v>0.22603628</c:v>
                </c:pt>
                <c:pt idx="508">
                  <c:v>0.22907979</c:v>
                </c:pt>
                <c:pt idx="509">
                  <c:v>0.23204907</c:v>
                </c:pt>
                <c:pt idx="510">
                  <c:v>0.235672</c:v>
                </c:pt>
                <c:pt idx="511">
                  <c:v>0.23835878</c:v>
                </c:pt>
                <c:pt idx="512">
                  <c:v>0.2419281</c:v>
                </c:pt>
                <c:pt idx="513">
                  <c:v>0.2446685</c:v>
                </c:pt>
                <c:pt idx="514">
                  <c:v>0.24763777</c:v>
                </c:pt>
                <c:pt idx="515">
                  <c:v>0.25097821</c:v>
                </c:pt>
                <c:pt idx="516">
                  <c:v>0.25367737</c:v>
                </c:pt>
                <c:pt idx="517">
                  <c:v>0.256991</c:v>
                </c:pt>
                <c:pt idx="518">
                  <c:v>0.25878906</c:v>
                </c:pt>
                <c:pt idx="519">
                  <c:v>0.262113</c:v>
                </c:pt>
                <c:pt idx="520">
                  <c:v>0.26515651</c:v>
                </c:pt>
                <c:pt idx="521">
                  <c:v>0.26878357</c:v>
                </c:pt>
                <c:pt idx="522">
                  <c:v>0.27122498</c:v>
                </c:pt>
                <c:pt idx="523">
                  <c:v>0.27450562</c:v>
                </c:pt>
                <c:pt idx="524">
                  <c:v>0.27816772</c:v>
                </c:pt>
                <c:pt idx="525">
                  <c:v>0.2800029</c:v>
                </c:pt>
                <c:pt idx="526">
                  <c:v>0.28266907</c:v>
                </c:pt>
                <c:pt idx="527">
                  <c:v>0.28601569</c:v>
                </c:pt>
                <c:pt idx="528">
                  <c:v>0.28938293</c:v>
                </c:pt>
                <c:pt idx="529">
                  <c:v>0.29266357</c:v>
                </c:pt>
                <c:pt idx="530">
                  <c:v>0.29571533</c:v>
                </c:pt>
                <c:pt idx="531">
                  <c:v>0.29908051</c:v>
                </c:pt>
                <c:pt idx="532">
                  <c:v>0.30242095</c:v>
                </c:pt>
                <c:pt idx="533">
                  <c:v>0.30783988</c:v>
                </c:pt>
                <c:pt idx="534">
                  <c:v>0.31089783</c:v>
                </c:pt>
                <c:pt idx="535">
                  <c:v>0.31394958</c:v>
                </c:pt>
                <c:pt idx="536">
                  <c:v>0.31697041</c:v>
                </c:pt>
                <c:pt idx="537">
                  <c:v>0.31967163</c:v>
                </c:pt>
                <c:pt idx="538">
                  <c:v>0.32238934</c:v>
                </c:pt>
                <c:pt idx="539">
                  <c:v>0.32669067</c:v>
                </c:pt>
                <c:pt idx="540">
                  <c:v>0.32852173</c:v>
                </c:pt>
                <c:pt idx="541">
                  <c:v>0.33187866</c:v>
                </c:pt>
                <c:pt idx="542">
                  <c:v>0.33523147</c:v>
                </c:pt>
                <c:pt idx="543">
                  <c:v>0.33859253</c:v>
                </c:pt>
                <c:pt idx="544">
                  <c:v>0.34194946</c:v>
                </c:pt>
                <c:pt idx="545">
                  <c:v>0.34439087</c:v>
                </c:pt>
                <c:pt idx="546">
                  <c:v>0.34683228</c:v>
                </c:pt>
                <c:pt idx="547">
                  <c:v>0.35018921</c:v>
                </c:pt>
                <c:pt idx="548">
                  <c:v>0.35324097</c:v>
                </c:pt>
                <c:pt idx="549">
                  <c:v>0.35629272</c:v>
                </c:pt>
                <c:pt idx="550">
                  <c:v>0.35964966</c:v>
                </c:pt>
                <c:pt idx="551">
                  <c:v>0.36240036</c:v>
                </c:pt>
                <c:pt idx="552">
                  <c:v>0.36611196</c:v>
                </c:pt>
                <c:pt idx="553">
                  <c:v>0.36856162</c:v>
                </c:pt>
                <c:pt idx="554">
                  <c:v>0.37197629</c:v>
                </c:pt>
                <c:pt idx="555">
                  <c:v>0.37561365</c:v>
                </c:pt>
                <c:pt idx="556">
                  <c:v>0.37750244</c:v>
                </c:pt>
                <c:pt idx="557">
                  <c:v>0.3805542</c:v>
                </c:pt>
                <c:pt idx="558">
                  <c:v>0.38392763</c:v>
                </c:pt>
                <c:pt idx="559">
                  <c:v>0.38793615</c:v>
                </c:pt>
                <c:pt idx="560">
                  <c:v>0.39070129</c:v>
                </c:pt>
                <c:pt idx="561">
                  <c:v>0.39380048</c:v>
                </c:pt>
                <c:pt idx="562">
                  <c:v>0.39691822</c:v>
                </c:pt>
                <c:pt idx="563">
                  <c:v>0.39962769</c:v>
                </c:pt>
                <c:pt idx="564">
                  <c:v>0.40306091</c:v>
                </c:pt>
                <c:pt idx="565">
                  <c:v>0.40611267</c:v>
                </c:pt>
                <c:pt idx="566">
                  <c:v>0.4095459</c:v>
                </c:pt>
                <c:pt idx="567">
                  <c:v>0.41228423</c:v>
                </c:pt>
                <c:pt idx="568">
                  <c:v>0.41540197</c:v>
                </c:pt>
                <c:pt idx="569">
                  <c:v>0.41877747</c:v>
                </c:pt>
                <c:pt idx="570">
                  <c:v>0.42059821</c:v>
                </c:pt>
                <c:pt idx="571">
                  <c:v>0.42371595</c:v>
                </c:pt>
                <c:pt idx="572">
                  <c:v>0.42839256</c:v>
                </c:pt>
                <c:pt idx="573">
                  <c:v>0.43143607</c:v>
                </c:pt>
                <c:pt idx="574">
                  <c:v>0.43304443</c:v>
                </c:pt>
                <c:pt idx="575">
                  <c:v>0.43640962</c:v>
                </c:pt>
                <c:pt idx="576">
                  <c:v>0.43952942</c:v>
                </c:pt>
                <c:pt idx="577">
                  <c:v>0.44294203</c:v>
                </c:pt>
                <c:pt idx="578">
                  <c:v>0.44539168</c:v>
                </c:pt>
                <c:pt idx="579">
                  <c:v>0.44975281</c:v>
                </c:pt>
                <c:pt idx="580">
                  <c:v>0.45280457</c:v>
                </c:pt>
                <c:pt idx="581">
                  <c:v>0.45623779</c:v>
                </c:pt>
                <c:pt idx="582">
                  <c:v>0.45905036</c:v>
                </c:pt>
                <c:pt idx="583">
                  <c:v>0.46209387</c:v>
                </c:pt>
                <c:pt idx="584">
                  <c:v>0.46521161</c:v>
                </c:pt>
                <c:pt idx="585">
                  <c:v>0.46707153</c:v>
                </c:pt>
                <c:pt idx="586">
                  <c:v>0.46988822</c:v>
                </c:pt>
                <c:pt idx="587">
                  <c:v>0.47300596</c:v>
                </c:pt>
                <c:pt idx="588">
                  <c:v>0.47668457</c:v>
                </c:pt>
                <c:pt idx="589">
                  <c:v>0.48042297</c:v>
                </c:pt>
                <c:pt idx="590">
                  <c:v>0.48355103</c:v>
                </c:pt>
                <c:pt idx="591">
                  <c:v>0.48666464</c:v>
                </c:pt>
                <c:pt idx="592">
                  <c:v>0.4901123</c:v>
                </c:pt>
                <c:pt idx="593">
                  <c:v>0.49290013</c:v>
                </c:pt>
                <c:pt idx="594">
                  <c:v>0.49572094</c:v>
                </c:pt>
                <c:pt idx="595">
                  <c:v>0.49850464</c:v>
                </c:pt>
                <c:pt idx="596">
                  <c:v>0.50255028</c:v>
                </c:pt>
                <c:pt idx="597">
                  <c:v>0.50537109</c:v>
                </c:pt>
                <c:pt idx="598">
                  <c:v>0.50880432</c:v>
                </c:pt>
                <c:pt idx="599">
                  <c:v>0.51200867</c:v>
                </c:pt>
                <c:pt idx="600">
                  <c:v>0.51390777</c:v>
                </c:pt>
                <c:pt idx="601">
                  <c:v>0.51828745</c:v>
                </c:pt>
                <c:pt idx="602">
                  <c:v>0.52116394</c:v>
                </c:pt>
                <c:pt idx="603">
                  <c:v>0.52430024</c:v>
                </c:pt>
                <c:pt idx="604">
                  <c:v>0.52749221</c:v>
                </c:pt>
                <c:pt idx="605">
                  <c:v>0.53031921</c:v>
                </c:pt>
                <c:pt idx="606">
                  <c:v>0.53343077</c:v>
                </c:pt>
                <c:pt idx="607">
                  <c:v>0.53627014</c:v>
                </c:pt>
                <c:pt idx="608">
                  <c:v>0.53977966</c:v>
                </c:pt>
                <c:pt idx="609">
                  <c:v>0.54263553</c:v>
                </c:pt>
                <c:pt idx="610">
                  <c:v>0.54611206</c:v>
                </c:pt>
                <c:pt idx="611">
                  <c:v>0.54924011</c:v>
                </c:pt>
                <c:pt idx="612">
                  <c:v>0.55274963</c:v>
                </c:pt>
                <c:pt idx="613">
                  <c:v>0.55595398</c:v>
                </c:pt>
                <c:pt idx="614">
                  <c:v>0.55908203</c:v>
                </c:pt>
                <c:pt idx="615">
                  <c:v>0.56290085</c:v>
                </c:pt>
                <c:pt idx="616">
                  <c:v>0.56483088</c:v>
                </c:pt>
                <c:pt idx="617">
                  <c:v>0.56770325</c:v>
                </c:pt>
                <c:pt idx="618">
                  <c:v>0.57052612</c:v>
                </c:pt>
                <c:pt idx="619">
                  <c:v>0.57373047</c:v>
                </c:pt>
                <c:pt idx="620">
                  <c:v>0.57722762</c:v>
                </c:pt>
                <c:pt idx="621">
                  <c:v>0.57884216</c:v>
                </c:pt>
                <c:pt idx="622">
                  <c:v>0.58425903</c:v>
                </c:pt>
                <c:pt idx="623">
                  <c:v>0.5909729</c:v>
                </c:pt>
                <c:pt idx="624">
                  <c:v>0.59417725</c:v>
                </c:pt>
                <c:pt idx="625">
                  <c:v>0.59704755</c:v>
                </c:pt>
                <c:pt idx="626">
                  <c:v>0.60061068</c:v>
                </c:pt>
                <c:pt idx="627">
                  <c:v>0.60380266</c:v>
                </c:pt>
                <c:pt idx="628">
                  <c:v>0.60699463</c:v>
                </c:pt>
                <c:pt idx="629">
                  <c:v>0.60929582</c:v>
                </c:pt>
                <c:pt idx="630">
                  <c:v>0.61374974</c:v>
                </c:pt>
                <c:pt idx="631">
                  <c:v>0.61694171</c:v>
                </c:pt>
                <c:pt idx="632">
                  <c:v>0.61983676</c:v>
                </c:pt>
                <c:pt idx="633">
                  <c:v>0.62339783</c:v>
                </c:pt>
                <c:pt idx="634">
                  <c:v>0.62530518</c:v>
                </c:pt>
                <c:pt idx="635">
                  <c:v>0.62948691</c:v>
                </c:pt>
                <c:pt idx="636">
                  <c:v>0.63270569</c:v>
                </c:pt>
                <c:pt idx="637">
                  <c:v>0.63564816</c:v>
                </c:pt>
                <c:pt idx="638">
                  <c:v>0.63921129</c:v>
                </c:pt>
                <c:pt idx="639">
                  <c:v>0.64208984</c:v>
                </c:pt>
                <c:pt idx="640">
                  <c:v>0.65190496</c:v>
                </c:pt>
                <c:pt idx="641">
                  <c:v>0.65509693</c:v>
                </c:pt>
                <c:pt idx="642">
                  <c:v>0.65803528</c:v>
                </c:pt>
                <c:pt idx="643">
                  <c:v>0.66162109</c:v>
                </c:pt>
                <c:pt idx="644">
                  <c:v>0.66291809</c:v>
                </c:pt>
                <c:pt idx="645">
                  <c:v>0.6678772</c:v>
                </c:pt>
                <c:pt idx="646">
                  <c:v>0.67047119</c:v>
                </c:pt>
                <c:pt idx="647">
                  <c:v>0.67402608</c:v>
                </c:pt>
                <c:pt idx="648">
                  <c:v>0.67892539</c:v>
                </c:pt>
                <c:pt idx="649">
                  <c:v>0.68191528</c:v>
                </c:pt>
                <c:pt idx="650">
                  <c:v>0.68519592</c:v>
                </c:pt>
                <c:pt idx="651">
                  <c:v>0.68840027</c:v>
                </c:pt>
                <c:pt idx="652">
                  <c:v>0.69035711</c:v>
                </c:pt>
                <c:pt idx="653">
                  <c:v>0.69495949</c:v>
                </c:pt>
                <c:pt idx="654">
                  <c:v>0.6975576</c:v>
                </c:pt>
                <c:pt idx="655">
                  <c:v>0.70119497</c:v>
                </c:pt>
                <c:pt idx="656">
                  <c:v>0.70411682</c:v>
                </c:pt>
                <c:pt idx="657">
                  <c:v>0.70739746</c:v>
                </c:pt>
                <c:pt idx="658">
                  <c:v>0.71098328</c:v>
                </c:pt>
                <c:pt idx="659">
                  <c:v>0.71388863</c:v>
                </c:pt>
                <c:pt idx="660">
                  <c:v>0.71715484</c:v>
                </c:pt>
                <c:pt idx="661">
                  <c:v>0.72105408</c:v>
                </c:pt>
                <c:pt idx="662">
                  <c:v>0.72398418</c:v>
                </c:pt>
                <c:pt idx="663">
                  <c:v>0.72725038</c:v>
                </c:pt>
                <c:pt idx="664">
                  <c:v>0.73051659</c:v>
                </c:pt>
                <c:pt idx="665">
                  <c:v>0.73379517</c:v>
                </c:pt>
                <c:pt idx="666">
                  <c:v>0.73734593</c:v>
                </c:pt>
                <c:pt idx="667">
                  <c:v>0.74028015</c:v>
                </c:pt>
                <c:pt idx="668">
                  <c:v>0.74386597</c:v>
                </c:pt>
                <c:pt idx="669">
                  <c:v>0.74584961</c:v>
                </c:pt>
                <c:pt idx="670">
                  <c:v>0.74877765</c:v>
                </c:pt>
                <c:pt idx="671">
                  <c:v>0.75241089</c:v>
                </c:pt>
                <c:pt idx="672">
                  <c:v>0.7559967</c:v>
                </c:pt>
                <c:pt idx="673">
                  <c:v>0.75927734</c:v>
                </c:pt>
                <c:pt idx="674">
                  <c:v>0.76221363</c:v>
                </c:pt>
                <c:pt idx="675">
                  <c:v>0.765851</c:v>
                </c:pt>
                <c:pt idx="676">
                  <c:v>0.77011108</c:v>
                </c:pt>
                <c:pt idx="677">
                  <c:v>0.77339172</c:v>
                </c:pt>
                <c:pt idx="678">
                  <c:v>0.77668886</c:v>
                </c:pt>
                <c:pt idx="679">
                  <c:v>0.77964783</c:v>
                </c:pt>
                <c:pt idx="680">
                  <c:v>0.78330994</c:v>
                </c:pt>
                <c:pt idx="681">
                  <c:v>0.78659058</c:v>
                </c:pt>
                <c:pt idx="682">
                  <c:v>0.78960522</c:v>
                </c:pt>
                <c:pt idx="683">
                  <c:v>0.79324258</c:v>
                </c:pt>
                <c:pt idx="684">
                  <c:v>0.7958407</c:v>
                </c:pt>
                <c:pt idx="685">
                  <c:v>0.79918114</c:v>
                </c:pt>
                <c:pt idx="686">
                  <c:v>0.80253601</c:v>
                </c:pt>
                <c:pt idx="687">
                  <c:v>0.80615894</c:v>
                </c:pt>
                <c:pt idx="688">
                  <c:v>0.80949938</c:v>
                </c:pt>
                <c:pt idx="689">
                  <c:v>0.81283569</c:v>
                </c:pt>
                <c:pt idx="690">
                  <c:v>0.81611633</c:v>
                </c:pt>
                <c:pt idx="691">
                  <c:v>0.81947327</c:v>
                </c:pt>
                <c:pt idx="692">
                  <c:v>0.8227869</c:v>
                </c:pt>
                <c:pt idx="693">
                  <c:v>0.82649231</c:v>
                </c:pt>
                <c:pt idx="694">
                  <c:v>0.82946777</c:v>
                </c:pt>
                <c:pt idx="695">
                  <c:v>0.83317937</c:v>
                </c:pt>
                <c:pt idx="696">
                  <c:v>0.83618164</c:v>
                </c:pt>
                <c:pt idx="697">
                  <c:v>0.83919216</c:v>
                </c:pt>
                <c:pt idx="698">
                  <c:v>0.84290376</c:v>
                </c:pt>
                <c:pt idx="699">
                  <c:v>0.84594727</c:v>
                </c:pt>
                <c:pt idx="700">
                  <c:v>0.8493042</c:v>
                </c:pt>
                <c:pt idx="701">
                  <c:v>0.85225698</c:v>
                </c:pt>
                <c:pt idx="702">
                  <c:v>0.8556366</c:v>
                </c:pt>
                <c:pt idx="703">
                  <c:v>0.85938325</c:v>
                </c:pt>
                <c:pt idx="704">
                  <c:v>0.86309485</c:v>
                </c:pt>
                <c:pt idx="705">
                  <c:v>0.86710337</c:v>
                </c:pt>
                <c:pt idx="706">
                  <c:v>0.86883545</c:v>
                </c:pt>
                <c:pt idx="707">
                  <c:v>0.87249756</c:v>
                </c:pt>
                <c:pt idx="708">
                  <c:v>0.87556581</c:v>
                </c:pt>
                <c:pt idx="709">
                  <c:v>0.87860107</c:v>
                </c:pt>
                <c:pt idx="710">
                  <c:v>0.88195801</c:v>
                </c:pt>
                <c:pt idx="711">
                  <c:v>0.88736869</c:v>
                </c:pt>
                <c:pt idx="712">
                  <c:v>0.88905334</c:v>
                </c:pt>
                <c:pt idx="713">
                  <c:v>0.89278762</c:v>
                </c:pt>
                <c:pt idx="714">
                  <c:v>0.89622498</c:v>
                </c:pt>
                <c:pt idx="715">
                  <c:v>0.89958191</c:v>
                </c:pt>
                <c:pt idx="716">
                  <c:v>0.90301514</c:v>
                </c:pt>
                <c:pt idx="717">
                  <c:v>0.90675354</c:v>
                </c:pt>
                <c:pt idx="718">
                  <c:v>0.91011047</c:v>
                </c:pt>
                <c:pt idx="719">
                  <c:v>0.91320141</c:v>
                </c:pt>
                <c:pt idx="720">
                  <c:v>0.91659546</c:v>
                </c:pt>
                <c:pt idx="721">
                  <c:v>0.91995239</c:v>
                </c:pt>
                <c:pt idx="722">
                  <c:v>0.92338562</c:v>
                </c:pt>
                <c:pt idx="723">
                  <c:v>0.92745394</c:v>
                </c:pt>
                <c:pt idx="724">
                  <c:v>0.93086861</c:v>
                </c:pt>
                <c:pt idx="725">
                  <c:v>0.93391418</c:v>
                </c:pt>
                <c:pt idx="726">
                  <c:v>0.93732679</c:v>
                </c:pt>
                <c:pt idx="727">
                  <c:v>0.94074146</c:v>
                </c:pt>
                <c:pt idx="728">
                  <c:v>0.9438324</c:v>
                </c:pt>
                <c:pt idx="729">
                  <c:v>0.9475708</c:v>
                </c:pt>
                <c:pt idx="730">
                  <c:v>0.95100403</c:v>
                </c:pt>
                <c:pt idx="731">
                  <c:v>0.9547713</c:v>
                </c:pt>
                <c:pt idx="732">
                  <c:v>0.95680237</c:v>
                </c:pt>
                <c:pt idx="733">
                  <c:v>0.9619718</c:v>
                </c:pt>
                <c:pt idx="734">
                  <c:v>0.96538647</c:v>
                </c:pt>
                <c:pt idx="735">
                  <c:v>0.96880114</c:v>
                </c:pt>
                <c:pt idx="736">
                  <c:v>0.97221375</c:v>
                </c:pt>
                <c:pt idx="737">
                  <c:v>0.97533355</c:v>
                </c:pt>
                <c:pt idx="738">
                  <c:v>0.97839355</c:v>
                </c:pt>
                <c:pt idx="739">
                  <c:v>0.98213196</c:v>
                </c:pt>
                <c:pt idx="740">
                  <c:v>0.98487854</c:v>
                </c:pt>
                <c:pt idx="741">
                  <c:v>0.98831177</c:v>
                </c:pt>
                <c:pt idx="742">
                  <c:v>0.99173881</c:v>
                </c:pt>
                <c:pt idx="743">
                  <c:v>0.99515348</c:v>
                </c:pt>
                <c:pt idx="744">
                  <c:v>0.99864238</c:v>
                </c:pt>
                <c:pt idx="745">
                  <c:v>1.00204468</c:v>
                </c:pt>
                <c:pt idx="746">
                  <c:v>1.00547791</c:v>
                </c:pt>
                <c:pt idx="747">
                  <c:v>1.00896062</c:v>
                </c:pt>
                <c:pt idx="748">
                  <c:v>1.01272583</c:v>
                </c:pt>
                <c:pt idx="749">
                  <c:v>1.01586419</c:v>
                </c:pt>
                <c:pt idx="750">
                  <c:v>1.0189077</c:v>
                </c:pt>
                <c:pt idx="751">
                  <c:v>1.02373278</c:v>
                </c:pt>
                <c:pt idx="752">
                  <c:v>1.02722168</c:v>
                </c:pt>
                <c:pt idx="753">
                  <c:v>1.02892901</c:v>
                </c:pt>
                <c:pt idx="754">
                  <c:v>1.03271484</c:v>
                </c:pt>
                <c:pt idx="755">
                  <c:v>1.03622437</c:v>
                </c:pt>
                <c:pt idx="756">
                  <c:v>1.03998957</c:v>
                </c:pt>
                <c:pt idx="757">
                  <c:v>1.04415894</c:v>
                </c:pt>
                <c:pt idx="758">
                  <c:v>1.04726431</c:v>
                </c:pt>
                <c:pt idx="759">
                  <c:v>1.05075321</c:v>
                </c:pt>
                <c:pt idx="760">
                  <c:v>1.05491638</c:v>
                </c:pt>
                <c:pt idx="761">
                  <c:v>1.05802794</c:v>
                </c:pt>
                <c:pt idx="762">
                  <c:v>1.06144261</c:v>
                </c:pt>
                <c:pt idx="763">
                  <c:v>1.06530267</c:v>
                </c:pt>
                <c:pt idx="764">
                  <c:v>1.06704712</c:v>
                </c:pt>
                <c:pt idx="765">
                  <c:v>1.07087006</c:v>
                </c:pt>
                <c:pt idx="766">
                  <c:v>1.07467651</c:v>
                </c:pt>
                <c:pt idx="767">
                  <c:v>1.07849121</c:v>
                </c:pt>
                <c:pt idx="768">
                  <c:v>1.08123779</c:v>
                </c:pt>
                <c:pt idx="769">
                  <c:v>1.08474731</c:v>
                </c:pt>
                <c:pt idx="770">
                  <c:v>1.08856201</c:v>
                </c:pt>
                <c:pt idx="771">
                  <c:v>1.09306542</c:v>
                </c:pt>
                <c:pt idx="772">
                  <c:v>1.09655432</c:v>
                </c:pt>
                <c:pt idx="773">
                  <c:v>1.09863281</c:v>
                </c:pt>
                <c:pt idx="774">
                  <c:v>1.10390328</c:v>
                </c:pt>
                <c:pt idx="775">
                  <c:v>1.10565186</c:v>
                </c:pt>
                <c:pt idx="776">
                  <c:v>1.10908508</c:v>
                </c:pt>
                <c:pt idx="777">
                  <c:v>1.11258842</c:v>
                </c:pt>
                <c:pt idx="778">
                  <c:v>1.11607732</c:v>
                </c:pt>
                <c:pt idx="779">
                  <c:v>1.11956622</c:v>
                </c:pt>
                <c:pt idx="780">
                  <c:v>1.12304688</c:v>
                </c:pt>
                <c:pt idx="781">
                  <c:v>1.12684095</c:v>
                </c:pt>
                <c:pt idx="782">
                  <c:v>1.13067627</c:v>
                </c:pt>
                <c:pt idx="783">
                  <c:v>1.13449097</c:v>
                </c:pt>
                <c:pt idx="784">
                  <c:v>1.1383469</c:v>
                </c:pt>
                <c:pt idx="785">
                  <c:v>1.14151001</c:v>
                </c:pt>
                <c:pt idx="786">
                  <c:v>1.14569587</c:v>
                </c:pt>
                <c:pt idx="787">
                  <c:v>1.14844245</c:v>
                </c:pt>
                <c:pt idx="788">
                  <c:v>1.15158081</c:v>
                </c:pt>
                <c:pt idx="789">
                  <c:v>1.15579141</c:v>
                </c:pt>
                <c:pt idx="790">
                  <c:v>1.15861223</c:v>
                </c:pt>
                <c:pt idx="791">
                  <c:v>1.16210113</c:v>
                </c:pt>
                <c:pt idx="792">
                  <c:v>1.16596119</c:v>
                </c:pt>
                <c:pt idx="793">
                  <c:v>1.16912842</c:v>
                </c:pt>
                <c:pt idx="794">
                  <c:v>1.17263794</c:v>
                </c:pt>
                <c:pt idx="795">
                  <c:v>1.17613096</c:v>
                </c:pt>
                <c:pt idx="796">
                  <c:v>1.17961987</c:v>
                </c:pt>
                <c:pt idx="797">
                  <c:v>1.183183</c:v>
                </c:pt>
                <c:pt idx="798">
                  <c:v>1.18667603</c:v>
                </c:pt>
                <c:pt idx="799">
                  <c:v>1.18986388</c:v>
                </c:pt>
                <c:pt idx="800">
                  <c:v>1.19342701</c:v>
                </c:pt>
                <c:pt idx="801">
                  <c:v>1.19766235</c:v>
                </c:pt>
                <c:pt idx="802">
                  <c:v>1.2008502</c:v>
                </c:pt>
                <c:pt idx="803">
                  <c:v>1.20441334</c:v>
                </c:pt>
                <c:pt idx="804">
                  <c:v>1.20758057</c:v>
                </c:pt>
                <c:pt idx="805">
                  <c:v>1.21183653</c:v>
                </c:pt>
                <c:pt idx="806">
                  <c:v>1.21539966</c:v>
                </c:pt>
                <c:pt idx="807">
                  <c:v>1.21932983</c:v>
                </c:pt>
                <c:pt idx="808">
                  <c:v>1.22141245</c:v>
                </c:pt>
                <c:pt idx="809">
                  <c:v>1.22535706</c:v>
                </c:pt>
                <c:pt idx="810">
                  <c:v>1.22962952</c:v>
                </c:pt>
                <c:pt idx="811">
                  <c:v>1.23351226</c:v>
                </c:pt>
                <c:pt idx="812">
                  <c:v>1.23603615</c:v>
                </c:pt>
                <c:pt idx="813">
                  <c:v>1.23924255</c:v>
                </c:pt>
                <c:pt idx="814">
                  <c:v>1.24279125</c:v>
                </c:pt>
                <c:pt idx="815">
                  <c:v>1.24671936</c:v>
                </c:pt>
                <c:pt idx="816">
                  <c:v>1.25022888</c:v>
                </c:pt>
                <c:pt idx="817">
                  <c:v>1.25414874</c:v>
                </c:pt>
                <c:pt idx="818">
                  <c:v>1.25846863</c:v>
                </c:pt>
                <c:pt idx="819">
                  <c:v>1.26164617</c:v>
                </c:pt>
                <c:pt idx="820">
                  <c:v>1.26586914</c:v>
                </c:pt>
                <c:pt idx="821">
                  <c:v>1.26765896</c:v>
                </c:pt>
                <c:pt idx="822">
                  <c:v>1.27159119</c:v>
                </c:pt>
                <c:pt idx="823">
                  <c:v>1.27515638</c:v>
                </c:pt>
                <c:pt idx="824">
                  <c:v>1.27871952</c:v>
                </c:pt>
                <c:pt idx="825">
                  <c:v>1.28295074</c:v>
                </c:pt>
                <c:pt idx="826">
                  <c:v>1.2865448</c:v>
                </c:pt>
                <c:pt idx="827">
                  <c:v>1.29005432</c:v>
                </c:pt>
                <c:pt idx="828">
                  <c:v>1.29219055</c:v>
                </c:pt>
                <c:pt idx="829">
                  <c:v>1.29616402</c:v>
                </c:pt>
                <c:pt idx="830">
                  <c:v>1.29966736</c:v>
                </c:pt>
                <c:pt idx="831">
                  <c:v>1.30325317</c:v>
                </c:pt>
                <c:pt idx="832">
                  <c:v>1.30821228</c:v>
                </c:pt>
                <c:pt idx="833">
                  <c:v>1.3117981</c:v>
                </c:pt>
                <c:pt idx="834">
                  <c:v>1.31500244</c:v>
                </c:pt>
                <c:pt idx="835">
                  <c:v>1.31858826</c:v>
                </c:pt>
                <c:pt idx="836">
                  <c:v>1.32177404</c:v>
                </c:pt>
                <c:pt idx="837">
                  <c:v>1.32570834</c:v>
                </c:pt>
                <c:pt idx="838">
                  <c:v>1.32888794</c:v>
                </c:pt>
                <c:pt idx="839">
                  <c:v>1.33247375</c:v>
                </c:pt>
                <c:pt idx="840">
                  <c:v>1.33602658</c:v>
                </c:pt>
                <c:pt idx="841">
                  <c:v>1.33918762</c:v>
                </c:pt>
                <c:pt idx="842">
                  <c:v>1.34277344</c:v>
                </c:pt>
                <c:pt idx="843">
                  <c:v>1.34775523</c:v>
                </c:pt>
                <c:pt idx="844">
                  <c:v>1.35065027</c:v>
                </c:pt>
                <c:pt idx="845">
                  <c:v>1.35451033</c:v>
                </c:pt>
                <c:pt idx="846">
                  <c:v>1.35740538</c:v>
                </c:pt>
                <c:pt idx="847">
                  <c:v>1.36054993</c:v>
                </c:pt>
                <c:pt idx="848">
                  <c:v>1.36482857</c:v>
                </c:pt>
                <c:pt idx="849">
                  <c:v>1.36839171</c:v>
                </c:pt>
                <c:pt idx="850">
                  <c:v>1.37229919</c:v>
                </c:pt>
                <c:pt idx="851">
                  <c:v>1.37588913</c:v>
                </c:pt>
                <c:pt idx="852">
                  <c:v>1.37901306</c:v>
                </c:pt>
                <c:pt idx="853">
                  <c:v>1.38259888</c:v>
                </c:pt>
                <c:pt idx="854">
                  <c:v>1.38613314</c:v>
                </c:pt>
                <c:pt idx="855">
                  <c:v>1.38895396</c:v>
                </c:pt>
                <c:pt idx="856">
                  <c:v>1.39244286</c:v>
                </c:pt>
                <c:pt idx="857">
                  <c:v>1.39602661</c:v>
                </c:pt>
                <c:pt idx="858">
                  <c:v>1.39953613</c:v>
                </c:pt>
                <c:pt idx="859">
                  <c:v>1.40268687</c:v>
                </c:pt>
                <c:pt idx="860">
                  <c:v>1.40654693</c:v>
                </c:pt>
                <c:pt idx="861">
                  <c:v>1.40936774</c:v>
                </c:pt>
                <c:pt idx="862">
                  <c:v>1.41464233</c:v>
                </c:pt>
                <c:pt idx="863">
                  <c:v>1.41822815</c:v>
                </c:pt>
                <c:pt idx="864">
                  <c:v>1.42027984</c:v>
                </c:pt>
                <c:pt idx="865">
                  <c:v>1.42525338</c:v>
                </c:pt>
                <c:pt idx="866">
                  <c:v>1.42874228</c:v>
                </c:pt>
                <c:pt idx="867">
                  <c:v>1.43260234</c:v>
                </c:pt>
                <c:pt idx="868">
                  <c:v>1.43440247</c:v>
                </c:pt>
                <c:pt idx="869">
                  <c:v>1.43750165</c:v>
                </c:pt>
                <c:pt idx="870">
                  <c:v>1.44136171</c:v>
                </c:pt>
                <c:pt idx="871">
                  <c:v>1.44492484</c:v>
                </c:pt>
                <c:pt idx="872">
                  <c:v>1.44982415</c:v>
                </c:pt>
                <c:pt idx="873">
                  <c:v>1.45294189</c:v>
                </c:pt>
                <c:pt idx="874">
                  <c:v>1.45576271</c:v>
                </c:pt>
                <c:pt idx="875">
                  <c:v>1.45925161</c:v>
                </c:pt>
                <c:pt idx="876">
                  <c:v>1.46278381</c:v>
                </c:pt>
                <c:pt idx="877">
                  <c:v>1.46629333</c:v>
                </c:pt>
                <c:pt idx="878">
                  <c:v>1.47008947</c:v>
                </c:pt>
                <c:pt idx="879">
                  <c:v>1.47394954</c:v>
                </c:pt>
                <c:pt idx="880">
                  <c:v>1.47743844</c:v>
                </c:pt>
                <c:pt idx="881">
                  <c:v>1.4812985</c:v>
                </c:pt>
                <c:pt idx="882">
                  <c:v>1.4847874</c:v>
                </c:pt>
                <c:pt idx="883">
                  <c:v>1.48820207</c:v>
                </c:pt>
                <c:pt idx="884">
                  <c:v>1.49032593</c:v>
                </c:pt>
                <c:pt idx="885">
                  <c:v>1.49480871</c:v>
                </c:pt>
                <c:pt idx="886">
                  <c:v>1.49866877</c:v>
                </c:pt>
                <c:pt idx="887">
                  <c:v>1.50177002</c:v>
                </c:pt>
                <c:pt idx="888">
                  <c:v>1.50527954</c:v>
                </c:pt>
                <c:pt idx="889">
                  <c:v>1.50909424</c:v>
                </c:pt>
                <c:pt idx="890">
                  <c:v>1.51252747</c:v>
                </c:pt>
                <c:pt idx="891">
                  <c:v>1.51603699</c:v>
                </c:pt>
                <c:pt idx="892">
                  <c:v>1.51985168</c:v>
                </c:pt>
                <c:pt idx="893">
                  <c:v>1.52259827</c:v>
                </c:pt>
                <c:pt idx="894">
                  <c:v>1.52643152</c:v>
                </c:pt>
                <c:pt idx="895">
                  <c:v>1.52992249</c:v>
                </c:pt>
                <c:pt idx="896">
                  <c:v>1.53303817</c:v>
                </c:pt>
                <c:pt idx="897">
                  <c:v>1.53645283</c:v>
                </c:pt>
                <c:pt idx="898">
                  <c:v>1.53991699</c:v>
                </c:pt>
                <c:pt idx="899">
                  <c:v>1.54305948</c:v>
                </c:pt>
                <c:pt idx="900">
                  <c:v>1.54654838</c:v>
                </c:pt>
                <c:pt idx="901">
                  <c:v>1.54998779</c:v>
                </c:pt>
                <c:pt idx="902">
                  <c:v>1.55342102</c:v>
                </c:pt>
                <c:pt idx="903">
                  <c:v>1.55656969</c:v>
                </c:pt>
                <c:pt idx="904">
                  <c:v>1.5599823</c:v>
                </c:pt>
                <c:pt idx="905">
                  <c:v>1.56349182</c:v>
                </c:pt>
                <c:pt idx="906">
                  <c:v>1.56692505</c:v>
                </c:pt>
                <c:pt idx="907">
                  <c:v>1.57073975</c:v>
                </c:pt>
                <c:pt idx="908">
                  <c:v>1.57417297</c:v>
                </c:pt>
                <c:pt idx="909">
                  <c:v>1.57691956</c:v>
                </c:pt>
                <c:pt idx="910">
                  <c:v>1.58106623</c:v>
                </c:pt>
                <c:pt idx="911">
                  <c:v>1.58455514</c:v>
                </c:pt>
                <c:pt idx="912">
                  <c:v>1.58796981</c:v>
                </c:pt>
                <c:pt idx="913">
                  <c:v>1.59145871</c:v>
                </c:pt>
                <c:pt idx="914">
                  <c:v>1.59484863</c:v>
                </c:pt>
                <c:pt idx="915">
                  <c:v>1.59799112</c:v>
                </c:pt>
                <c:pt idx="916">
                  <c:v>1.60214811</c:v>
                </c:pt>
                <c:pt idx="917">
                  <c:v>1.60593394</c:v>
                </c:pt>
                <c:pt idx="918">
                  <c:v>1.60903931</c:v>
                </c:pt>
                <c:pt idx="919">
                  <c:v>1.61320867</c:v>
                </c:pt>
                <c:pt idx="920">
                  <c:v>1.61499023</c:v>
                </c:pt>
                <c:pt idx="921">
                  <c:v>1.61877606</c:v>
                </c:pt>
                <c:pt idx="922">
                  <c:v>1.62055969</c:v>
                </c:pt>
                <c:pt idx="923">
                  <c:v>1.62538271</c:v>
                </c:pt>
                <c:pt idx="924">
                  <c:v>1.6330719</c:v>
                </c:pt>
                <c:pt idx="925">
                  <c:v>1.63658142</c:v>
                </c:pt>
                <c:pt idx="926">
                  <c:v>1.63970947</c:v>
                </c:pt>
                <c:pt idx="927">
                  <c:v>1.64321899</c:v>
                </c:pt>
                <c:pt idx="928">
                  <c:v>1.64672852</c:v>
                </c:pt>
                <c:pt idx="929">
                  <c:v>1.64987925</c:v>
                </c:pt>
                <c:pt idx="930">
                  <c:v>1.65412903</c:v>
                </c:pt>
                <c:pt idx="931">
                  <c:v>1.65730244</c:v>
                </c:pt>
                <c:pt idx="932">
                  <c:v>1.66079135</c:v>
                </c:pt>
                <c:pt idx="933">
                  <c:v>1.66465141</c:v>
                </c:pt>
                <c:pt idx="934">
                  <c:v>1.66821454</c:v>
                </c:pt>
                <c:pt idx="935">
                  <c:v>1.67205811</c:v>
                </c:pt>
                <c:pt idx="936">
                  <c:v>1.6759491</c:v>
                </c:pt>
                <c:pt idx="937">
                  <c:v>1.67945862</c:v>
                </c:pt>
                <c:pt idx="938">
                  <c:v>1.68120513</c:v>
                </c:pt>
                <c:pt idx="939">
                  <c:v>1.68513942</c:v>
                </c:pt>
                <c:pt idx="940">
                  <c:v>1.68899536</c:v>
                </c:pt>
                <c:pt idx="941">
                  <c:v>1.69250488</c:v>
                </c:pt>
                <c:pt idx="942">
                  <c:v>1.69639587</c:v>
                </c:pt>
                <c:pt idx="943">
                  <c:v>1.69954042</c:v>
                </c:pt>
                <c:pt idx="944">
                  <c:v>1.70310356</c:v>
                </c:pt>
                <c:pt idx="945">
                  <c:v>1.70661926</c:v>
                </c:pt>
                <c:pt idx="946">
                  <c:v>1.71012878</c:v>
                </c:pt>
                <c:pt idx="947">
                  <c:v>1.71363831</c:v>
                </c:pt>
                <c:pt idx="948">
                  <c:v>1.71713339</c:v>
                </c:pt>
                <c:pt idx="949">
                  <c:v>1.72103882</c:v>
                </c:pt>
                <c:pt idx="950">
                  <c:v>1.72454834</c:v>
                </c:pt>
                <c:pt idx="951">
                  <c:v>1.72843933</c:v>
                </c:pt>
                <c:pt idx="952">
                  <c:v>1.73160862</c:v>
                </c:pt>
                <c:pt idx="953">
                  <c:v>1.73477173</c:v>
                </c:pt>
                <c:pt idx="954">
                  <c:v>1.73866272</c:v>
                </c:pt>
                <c:pt idx="955">
                  <c:v>1.74217224</c:v>
                </c:pt>
                <c:pt idx="956">
                  <c:v>1.74568176</c:v>
                </c:pt>
                <c:pt idx="957">
                  <c:v>1.74920159</c:v>
                </c:pt>
                <c:pt idx="958">
                  <c:v>1.75308228</c:v>
                </c:pt>
                <c:pt idx="959">
                  <c:v>1.7565918</c:v>
                </c:pt>
                <c:pt idx="960">
                  <c:v>1.76048279</c:v>
                </c:pt>
                <c:pt idx="961">
                  <c:v>1.7640686</c:v>
                </c:pt>
                <c:pt idx="962">
                  <c:v>1.76582955</c:v>
                </c:pt>
                <c:pt idx="963">
                  <c:v>1.77110002</c:v>
                </c:pt>
                <c:pt idx="964">
                  <c:v>1.77466315</c:v>
                </c:pt>
                <c:pt idx="965">
                  <c:v>1.77822629</c:v>
                </c:pt>
                <c:pt idx="966">
                  <c:v>1.7817688</c:v>
                </c:pt>
                <c:pt idx="967">
                  <c:v>1.78527832</c:v>
                </c:pt>
                <c:pt idx="968">
                  <c:v>1.78743105</c:v>
                </c:pt>
                <c:pt idx="969">
                  <c:v>1.79275513</c:v>
                </c:pt>
                <c:pt idx="970">
                  <c:v>1.79589349</c:v>
                </c:pt>
                <c:pt idx="971">
                  <c:v>1.79945662</c:v>
                </c:pt>
                <c:pt idx="972">
                  <c:v>1.8026486</c:v>
                </c:pt>
                <c:pt idx="973">
                  <c:v>1.80621173</c:v>
                </c:pt>
                <c:pt idx="974">
                  <c:v>1.80977486</c:v>
                </c:pt>
                <c:pt idx="975">
                  <c:v>1.8132782</c:v>
                </c:pt>
                <c:pt idx="976">
                  <c:v>1.81645574</c:v>
                </c:pt>
                <c:pt idx="977">
                  <c:v>1.82076119</c:v>
                </c:pt>
                <c:pt idx="978">
                  <c:v>1.82387893</c:v>
                </c:pt>
                <c:pt idx="979">
                  <c:v>1.82785034</c:v>
                </c:pt>
                <c:pt idx="980">
                  <c:v>1.83135986</c:v>
                </c:pt>
                <c:pt idx="981">
                  <c:v>1.83380127</c:v>
                </c:pt>
                <c:pt idx="982">
                  <c:v>1.83701799</c:v>
                </c:pt>
                <c:pt idx="983">
                  <c:v>1.8409729</c:v>
                </c:pt>
                <c:pt idx="984">
                  <c:v>1.85127258</c:v>
                </c:pt>
                <c:pt idx="985">
                  <c:v>1.85624406</c:v>
                </c:pt>
                <c:pt idx="986">
                  <c:v>1.85980719</c:v>
                </c:pt>
                <c:pt idx="987">
                  <c:v>1.86262801</c:v>
                </c:pt>
                <c:pt idx="988">
                  <c:v>1.8665623</c:v>
                </c:pt>
                <c:pt idx="989">
                  <c:v>1.87012544</c:v>
                </c:pt>
                <c:pt idx="990">
                  <c:v>1.87438965</c:v>
                </c:pt>
                <c:pt idx="991">
                  <c:v>1.87621246</c:v>
                </c:pt>
                <c:pt idx="992">
                  <c:v>1.87977559</c:v>
                </c:pt>
                <c:pt idx="993">
                  <c:v>1.88370988</c:v>
                </c:pt>
                <c:pt idx="994">
                  <c:v>1.88727302</c:v>
                </c:pt>
                <c:pt idx="995">
                  <c:v>1.89083615</c:v>
                </c:pt>
                <c:pt idx="996">
                  <c:v>1.89447351</c:v>
                </c:pt>
                <c:pt idx="997">
                  <c:v>1.89840781</c:v>
                </c:pt>
                <c:pt idx="998">
                  <c:v>1.90162659</c:v>
                </c:pt>
                <c:pt idx="999">
                  <c:v>1.90627639</c:v>
                </c:pt>
                <c:pt idx="1000">
                  <c:v>1.90986633</c:v>
                </c:pt>
                <c:pt idx="1001">
                  <c:v>1.91345215</c:v>
                </c:pt>
                <c:pt idx="1002">
                  <c:v>1.91558838</c:v>
                </c:pt>
                <c:pt idx="1003">
                  <c:v>1.92314148</c:v>
                </c:pt>
                <c:pt idx="1004">
                  <c:v>1.92672729</c:v>
                </c:pt>
                <c:pt idx="1005">
                  <c:v>1.93061829</c:v>
                </c:pt>
                <c:pt idx="1006">
                  <c:v>1.93389068</c:v>
                </c:pt>
                <c:pt idx="1007">
                  <c:v>1.93782497</c:v>
                </c:pt>
                <c:pt idx="1008">
                  <c:v>1.94099426</c:v>
                </c:pt>
                <c:pt idx="1009">
                  <c:v>1.94458008</c:v>
                </c:pt>
                <c:pt idx="1010">
                  <c:v>1.94814321</c:v>
                </c:pt>
                <c:pt idx="1011">
                  <c:v>1.95178058</c:v>
                </c:pt>
                <c:pt idx="1012">
                  <c:v>1.95495605</c:v>
                </c:pt>
                <c:pt idx="1013">
                  <c:v>1.95892334</c:v>
                </c:pt>
                <c:pt idx="1014">
                  <c:v>1.96209882</c:v>
                </c:pt>
                <c:pt idx="1015">
                  <c:v>1.9657135</c:v>
                </c:pt>
                <c:pt idx="1016">
                  <c:v>1.96998596</c:v>
                </c:pt>
                <c:pt idx="1017">
                  <c:v>1.9739017</c:v>
                </c:pt>
                <c:pt idx="1018">
                  <c:v>1.97608948</c:v>
                </c:pt>
                <c:pt idx="1019">
                  <c:v>1.98355185</c:v>
                </c:pt>
                <c:pt idx="1020">
                  <c:v>1.98783875</c:v>
                </c:pt>
                <c:pt idx="1021">
                  <c:v>1.99112351</c:v>
                </c:pt>
                <c:pt idx="1022">
                  <c:v>1.9947052</c:v>
                </c:pt>
                <c:pt idx="1023">
                  <c:v>1.99862094</c:v>
                </c:pt>
                <c:pt idx="1024">
                  <c:v>2.00042725</c:v>
                </c:pt>
                <c:pt idx="1025">
                  <c:v>2.00975573</c:v>
                </c:pt>
                <c:pt idx="1026">
                  <c:v>2.01331886</c:v>
                </c:pt>
                <c:pt idx="1027">
                  <c:v>2.01690674</c:v>
                </c:pt>
                <c:pt idx="1028">
                  <c:v>2.02081629</c:v>
                </c:pt>
                <c:pt idx="1029">
                  <c:v>2.02475058</c:v>
                </c:pt>
                <c:pt idx="1030">
                  <c:v>2.02659607</c:v>
                </c:pt>
                <c:pt idx="1031">
                  <c:v>2.03018188</c:v>
                </c:pt>
                <c:pt idx="1032">
                  <c:v>2.03414917</c:v>
                </c:pt>
                <c:pt idx="1033">
                  <c:v>2.03737001</c:v>
                </c:pt>
                <c:pt idx="1034">
                  <c:v>2.04093315</c:v>
                </c:pt>
                <c:pt idx="1035">
                  <c:v>2.04635208</c:v>
                </c:pt>
                <c:pt idx="1036">
                  <c:v>2.04956055</c:v>
                </c:pt>
                <c:pt idx="1037">
                  <c:v>2.05207825</c:v>
                </c:pt>
                <c:pt idx="1038">
                  <c:v>2.05635071</c:v>
                </c:pt>
                <c:pt idx="1039">
                  <c:v>2.06038192</c:v>
                </c:pt>
                <c:pt idx="1040">
                  <c:v>2.06216348</c:v>
                </c:pt>
                <c:pt idx="1041">
                  <c:v>2.06646893</c:v>
                </c:pt>
                <c:pt idx="1042">
                  <c:v>2.07003207</c:v>
                </c:pt>
                <c:pt idx="1043">
                  <c:v>2.07435608</c:v>
                </c:pt>
                <c:pt idx="1044">
                  <c:v>2.07760373</c:v>
                </c:pt>
                <c:pt idx="1045">
                  <c:v>2.08049877</c:v>
                </c:pt>
                <c:pt idx="1046">
                  <c:v>2.08480835</c:v>
                </c:pt>
                <c:pt idx="1047">
                  <c:v>2.08839417</c:v>
                </c:pt>
                <c:pt idx="1048">
                  <c:v>2.09197998</c:v>
                </c:pt>
                <c:pt idx="1049">
                  <c:v>2.09556786</c:v>
                </c:pt>
                <c:pt idx="1050">
                  <c:v>2.09877014</c:v>
                </c:pt>
                <c:pt idx="1051">
                  <c:v>2.10098267</c:v>
                </c:pt>
                <c:pt idx="1052">
                  <c:v>2.10632324</c:v>
                </c:pt>
                <c:pt idx="1053">
                  <c:v>2.10922241</c:v>
                </c:pt>
                <c:pt idx="1054">
                  <c:v>2.11280823</c:v>
                </c:pt>
                <c:pt idx="1055">
                  <c:v>2.11677551</c:v>
                </c:pt>
                <c:pt idx="1056">
                  <c:v>2.11999017</c:v>
                </c:pt>
                <c:pt idx="1057">
                  <c:v>2.1235533</c:v>
                </c:pt>
                <c:pt idx="1058">
                  <c:v>2.128898</c:v>
                </c:pt>
                <c:pt idx="1059">
                  <c:v>2.1307373</c:v>
                </c:pt>
                <c:pt idx="1060">
                  <c:v>2.13394577</c:v>
                </c:pt>
                <c:pt idx="1061">
                  <c:v>2.13821411</c:v>
                </c:pt>
                <c:pt idx="1062">
                  <c:v>2.1414432</c:v>
                </c:pt>
                <c:pt idx="1063">
                  <c:v>2.14649097</c:v>
                </c:pt>
                <c:pt idx="1064">
                  <c:v>2.15042527</c:v>
                </c:pt>
                <c:pt idx="1065">
                  <c:v>2.15362549</c:v>
                </c:pt>
                <c:pt idx="1066">
                  <c:v>2.1572113</c:v>
                </c:pt>
                <c:pt idx="1067">
                  <c:v>2.16074351</c:v>
                </c:pt>
                <c:pt idx="1068">
                  <c:v>2.16363855</c:v>
                </c:pt>
                <c:pt idx="1069">
                  <c:v>2.16682434</c:v>
                </c:pt>
                <c:pt idx="1070">
                  <c:v>2.17079163</c:v>
                </c:pt>
                <c:pt idx="1071">
                  <c:v>2.17395679</c:v>
                </c:pt>
                <c:pt idx="1072">
                  <c:v>2.1786499</c:v>
                </c:pt>
                <c:pt idx="1073">
                  <c:v>2.18254089</c:v>
                </c:pt>
                <c:pt idx="1074">
                  <c:v>2.18575967</c:v>
                </c:pt>
                <c:pt idx="1075">
                  <c:v>2.18932281</c:v>
                </c:pt>
                <c:pt idx="1076">
                  <c:v>2.1925354</c:v>
                </c:pt>
                <c:pt idx="1077">
                  <c:v>2.1950531</c:v>
                </c:pt>
                <c:pt idx="1078">
                  <c:v>2.19856262</c:v>
                </c:pt>
                <c:pt idx="1079">
                  <c:v>2.20214844</c:v>
                </c:pt>
                <c:pt idx="1080">
                  <c:v>2.20748901</c:v>
                </c:pt>
                <c:pt idx="1081">
                  <c:v>2.21070161</c:v>
                </c:pt>
                <c:pt idx="1082">
                  <c:v>2.21427917</c:v>
                </c:pt>
                <c:pt idx="1083">
                  <c:v>2.21786499</c:v>
                </c:pt>
                <c:pt idx="1084">
                  <c:v>2.22109408</c:v>
                </c:pt>
                <c:pt idx="1085">
                  <c:v>2.22324681</c:v>
                </c:pt>
                <c:pt idx="1086">
                  <c:v>2.22824097</c:v>
                </c:pt>
                <c:pt idx="1087">
                  <c:v>2.23182678</c:v>
                </c:pt>
                <c:pt idx="1088">
                  <c:v>2.23396301</c:v>
                </c:pt>
                <c:pt idx="1089">
                  <c:v>2.237854</c:v>
                </c:pt>
                <c:pt idx="1090">
                  <c:v>2.24143982</c:v>
                </c:pt>
                <c:pt idx="1091">
                  <c:v>2.24502563</c:v>
                </c:pt>
                <c:pt idx="1092">
                  <c:v>2.24891663</c:v>
                </c:pt>
                <c:pt idx="1093">
                  <c:v>2.25250244</c:v>
                </c:pt>
                <c:pt idx="1094">
                  <c:v>2.25608826</c:v>
                </c:pt>
                <c:pt idx="1095">
                  <c:v>2.25969469</c:v>
                </c:pt>
                <c:pt idx="1096">
                  <c:v>2.26325783</c:v>
                </c:pt>
                <c:pt idx="1097">
                  <c:v>2.26719212</c:v>
                </c:pt>
                <c:pt idx="1098">
                  <c:v>2.27043152</c:v>
                </c:pt>
                <c:pt idx="1099">
                  <c:v>2.27401733</c:v>
                </c:pt>
                <c:pt idx="1100">
                  <c:v>2.27758459</c:v>
                </c:pt>
                <c:pt idx="1101">
                  <c:v>2.2808075</c:v>
                </c:pt>
                <c:pt idx="1102">
                  <c:v>2.2857666</c:v>
                </c:pt>
                <c:pt idx="1103">
                  <c:v>2.28938747</c:v>
                </c:pt>
                <c:pt idx="1104">
                  <c:v>2.29263306</c:v>
                </c:pt>
                <c:pt idx="1105">
                  <c:v>2.29584565</c:v>
                </c:pt>
                <c:pt idx="1106">
                  <c:v>2.29972839</c:v>
                </c:pt>
                <c:pt idx="1107">
                  <c:v>2.30334308</c:v>
                </c:pt>
                <c:pt idx="1108">
                  <c:v>2.30690621</c:v>
                </c:pt>
                <c:pt idx="1109">
                  <c:v>2.31018066</c:v>
                </c:pt>
                <c:pt idx="1110">
                  <c:v>2.31373555</c:v>
                </c:pt>
                <c:pt idx="1111">
                  <c:v>2.31765747</c:v>
                </c:pt>
                <c:pt idx="1112">
                  <c:v>2.32086182</c:v>
                </c:pt>
                <c:pt idx="1113">
                  <c:v>2.32412802</c:v>
                </c:pt>
                <c:pt idx="1114">
                  <c:v>2.3273468</c:v>
                </c:pt>
                <c:pt idx="1115">
                  <c:v>2.33093262</c:v>
                </c:pt>
                <c:pt idx="1116">
                  <c:v>2.3359309</c:v>
                </c:pt>
                <c:pt idx="1117">
                  <c:v>2.33808363</c:v>
                </c:pt>
                <c:pt idx="1118">
                  <c:v>2.34305717</c:v>
                </c:pt>
                <c:pt idx="1119">
                  <c:v>2.34519958</c:v>
                </c:pt>
                <c:pt idx="1120">
                  <c:v>2.3487854</c:v>
                </c:pt>
                <c:pt idx="1121">
                  <c:v>2.35237122</c:v>
                </c:pt>
                <c:pt idx="1122">
                  <c:v>2.35595703</c:v>
                </c:pt>
                <c:pt idx="1123">
                  <c:v>2.35953666</c:v>
                </c:pt>
                <c:pt idx="1124">
                  <c:v>2.36419678</c:v>
                </c:pt>
                <c:pt idx="1125">
                  <c:v>2.36816406</c:v>
                </c:pt>
                <c:pt idx="1126">
                  <c:v>2.37030029</c:v>
                </c:pt>
                <c:pt idx="1127">
                  <c:v>2.37388611</c:v>
                </c:pt>
                <c:pt idx="1128">
                  <c:v>2.37785339</c:v>
                </c:pt>
                <c:pt idx="1129">
                  <c:v>2.38143921</c:v>
                </c:pt>
                <c:pt idx="1130">
                  <c:v>2.38462706</c:v>
                </c:pt>
                <c:pt idx="1131">
                  <c:v>2.38967896</c:v>
                </c:pt>
                <c:pt idx="1132">
                  <c:v>2.39257813</c:v>
                </c:pt>
                <c:pt idx="1133">
                  <c:v>2.39616394</c:v>
                </c:pt>
                <c:pt idx="1134">
                  <c:v>2.39969614</c:v>
                </c:pt>
                <c:pt idx="1135">
                  <c:v>2.40259119</c:v>
                </c:pt>
                <c:pt idx="1136">
                  <c:v>2.40622856</c:v>
                </c:pt>
                <c:pt idx="1137">
                  <c:v>2.41016285</c:v>
                </c:pt>
                <c:pt idx="1138">
                  <c:v>2.41372598</c:v>
                </c:pt>
                <c:pt idx="1139">
                  <c:v>2.41736335</c:v>
                </c:pt>
                <c:pt idx="1140">
                  <c:v>2.42092648</c:v>
                </c:pt>
                <c:pt idx="1141">
                  <c:v>2.42486077</c:v>
                </c:pt>
                <c:pt idx="1142">
                  <c:v>2.4281311</c:v>
                </c:pt>
                <c:pt idx="1143">
                  <c:v>2.43202209</c:v>
                </c:pt>
                <c:pt idx="1144">
                  <c:v>2.43560791</c:v>
                </c:pt>
                <c:pt idx="1145">
                  <c:v>2.43919373</c:v>
                </c:pt>
                <c:pt idx="1146">
                  <c:v>2.44277954</c:v>
                </c:pt>
                <c:pt idx="1147">
                  <c:v>2.44638804</c:v>
                </c:pt>
                <c:pt idx="1148">
                  <c:v>2.44928308</c:v>
                </c:pt>
                <c:pt idx="1149">
                  <c:v>2.45323181</c:v>
                </c:pt>
                <c:pt idx="1150">
                  <c:v>2.45678051</c:v>
                </c:pt>
                <c:pt idx="1151">
                  <c:v>2.46041788</c:v>
                </c:pt>
                <c:pt idx="1152">
                  <c:v>2.46505737</c:v>
                </c:pt>
                <c:pt idx="1153">
                  <c:v>2.46865762</c:v>
                </c:pt>
                <c:pt idx="1154">
                  <c:v>2.47192383</c:v>
                </c:pt>
                <c:pt idx="1155">
                  <c:v>2.4751158</c:v>
                </c:pt>
                <c:pt idx="1156">
                  <c:v>2.47947693</c:v>
                </c:pt>
                <c:pt idx="1157">
                  <c:v>2.48268746</c:v>
                </c:pt>
                <c:pt idx="1158">
                  <c:v>2.48664856</c:v>
                </c:pt>
                <c:pt idx="1159">
                  <c:v>2.48877448</c:v>
                </c:pt>
                <c:pt idx="1160">
                  <c:v>2.49382225</c:v>
                </c:pt>
                <c:pt idx="1161">
                  <c:v>2.49597498</c:v>
                </c:pt>
                <c:pt idx="1162">
                  <c:v>2.4999835</c:v>
                </c:pt>
                <c:pt idx="1163">
                  <c:v>2.50320435</c:v>
                </c:pt>
                <c:pt idx="1164">
                  <c:v>2.50679016</c:v>
                </c:pt>
                <c:pt idx="1165">
                  <c:v>2.51075745</c:v>
                </c:pt>
                <c:pt idx="1166">
                  <c:v>2.51441956</c:v>
                </c:pt>
                <c:pt idx="1167">
                  <c:v>2.51802187</c:v>
                </c:pt>
                <c:pt idx="1168">
                  <c:v>2.52197266</c:v>
                </c:pt>
                <c:pt idx="1169">
                  <c:v>2.52563477</c:v>
                </c:pt>
                <c:pt idx="1170">
                  <c:v>2.52960205</c:v>
                </c:pt>
                <c:pt idx="1171">
                  <c:v>2.53318787</c:v>
                </c:pt>
                <c:pt idx="1172">
                  <c:v>2.53684998</c:v>
                </c:pt>
                <c:pt idx="1173">
                  <c:v>2.54081107</c:v>
                </c:pt>
                <c:pt idx="1174">
                  <c:v>2.54295349</c:v>
                </c:pt>
                <c:pt idx="1175">
                  <c:v>2.5466156</c:v>
                </c:pt>
                <c:pt idx="1176">
                  <c:v>2.54986737</c:v>
                </c:pt>
                <c:pt idx="1177">
                  <c:v>2.55380167</c:v>
                </c:pt>
                <c:pt idx="1178">
                  <c:v>2.55892367</c:v>
                </c:pt>
                <c:pt idx="1179">
                  <c:v>2.56181872</c:v>
                </c:pt>
                <c:pt idx="1180">
                  <c:v>2.56507874</c:v>
                </c:pt>
                <c:pt idx="1181">
                  <c:v>2.56946461</c:v>
                </c:pt>
                <c:pt idx="1182">
                  <c:v>2.57310197</c:v>
                </c:pt>
                <c:pt idx="1183">
                  <c:v>2.57667542</c:v>
                </c:pt>
                <c:pt idx="1184">
                  <c:v>2.57993131</c:v>
                </c:pt>
                <c:pt idx="1185">
                  <c:v>2.58356868</c:v>
                </c:pt>
                <c:pt idx="1186">
                  <c:v>2.58720398</c:v>
                </c:pt>
                <c:pt idx="1187">
                  <c:v>2.59086609</c:v>
                </c:pt>
                <c:pt idx="1188">
                  <c:v>2.59410961</c:v>
                </c:pt>
                <c:pt idx="1189">
                  <c:v>2.59811814</c:v>
                </c:pt>
                <c:pt idx="1190">
                  <c:v>2.60215759</c:v>
                </c:pt>
                <c:pt idx="1191">
                  <c:v>2.60539287</c:v>
                </c:pt>
                <c:pt idx="1192">
                  <c:v>2.60940139</c:v>
                </c:pt>
                <c:pt idx="1193">
                  <c:v>2.61303876</c:v>
                </c:pt>
                <c:pt idx="1194">
                  <c:v>2.61627197</c:v>
                </c:pt>
                <c:pt idx="1195">
                  <c:v>2.61994233</c:v>
                </c:pt>
                <c:pt idx="1196">
                  <c:v>2.62350546</c:v>
                </c:pt>
                <c:pt idx="1197">
                  <c:v>2.62680054</c:v>
                </c:pt>
                <c:pt idx="1198">
                  <c:v>2.63076782</c:v>
                </c:pt>
                <c:pt idx="1199">
                  <c:v>2.63478872</c:v>
                </c:pt>
                <c:pt idx="1200">
                  <c:v>2.63877869</c:v>
                </c:pt>
                <c:pt idx="1201">
                  <c:v>2.64094997</c:v>
                </c:pt>
                <c:pt idx="1202">
                  <c:v>2.64458734</c:v>
                </c:pt>
                <c:pt idx="1203">
                  <c:v>2.6482247</c:v>
                </c:pt>
                <c:pt idx="1204">
                  <c:v>2.65258789</c:v>
                </c:pt>
                <c:pt idx="1205">
                  <c:v>2.65579636</c:v>
                </c:pt>
                <c:pt idx="1206">
                  <c:v>2.65983582</c:v>
                </c:pt>
                <c:pt idx="1207">
                  <c:v>2.6638031</c:v>
                </c:pt>
                <c:pt idx="1208">
                  <c:v>2.66738892</c:v>
                </c:pt>
                <c:pt idx="1209">
                  <c:v>2.67066956</c:v>
                </c:pt>
                <c:pt idx="1210">
                  <c:v>2.67433167</c:v>
                </c:pt>
                <c:pt idx="1211">
                  <c:v>2.67828864</c:v>
                </c:pt>
                <c:pt idx="1212">
                  <c:v>2.68229717</c:v>
                </c:pt>
                <c:pt idx="1213">
                  <c:v>2.68409729</c:v>
                </c:pt>
                <c:pt idx="1214">
                  <c:v>2.68768311</c:v>
                </c:pt>
                <c:pt idx="1215">
                  <c:v>2.69134521</c:v>
                </c:pt>
                <c:pt idx="1216">
                  <c:v>2.69676208</c:v>
                </c:pt>
                <c:pt idx="1217">
                  <c:v>2.69897461</c:v>
                </c:pt>
                <c:pt idx="1218">
                  <c:v>2.70263672</c:v>
                </c:pt>
                <c:pt idx="1219">
                  <c:v>2.70627408</c:v>
                </c:pt>
                <c:pt idx="1220">
                  <c:v>2.70991145</c:v>
                </c:pt>
                <c:pt idx="1221">
                  <c:v>2.7142334</c:v>
                </c:pt>
                <c:pt idx="1222">
                  <c:v>2.71829966</c:v>
                </c:pt>
                <c:pt idx="1223">
                  <c:v>2.72119471</c:v>
                </c:pt>
                <c:pt idx="1224">
                  <c:v>2.72483207</c:v>
                </c:pt>
                <c:pt idx="1225">
                  <c:v>2.72850037</c:v>
                </c:pt>
                <c:pt idx="1226">
                  <c:v>2.73255219</c:v>
                </c:pt>
                <c:pt idx="1227">
                  <c:v>2.73656072</c:v>
                </c:pt>
                <c:pt idx="1228">
                  <c:v>2.73986816</c:v>
                </c:pt>
                <c:pt idx="1229">
                  <c:v>2.74316736</c:v>
                </c:pt>
                <c:pt idx="1230">
                  <c:v>2.74757385</c:v>
                </c:pt>
                <c:pt idx="1231">
                  <c:v>2.75088748</c:v>
                </c:pt>
                <c:pt idx="1232">
                  <c:v>2.75452485</c:v>
                </c:pt>
                <c:pt idx="1233">
                  <c:v>2.75823645</c:v>
                </c:pt>
                <c:pt idx="1234">
                  <c:v>2.76150265</c:v>
                </c:pt>
                <c:pt idx="1235">
                  <c:v>2.76521425</c:v>
                </c:pt>
                <c:pt idx="1236">
                  <c:v>2.76855469</c:v>
                </c:pt>
                <c:pt idx="1237">
                  <c:v>2.77293437</c:v>
                </c:pt>
                <c:pt idx="1238">
                  <c:v>2.77590365</c:v>
                </c:pt>
                <c:pt idx="1239">
                  <c:v>2.78038025</c:v>
                </c:pt>
                <c:pt idx="1240">
                  <c:v>2.78404236</c:v>
                </c:pt>
                <c:pt idx="1241">
                  <c:v>2.78846741</c:v>
                </c:pt>
                <c:pt idx="1242">
                  <c:v>2.79067581</c:v>
                </c:pt>
                <c:pt idx="1243">
                  <c:v>2.79396057</c:v>
                </c:pt>
                <c:pt idx="1244">
                  <c:v>2.79769897</c:v>
                </c:pt>
                <c:pt idx="1245">
                  <c:v>2.80326843</c:v>
                </c:pt>
                <c:pt idx="1246">
                  <c:v>2.80507681</c:v>
                </c:pt>
                <c:pt idx="1247">
                  <c:v>2.81027304</c:v>
                </c:pt>
                <c:pt idx="1248">
                  <c:v>2.8125</c:v>
                </c:pt>
                <c:pt idx="1249">
                  <c:v>2.81799316</c:v>
                </c:pt>
                <c:pt idx="1250">
                  <c:v>2.82170476</c:v>
                </c:pt>
                <c:pt idx="1251">
                  <c:v>2.82394409</c:v>
                </c:pt>
                <c:pt idx="1252">
                  <c:v>2.8276062</c:v>
                </c:pt>
                <c:pt idx="1253">
                  <c:v>2.8313446</c:v>
                </c:pt>
                <c:pt idx="1254">
                  <c:v>2.83538818</c:v>
                </c:pt>
                <c:pt idx="1255">
                  <c:v>2.83905029</c:v>
                </c:pt>
                <c:pt idx="1256">
                  <c:v>2.84315779</c:v>
                </c:pt>
                <c:pt idx="1257">
                  <c:v>2.84686939</c:v>
                </c:pt>
                <c:pt idx="1258">
                  <c:v>2.85095215</c:v>
                </c:pt>
                <c:pt idx="1259">
                  <c:v>2.85499573</c:v>
                </c:pt>
                <c:pt idx="1260">
                  <c:v>2.85830111</c:v>
                </c:pt>
                <c:pt idx="1261">
                  <c:v>2.86238387</c:v>
                </c:pt>
                <c:pt idx="1262">
                  <c:v>2.86535315</c:v>
                </c:pt>
                <c:pt idx="1263">
                  <c:v>2.86906474</c:v>
                </c:pt>
                <c:pt idx="1264">
                  <c:v>2.87307327</c:v>
                </c:pt>
                <c:pt idx="1265">
                  <c:v>2.87678487</c:v>
                </c:pt>
                <c:pt idx="1266">
                  <c:v>2.87975414</c:v>
                </c:pt>
                <c:pt idx="1267">
                  <c:v>2.8838369</c:v>
                </c:pt>
                <c:pt idx="1268">
                  <c:v>2.88787842</c:v>
                </c:pt>
                <c:pt idx="1269">
                  <c:v>2.89154053</c:v>
                </c:pt>
                <c:pt idx="1270">
                  <c:v>2.8956604</c:v>
                </c:pt>
                <c:pt idx="1271">
                  <c:v>2.89932251</c:v>
                </c:pt>
                <c:pt idx="1272">
                  <c:v>2.90153503</c:v>
                </c:pt>
                <c:pt idx="1273">
                  <c:v>2.90595802</c:v>
                </c:pt>
                <c:pt idx="1274">
                  <c:v>2.90931702</c:v>
                </c:pt>
                <c:pt idx="1275">
                  <c:v>2.91338122</c:v>
                </c:pt>
                <c:pt idx="1276">
                  <c:v>2.91740417</c:v>
                </c:pt>
                <c:pt idx="1277">
                  <c:v>2.92076111</c:v>
                </c:pt>
                <c:pt idx="1278">
                  <c:v>2.92442322</c:v>
                </c:pt>
                <c:pt idx="1279">
                  <c:v>2.9284668</c:v>
                </c:pt>
                <c:pt idx="1280">
                  <c:v>2.93253306</c:v>
                </c:pt>
                <c:pt idx="1281">
                  <c:v>2.93624466</c:v>
                </c:pt>
                <c:pt idx="1282">
                  <c:v>2.93991089</c:v>
                </c:pt>
                <c:pt idx="1283">
                  <c:v>2.943573</c:v>
                </c:pt>
                <c:pt idx="1284">
                  <c:v>2.94685982</c:v>
                </c:pt>
                <c:pt idx="1285">
                  <c:v>2.95127869</c:v>
                </c:pt>
                <c:pt idx="1286">
                  <c:v>2.95457995</c:v>
                </c:pt>
                <c:pt idx="1287">
                  <c:v>2.95646667</c:v>
                </c:pt>
                <c:pt idx="1288">
                  <c:v>2.96088966</c:v>
                </c:pt>
                <c:pt idx="1289">
                  <c:v>2.96417236</c:v>
                </c:pt>
                <c:pt idx="1290">
                  <c:v>2.96783447</c:v>
                </c:pt>
                <c:pt idx="1291">
                  <c:v>2.97340393</c:v>
                </c:pt>
                <c:pt idx="1292">
                  <c:v>2.97670107</c:v>
                </c:pt>
                <c:pt idx="1293">
                  <c:v>2.98034668</c:v>
                </c:pt>
                <c:pt idx="1294">
                  <c:v>2.98367887</c:v>
                </c:pt>
                <c:pt idx="1295">
                  <c:v>2.9876709</c:v>
                </c:pt>
                <c:pt idx="1296">
                  <c:v>2.99102783</c:v>
                </c:pt>
                <c:pt idx="1297">
                  <c:v>2.99324036</c:v>
                </c:pt>
                <c:pt idx="1298">
                  <c:v>2.99800564</c:v>
                </c:pt>
                <c:pt idx="1299">
                  <c:v>3.00201416</c:v>
                </c:pt>
                <c:pt idx="1300">
                  <c:v>3.00572576</c:v>
                </c:pt>
                <c:pt idx="1301">
                  <c:v>3.00899196</c:v>
                </c:pt>
                <c:pt idx="1302">
                  <c:v>3.01270356</c:v>
                </c:pt>
                <c:pt idx="1303">
                  <c:v>3.01597595</c:v>
                </c:pt>
                <c:pt idx="1304">
                  <c:v>3.01968136</c:v>
                </c:pt>
                <c:pt idx="1305">
                  <c:v>3.02331873</c:v>
                </c:pt>
                <c:pt idx="1306">
                  <c:v>3.02742004</c:v>
                </c:pt>
                <c:pt idx="1307">
                  <c:v>3.03103885</c:v>
                </c:pt>
                <c:pt idx="1308">
                  <c:v>3.03436279</c:v>
                </c:pt>
                <c:pt idx="1309">
                  <c:v>3.03913013</c:v>
                </c:pt>
                <c:pt idx="1310">
                  <c:v>3.04321289</c:v>
                </c:pt>
                <c:pt idx="1311">
                  <c:v>3.04610794</c:v>
                </c:pt>
                <c:pt idx="1312">
                  <c:v>3.04981953</c:v>
                </c:pt>
                <c:pt idx="1313">
                  <c:v>3.05382806</c:v>
                </c:pt>
                <c:pt idx="1314">
                  <c:v>3.05709839</c:v>
                </c:pt>
                <c:pt idx="1315">
                  <c:v>3.0604347</c:v>
                </c:pt>
                <c:pt idx="1316">
                  <c:v>3.06480408</c:v>
                </c:pt>
                <c:pt idx="1317">
                  <c:v>3.06815482</c:v>
                </c:pt>
                <c:pt idx="1318">
                  <c:v>3.07144165</c:v>
                </c:pt>
                <c:pt idx="1319">
                  <c:v>3.07542956</c:v>
                </c:pt>
                <c:pt idx="1320">
                  <c:v>3.07914734</c:v>
                </c:pt>
                <c:pt idx="1321">
                  <c:v>3.08280945</c:v>
                </c:pt>
                <c:pt idx="1322">
                  <c:v>3.08686128</c:v>
                </c:pt>
                <c:pt idx="1323">
                  <c:v>3.08898926</c:v>
                </c:pt>
                <c:pt idx="1324">
                  <c:v>3.09228021</c:v>
                </c:pt>
                <c:pt idx="1325">
                  <c:v>3.09747644</c:v>
                </c:pt>
                <c:pt idx="1326">
                  <c:v>3.10000033</c:v>
                </c:pt>
                <c:pt idx="1327">
                  <c:v>3.10512233</c:v>
                </c:pt>
                <c:pt idx="1328">
                  <c:v>3.10734929</c:v>
                </c:pt>
                <c:pt idx="1329">
                  <c:v>3.11103821</c:v>
                </c:pt>
                <c:pt idx="1330">
                  <c:v>3.11499518</c:v>
                </c:pt>
                <c:pt idx="1331">
                  <c:v>3.11904907</c:v>
                </c:pt>
                <c:pt idx="1332">
                  <c:v>3.12271531</c:v>
                </c:pt>
                <c:pt idx="1333">
                  <c:v>3.12599182</c:v>
                </c:pt>
                <c:pt idx="1334">
                  <c:v>3.12932195</c:v>
                </c:pt>
                <c:pt idx="1335">
                  <c:v>3.13333047</c:v>
                </c:pt>
                <c:pt idx="1336">
                  <c:v>3.13659668</c:v>
                </c:pt>
                <c:pt idx="1337">
                  <c:v>3.14025879</c:v>
                </c:pt>
                <c:pt idx="1338">
                  <c:v>3.14468796</c:v>
                </c:pt>
                <c:pt idx="1339">
                  <c:v>3.14796448</c:v>
                </c:pt>
                <c:pt idx="1340">
                  <c:v>3.15162659</c:v>
                </c:pt>
                <c:pt idx="1341">
                  <c:v>3.15490723</c:v>
                </c:pt>
                <c:pt idx="1342">
                  <c:v>3.1589405</c:v>
                </c:pt>
                <c:pt idx="1343">
                  <c:v>3.16294902</c:v>
                </c:pt>
                <c:pt idx="1344">
                  <c:v>3.16619873</c:v>
                </c:pt>
                <c:pt idx="1345">
                  <c:v>3.16986084</c:v>
                </c:pt>
                <c:pt idx="1346">
                  <c:v>3.17390442</c:v>
                </c:pt>
                <c:pt idx="1347">
                  <c:v>3.17720155</c:v>
                </c:pt>
                <c:pt idx="1348">
                  <c:v>3.1804657</c:v>
                </c:pt>
                <c:pt idx="1349">
                  <c:v>3.18450928</c:v>
                </c:pt>
                <c:pt idx="1350">
                  <c:v>3.18922713</c:v>
                </c:pt>
                <c:pt idx="1351">
                  <c:v>3.19282532</c:v>
                </c:pt>
                <c:pt idx="1352">
                  <c:v>3.1961307</c:v>
                </c:pt>
                <c:pt idx="1353">
                  <c:v>3.19976807</c:v>
                </c:pt>
                <c:pt idx="1354">
                  <c:v>3.20377659</c:v>
                </c:pt>
                <c:pt idx="1355">
                  <c:v>3.20741396</c:v>
                </c:pt>
                <c:pt idx="1356">
                  <c:v>3.2106781</c:v>
                </c:pt>
                <c:pt idx="1357">
                  <c:v>3.21472168</c:v>
                </c:pt>
                <c:pt idx="1358">
                  <c:v>3.2183075</c:v>
                </c:pt>
                <c:pt idx="1359">
                  <c:v>3.22159226</c:v>
                </c:pt>
                <c:pt idx="1360">
                  <c:v>3.22486877</c:v>
                </c:pt>
                <c:pt idx="1361">
                  <c:v>3.22849583</c:v>
                </c:pt>
                <c:pt idx="1362">
                  <c:v>3.23173523</c:v>
                </c:pt>
                <c:pt idx="1363">
                  <c:v>3.23539734</c:v>
                </c:pt>
                <c:pt idx="1364">
                  <c:v>3.23936462</c:v>
                </c:pt>
                <c:pt idx="1365">
                  <c:v>3.24267413</c:v>
                </c:pt>
                <c:pt idx="1366">
                  <c:v>3.24699402</c:v>
                </c:pt>
                <c:pt idx="1367">
                  <c:v>3.25024579</c:v>
                </c:pt>
                <c:pt idx="1368">
                  <c:v>3.2535553</c:v>
                </c:pt>
                <c:pt idx="1369">
                  <c:v>3.25752258</c:v>
                </c:pt>
                <c:pt idx="1370">
                  <c:v>3.26078673</c:v>
                </c:pt>
                <c:pt idx="1371">
                  <c:v>3.26408386</c:v>
                </c:pt>
                <c:pt idx="1372">
                  <c:v>3.26805115</c:v>
                </c:pt>
                <c:pt idx="1373">
                  <c:v>3.27163696</c:v>
                </c:pt>
                <c:pt idx="1374">
                  <c:v>3.2748908</c:v>
                </c:pt>
                <c:pt idx="1375">
                  <c:v>3.27857971</c:v>
                </c:pt>
                <c:pt idx="1376">
                  <c:v>3.28253669</c:v>
                </c:pt>
                <c:pt idx="1377">
                  <c:v>3.28617405</c:v>
                </c:pt>
                <c:pt idx="1378">
                  <c:v>3.28979492</c:v>
                </c:pt>
                <c:pt idx="1379">
                  <c:v>3.29448803</c:v>
                </c:pt>
                <c:pt idx="1380">
                  <c:v>3.29738308</c:v>
                </c:pt>
                <c:pt idx="1381">
                  <c:v>3.3013916</c:v>
                </c:pt>
                <c:pt idx="1382">
                  <c:v>3.30459595</c:v>
                </c:pt>
                <c:pt idx="1383">
                  <c:v>3.30784978</c:v>
                </c:pt>
                <c:pt idx="1384">
                  <c:v>3.31185831</c:v>
                </c:pt>
                <c:pt idx="1385">
                  <c:v>3.31549567</c:v>
                </c:pt>
                <c:pt idx="1386">
                  <c:v>3.3190588</c:v>
                </c:pt>
                <c:pt idx="1387">
                  <c:v>3.32306733</c:v>
                </c:pt>
                <c:pt idx="1388">
                  <c:v>3.32596238</c:v>
                </c:pt>
                <c:pt idx="1389">
                  <c:v>3.32959974</c:v>
                </c:pt>
                <c:pt idx="1390">
                  <c:v>3.33320618</c:v>
                </c:pt>
                <c:pt idx="1391">
                  <c:v>3.33679199</c:v>
                </c:pt>
                <c:pt idx="1392">
                  <c:v>3.34147685</c:v>
                </c:pt>
                <c:pt idx="1393">
                  <c:v>3.34365845</c:v>
                </c:pt>
                <c:pt idx="1394">
                  <c:v>3.34877014</c:v>
                </c:pt>
                <c:pt idx="1395">
                  <c:v>3.35159302</c:v>
                </c:pt>
                <c:pt idx="1396">
                  <c:v>3.3556366</c:v>
                </c:pt>
                <c:pt idx="1397">
                  <c:v>3.35884713</c:v>
                </c:pt>
                <c:pt idx="1398">
                  <c:v>3.36250305</c:v>
                </c:pt>
                <c:pt idx="1399">
                  <c:v>3.36608887</c:v>
                </c:pt>
                <c:pt idx="1400">
                  <c:v>3.36931383</c:v>
                </c:pt>
                <c:pt idx="1401">
                  <c:v>3.37371826</c:v>
                </c:pt>
                <c:pt idx="1402">
                  <c:v>3.37695972</c:v>
                </c:pt>
                <c:pt idx="1403">
                  <c:v>3.38059709</c:v>
                </c:pt>
                <c:pt idx="1404">
                  <c:v>3.38423445</c:v>
                </c:pt>
                <c:pt idx="1405">
                  <c:v>3.38783264</c:v>
                </c:pt>
                <c:pt idx="1406">
                  <c:v>3.39106379</c:v>
                </c:pt>
                <c:pt idx="1407">
                  <c:v>3.39470116</c:v>
                </c:pt>
                <c:pt idx="1408">
                  <c:v>3.39836121</c:v>
                </c:pt>
                <c:pt idx="1409">
                  <c:v>3.40160473</c:v>
                </c:pt>
                <c:pt idx="1410">
                  <c:v>3.40672673</c:v>
                </c:pt>
                <c:pt idx="1411">
                  <c:v>3.40888977</c:v>
                </c:pt>
                <c:pt idx="1412">
                  <c:v>3.41255188</c:v>
                </c:pt>
                <c:pt idx="1413">
                  <c:v>3.41726767</c:v>
                </c:pt>
                <c:pt idx="1414">
                  <c:v>3.41986579</c:v>
                </c:pt>
                <c:pt idx="1415">
                  <c:v>3.42384338</c:v>
                </c:pt>
                <c:pt idx="1416">
                  <c:v>3.42788284</c:v>
                </c:pt>
                <c:pt idx="1417">
                  <c:v>3.43189136</c:v>
                </c:pt>
                <c:pt idx="1418">
                  <c:v>3.43521118</c:v>
                </c:pt>
                <c:pt idx="1419">
                  <c:v>3.43887329</c:v>
                </c:pt>
                <c:pt idx="1420">
                  <c:v>3.44324885</c:v>
                </c:pt>
                <c:pt idx="1421">
                  <c:v>3.44540158</c:v>
                </c:pt>
                <c:pt idx="1422">
                  <c:v>3.44911318</c:v>
                </c:pt>
                <c:pt idx="1423">
                  <c:v>3.45352173</c:v>
                </c:pt>
                <c:pt idx="1424">
                  <c:v>3.45718384</c:v>
                </c:pt>
                <c:pt idx="1425">
                  <c:v>3.46084182</c:v>
                </c:pt>
                <c:pt idx="1426">
                  <c:v>3.46412659</c:v>
                </c:pt>
                <c:pt idx="1427">
                  <c:v>3.4677887</c:v>
                </c:pt>
                <c:pt idx="1428">
                  <c:v>3.47145699</c:v>
                </c:pt>
                <c:pt idx="1429">
                  <c:v>3.47509436</c:v>
                </c:pt>
                <c:pt idx="1430">
                  <c:v>3.47880595</c:v>
                </c:pt>
                <c:pt idx="1431">
                  <c:v>3.48243713</c:v>
                </c:pt>
                <c:pt idx="1432">
                  <c:v>3.48609924</c:v>
                </c:pt>
                <c:pt idx="1433">
                  <c:v>3.48976135</c:v>
                </c:pt>
                <c:pt idx="1434">
                  <c:v>3.49342965</c:v>
                </c:pt>
                <c:pt idx="1435">
                  <c:v>3.4967804</c:v>
                </c:pt>
                <c:pt idx="1436">
                  <c:v>3.50077861</c:v>
                </c:pt>
                <c:pt idx="1437">
                  <c:v>3.50448608</c:v>
                </c:pt>
                <c:pt idx="1438">
                  <c:v>3.50814819</c:v>
                </c:pt>
                <c:pt idx="1439">
                  <c:v>3.5118103</c:v>
                </c:pt>
                <c:pt idx="1440">
                  <c:v>3.51585388</c:v>
                </c:pt>
                <c:pt idx="1441">
                  <c:v>3.5191139</c:v>
                </c:pt>
                <c:pt idx="1442">
                  <c:v>3.52241516</c:v>
                </c:pt>
                <c:pt idx="1443">
                  <c:v>3.52790833</c:v>
                </c:pt>
                <c:pt idx="1444">
                  <c:v>3.52972907</c:v>
                </c:pt>
                <c:pt idx="1445">
                  <c:v>3.53378296</c:v>
                </c:pt>
                <c:pt idx="1446">
                  <c:v>3.53744919</c:v>
                </c:pt>
                <c:pt idx="1447">
                  <c:v>3.54108656</c:v>
                </c:pt>
                <c:pt idx="1448">
                  <c:v>3.5458374</c:v>
                </c:pt>
                <c:pt idx="1449">
                  <c:v>3.54911804</c:v>
                </c:pt>
                <c:pt idx="1450">
                  <c:v>3.55244405</c:v>
                </c:pt>
                <c:pt idx="1451">
                  <c:v>3.55608141</c:v>
                </c:pt>
                <c:pt idx="1452">
                  <c:v>3.56008994</c:v>
                </c:pt>
                <c:pt idx="1453">
                  <c:v>3.56298498</c:v>
                </c:pt>
                <c:pt idx="1454">
                  <c:v>3.56706774</c:v>
                </c:pt>
                <c:pt idx="1455">
                  <c:v>3.5710144</c:v>
                </c:pt>
                <c:pt idx="1456">
                  <c:v>3.57434247</c:v>
                </c:pt>
                <c:pt idx="1457">
                  <c:v>3.57797984</c:v>
                </c:pt>
                <c:pt idx="1458">
                  <c:v>3.58198836</c:v>
                </c:pt>
                <c:pt idx="1459">
                  <c:v>3.58562573</c:v>
                </c:pt>
                <c:pt idx="1460">
                  <c:v>3.58926309</c:v>
                </c:pt>
                <c:pt idx="1461">
                  <c:v>3.59291077</c:v>
                </c:pt>
                <c:pt idx="1462">
                  <c:v>3.59624089</c:v>
                </c:pt>
                <c:pt idx="1463">
                  <c:v>3.60062058</c:v>
                </c:pt>
                <c:pt idx="1464">
                  <c:v>3.6046291</c:v>
                </c:pt>
                <c:pt idx="1465">
                  <c:v>3.60786438</c:v>
                </c:pt>
                <c:pt idx="1466">
                  <c:v>3.61152649</c:v>
                </c:pt>
                <c:pt idx="1467">
                  <c:v>3.61479888</c:v>
                </c:pt>
                <c:pt idx="1468">
                  <c:v>3.61806509</c:v>
                </c:pt>
                <c:pt idx="1469">
                  <c:v>3.62170245</c:v>
                </c:pt>
                <c:pt idx="1470">
                  <c:v>3.62571716</c:v>
                </c:pt>
                <c:pt idx="1471">
                  <c:v>3.62968445</c:v>
                </c:pt>
                <c:pt idx="1472">
                  <c:v>3.63265991</c:v>
                </c:pt>
                <c:pt idx="1473">
                  <c:v>3.63625191</c:v>
                </c:pt>
                <c:pt idx="1474">
                  <c:v>3.63988928</c:v>
                </c:pt>
                <c:pt idx="1475">
                  <c:v>3.64278432</c:v>
                </c:pt>
                <c:pt idx="1476">
                  <c:v>3.64646912</c:v>
                </c:pt>
                <c:pt idx="1477">
                  <c:v>3.65043022</c:v>
                </c:pt>
                <c:pt idx="1478">
                  <c:v>3.65414181</c:v>
                </c:pt>
                <c:pt idx="1479">
                  <c:v>3.65815034</c:v>
                </c:pt>
                <c:pt idx="1480">
                  <c:v>3.6617877</c:v>
                </c:pt>
                <c:pt idx="1481">
                  <c:v>3.66542507</c:v>
                </c:pt>
                <c:pt idx="1482">
                  <c:v>3.66943359</c:v>
                </c:pt>
                <c:pt idx="1483">
                  <c:v>3.67307096</c:v>
                </c:pt>
                <c:pt idx="1484">
                  <c:v>3.67637634</c:v>
                </c:pt>
                <c:pt idx="1485">
                  <c:v>3.68034363</c:v>
                </c:pt>
                <c:pt idx="1486">
                  <c:v>3.68435422</c:v>
                </c:pt>
                <c:pt idx="1487">
                  <c:v>3.68766785</c:v>
                </c:pt>
                <c:pt idx="1488">
                  <c:v>3.69133202</c:v>
                </c:pt>
                <c:pt idx="1489">
                  <c:v>3.6946106</c:v>
                </c:pt>
                <c:pt idx="1490">
                  <c:v>3.69786443</c:v>
                </c:pt>
                <c:pt idx="1491">
                  <c:v>3.70157603</c:v>
                </c:pt>
                <c:pt idx="1492">
                  <c:v>3.70521545</c:v>
                </c:pt>
                <c:pt idx="1493">
                  <c:v>3.70887756</c:v>
                </c:pt>
                <c:pt idx="1494">
                  <c:v>3.71285928</c:v>
                </c:pt>
                <c:pt idx="1495">
                  <c:v>3.71686781</c:v>
                </c:pt>
                <c:pt idx="1496">
                  <c:v>3.72016907</c:v>
                </c:pt>
                <c:pt idx="1497">
                  <c:v>3.72347445</c:v>
                </c:pt>
                <c:pt idx="1498">
                  <c:v>3.72711182</c:v>
                </c:pt>
                <c:pt idx="1499">
                  <c:v>3.73077393</c:v>
                </c:pt>
                <c:pt idx="1500">
                  <c:v>3.73519897</c:v>
                </c:pt>
                <c:pt idx="1501">
                  <c:v>3.73884046</c:v>
                </c:pt>
                <c:pt idx="1502">
                  <c:v>3.74247783</c:v>
                </c:pt>
                <c:pt idx="1503">
                  <c:v>3.74611519</c:v>
                </c:pt>
                <c:pt idx="1504">
                  <c:v>3.74908447</c:v>
                </c:pt>
                <c:pt idx="1505">
                  <c:v>3.753093</c:v>
                </c:pt>
                <c:pt idx="1506">
                  <c:v>3.75640869</c:v>
                </c:pt>
                <c:pt idx="1507">
                  <c:v>3.7600708</c:v>
                </c:pt>
                <c:pt idx="1508">
                  <c:v>3.76411438</c:v>
                </c:pt>
                <c:pt idx="1509">
                  <c:v>3.76741976</c:v>
                </c:pt>
                <c:pt idx="1510">
                  <c:v>3.77105713</c:v>
                </c:pt>
                <c:pt idx="1511">
                  <c:v>3.77506565</c:v>
                </c:pt>
                <c:pt idx="1512">
                  <c:v>3.77870302</c:v>
                </c:pt>
                <c:pt idx="1513">
                  <c:v>3.78204346</c:v>
                </c:pt>
                <c:pt idx="1514">
                  <c:v>3.78568082</c:v>
                </c:pt>
                <c:pt idx="1515">
                  <c:v>3.78898621</c:v>
                </c:pt>
                <c:pt idx="1516">
                  <c:v>3.79228747</c:v>
                </c:pt>
                <c:pt idx="1517">
                  <c:v>3.79778063</c:v>
                </c:pt>
                <c:pt idx="1518">
                  <c:v>3.80104065</c:v>
                </c:pt>
                <c:pt idx="1519">
                  <c:v>3.80470276</c:v>
                </c:pt>
                <c:pt idx="1520">
                  <c:v>3.8083958</c:v>
                </c:pt>
                <c:pt idx="1521">
                  <c:v>3.81129084</c:v>
                </c:pt>
                <c:pt idx="1522">
                  <c:v>3.81454468</c:v>
                </c:pt>
                <c:pt idx="1523">
                  <c:v>3.81820679</c:v>
                </c:pt>
                <c:pt idx="1524">
                  <c:v>3.82190601</c:v>
                </c:pt>
                <c:pt idx="1525">
                  <c:v>3.82554338</c:v>
                </c:pt>
                <c:pt idx="1526">
                  <c:v>3.82957458</c:v>
                </c:pt>
                <c:pt idx="1527">
                  <c:v>3.83430481</c:v>
                </c:pt>
                <c:pt idx="1528">
                  <c:v>3.83756895</c:v>
                </c:pt>
                <c:pt idx="1529">
                  <c:v>3.84120632</c:v>
                </c:pt>
                <c:pt idx="1530">
                  <c:v>3.84521484</c:v>
                </c:pt>
                <c:pt idx="1531">
                  <c:v>3.8474418</c:v>
                </c:pt>
                <c:pt idx="1532">
                  <c:v>3.85107917</c:v>
                </c:pt>
                <c:pt idx="1533">
                  <c:v>3.85471653</c:v>
                </c:pt>
                <c:pt idx="1534">
                  <c:v>3.8602097</c:v>
                </c:pt>
                <c:pt idx="1535">
                  <c:v>3.86352539</c:v>
                </c:pt>
                <c:pt idx="1536">
                  <c:v>3.86711327</c:v>
                </c:pt>
                <c:pt idx="1537">
                  <c:v>3.87082487</c:v>
                </c:pt>
                <c:pt idx="1538">
                  <c:v>3.87405396</c:v>
                </c:pt>
                <c:pt idx="1539">
                  <c:v>3.87772844</c:v>
                </c:pt>
                <c:pt idx="1540">
                  <c:v>3.8813658</c:v>
                </c:pt>
                <c:pt idx="1541">
                  <c:v>3.88534546</c:v>
                </c:pt>
                <c:pt idx="1542">
                  <c:v>3.88717651</c:v>
                </c:pt>
                <c:pt idx="1543">
                  <c:v>3.89264906</c:v>
                </c:pt>
                <c:pt idx="1544">
                  <c:v>3.89450073</c:v>
                </c:pt>
                <c:pt idx="1545">
                  <c:v>3.89846802</c:v>
                </c:pt>
                <c:pt idx="1546">
                  <c:v>3.90213013</c:v>
                </c:pt>
                <c:pt idx="1547">
                  <c:v>3.90579224</c:v>
                </c:pt>
                <c:pt idx="1548">
                  <c:v>3.91091012</c:v>
                </c:pt>
                <c:pt idx="1549">
                  <c:v>3.91418457</c:v>
                </c:pt>
                <c:pt idx="1550">
                  <c:v>3.91744253</c:v>
                </c:pt>
                <c:pt idx="1551">
                  <c:v>3.92145105</c:v>
                </c:pt>
                <c:pt idx="1552">
                  <c:v>3.92547607</c:v>
                </c:pt>
                <c:pt idx="1553">
                  <c:v>3.92913818</c:v>
                </c:pt>
                <c:pt idx="1554">
                  <c:v>3.93310547</c:v>
                </c:pt>
                <c:pt idx="1555">
                  <c:v>3.93637167</c:v>
                </c:pt>
                <c:pt idx="1556">
                  <c:v>3.94000904</c:v>
                </c:pt>
                <c:pt idx="1557">
                  <c:v>3.94401756</c:v>
                </c:pt>
                <c:pt idx="1558">
                  <c:v>3.94584656</c:v>
                </c:pt>
                <c:pt idx="1559">
                  <c:v>3.94950867</c:v>
                </c:pt>
                <c:pt idx="1560">
                  <c:v>3.95389041</c:v>
                </c:pt>
                <c:pt idx="1561">
                  <c:v>3.95752778</c:v>
                </c:pt>
                <c:pt idx="1562">
                  <c:v>3.96116514</c:v>
                </c:pt>
                <c:pt idx="1563">
                  <c:v>3.96443135</c:v>
                </c:pt>
                <c:pt idx="1564">
                  <c:v>3.96947912</c:v>
                </c:pt>
                <c:pt idx="1565">
                  <c:v>3.9724484</c:v>
                </c:pt>
                <c:pt idx="1566">
                  <c:v>3.9768219</c:v>
                </c:pt>
                <c:pt idx="1567">
                  <c:v>3.97860965</c:v>
                </c:pt>
                <c:pt idx="1568">
                  <c:v>3.98373166</c:v>
                </c:pt>
                <c:pt idx="1569">
                  <c:v>3.98735046</c:v>
                </c:pt>
                <c:pt idx="1570">
                  <c:v>3.99130332</c:v>
                </c:pt>
                <c:pt idx="1571">
                  <c:v>3.99459839</c:v>
                </c:pt>
                <c:pt idx="1572">
                  <c:v>3.99679648</c:v>
                </c:pt>
                <c:pt idx="1573">
                  <c:v>4.00184425</c:v>
                </c:pt>
                <c:pt idx="1574">
                  <c:v>4.00512695</c:v>
                </c:pt>
                <c:pt idx="1575">
                  <c:v>4.00917053</c:v>
                </c:pt>
                <c:pt idx="1576">
                  <c:v>4.0120697</c:v>
                </c:pt>
                <c:pt idx="1577">
                  <c:v>4.01639371</c:v>
                </c:pt>
                <c:pt idx="1578">
                  <c:v>4.02003108</c:v>
                </c:pt>
                <c:pt idx="1579">
                  <c:v>4.02328491</c:v>
                </c:pt>
                <c:pt idx="1580">
                  <c:v>4.02732849</c:v>
                </c:pt>
                <c:pt idx="1581">
                  <c:v>4.03022766</c:v>
                </c:pt>
                <c:pt idx="1582">
                  <c:v>4.03346706</c:v>
                </c:pt>
                <c:pt idx="1583">
                  <c:v>4.0385437</c:v>
                </c:pt>
                <c:pt idx="1584">
                  <c:v>4.04185527</c:v>
                </c:pt>
                <c:pt idx="1585">
                  <c:v>4.04475032</c:v>
                </c:pt>
                <c:pt idx="1586">
                  <c:v>4.04801652</c:v>
                </c:pt>
                <c:pt idx="1587">
                  <c:v>4.05197144</c:v>
                </c:pt>
                <c:pt idx="1588">
                  <c:v>4.05487061</c:v>
                </c:pt>
                <c:pt idx="1589">
                  <c:v>4.05891418</c:v>
                </c:pt>
                <c:pt idx="1590">
                  <c:v>4.06286291</c:v>
                </c:pt>
                <c:pt idx="1591">
                  <c:v>4.06650028</c:v>
                </c:pt>
                <c:pt idx="1592">
                  <c:v>4.0705088</c:v>
                </c:pt>
                <c:pt idx="1593">
                  <c:v>4.0737915</c:v>
                </c:pt>
                <c:pt idx="1594">
                  <c:v>4.07778353</c:v>
                </c:pt>
                <c:pt idx="1595">
                  <c:v>4.0814209</c:v>
                </c:pt>
                <c:pt idx="1596">
                  <c:v>4.08500671</c:v>
                </c:pt>
                <c:pt idx="1597">
                  <c:v>4.08832447</c:v>
                </c:pt>
                <c:pt idx="1598">
                  <c:v>4.09233299</c:v>
                </c:pt>
                <c:pt idx="1599">
                  <c:v>4.09629822</c:v>
                </c:pt>
                <c:pt idx="1600">
                  <c:v>4.09953349</c:v>
                </c:pt>
                <c:pt idx="1601">
                  <c:v>4.10354202</c:v>
                </c:pt>
                <c:pt idx="1602">
                  <c:v>4.10643706</c:v>
                </c:pt>
                <c:pt idx="1603">
                  <c:v>4.1104126</c:v>
                </c:pt>
                <c:pt idx="1604">
                  <c:v>4.11369324</c:v>
                </c:pt>
                <c:pt idx="1605">
                  <c:v>4.11735535</c:v>
                </c:pt>
                <c:pt idx="1606">
                  <c:v>4.12061537</c:v>
                </c:pt>
                <c:pt idx="1607">
                  <c:v>4.12454966</c:v>
                </c:pt>
                <c:pt idx="1608">
                  <c:v>4.12857056</c:v>
                </c:pt>
                <c:pt idx="1609">
                  <c:v>4.13215637</c:v>
                </c:pt>
                <c:pt idx="1610">
                  <c:v>4.13619995</c:v>
                </c:pt>
                <c:pt idx="1611">
                  <c:v>4.13939605</c:v>
                </c:pt>
                <c:pt idx="1612">
                  <c:v>4.14303341</c:v>
                </c:pt>
                <c:pt idx="1613">
                  <c:v>4.14665222</c:v>
                </c:pt>
                <c:pt idx="1614">
                  <c:v>4.14993699</c:v>
                </c:pt>
                <c:pt idx="1615">
                  <c:v>4.15320319</c:v>
                </c:pt>
                <c:pt idx="1616">
                  <c:v>4.15684056</c:v>
                </c:pt>
                <c:pt idx="1617">
                  <c:v>4.16040369</c:v>
                </c:pt>
                <c:pt idx="1618">
                  <c:v>4.16404724</c:v>
                </c:pt>
                <c:pt idx="1619">
                  <c:v>4.16763306</c:v>
                </c:pt>
                <c:pt idx="1620">
                  <c:v>4.17235503</c:v>
                </c:pt>
                <c:pt idx="1621">
                  <c:v>4.17602539</c:v>
                </c:pt>
                <c:pt idx="1622">
                  <c:v>4.17884827</c:v>
                </c:pt>
                <c:pt idx="1623">
                  <c:v>4.18289597</c:v>
                </c:pt>
                <c:pt idx="1624">
                  <c:v>4.18608794</c:v>
                </c:pt>
                <c:pt idx="1625">
                  <c:v>4.18972531</c:v>
                </c:pt>
                <c:pt idx="1626">
                  <c:v>4.19262035</c:v>
                </c:pt>
                <c:pt idx="1627">
                  <c:v>4.19625772</c:v>
                </c:pt>
                <c:pt idx="1628">
                  <c:v>4.20019201</c:v>
                </c:pt>
                <c:pt idx="1629">
                  <c:v>4.20382938</c:v>
                </c:pt>
                <c:pt idx="1630">
                  <c:v>4.20707703</c:v>
                </c:pt>
                <c:pt idx="1631">
                  <c:v>4.21104431</c:v>
                </c:pt>
                <c:pt idx="1632">
                  <c:v>4.21470642</c:v>
                </c:pt>
                <c:pt idx="1633">
                  <c:v>4.21867371</c:v>
                </c:pt>
                <c:pt idx="1634">
                  <c:v>4.22194197</c:v>
                </c:pt>
                <c:pt idx="1635">
                  <c:v>4.22550511</c:v>
                </c:pt>
                <c:pt idx="1636">
                  <c:v>4.23025595</c:v>
                </c:pt>
                <c:pt idx="1637">
                  <c:v>4.23389332</c:v>
                </c:pt>
                <c:pt idx="1638">
                  <c:v>4.23604604</c:v>
                </c:pt>
                <c:pt idx="1639">
                  <c:v>4.24072266</c:v>
                </c:pt>
                <c:pt idx="1640">
                  <c:v>4.2440033</c:v>
                </c:pt>
                <c:pt idx="1641">
                  <c:v>4.24758911</c:v>
                </c:pt>
                <c:pt idx="1642">
                  <c:v>4.25118936</c:v>
                </c:pt>
                <c:pt idx="1643">
                  <c:v>4.25482673</c:v>
                </c:pt>
                <c:pt idx="1644">
                  <c:v>4.25846409</c:v>
                </c:pt>
                <c:pt idx="1645">
                  <c:v>4.2617303</c:v>
                </c:pt>
                <c:pt idx="1646">
                  <c:v>4.26567078</c:v>
                </c:pt>
                <c:pt idx="1647">
                  <c:v>4.2689308</c:v>
                </c:pt>
                <c:pt idx="1648">
                  <c:v>4.27293932</c:v>
                </c:pt>
                <c:pt idx="1649">
                  <c:v>4.27650245</c:v>
                </c:pt>
                <c:pt idx="1650">
                  <c:v>4.28013982</c:v>
                </c:pt>
                <c:pt idx="1651">
                  <c:v>4.28414835</c:v>
                </c:pt>
                <c:pt idx="1652">
                  <c:v>4.2881012</c:v>
                </c:pt>
                <c:pt idx="1653">
                  <c:v>4.29100037</c:v>
                </c:pt>
                <c:pt idx="1654">
                  <c:v>4.29420471</c:v>
                </c:pt>
                <c:pt idx="1655">
                  <c:v>4.2989205</c:v>
                </c:pt>
                <c:pt idx="1656">
                  <c:v>4.30255787</c:v>
                </c:pt>
                <c:pt idx="1657">
                  <c:v>4.30618286</c:v>
                </c:pt>
                <c:pt idx="1658">
                  <c:v>4.30938721</c:v>
                </c:pt>
                <c:pt idx="1659">
                  <c:v>4.31266785</c:v>
                </c:pt>
                <c:pt idx="1660">
                  <c:v>4.31663513</c:v>
                </c:pt>
                <c:pt idx="1661">
                  <c:v>4.32022095</c:v>
                </c:pt>
                <c:pt idx="1662">
                  <c:v>4.32350159</c:v>
                </c:pt>
                <c:pt idx="1663">
                  <c:v>4.32785034</c:v>
                </c:pt>
                <c:pt idx="1664">
                  <c:v>4.33106294</c:v>
                </c:pt>
                <c:pt idx="1665">
                  <c:v>4.33432914</c:v>
                </c:pt>
                <c:pt idx="1666">
                  <c:v>4.33761597</c:v>
                </c:pt>
                <c:pt idx="1667">
                  <c:v>4.34160387</c:v>
                </c:pt>
                <c:pt idx="1668">
                  <c:v>4.34479585</c:v>
                </c:pt>
                <c:pt idx="1669">
                  <c:v>4.34883118</c:v>
                </c:pt>
                <c:pt idx="1670">
                  <c:v>4.35207058</c:v>
                </c:pt>
                <c:pt idx="1671">
                  <c:v>4.35600487</c:v>
                </c:pt>
                <c:pt idx="1672">
                  <c:v>4.35997009</c:v>
                </c:pt>
                <c:pt idx="1673">
                  <c:v>4.36320537</c:v>
                </c:pt>
                <c:pt idx="1674">
                  <c:v>4.36683655</c:v>
                </c:pt>
                <c:pt idx="1675">
                  <c:v>4.37042236</c:v>
                </c:pt>
                <c:pt idx="1676">
                  <c:v>4.37367207</c:v>
                </c:pt>
                <c:pt idx="1677">
                  <c:v>4.37728882</c:v>
                </c:pt>
                <c:pt idx="1678">
                  <c:v>4.38087463</c:v>
                </c:pt>
                <c:pt idx="1679">
                  <c:v>4.38453674</c:v>
                </c:pt>
                <c:pt idx="1680">
                  <c:v>4.38850403</c:v>
                </c:pt>
                <c:pt idx="1681">
                  <c:v>4.39208984</c:v>
                </c:pt>
                <c:pt idx="1682">
                  <c:v>4.39567566</c:v>
                </c:pt>
                <c:pt idx="1683">
                  <c:v>4.39928209</c:v>
                </c:pt>
                <c:pt idx="1684">
                  <c:v>4.40254211</c:v>
                </c:pt>
                <c:pt idx="1685">
                  <c:v>4.40722491</c:v>
                </c:pt>
                <c:pt idx="1686">
                  <c:v>4.41085815</c:v>
                </c:pt>
                <c:pt idx="1687">
                  <c:v>4.41368103</c:v>
                </c:pt>
                <c:pt idx="1688">
                  <c:v>4.41732046</c:v>
                </c:pt>
                <c:pt idx="1689">
                  <c:v>4.42054749</c:v>
                </c:pt>
                <c:pt idx="1690">
                  <c:v>4.4241333</c:v>
                </c:pt>
                <c:pt idx="1691">
                  <c:v>4.42810059</c:v>
                </c:pt>
                <c:pt idx="1692">
                  <c:v>4.43201838</c:v>
                </c:pt>
                <c:pt idx="1693">
                  <c:v>4.43595886</c:v>
                </c:pt>
                <c:pt idx="1694">
                  <c:v>4.43992615</c:v>
                </c:pt>
                <c:pt idx="1695">
                  <c:v>4.44166854</c:v>
                </c:pt>
                <c:pt idx="1696">
                  <c:v>4.44671631</c:v>
                </c:pt>
                <c:pt idx="1697">
                  <c:v>4.44924019</c:v>
                </c:pt>
                <c:pt idx="1698">
                  <c:v>4.45280333</c:v>
                </c:pt>
                <c:pt idx="1699">
                  <c:v>4.45602417</c:v>
                </c:pt>
                <c:pt idx="1700">
                  <c:v>4.45991516</c:v>
                </c:pt>
                <c:pt idx="1701">
                  <c:v>4.46312157</c:v>
                </c:pt>
                <c:pt idx="1702">
                  <c:v>4.46675893</c:v>
                </c:pt>
                <c:pt idx="1703">
                  <c:v>4.47174072</c:v>
                </c:pt>
                <c:pt idx="1704">
                  <c:v>4.47492445</c:v>
                </c:pt>
                <c:pt idx="1705">
                  <c:v>4.47885874</c:v>
                </c:pt>
                <c:pt idx="1706">
                  <c:v>4.4821167</c:v>
                </c:pt>
                <c:pt idx="1707">
                  <c:v>4.48605924</c:v>
                </c:pt>
                <c:pt idx="1708">
                  <c:v>4.48999353</c:v>
                </c:pt>
                <c:pt idx="1709">
                  <c:v>4.49172974</c:v>
                </c:pt>
                <c:pt idx="1710">
                  <c:v>4.49531555</c:v>
                </c:pt>
                <c:pt idx="1711">
                  <c:v>4.49928284</c:v>
                </c:pt>
                <c:pt idx="1712">
                  <c:v>4.50320682</c:v>
                </c:pt>
                <c:pt idx="1713">
                  <c:v>4.50637817</c:v>
                </c:pt>
                <c:pt idx="1714">
                  <c:v>4.51070425</c:v>
                </c:pt>
                <c:pt idx="1715">
                  <c:v>4.51393127</c:v>
                </c:pt>
                <c:pt idx="1716">
                  <c:v>4.51708819</c:v>
                </c:pt>
                <c:pt idx="1717">
                  <c:v>4.52072144</c:v>
                </c:pt>
                <c:pt idx="1718">
                  <c:v>4.52430725</c:v>
                </c:pt>
                <c:pt idx="1719">
                  <c:v>4.52748067</c:v>
                </c:pt>
                <c:pt idx="1720">
                  <c:v>4.53141496</c:v>
                </c:pt>
                <c:pt idx="1721">
                  <c:v>4.53460693</c:v>
                </c:pt>
                <c:pt idx="1722">
                  <c:v>4.53857422</c:v>
                </c:pt>
                <c:pt idx="1723">
                  <c:v>4.54216003</c:v>
                </c:pt>
                <c:pt idx="1724">
                  <c:v>4.54537057</c:v>
                </c:pt>
                <c:pt idx="1725">
                  <c:v>4.55041834</c:v>
                </c:pt>
                <c:pt idx="1726">
                  <c:v>4.55286799</c:v>
                </c:pt>
                <c:pt idx="1727">
                  <c:v>4.55757141</c:v>
                </c:pt>
                <c:pt idx="1728">
                  <c:v>4.56115723</c:v>
                </c:pt>
                <c:pt idx="1729">
                  <c:v>4.56326047</c:v>
                </c:pt>
                <c:pt idx="1730">
                  <c:v>4.56830824</c:v>
                </c:pt>
                <c:pt idx="1731">
                  <c:v>4.57187137</c:v>
                </c:pt>
                <c:pt idx="1732">
                  <c:v>4.57542419</c:v>
                </c:pt>
                <c:pt idx="1733">
                  <c:v>4.57870071</c:v>
                </c:pt>
                <c:pt idx="1734">
                  <c:v>4.58226384</c:v>
                </c:pt>
                <c:pt idx="1735">
                  <c:v>4.58580017</c:v>
                </c:pt>
                <c:pt idx="1736">
                  <c:v>4.58938599</c:v>
                </c:pt>
                <c:pt idx="1737">
                  <c:v>4.59265632</c:v>
                </c:pt>
                <c:pt idx="1738">
                  <c:v>4.59625244</c:v>
                </c:pt>
                <c:pt idx="1739">
                  <c:v>4.59983826</c:v>
                </c:pt>
                <c:pt idx="1740">
                  <c:v>4.60371688</c:v>
                </c:pt>
                <c:pt idx="1741">
                  <c:v>4.60765117</c:v>
                </c:pt>
                <c:pt idx="1742">
                  <c:v>4.61090088</c:v>
                </c:pt>
                <c:pt idx="1743">
                  <c:v>4.61448669</c:v>
                </c:pt>
                <c:pt idx="1744">
                  <c:v>4.61804364</c:v>
                </c:pt>
                <c:pt idx="1745">
                  <c:v>4.62203979</c:v>
                </c:pt>
                <c:pt idx="1746">
                  <c:v>4.62417603</c:v>
                </c:pt>
                <c:pt idx="1747">
                  <c:v>4.62806702</c:v>
                </c:pt>
                <c:pt idx="1748">
                  <c:v>4.63207348</c:v>
                </c:pt>
                <c:pt idx="1749">
                  <c:v>4.63563661</c:v>
                </c:pt>
                <c:pt idx="1750">
                  <c:v>4.63920593</c:v>
                </c:pt>
                <c:pt idx="1751">
                  <c:v>4.64246595</c:v>
                </c:pt>
                <c:pt idx="1752">
                  <c:v>4.64569092</c:v>
                </c:pt>
                <c:pt idx="1753">
                  <c:v>4.6507057</c:v>
                </c:pt>
                <c:pt idx="1754">
                  <c:v>4.65393066</c:v>
                </c:pt>
                <c:pt idx="1755">
                  <c:v>4.65751648</c:v>
                </c:pt>
                <c:pt idx="1756">
                  <c:v>4.66109817</c:v>
                </c:pt>
                <c:pt idx="1757">
                  <c:v>4.6646613</c:v>
                </c:pt>
                <c:pt idx="1758">
                  <c:v>4.66755635</c:v>
                </c:pt>
                <c:pt idx="1759">
                  <c:v>4.6710968</c:v>
                </c:pt>
                <c:pt idx="1760">
                  <c:v>4.67505378</c:v>
                </c:pt>
                <c:pt idx="1761">
                  <c:v>4.67861691</c:v>
                </c:pt>
                <c:pt idx="1762">
                  <c:v>4.68223572</c:v>
                </c:pt>
                <c:pt idx="1763">
                  <c:v>4.68582153</c:v>
                </c:pt>
                <c:pt idx="1764">
                  <c:v>4.6897517</c:v>
                </c:pt>
                <c:pt idx="1765">
                  <c:v>4.693686</c:v>
                </c:pt>
                <c:pt idx="1766">
                  <c:v>4.69583872</c:v>
                </c:pt>
                <c:pt idx="1767">
                  <c:v>4.69947609</c:v>
                </c:pt>
                <c:pt idx="1768">
                  <c:v>4.70341038</c:v>
                </c:pt>
                <c:pt idx="1769">
                  <c:v>4.70697351</c:v>
                </c:pt>
                <c:pt idx="1770">
                  <c:v>4.7102356</c:v>
                </c:pt>
                <c:pt idx="1771">
                  <c:v>4.71557617</c:v>
                </c:pt>
                <c:pt idx="1772">
                  <c:v>4.71847534</c:v>
                </c:pt>
                <c:pt idx="1773">
                  <c:v>4.72174567</c:v>
                </c:pt>
                <c:pt idx="1774">
                  <c:v>4.72567996</c:v>
                </c:pt>
                <c:pt idx="1775">
                  <c:v>4.72885132</c:v>
                </c:pt>
                <c:pt idx="1776">
                  <c:v>4.73251343</c:v>
                </c:pt>
                <c:pt idx="1777">
                  <c:v>4.73607244</c:v>
                </c:pt>
                <c:pt idx="1778">
                  <c:v>4.73896748</c:v>
                </c:pt>
                <c:pt idx="1779">
                  <c:v>4.7428894</c:v>
                </c:pt>
                <c:pt idx="1780">
                  <c:v>4.74683607</c:v>
                </c:pt>
                <c:pt idx="1781">
                  <c:v>4.7504425</c:v>
                </c:pt>
                <c:pt idx="1782">
                  <c:v>4.75366541</c:v>
                </c:pt>
                <c:pt idx="1783">
                  <c:v>4.75722854</c:v>
                </c:pt>
                <c:pt idx="1784">
                  <c:v>4.76116284</c:v>
                </c:pt>
                <c:pt idx="1785">
                  <c:v>4.7644043</c:v>
                </c:pt>
                <c:pt idx="1786">
                  <c:v>4.76836333</c:v>
                </c:pt>
                <c:pt idx="1787">
                  <c:v>4.77229763</c:v>
                </c:pt>
                <c:pt idx="1788">
                  <c:v>4.77554321</c:v>
                </c:pt>
                <c:pt idx="1789">
                  <c:v>4.77912903</c:v>
                </c:pt>
                <c:pt idx="1790">
                  <c:v>4.78233337</c:v>
                </c:pt>
                <c:pt idx="1791">
                  <c:v>4.78591919</c:v>
                </c:pt>
                <c:pt idx="1792">
                  <c:v>4.79092985</c:v>
                </c:pt>
                <c:pt idx="1793">
                  <c:v>4.79241448</c:v>
                </c:pt>
                <c:pt idx="1794">
                  <c:v>4.79774475</c:v>
                </c:pt>
                <c:pt idx="1795">
                  <c:v>4.80139655</c:v>
                </c:pt>
                <c:pt idx="1796">
                  <c:v>4.80529785</c:v>
                </c:pt>
                <c:pt idx="1797">
                  <c:v>4.80852282</c:v>
                </c:pt>
                <c:pt idx="1798">
                  <c:v>4.81208595</c:v>
                </c:pt>
                <c:pt idx="1799">
                  <c:v>4.81460984</c:v>
                </c:pt>
                <c:pt idx="1800">
                  <c:v>4.818573</c:v>
                </c:pt>
                <c:pt idx="1801">
                  <c:v>4.82215881</c:v>
                </c:pt>
                <c:pt idx="1802">
                  <c:v>4.82648695</c:v>
                </c:pt>
                <c:pt idx="1803">
                  <c:v>4.83008134</c:v>
                </c:pt>
                <c:pt idx="1804">
                  <c:v>4.83362298</c:v>
                </c:pt>
                <c:pt idx="1805">
                  <c:v>4.83576594</c:v>
                </c:pt>
                <c:pt idx="1806">
                  <c:v>4.83969437</c:v>
                </c:pt>
                <c:pt idx="1807">
                  <c:v>4.84437685</c:v>
                </c:pt>
                <c:pt idx="1808">
                  <c:v>4.8480064</c:v>
                </c:pt>
                <c:pt idx="1809">
                  <c:v>4.85154804</c:v>
                </c:pt>
                <c:pt idx="1810">
                  <c:v>4.85476932</c:v>
                </c:pt>
                <c:pt idx="1811">
                  <c:v>4.85877785</c:v>
                </c:pt>
                <c:pt idx="1812">
                  <c:v>4.86234098</c:v>
                </c:pt>
                <c:pt idx="1813">
                  <c:v>4.86516179</c:v>
                </c:pt>
                <c:pt idx="1814">
                  <c:v>4.86875032</c:v>
                </c:pt>
                <c:pt idx="1815">
                  <c:v>4.87199113</c:v>
                </c:pt>
                <c:pt idx="1816">
                  <c:v>4.87629658</c:v>
                </c:pt>
                <c:pt idx="1817">
                  <c:v>4.87988121</c:v>
                </c:pt>
                <c:pt idx="1818">
                  <c:v>4.88277235</c:v>
                </c:pt>
                <c:pt idx="1819">
                  <c:v>4.88638627</c:v>
                </c:pt>
                <c:pt idx="1820">
                  <c:v>4.89028931</c:v>
                </c:pt>
                <c:pt idx="1821">
                  <c:v>4.8935184</c:v>
                </c:pt>
                <c:pt idx="1822">
                  <c:v>4.89751715</c:v>
                </c:pt>
                <c:pt idx="1823">
                  <c:v>4.90109005</c:v>
                </c:pt>
                <c:pt idx="1824">
                  <c:v>4.90465319</c:v>
                </c:pt>
                <c:pt idx="1825">
                  <c:v>4.90828665</c:v>
                </c:pt>
                <c:pt idx="1826">
                  <c:v>4.91222485</c:v>
                </c:pt>
                <c:pt idx="1827">
                  <c:v>4.91578798</c:v>
                </c:pt>
                <c:pt idx="1828">
                  <c:v>4.91972227</c:v>
                </c:pt>
                <c:pt idx="1829">
                  <c:v>4.92295918</c:v>
                </c:pt>
                <c:pt idx="1830">
                  <c:v>4.92618045</c:v>
                </c:pt>
                <c:pt idx="1831">
                  <c:v>4.92982563</c:v>
                </c:pt>
                <c:pt idx="1832">
                  <c:v>4.93375211</c:v>
                </c:pt>
                <c:pt idx="1833">
                  <c:v>4.93731524</c:v>
                </c:pt>
                <c:pt idx="1834">
                  <c:v>4.94132377</c:v>
                </c:pt>
                <c:pt idx="1835">
                  <c:v>4.9434765</c:v>
                </c:pt>
                <c:pt idx="1836">
                  <c:v>4.9473893</c:v>
                </c:pt>
                <c:pt idx="1837">
                  <c:v>4.95136462</c:v>
                </c:pt>
                <c:pt idx="1838">
                  <c:v>4.95570133</c:v>
                </c:pt>
                <c:pt idx="1839">
                  <c:v>4.95891674</c:v>
                </c:pt>
                <c:pt idx="1840">
                  <c:v>4.9624955</c:v>
                </c:pt>
                <c:pt idx="1841">
                  <c:v>4.96574608</c:v>
                </c:pt>
                <c:pt idx="1842">
                  <c:v>4.96972335</c:v>
                </c:pt>
                <c:pt idx="1843">
                  <c:v>4.97331774</c:v>
                </c:pt>
                <c:pt idx="1844">
                  <c:v>4.97724031</c:v>
                </c:pt>
                <c:pt idx="1845">
                  <c:v>4.98013145</c:v>
                </c:pt>
                <c:pt idx="1846">
                  <c:v>4.98410677</c:v>
                </c:pt>
                <c:pt idx="1847">
                  <c:v>4.98734758</c:v>
                </c:pt>
                <c:pt idx="1848">
                  <c:v>4.99091071</c:v>
                </c:pt>
                <c:pt idx="1849">
                  <c:v>4.99523765</c:v>
                </c:pt>
                <c:pt idx="1850">
                  <c:v>4.99812879</c:v>
                </c:pt>
                <c:pt idx="1851">
                  <c:v>5.00174271</c:v>
                </c:pt>
                <c:pt idx="1852">
                  <c:v>5.00564575</c:v>
                </c:pt>
                <c:pt idx="1853">
                  <c:v>5.00894907</c:v>
                </c:pt>
                <c:pt idx="1854">
                  <c:v>5.0128736</c:v>
                </c:pt>
                <c:pt idx="1855">
                  <c:v>5.0164465</c:v>
                </c:pt>
                <c:pt idx="1856">
                  <c:v>5.01974005</c:v>
                </c:pt>
                <c:pt idx="1857">
                  <c:v>5.02372123</c:v>
                </c:pt>
                <c:pt idx="1858">
                  <c:v>5.0269132</c:v>
                </c:pt>
                <c:pt idx="1859">
                  <c:v>5.03055057</c:v>
                </c:pt>
                <c:pt idx="1860">
                  <c:v>5.0341137</c:v>
                </c:pt>
                <c:pt idx="1861">
                  <c:v>5.03846018</c:v>
                </c:pt>
                <c:pt idx="1862">
                  <c:v>5.04135132</c:v>
                </c:pt>
                <c:pt idx="1863">
                  <c:v>5.04496524</c:v>
                </c:pt>
                <c:pt idx="1864">
                  <c:v>5.04886828</c:v>
                </c:pt>
                <c:pt idx="1865">
                  <c:v>5.0524822</c:v>
                </c:pt>
                <c:pt idx="1866">
                  <c:v>5.0557152</c:v>
                </c:pt>
                <c:pt idx="1867">
                  <c:v>5.05972373</c:v>
                </c:pt>
                <c:pt idx="1868">
                  <c:v>5.06368537</c:v>
                </c:pt>
                <c:pt idx="1869">
                  <c:v>5.06657651</c:v>
                </c:pt>
                <c:pt idx="1870">
                  <c:v>5.07055182</c:v>
                </c:pt>
                <c:pt idx="1871">
                  <c:v>5.07449588</c:v>
                </c:pt>
                <c:pt idx="1872">
                  <c:v>5.07770739</c:v>
                </c:pt>
                <c:pt idx="1873">
                  <c:v>5.08168271</c:v>
                </c:pt>
                <c:pt idx="1874">
                  <c:v>5.08385106</c:v>
                </c:pt>
                <c:pt idx="1875">
                  <c:v>5.08746499</c:v>
                </c:pt>
                <c:pt idx="1876">
                  <c:v>5.0914403</c:v>
                </c:pt>
                <c:pt idx="1877">
                  <c:v>5.09609738</c:v>
                </c:pt>
                <c:pt idx="1878">
                  <c:v>5.09966051</c:v>
                </c:pt>
                <c:pt idx="1879">
                  <c:v>5.10293258</c:v>
                </c:pt>
                <c:pt idx="1880">
                  <c:v>5.10656408</c:v>
                </c:pt>
                <c:pt idx="1881">
                  <c:v>5.10979903</c:v>
                </c:pt>
                <c:pt idx="1882">
                  <c:v>5.11334068</c:v>
                </c:pt>
                <c:pt idx="1883">
                  <c:v>5.11769888</c:v>
                </c:pt>
                <c:pt idx="1884">
                  <c:v>5.1216527</c:v>
                </c:pt>
                <c:pt idx="1885">
                  <c:v>5.12341474</c:v>
                </c:pt>
                <c:pt idx="1886">
                  <c:v>5.12851916</c:v>
                </c:pt>
                <c:pt idx="1887">
                  <c:v>5.13133802</c:v>
                </c:pt>
                <c:pt idx="1888">
                  <c:v>5.13495194</c:v>
                </c:pt>
                <c:pt idx="1889">
                  <c:v>5.13892726</c:v>
                </c:pt>
                <c:pt idx="1890">
                  <c:v>5.14254118</c:v>
                </c:pt>
                <c:pt idx="1891">
                  <c:v>5.14615511</c:v>
                </c:pt>
                <c:pt idx="1892">
                  <c:v>5.15005814</c:v>
                </c:pt>
                <c:pt idx="1893">
                  <c:v>5.15333021</c:v>
                </c:pt>
                <c:pt idx="1894">
                  <c:v>5.15728599</c:v>
                </c:pt>
                <c:pt idx="1895">
                  <c:v>5.16053852</c:v>
                </c:pt>
                <c:pt idx="1896">
                  <c:v>5.16342966</c:v>
                </c:pt>
                <c:pt idx="1897">
                  <c:v>5.16704359</c:v>
                </c:pt>
                <c:pt idx="1898">
                  <c:v>5.17065751</c:v>
                </c:pt>
                <c:pt idx="1899">
                  <c:v>5.17426362</c:v>
                </c:pt>
                <c:pt idx="1900">
                  <c:v>5.17782675</c:v>
                </c:pt>
                <c:pt idx="1901">
                  <c:v>5.18186067</c:v>
                </c:pt>
                <c:pt idx="1902">
                  <c:v>5.1851132</c:v>
                </c:pt>
                <c:pt idx="1903">
                  <c:v>5.18903578</c:v>
                </c:pt>
                <c:pt idx="1904">
                  <c:v>5.19226877</c:v>
                </c:pt>
                <c:pt idx="1905">
                  <c:v>5.19593935</c:v>
                </c:pt>
                <c:pt idx="1906">
                  <c:v>5.19950248</c:v>
                </c:pt>
                <c:pt idx="1907">
                  <c:v>5.20313985</c:v>
                </c:pt>
                <c:pt idx="1908">
                  <c:v>5.20707414</c:v>
                </c:pt>
                <c:pt idx="1909">
                  <c:v>5.21033839</c:v>
                </c:pt>
                <c:pt idx="1910">
                  <c:v>5.21395232</c:v>
                </c:pt>
                <c:pt idx="1911">
                  <c:v>5.21754084</c:v>
                </c:pt>
                <c:pt idx="1912">
                  <c:v>5.22074649</c:v>
                </c:pt>
                <c:pt idx="1913">
                  <c:v>5.22436042</c:v>
                </c:pt>
                <c:pt idx="1914">
                  <c:v>5.22941991</c:v>
                </c:pt>
                <c:pt idx="1915">
                  <c:v>5.23298109</c:v>
                </c:pt>
                <c:pt idx="1916">
                  <c:v>5.23621409</c:v>
                </c:pt>
                <c:pt idx="1917">
                  <c:v>5.23943927</c:v>
                </c:pt>
                <c:pt idx="1918">
                  <c:v>5.24308054</c:v>
                </c:pt>
                <c:pt idx="1919">
                  <c:v>5.24626861</c:v>
                </c:pt>
                <c:pt idx="1920">
                  <c:v>5.25057406</c:v>
                </c:pt>
                <c:pt idx="1921">
                  <c:v>5.25413915</c:v>
                </c:pt>
                <c:pt idx="1922">
                  <c:v>5.25775307</c:v>
                </c:pt>
                <c:pt idx="1923">
                  <c:v>5.26133769</c:v>
                </c:pt>
                <c:pt idx="1924">
                  <c:v>5.26415851</c:v>
                </c:pt>
                <c:pt idx="1925">
                  <c:v>5.26772164</c:v>
                </c:pt>
                <c:pt idx="1926">
                  <c:v>5.27135901</c:v>
                </c:pt>
                <c:pt idx="1927">
                  <c:v>5.27488307</c:v>
                </c:pt>
                <c:pt idx="1928">
                  <c:v>5.27885643</c:v>
                </c:pt>
                <c:pt idx="1929">
                  <c:v>5.28203864</c:v>
                </c:pt>
                <c:pt idx="1930">
                  <c:v>5.28561154</c:v>
                </c:pt>
                <c:pt idx="1931">
                  <c:v>5.2895556</c:v>
                </c:pt>
                <c:pt idx="1932">
                  <c:v>5.29273781</c:v>
                </c:pt>
                <c:pt idx="1933">
                  <c:v>5.29707256</c:v>
                </c:pt>
                <c:pt idx="1934">
                  <c:v>5.30061421</c:v>
                </c:pt>
                <c:pt idx="1935">
                  <c:v>5.30350535</c:v>
                </c:pt>
                <c:pt idx="1936">
                  <c:v>5.30740838</c:v>
                </c:pt>
                <c:pt idx="1937">
                  <c:v>5.31095003</c:v>
                </c:pt>
                <c:pt idx="1938">
                  <c:v>5.31456395</c:v>
                </c:pt>
                <c:pt idx="1939">
                  <c:v>5.31846699</c:v>
                </c:pt>
                <c:pt idx="1940">
                  <c:v>5.32128585</c:v>
                </c:pt>
                <c:pt idx="1941">
                  <c:v>5.32450908</c:v>
                </c:pt>
                <c:pt idx="1942">
                  <c:v>5.32955685</c:v>
                </c:pt>
                <c:pt idx="1943">
                  <c:v>5.33133842</c:v>
                </c:pt>
                <c:pt idx="1944">
                  <c:v>5.3352356</c:v>
                </c:pt>
                <c:pt idx="1945">
                  <c:v>5.33877724</c:v>
                </c:pt>
                <c:pt idx="1946">
                  <c:v>5.34306707</c:v>
                </c:pt>
                <c:pt idx="1947">
                  <c:v>5.34701699</c:v>
                </c:pt>
                <c:pt idx="1948">
                  <c:v>5.35055863</c:v>
                </c:pt>
                <c:pt idx="1949">
                  <c:v>5.3538307</c:v>
                </c:pt>
                <c:pt idx="1950">
                  <c:v>5.35769076</c:v>
                </c:pt>
                <c:pt idx="1951">
                  <c:v>5.36096673</c:v>
                </c:pt>
                <c:pt idx="1952">
                  <c:v>5.36450838</c:v>
                </c:pt>
                <c:pt idx="1953">
                  <c:v>5.36882555</c:v>
                </c:pt>
                <c:pt idx="1954">
                  <c:v>5.37202534</c:v>
                </c:pt>
                <c:pt idx="1955">
                  <c:v>5.3752095</c:v>
                </c:pt>
                <c:pt idx="1956">
                  <c:v>5.37914379</c:v>
                </c:pt>
                <c:pt idx="1957">
                  <c:v>5.38270693</c:v>
                </c:pt>
                <c:pt idx="1958">
                  <c:v>5.38597508</c:v>
                </c:pt>
                <c:pt idx="1959">
                  <c:v>5.38916511</c:v>
                </c:pt>
                <c:pt idx="1960">
                  <c:v>5.39276926</c:v>
                </c:pt>
                <c:pt idx="1961">
                  <c:v>5.39631091</c:v>
                </c:pt>
                <c:pt idx="1962">
                  <c:v>5.39955758</c:v>
                </c:pt>
                <c:pt idx="1963">
                  <c:v>5.40312071</c:v>
                </c:pt>
                <c:pt idx="1964">
                  <c:v>5.40671901</c:v>
                </c:pt>
                <c:pt idx="1965">
                  <c:v>5.41210278</c:v>
                </c:pt>
                <c:pt idx="1966">
                  <c:v>5.41495875</c:v>
                </c:pt>
                <c:pt idx="1967">
                  <c:v>5.41784989</c:v>
                </c:pt>
                <c:pt idx="1968">
                  <c:v>5.42175293</c:v>
                </c:pt>
                <c:pt idx="1969">
                  <c:v>5.42568722</c:v>
                </c:pt>
                <c:pt idx="1970">
                  <c:v>5.42932459</c:v>
                </c:pt>
                <c:pt idx="1971">
                  <c:v>5.43252242</c:v>
                </c:pt>
                <c:pt idx="1972">
                  <c:v>5.43682201</c:v>
                </c:pt>
                <c:pt idx="1973">
                  <c:v>5.44038515</c:v>
                </c:pt>
                <c:pt idx="1974">
                  <c:v>5.44358103</c:v>
                </c:pt>
                <c:pt idx="1975">
                  <c:v>5.44712267</c:v>
                </c:pt>
                <c:pt idx="1976">
                  <c:v>5.45070339</c:v>
                </c:pt>
                <c:pt idx="1977">
                  <c:v>5.45391685</c:v>
                </c:pt>
                <c:pt idx="1978">
                  <c:v>5.4574585</c:v>
                </c:pt>
                <c:pt idx="1979">
                  <c:v>5.46102163</c:v>
                </c:pt>
                <c:pt idx="1980">
                  <c:v>5.46418039</c:v>
                </c:pt>
                <c:pt idx="1981">
                  <c:v>5.46772204</c:v>
                </c:pt>
                <c:pt idx="1982">
                  <c:v>5.47126564</c:v>
                </c:pt>
                <c:pt idx="1983">
                  <c:v>5.47588951</c:v>
                </c:pt>
                <c:pt idx="1984">
                  <c:v>5.47979254</c:v>
                </c:pt>
                <c:pt idx="1985">
                  <c:v>5.48292005</c:v>
                </c:pt>
                <c:pt idx="1986">
                  <c:v>5.48615305</c:v>
                </c:pt>
                <c:pt idx="1987">
                  <c:v>5.48967516</c:v>
                </c:pt>
                <c:pt idx="1988">
                  <c:v>5.49316406</c:v>
                </c:pt>
                <c:pt idx="1989">
                  <c:v>5.49634432</c:v>
                </c:pt>
                <c:pt idx="1990">
                  <c:v>5.49984494</c:v>
                </c:pt>
                <c:pt idx="1991">
                  <c:v>5.50299394</c:v>
                </c:pt>
                <c:pt idx="1992">
                  <c:v>5.50615465</c:v>
                </c:pt>
                <c:pt idx="1993">
                  <c:v>5.50928216</c:v>
                </c:pt>
                <c:pt idx="1994">
                  <c:v>5.51350362</c:v>
                </c:pt>
                <c:pt idx="1995">
                  <c:v>5.51730507</c:v>
                </c:pt>
                <c:pt idx="1996">
                  <c:v>5.52085258</c:v>
                </c:pt>
                <c:pt idx="1997">
                  <c:v>5.52467748</c:v>
                </c:pt>
                <c:pt idx="1998">
                  <c:v>5.52814684</c:v>
                </c:pt>
                <c:pt idx="1999">
                  <c:v>5.53161621</c:v>
                </c:pt>
                <c:pt idx="2000">
                  <c:v>5.53510511</c:v>
                </c:pt>
                <c:pt idx="2001">
                  <c:v>5.53851978</c:v>
                </c:pt>
                <c:pt idx="2002">
                  <c:v>5.54200868</c:v>
                </c:pt>
                <c:pt idx="2003">
                  <c:v>5.54579451</c:v>
                </c:pt>
                <c:pt idx="2004">
                  <c:v>5.54896304</c:v>
                </c:pt>
                <c:pt idx="2005">
                  <c:v>5.55236013</c:v>
                </c:pt>
                <c:pt idx="2006">
                  <c:v>5.55619089</c:v>
                </c:pt>
                <c:pt idx="2007">
                  <c:v>5.55958798</c:v>
                </c:pt>
                <c:pt idx="2008">
                  <c:v>5.56305735</c:v>
                </c:pt>
                <c:pt idx="2009">
                  <c:v>5.56681583</c:v>
                </c:pt>
                <c:pt idx="2010">
                  <c:v>5.56883963</c:v>
                </c:pt>
                <c:pt idx="2011">
                  <c:v>5.5729595</c:v>
                </c:pt>
                <c:pt idx="2012">
                  <c:v>5.57671798</c:v>
                </c:pt>
                <c:pt idx="2013">
                  <c:v>5.58011507</c:v>
                </c:pt>
                <c:pt idx="2014">
                  <c:v>5.58313318</c:v>
                </c:pt>
                <c:pt idx="2015">
                  <c:v>5.58691901</c:v>
                </c:pt>
                <c:pt idx="2016">
                  <c:v>5.59025945</c:v>
                </c:pt>
                <c:pt idx="2017">
                  <c:v>5.59196874</c:v>
                </c:pt>
                <c:pt idx="2018">
                  <c:v>5.59536583</c:v>
                </c:pt>
                <c:pt idx="2019">
                  <c:v>5.59905203</c:v>
                </c:pt>
                <c:pt idx="2020">
                  <c:v>5.60273042</c:v>
                </c:pt>
                <c:pt idx="2021">
                  <c:v>5.60642443</c:v>
                </c:pt>
                <c:pt idx="2022">
                  <c:v>5.60978245</c:v>
                </c:pt>
                <c:pt idx="2023">
                  <c:v>5.61319712</c:v>
                </c:pt>
                <c:pt idx="2024">
                  <c:v>5.61653756</c:v>
                </c:pt>
                <c:pt idx="2025">
                  <c:v>5.62017492</c:v>
                </c:pt>
                <c:pt idx="2026">
                  <c:v>5.62384354</c:v>
                </c:pt>
                <c:pt idx="2027">
                  <c:v>5.62716835</c:v>
                </c:pt>
                <c:pt idx="2028">
                  <c:v>5.62883076</c:v>
                </c:pt>
                <c:pt idx="2029">
                  <c:v>5.6338336</c:v>
                </c:pt>
                <c:pt idx="2030">
                  <c:v>5.63717404</c:v>
                </c:pt>
                <c:pt idx="2031">
                  <c:v>5.64046759</c:v>
                </c:pt>
                <c:pt idx="2032">
                  <c:v>5.6431419</c:v>
                </c:pt>
                <c:pt idx="2033">
                  <c:v>5.64639443</c:v>
                </c:pt>
                <c:pt idx="2034">
                  <c:v>5.64935785</c:v>
                </c:pt>
                <c:pt idx="2035">
                  <c:v>5.65268266</c:v>
                </c:pt>
                <c:pt idx="2036">
                  <c:v>5.65632588</c:v>
                </c:pt>
                <c:pt idx="2037">
                  <c:v>5.65962139</c:v>
                </c:pt>
                <c:pt idx="2038">
                  <c:v>5.66287392</c:v>
                </c:pt>
                <c:pt idx="2039">
                  <c:v>5.66612645</c:v>
                </c:pt>
                <c:pt idx="2040">
                  <c:v>5.66908987</c:v>
                </c:pt>
                <c:pt idx="2041">
                  <c:v>5.6723424</c:v>
                </c:pt>
                <c:pt idx="2042">
                  <c:v>5.67631772</c:v>
                </c:pt>
                <c:pt idx="2043">
                  <c:v>5.67985936</c:v>
                </c:pt>
                <c:pt idx="2044">
                  <c:v>5.68318417</c:v>
                </c:pt>
                <c:pt idx="2045">
                  <c:v>5.68672582</c:v>
                </c:pt>
                <c:pt idx="2046">
                  <c:v>5.68965603</c:v>
                </c:pt>
                <c:pt idx="2047">
                  <c:v>5.69292223</c:v>
                </c:pt>
                <c:pt idx="2048">
                  <c:v>5.69583291</c:v>
                </c:pt>
                <c:pt idx="2049">
                  <c:v>5.69937455</c:v>
                </c:pt>
                <c:pt idx="2050">
                  <c:v>5.70132607</c:v>
                </c:pt>
                <c:pt idx="2051">
                  <c:v>5.70486771</c:v>
                </c:pt>
                <c:pt idx="2052">
                  <c:v>5.70812025</c:v>
                </c:pt>
                <c:pt idx="2053">
                  <c:v>5.71229677</c:v>
                </c:pt>
                <c:pt idx="2054">
                  <c:v>5.71556298</c:v>
                </c:pt>
                <c:pt idx="2055">
                  <c:v>5.71751645</c:v>
                </c:pt>
                <c:pt idx="2056">
                  <c:v>5.72105614</c:v>
                </c:pt>
                <c:pt idx="2057">
                  <c:v>5.72424811</c:v>
                </c:pt>
                <c:pt idx="2058">
                  <c:v>5.72781125</c:v>
                </c:pt>
                <c:pt idx="2059">
                  <c:v>5.73107745</c:v>
                </c:pt>
                <c:pt idx="2060">
                  <c:v>5.73392366</c:v>
                </c:pt>
                <c:pt idx="2061">
                  <c:v>5.73783256</c:v>
                </c:pt>
                <c:pt idx="2062">
                  <c:v>5.74136834</c:v>
                </c:pt>
                <c:pt idx="2063">
                  <c:v>5.74462088</c:v>
                </c:pt>
                <c:pt idx="2064">
                  <c:v>5.7465177</c:v>
                </c:pt>
                <c:pt idx="2065">
                  <c:v>5.75134277</c:v>
                </c:pt>
                <c:pt idx="2066">
                  <c:v>5.75264379</c:v>
                </c:pt>
                <c:pt idx="2067">
                  <c:v>5.75618543</c:v>
                </c:pt>
                <c:pt idx="2068">
                  <c:v>5.75943796</c:v>
                </c:pt>
                <c:pt idx="2069">
                  <c:v>5.76297961</c:v>
                </c:pt>
                <c:pt idx="2070">
                  <c:v>5.76615986</c:v>
                </c:pt>
                <c:pt idx="2071">
                  <c:v>5.76941239</c:v>
                </c:pt>
                <c:pt idx="2072">
                  <c:v>5.77288176</c:v>
                </c:pt>
                <c:pt idx="2073">
                  <c:v>5.77613429</c:v>
                </c:pt>
                <c:pt idx="2074">
                  <c:v>5.77903129</c:v>
                </c:pt>
                <c:pt idx="2075">
                  <c:v>5.78220568</c:v>
                </c:pt>
                <c:pt idx="2076">
                  <c:v>5.78545821</c:v>
                </c:pt>
                <c:pt idx="2077">
                  <c:v>5.78831028</c:v>
                </c:pt>
                <c:pt idx="2078">
                  <c:v>5.79179918</c:v>
                </c:pt>
                <c:pt idx="2079">
                  <c:v>5.79470986</c:v>
                </c:pt>
                <c:pt idx="2080">
                  <c:v>5.79789011</c:v>
                </c:pt>
                <c:pt idx="2081">
                  <c:v>5.80266049</c:v>
                </c:pt>
                <c:pt idx="2082">
                  <c:v>5.80553209</c:v>
                </c:pt>
                <c:pt idx="2083">
                  <c:v>5.80714176</c:v>
                </c:pt>
                <c:pt idx="2084">
                  <c:v>5.81035717</c:v>
                </c:pt>
                <c:pt idx="2085">
                  <c:v>5.814143</c:v>
                </c:pt>
                <c:pt idx="2086">
                  <c:v>5.81827264</c:v>
                </c:pt>
                <c:pt idx="2087">
                  <c:v>5.82023002</c:v>
                </c:pt>
                <c:pt idx="2088">
                  <c:v>5.82401585</c:v>
                </c:pt>
                <c:pt idx="2089">
                  <c:v>5.82752429</c:v>
                </c:pt>
                <c:pt idx="2090">
                  <c:v>5.83069672</c:v>
                </c:pt>
                <c:pt idx="2091">
                  <c:v>5.8338887</c:v>
                </c:pt>
                <c:pt idx="2092">
                  <c:v>5.83700644</c:v>
                </c:pt>
                <c:pt idx="2093">
                  <c:v>5.8402453</c:v>
                </c:pt>
                <c:pt idx="2094">
                  <c:v>5.84368732</c:v>
                </c:pt>
                <c:pt idx="2095">
                  <c:v>5.84530479</c:v>
                </c:pt>
                <c:pt idx="2096">
                  <c:v>5.84877416</c:v>
                </c:pt>
                <c:pt idx="2097">
                  <c:v>5.85222399</c:v>
                </c:pt>
                <c:pt idx="2098">
                  <c:v>5.85506238</c:v>
                </c:pt>
                <c:pt idx="2099">
                  <c:v>5.85883063</c:v>
                </c:pt>
                <c:pt idx="2100">
                  <c:v>5.86202261</c:v>
                </c:pt>
                <c:pt idx="2101">
                  <c:v>5.86514035</c:v>
                </c:pt>
                <c:pt idx="2102">
                  <c:v>5.86862925</c:v>
                </c:pt>
                <c:pt idx="2103">
                  <c:v>5.8714696</c:v>
                </c:pt>
                <c:pt idx="2104">
                  <c:v>5.87493896</c:v>
                </c:pt>
                <c:pt idx="2105">
                  <c:v>5.87804694</c:v>
                </c:pt>
                <c:pt idx="2106">
                  <c:v>5.88122719</c:v>
                </c:pt>
                <c:pt idx="2107">
                  <c:v>5.88433517</c:v>
                </c:pt>
                <c:pt idx="2108">
                  <c:v>5.88748416</c:v>
                </c:pt>
                <c:pt idx="2109">
                  <c:v>5.89060191</c:v>
                </c:pt>
                <c:pt idx="2110">
                  <c:v>5.89344225</c:v>
                </c:pt>
                <c:pt idx="2111">
                  <c:v>5.89654046</c:v>
                </c:pt>
                <c:pt idx="2112">
                  <c:v>5.8996582</c:v>
                </c:pt>
                <c:pt idx="2113">
                  <c:v>5.90247706</c:v>
                </c:pt>
                <c:pt idx="2114">
                  <c:v>5.90529983</c:v>
                </c:pt>
                <c:pt idx="2115">
                  <c:v>5.9087145</c:v>
                </c:pt>
                <c:pt idx="2116">
                  <c:v>5.91151187</c:v>
                </c:pt>
                <c:pt idx="2117">
                  <c:v>5.91461985</c:v>
                </c:pt>
                <c:pt idx="2118">
                  <c:v>5.91903274</c:v>
                </c:pt>
                <c:pt idx="2119">
                  <c:v>5.92242592</c:v>
                </c:pt>
                <c:pt idx="2120">
                  <c:v>5.92400628</c:v>
                </c:pt>
                <c:pt idx="2121">
                  <c:v>5.92742095</c:v>
                </c:pt>
                <c:pt idx="2122">
                  <c:v>5.93146073</c:v>
                </c:pt>
                <c:pt idx="2123">
                  <c:v>5.93456871</c:v>
                </c:pt>
                <c:pt idx="2124">
                  <c:v>5.93766496</c:v>
                </c:pt>
                <c:pt idx="2125">
                  <c:v>5.9407827</c:v>
                </c:pt>
                <c:pt idx="2126">
                  <c:v>5.94390044</c:v>
                </c:pt>
                <c:pt idx="2127">
                  <c:v>5.9470006</c:v>
                </c:pt>
                <c:pt idx="2128">
                  <c:v>5.94976477</c:v>
                </c:pt>
                <c:pt idx="2129">
                  <c:v>5.95228865</c:v>
                </c:pt>
                <c:pt idx="2130">
                  <c:v>5.9554064</c:v>
                </c:pt>
                <c:pt idx="2131">
                  <c:v>5.95849288</c:v>
                </c:pt>
                <c:pt idx="2132">
                  <c:v>5.96167313</c:v>
                </c:pt>
                <c:pt idx="2133">
                  <c:v>5.96513078</c:v>
                </c:pt>
                <c:pt idx="2134">
                  <c:v>5.96890098</c:v>
                </c:pt>
                <c:pt idx="2135">
                  <c:v>5.97208123</c:v>
                </c:pt>
                <c:pt idx="2136">
                  <c:v>5.97396047</c:v>
                </c:pt>
                <c:pt idx="2137">
                  <c:v>5.97715636</c:v>
                </c:pt>
                <c:pt idx="2138">
                  <c:v>5.98198339</c:v>
                </c:pt>
                <c:pt idx="2139">
                  <c:v>5.98487648</c:v>
                </c:pt>
                <c:pt idx="2140">
                  <c:v>5.98812706</c:v>
                </c:pt>
                <c:pt idx="2141">
                  <c:v>5.99103773</c:v>
                </c:pt>
                <c:pt idx="2142">
                  <c:v>5.99463212</c:v>
                </c:pt>
                <c:pt idx="2143">
                  <c:v>5.99824604</c:v>
                </c:pt>
                <c:pt idx="2144">
                  <c:v>6.00120751</c:v>
                </c:pt>
                <c:pt idx="2145">
                  <c:v>6.00380562</c:v>
                </c:pt>
                <c:pt idx="2146">
                  <c:v>6.00713629</c:v>
                </c:pt>
                <c:pt idx="2147">
                  <c:v>6.01078343</c:v>
                </c:pt>
                <c:pt idx="2148">
                  <c:v>6.01404963</c:v>
                </c:pt>
                <c:pt idx="2149">
                  <c:v>6.01776123</c:v>
                </c:pt>
                <c:pt idx="2150">
                  <c:v>6.02072465</c:v>
                </c:pt>
                <c:pt idx="2151">
                  <c:v>6.02369979</c:v>
                </c:pt>
                <c:pt idx="2152">
                  <c:v>6.02741138</c:v>
                </c:pt>
                <c:pt idx="2153">
                  <c:v>6.03040996</c:v>
                </c:pt>
                <c:pt idx="2154">
                  <c:v>6.03379533</c:v>
                </c:pt>
                <c:pt idx="2155">
                  <c:v>6.03749325</c:v>
                </c:pt>
                <c:pt idx="2156">
                  <c:v>6.04081806</c:v>
                </c:pt>
                <c:pt idx="2157">
                  <c:v>6.04385376</c:v>
                </c:pt>
                <c:pt idx="2158">
                  <c:v>6.04686015</c:v>
                </c:pt>
                <c:pt idx="2159">
                  <c:v>6.0495325</c:v>
                </c:pt>
                <c:pt idx="2160">
                  <c:v>6.05324996</c:v>
                </c:pt>
                <c:pt idx="2161">
                  <c:v>6.05799495</c:v>
                </c:pt>
                <c:pt idx="2162">
                  <c:v>6.06133538</c:v>
                </c:pt>
                <c:pt idx="2163">
                  <c:v>6.06475005</c:v>
                </c:pt>
                <c:pt idx="2164">
                  <c:v>6.06846165</c:v>
                </c:pt>
                <c:pt idx="2165">
                  <c:v>6.07016312</c:v>
                </c:pt>
                <c:pt idx="2166">
                  <c:v>6.07388058</c:v>
                </c:pt>
                <c:pt idx="2167">
                  <c:v>6.07861971</c:v>
                </c:pt>
                <c:pt idx="2168">
                  <c:v>6.0806435</c:v>
                </c:pt>
                <c:pt idx="2169">
                  <c:v>6.08404059</c:v>
                </c:pt>
                <c:pt idx="2170">
                  <c:v>6.0873908</c:v>
                </c:pt>
                <c:pt idx="2171">
                  <c:v>6.09047338</c:v>
                </c:pt>
                <c:pt idx="2172">
                  <c:v>6.09517148</c:v>
                </c:pt>
                <c:pt idx="2173">
                  <c:v>6.09822866</c:v>
                </c:pt>
                <c:pt idx="2174">
                  <c:v>6.10194026</c:v>
                </c:pt>
                <c:pt idx="2175">
                  <c:v>6.10468684</c:v>
                </c:pt>
                <c:pt idx="2176">
                  <c:v>6.10839844</c:v>
                </c:pt>
                <c:pt idx="2177">
                  <c:v>6.11143413</c:v>
                </c:pt>
                <c:pt idx="2178">
                  <c:v>6.11515354</c:v>
                </c:pt>
                <c:pt idx="2179">
                  <c:v>6.11790013</c:v>
                </c:pt>
                <c:pt idx="2180">
                  <c:v>6.12191451</c:v>
                </c:pt>
                <c:pt idx="2181">
                  <c:v>6.12495216</c:v>
                </c:pt>
                <c:pt idx="2182">
                  <c:v>6.1279859</c:v>
                </c:pt>
                <c:pt idx="2183">
                  <c:v>6.13207843</c:v>
                </c:pt>
                <c:pt idx="2184">
                  <c:v>6.13541887</c:v>
                </c:pt>
                <c:pt idx="2185">
                  <c:v>6.13882768</c:v>
                </c:pt>
                <c:pt idx="2186">
                  <c:v>6.14222476</c:v>
                </c:pt>
                <c:pt idx="2187">
                  <c:v>6.14521748</c:v>
                </c:pt>
                <c:pt idx="2188">
                  <c:v>6.14858527</c:v>
                </c:pt>
                <c:pt idx="2189">
                  <c:v>6.15198236</c:v>
                </c:pt>
                <c:pt idx="2190">
                  <c:v>6.15530717</c:v>
                </c:pt>
                <c:pt idx="2191">
                  <c:v>6.15865347</c:v>
                </c:pt>
                <c:pt idx="2192">
                  <c:v>6.16206814</c:v>
                </c:pt>
                <c:pt idx="2193">
                  <c:v>6.16474049</c:v>
                </c:pt>
                <c:pt idx="2194">
                  <c:v>6.16971403</c:v>
                </c:pt>
                <c:pt idx="2195">
                  <c:v>6.17272628</c:v>
                </c:pt>
                <c:pt idx="2196">
                  <c:v>6.17641248</c:v>
                </c:pt>
                <c:pt idx="2197">
                  <c:v>6.17943841</c:v>
                </c:pt>
                <c:pt idx="2198">
                  <c:v>6.18277885</c:v>
                </c:pt>
                <c:pt idx="2199">
                  <c:v>6.18443539</c:v>
                </c:pt>
                <c:pt idx="2200">
                  <c:v>6.18975665</c:v>
                </c:pt>
                <c:pt idx="2201">
                  <c:v>6.1914464</c:v>
                </c:pt>
                <c:pt idx="2202">
                  <c:v>6.19607223</c:v>
                </c:pt>
                <c:pt idx="2203">
                  <c:v>6.19903564</c:v>
                </c:pt>
                <c:pt idx="2204">
                  <c:v>6.20200492</c:v>
                </c:pt>
                <c:pt idx="2205">
                  <c:v>6.20503476</c:v>
                </c:pt>
                <c:pt idx="2206">
                  <c:v>6.20831464</c:v>
                </c:pt>
                <c:pt idx="2207">
                  <c:v>6.21125071</c:v>
                </c:pt>
                <c:pt idx="2208">
                  <c:v>6.21492128</c:v>
                </c:pt>
                <c:pt idx="2209">
                  <c:v>6.21789056</c:v>
                </c:pt>
                <c:pt idx="2210">
                  <c:v>6.22281526</c:v>
                </c:pt>
                <c:pt idx="2211">
                  <c:v>6.22575915</c:v>
                </c:pt>
                <c:pt idx="2212">
                  <c:v>6.22932228</c:v>
                </c:pt>
                <c:pt idx="2213">
                  <c:v>6.23098273</c:v>
                </c:pt>
                <c:pt idx="2214">
                  <c:v>6.23423526</c:v>
                </c:pt>
                <c:pt idx="2215">
                  <c:v>6.23784919</c:v>
                </c:pt>
                <c:pt idx="2216">
                  <c:v>6.24142209</c:v>
                </c:pt>
                <c:pt idx="2217">
                  <c:v>6.24468829</c:v>
                </c:pt>
                <c:pt idx="2218">
                  <c:v>6.24758334</c:v>
                </c:pt>
                <c:pt idx="2219">
                  <c:v>6.2512207</c:v>
                </c:pt>
                <c:pt idx="2220">
                  <c:v>6.25411575</c:v>
                </c:pt>
                <c:pt idx="2221">
                  <c:v>6.25801488</c:v>
                </c:pt>
                <c:pt idx="2222">
                  <c:v>6.26094509</c:v>
                </c:pt>
                <c:pt idx="2223">
                  <c:v>6.26386944</c:v>
                </c:pt>
                <c:pt idx="2224">
                  <c:v>6.26676058</c:v>
                </c:pt>
                <c:pt idx="2225">
                  <c:v>6.27029831</c:v>
                </c:pt>
                <c:pt idx="2226">
                  <c:v>6.27319336</c:v>
                </c:pt>
                <c:pt idx="2227">
                  <c:v>6.27644589</c:v>
                </c:pt>
                <c:pt idx="2228">
                  <c:v>6.27998754</c:v>
                </c:pt>
                <c:pt idx="2229">
                  <c:v>6.28291774</c:v>
                </c:pt>
                <c:pt idx="2230">
                  <c:v>6.28610972</c:v>
                </c:pt>
                <c:pt idx="2231">
                  <c:v>6.28902235</c:v>
                </c:pt>
                <c:pt idx="2232">
                  <c:v>6.29256399</c:v>
                </c:pt>
                <c:pt idx="2233">
                  <c:v>6.29581652</c:v>
                </c:pt>
                <c:pt idx="2234">
                  <c:v>6.29939724</c:v>
                </c:pt>
                <c:pt idx="2235">
                  <c:v>6.3026107</c:v>
                </c:pt>
                <c:pt idx="2236">
                  <c:v>6.30548426</c:v>
                </c:pt>
                <c:pt idx="2237">
                  <c:v>6.3100124</c:v>
                </c:pt>
                <c:pt idx="2238">
                  <c:v>6.31193462</c:v>
                </c:pt>
                <c:pt idx="2239">
                  <c:v>6.31617366</c:v>
                </c:pt>
                <c:pt idx="2240">
                  <c:v>6.31936563</c:v>
                </c:pt>
                <c:pt idx="2241">
                  <c:v>6.32328234</c:v>
                </c:pt>
                <c:pt idx="2242">
                  <c:v>6.32612074</c:v>
                </c:pt>
                <c:pt idx="2243">
                  <c:v>6.32938694</c:v>
                </c:pt>
                <c:pt idx="2244">
                  <c:v>6.33260627</c:v>
                </c:pt>
                <c:pt idx="2245">
                  <c:v>6.33554819</c:v>
                </c:pt>
                <c:pt idx="2246">
                  <c:v>6.33838854</c:v>
                </c:pt>
                <c:pt idx="2247">
                  <c:v>6.34200637</c:v>
                </c:pt>
                <c:pt idx="2248">
                  <c:v>6.34549528</c:v>
                </c:pt>
                <c:pt idx="2249">
                  <c:v>6.34876148</c:v>
                </c:pt>
                <c:pt idx="2250">
                  <c:v>6.3519769</c:v>
                </c:pt>
                <c:pt idx="2251">
                  <c:v>6.35492273</c:v>
                </c:pt>
                <c:pt idx="2252">
                  <c:v>6.35811471</c:v>
                </c:pt>
                <c:pt idx="2253">
                  <c:v>6.3613731</c:v>
                </c:pt>
                <c:pt idx="2254">
                  <c:v>6.36427596</c:v>
                </c:pt>
                <c:pt idx="2255">
                  <c:v>6.36715538</c:v>
                </c:pt>
                <c:pt idx="2256">
                  <c:v>6.37073414</c:v>
                </c:pt>
                <c:pt idx="2257">
                  <c:v>6.37460006</c:v>
                </c:pt>
                <c:pt idx="2258">
                  <c:v>6.37785259</c:v>
                </c:pt>
                <c:pt idx="2259">
                  <c:v>6.37979043</c:v>
                </c:pt>
                <c:pt idx="2260">
                  <c:v>6.38464677</c:v>
                </c:pt>
                <c:pt idx="2261">
                  <c:v>6.38751056</c:v>
                </c:pt>
                <c:pt idx="2262">
                  <c:v>6.38981175</c:v>
                </c:pt>
                <c:pt idx="2263">
                  <c:v>6.39307795</c:v>
                </c:pt>
                <c:pt idx="2264">
                  <c:v>6.39599449</c:v>
                </c:pt>
                <c:pt idx="2265">
                  <c:v>6.39953613</c:v>
                </c:pt>
                <c:pt idx="2266">
                  <c:v>6.40278866</c:v>
                </c:pt>
                <c:pt idx="2267">
                  <c:v>6.4060412</c:v>
                </c:pt>
                <c:pt idx="2268">
                  <c:v>6.41022553</c:v>
                </c:pt>
                <c:pt idx="2269">
                  <c:v>6.41378867</c:v>
                </c:pt>
                <c:pt idx="2270">
                  <c:v>6.41673841</c:v>
                </c:pt>
                <c:pt idx="2271">
                  <c:v>6.41962955</c:v>
                </c:pt>
                <c:pt idx="2272">
                  <c:v>6.42254804</c:v>
                </c:pt>
                <c:pt idx="2273">
                  <c:v>6.42581424</c:v>
                </c:pt>
                <c:pt idx="2274">
                  <c:v>6.43004546</c:v>
                </c:pt>
                <c:pt idx="2275">
                  <c:v>6.43331167</c:v>
                </c:pt>
                <c:pt idx="2276">
                  <c:v>6.4362536</c:v>
                </c:pt>
                <c:pt idx="2277">
                  <c:v>6.43979524</c:v>
                </c:pt>
                <c:pt idx="2278">
                  <c:v>6.44304777</c:v>
                </c:pt>
                <c:pt idx="2279">
                  <c:v>6.44600533</c:v>
                </c:pt>
                <c:pt idx="2280">
                  <c:v>6.44926372</c:v>
                </c:pt>
                <c:pt idx="2281">
                  <c:v>6.45251625</c:v>
                </c:pt>
                <c:pt idx="2282">
                  <c:v>6.4547647</c:v>
                </c:pt>
                <c:pt idx="2283">
                  <c:v>6.45865992</c:v>
                </c:pt>
                <c:pt idx="2284">
                  <c:v>6.46198473</c:v>
                </c:pt>
                <c:pt idx="2285">
                  <c:v>6.46523727</c:v>
                </c:pt>
                <c:pt idx="2286">
                  <c:v>6.4674779</c:v>
                </c:pt>
                <c:pt idx="2287">
                  <c:v>6.47203144</c:v>
                </c:pt>
                <c:pt idx="2288">
                  <c:v>6.47528397</c:v>
                </c:pt>
                <c:pt idx="2289">
                  <c:v>6.4788979</c:v>
                </c:pt>
                <c:pt idx="2290">
                  <c:v>6.48178513</c:v>
                </c:pt>
                <c:pt idx="2291">
                  <c:v>6.48505134</c:v>
                </c:pt>
                <c:pt idx="2292">
                  <c:v>6.4886887</c:v>
                </c:pt>
                <c:pt idx="2293">
                  <c:v>6.49161891</c:v>
                </c:pt>
                <c:pt idx="2294">
                  <c:v>6.49447879</c:v>
                </c:pt>
                <c:pt idx="2295">
                  <c:v>6.49841309</c:v>
                </c:pt>
                <c:pt idx="2296">
                  <c:v>6.50138236</c:v>
                </c:pt>
                <c:pt idx="2297">
                  <c:v>6.50331239</c:v>
                </c:pt>
                <c:pt idx="2298">
                  <c:v>6.50687553</c:v>
                </c:pt>
                <c:pt idx="2299">
                  <c:v>6.5111341</c:v>
                </c:pt>
                <c:pt idx="2300">
                  <c:v>6.51431435</c:v>
                </c:pt>
                <c:pt idx="2301">
                  <c:v>6.51727777</c:v>
                </c:pt>
                <c:pt idx="2302">
                  <c:v>6.52016305</c:v>
                </c:pt>
                <c:pt idx="2303">
                  <c:v>6.52372618</c:v>
                </c:pt>
                <c:pt idx="2304">
                  <c:v>6.52667397</c:v>
                </c:pt>
                <c:pt idx="2305">
                  <c:v>6.5295905</c:v>
                </c:pt>
                <c:pt idx="2306">
                  <c:v>6.53641984</c:v>
                </c:pt>
                <c:pt idx="2307">
                  <c:v>6.53961182</c:v>
                </c:pt>
                <c:pt idx="2308">
                  <c:v>6.54286435</c:v>
                </c:pt>
                <c:pt idx="2309">
                  <c:v>6.54611688</c:v>
                </c:pt>
                <c:pt idx="2310">
                  <c:v>6.54903927</c:v>
                </c:pt>
                <c:pt idx="2311">
                  <c:v>6.55193432</c:v>
                </c:pt>
                <c:pt idx="2312">
                  <c:v>6.55520053</c:v>
                </c:pt>
                <c:pt idx="2313">
                  <c:v>6.55804283</c:v>
                </c:pt>
                <c:pt idx="2314">
                  <c:v>6.56195563</c:v>
                </c:pt>
                <c:pt idx="2315">
                  <c:v>6.56613802</c:v>
                </c:pt>
                <c:pt idx="2316">
                  <c:v>6.56811688</c:v>
                </c:pt>
                <c:pt idx="2317">
                  <c:v>6.57130886</c:v>
                </c:pt>
                <c:pt idx="2318">
                  <c:v>6.57777485</c:v>
                </c:pt>
                <c:pt idx="2319">
                  <c:v>6.58133017</c:v>
                </c:pt>
                <c:pt idx="2320">
                  <c:v>6.58493042</c:v>
                </c:pt>
                <c:pt idx="2321">
                  <c:v>6.58815951</c:v>
                </c:pt>
                <c:pt idx="2322">
                  <c:v>6.59135148</c:v>
                </c:pt>
                <c:pt idx="2323">
                  <c:v>6.59461769</c:v>
                </c:pt>
                <c:pt idx="2324">
                  <c:v>6.59818082</c:v>
                </c:pt>
                <c:pt idx="2325">
                  <c:v>6.6013728</c:v>
                </c:pt>
                <c:pt idx="2326">
                  <c:v>6.604639</c:v>
                </c:pt>
                <c:pt idx="2327">
                  <c:v>6.6084932</c:v>
                </c:pt>
                <c:pt idx="2328">
                  <c:v>6.61005793</c:v>
                </c:pt>
                <c:pt idx="2329">
                  <c:v>6.61332414</c:v>
                </c:pt>
                <c:pt idx="2330">
                  <c:v>6.61651611</c:v>
                </c:pt>
                <c:pt idx="2331">
                  <c:v>6.62134119</c:v>
                </c:pt>
                <c:pt idx="2332">
                  <c:v>6.6229489</c:v>
                </c:pt>
                <c:pt idx="2333">
                  <c:v>6.62616627</c:v>
                </c:pt>
                <c:pt idx="2334">
                  <c:v>6.62974307</c:v>
                </c:pt>
                <c:pt idx="2335">
                  <c:v>6.63262445</c:v>
                </c:pt>
                <c:pt idx="2336">
                  <c:v>6.63581447</c:v>
                </c:pt>
                <c:pt idx="2337">
                  <c:v>6.6397175</c:v>
                </c:pt>
                <c:pt idx="2338">
                  <c:v>6.64289776</c:v>
                </c:pt>
                <c:pt idx="2339">
                  <c:v>6.6464394</c:v>
                </c:pt>
                <c:pt idx="2340">
                  <c:v>6.64932663</c:v>
                </c:pt>
                <c:pt idx="2341">
                  <c:v>6.65287219</c:v>
                </c:pt>
                <c:pt idx="2342">
                  <c:v>6.65641383</c:v>
                </c:pt>
                <c:pt idx="2343">
                  <c:v>6.65959408</c:v>
                </c:pt>
                <c:pt idx="2344">
                  <c:v>6.66277434</c:v>
                </c:pt>
                <c:pt idx="2345">
                  <c:v>6.66501497</c:v>
                </c:pt>
                <c:pt idx="2346">
                  <c:v>6.66949624</c:v>
                </c:pt>
                <c:pt idx="2347">
                  <c:v>6.67241277</c:v>
                </c:pt>
                <c:pt idx="2348">
                  <c:v>6.67493666</c:v>
                </c:pt>
                <c:pt idx="2349">
                  <c:v>6.67816965</c:v>
                </c:pt>
                <c:pt idx="2350">
                  <c:v>6.68169176</c:v>
                </c:pt>
                <c:pt idx="2351">
                  <c:v>6.68518066</c:v>
                </c:pt>
                <c:pt idx="2352">
                  <c:v>6.68865003</c:v>
                </c:pt>
                <c:pt idx="2353">
                  <c:v>6.69183028</c:v>
                </c:pt>
                <c:pt idx="2354">
                  <c:v>6.69342041</c:v>
                </c:pt>
                <c:pt idx="2355">
                  <c:v>6.69787433</c:v>
                </c:pt>
                <c:pt idx="2356">
                  <c:v>6.70136323</c:v>
                </c:pt>
                <c:pt idx="2357">
                  <c:v>6.70296117</c:v>
                </c:pt>
                <c:pt idx="2358">
                  <c:v>6.70744243</c:v>
                </c:pt>
                <c:pt idx="2359">
                  <c:v>6.71056799</c:v>
                </c:pt>
                <c:pt idx="2360">
                  <c:v>6.71344155</c:v>
                </c:pt>
                <c:pt idx="2361">
                  <c:v>6.7166218</c:v>
                </c:pt>
                <c:pt idx="2362">
                  <c:v>6.71886243</c:v>
                </c:pt>
                <c:pt idx="2363">
                  <c:v>6.72197041</c:v>
                </c:pt>
                <c:pt idx="2364">
                  <c:v>6.72645167</c:v>
                </c:pt>
                <c:pt idx="2365">
                  <c:v>6.72862003</c:v>
                </c:pt>
                <c:pt idx="2366">
                  <c:v>6.73180028</c:v>
                </c:pt>
                <c:pt idx="2367">
                  <c:v>6.73461914</c:v>
                </c:pt>
                <c:pt idx="2368">
                  <c:v>6.73936999</c:v>
                </c:pt>
                <c:pt idx="2369">
                  <c:v>6.74256196</c:v>
                </c:pt>
                <c:pt idx="2370">
                  <c:v>6.74408762</c:v>
                </c:pt>
                <c:pt idx="2371">
                  <c:v>6.74755699</c:v>
                </c:pt>
                <c:pt idx="2372">
                  <c:v>6.75073724</c:v>
                </c:pt>
                <c:pt idx="2373">
                  <c:v>6.75481023</c:v>
                </c:pt>
                <c:pt idx="2374">
                  <c:v>6.75796509</c:v>
                </c:pt>
                <c:pt idx="2375">
                  <c:v>6.75956107</c:v>
                </c:pt>
                <c:pt idx="2376">
                  <c:v>6.76432559</c:v>
                </c:pt>
                <c:pt idx="2377">
                  <c:v>6.76779496</c:v>
                </c:pt>
                <c:pt idx="2378">
                  <c:v>6.77062163</c:v>
                </c:pt>
                <c:pt idx="2379">
                  <c:v>6.77373938</c:v>
                </c:pt>
                <c:pt idx="2380">
                  <c:v>6.77722828</c:v>
                </c:pt>
                <c:pt idx="2381">
                  <c:v>6.78001002</c:v>
                </c:pt>
                <c:pt idx="2382">
                  <c:v>6.78188926</c:v>
                </c:pt>
                <c:pt idx="2383">
                  <c:v>6.78509686</c:v>
                </c:pt>
                <c:pt idx="2384">
                  <c:v>6.78821461</c:v>
                </c:pt>
                <c:pt idx="2385">
                  <c:v>6.79133235</c:v>
                </c:pt>
                <c:pt idx="2386">
                  <c:v>6.79482125</c:v>
                </c:pt>
                <c:pt idx="2387">
                  <c:v>6.79793899</c:v>
                </c:pt>
                <c:pt idx="2388">
                  <c:v>6.80046288</c:v>
                </c:pt>
                <c:pt idx="2389">
                  <c:v>6.80386192</c:v>
                </c:pt>
                <c:pt idx="2390">
                  <c:v>6.80733129</c:v>
                </c:pt>
                <c:pt idx="2391">
                  <c:v>6.81043926</c:v>
                </c:pt>
                <c:pt idx="2392">
                  <c:v>6.81323077</c:v>
                </c:pt>
                <c:pt idx="2393">
                  <c:v>6.81665521</c:v>
                </c:pt>
                <c:pt idx="2394">
                  <c:v>6.82102513</c:v>
                </c:pt>
                <c:pt idx="2395">
                  <c:v>6.82388306</c:v>
                </c:pt>
                <c:pt idx="2396">
                  <c:v>6.82666675</c:v>
                </c:pt>
                <c:pt idx="2397">
                  <c:v>6.83002673</c:v>
                </c:pt>
                <c:pt idx="2398">
                  <c:v>6.83193722</c:v>
                </c:pt>
                <c:pt idx="2399">
                  <c:v>6.83530306</c:v>
                </c:pt>
                <c:pt idx="2400">
                  <c:v>6.83876656</c:v>
                </c:pt>
                <c:pt idx="2401">
                  <c:v>6.84180812</c:v>
                </c:pt>
                <c:pt idx="2402">
                  <c:v>6.84491609</c:v>
                </c:pt>
                <c:pt idx="2403">
                  <c:v>6.84804556</c:v>
                </c:pt>
                <c:pt idx="2404">
                  <c:v>6.85108907</c:v>
                </c:pt>
                <c:pt idx="2405">
                  <c:v>6.85387862</c:v>
                </c:pt>
                <c:pt idx="2406">
                  <c:v>6.85762148</c:v>
                </c:pt>
                <c:pt idx="2407">
                  <c:v>6.86038369</c:v>
                </c:pt>
                <c:pt idx="2408">
                  <c:v>6.86311464</c:v>
                </c:pt>
                <c:pt idx="2409">
                  <c:v>6.86623824</c:v>
                </c:pt>
                <c:pt idx="2410">
                  <c:v>6.86957282</c:v>
                </c:pt>
                <c:pt idx="2411">
                  <c:v>6.87269056</c:v>
                </c:pt>
                <c:pt idx="2412">
                  <c:v>6.876031</c:v>
                </c:pt>
                <c:pt idx="2413">
                  <c:v>6.87907451</c:v>
                </c:pt>
                <c:pt idx="2414">
                  <c:v>6.88185039</c:v>
                </c:pt>
                <c:pt idx="2415">
                  <c:v>6.88553269</c:v>
                </c:pt>
                <c:pt idx="2416">
                  <c:v>6.88886141</c:v>
                </c:pt>
                <c:pt idx="2417">
                  <c:v>6.89131887</c:v>
                </c:pt>
                <c:pt idx="2418">
                  <c:v>6.89436629</c:v>
                </c:pt>
                <c:pt idx="2419">
                  <c:v>6.89767938</c:v>
                </c:pt>
                <c:pt idx="2420">
                  <c:v>6.90071508</c:v>
                </c:pt>
                <c:pt idx="2421">
                  <c:v>6.90411216</c:v>
                </c:pt>
                <c:pt idx="2422">
                  <c:v>6.90649735</c:v>
                </c:pt>
                <c:pt idx="2423">
                  <c:v>6.90921268</c:v>
                </c:pt>
                <c:pt idx="2424">
                  <c:v>6.91255312</c:v>
                </c:pt>
                <c:pt idx="2425">
                  <c:v>6.91559663</c:v>
                </c:pt>
                <c:pt idx="2426">
                  <c:v>6.91864014</c:v>
                </c:pt>
                <c:pt idx="2427">
                  <c:v>6.92196495</c:v>
                </c:pt>
                <c:pt idx="2428">
                  <c:v>6.92528976</c:v>
                </c:pt>
                <c:pt idx="2429">
                  <c:v>6.92680565</c:v>
                </c:pt>
                <c:pt idx="2430">
                  <c:v>6.93044302</c:v>
                </c:pt>
                <c:pt idx="2431">
                  <c:v>6.93345722</c:v>
                </c:pt>
                <c:pt idx="2432">
                  <c:v>6.93615888</c:v>
                </c:pt>
                <c:pt idx="2433">
                  <c:v>6.93887811</c:v>
                </c:pt>
                <c:pt idx="2434">
                  <c:v>6.94306245</c:v>
                </c:pt>
                <c:pt idx="2435">
                  <c:v>6.94639507</c:v>
                </c:pt>
                <c:pt idx="2436">
                  <c:v>6.94914947</c:v>
                </c:pt>
                <c:pt idx="2437">
                  <c:v>6.95181596</c:v>
                </c:pt>
                <c:pt idx="2438">
                  <c:v>6.95456254</c:v>
                </c:pt>
                <c:pt idx="2439">
                  <c:v>6.95724075</c:v>
                </c:pt>
                <c:pt idx="2440">
                  <c:v>6.96028426</c:v>
                </c:pt>
                <c:pt idx="2441">
                  <c:v>6.96355046</c:v>
                </c:pt>
                <c:pt idx="2442">
                  <c:v>6.96659397</c:v>
                </c:pt>
                <c:pt idx="2443">
                  <c:v>6.96930735</c:v>
                </c:pt>
                <c:pt idx="2444">
                  <c:v>6.97227076</c:v>
                </c:pt>
                <c:pt idx="2445">
                  <c:v>6.97559557</c:v>
                </c:pt>
                <c:pt idx="2446">
                  <c:v>6.97863127</c:v>
                </c:pt>
                <c:pt idx="2447">
                  <c:v>6.98158883</c:v>
                </c:pt>
                <c:pt idx="2448">
                  <c:v>6.9849195</c:v>
                </c:pt>
                <c:pt idx="2449">
                  <c:v>6.98788292</c:v>
                </c:pt>
                <c:pt idx="2450">
                  <c:v>6.99120773</c:v>
                </c:pt>
                <c:pt idx="2451">
                  <c:v>6.99391133</c:v>
                </c:pt>
                <c:pt idx="2452">
                  <c:v>6.99720684</c:v>
                </c:pt>
                <c:pt idx="2453">
                  <c:v>7.00014681</c:v>
                </c:pt>
                <c:pt idx="2454">
                  <c:v>7.00284456</c:v>
                </c:pt>
                <c:pt idx="2455">
                  <c:v>7.00556575</c:v>
                </c:pt>
                <c:pt idx="2456">
                  <c:v>7.00883195</c:v>
                </c:pt>
                <c:pt idx="2457">
                  <c:v>7.01448139</c:v>
                </c:pt>
                <c:pt idx="2458">
                  <c:v>7.01744481</c:v>
                </c:pt>
                <c:pt idx="2459">
                  <c:v>7.02041214</c:v>
                </c:pt>
                <c:pt idx="2460">
                  <c:v>7.02366076</c:v>
                </c:pt>
                <c:pt idx="2461">
                  <c:v>7.02691329</c:v>
                </c:pt>
                <c:pt idx="2462">
                  <c:v>7.0296169</c:v>
                </c:pt>
                <c:pt idx="2463">
                  <c:v>7.03284013</c:v>
                </c:pt>
                <c:pt idx="2464">
                  <c:v>7.0349362</c:v>
                </c:pt>
                <c:pt idx="2465">
                  <c:v>7.03874743</c:v>
                </c:pt>
                <c:pt idx="2466">
                  <c:v>7.0417167</c:v>
                </c:pt>
                <c:pt idx="2467">
                  <c:v>7.04462152</c:v>
                </c:pt>
                <c:pt idx="2468">
                  <c:v>7.04758494</c:v>
                </c:pt>
                <c:pt idx="2469">
                  <c:v>7.05047607</c:v>
                </c:pt>
                <c:pt idx="2470">
                  <c:v>7.05344535</c:v>
                </c:pt>
                <c:pt idx="2471">
                  <c:v>7.05522692</c:v>
                </c:pt>
                <c:pt idx="2472">
                  <c:v>7.05930968</c:v>
                </c:pt>
                <c:pt idx="2473">
                  <c:v>7.06225747</c:v>
                </c:pt>
                <c:pt idx="2474">
                  <c:v>7.06487707</c:v>
                </c:pt>
                <c:pt idx="2475">
                  <c:v>7.06753379</c:v>
                </c:pt>
                <c:pt idx="2476">
                  <c:v>7.07103832</c:v>
                </c:pt>
                <c:pt idx="2477">
                  <c:v>7.07393337</c:v>
                </c:pt>
                <c:pt idx="2478">
                  <c:v>7.0765686</c:v>
                </c:pt>
                <c:pt idx="2479">
                  <c:v>7.08009462</c:v>
                </c:pt>
                <c:pt idx="2480">
                  <c:v>7.08148354</c:v>
                </c:pt>
                <c:pt idx="2481">
                  <c:v>7.08444696</c:v>
                </c:pt>
                <c:pt idx="2482">
                  <c:v>7.08762721</c:v>
                </c:pt>
                <c:pt idx="2483">
                  <c:v>7.09085825</c:v>
                </c:pt>
                <c:pt idx="2484">
                  <c:v>7.0937533</c:v>
                </c:pt>
                <c:pt idx="2485">
                  <c:v>7.09666202</c:v>
                </c:pt>
                <c:pt idx="2486">
                  <c:v>7.09955316</c:v>
                </c:pt>
                <c:pt idx="2487">
                  <c:v>7.1024443</c:v>
                </c:pt>
                <c:pt idx="2488">
                  <c:v>7.10562455</c:v>
                </c:pt>
                <c:pt idx="2489">
                  <c:v>7.10851569</c:v>
                </c:pt>
                <c:pt idx="2490">
                  <c:v>7.11112357</c:v>
                </c:pt>
                <c:pt idx="2491">
                  <c:v>7.11371974</c:v>
                </c:pt>
                <c:pt idx="2492">
                  <c:v>7.11682771</c:v>
                </c:pt>
                <c:pt idx="2493">
                  <c:v>7.11971885</c:v>
                </c:pt>
                <c:pt idx="2494">
                  <c:v>7.12203176</c:v>
                </c:pt>
                <c:pt idx="2495">
                  <c:v>7.12521202</c:v>
                </c:pt>
                <c:pt idx="2496">
                  <c:v>7.12810316</c:v>
                </c:pt>
                <c:pt idx="2497">
                  <c:v>7.13092202</c:v>
                </c:pt>
                <c:pt idx="2498">
                  <c:v>7.13242814</c:v>
                </c:pt>
                <c:pt idx="2499">
                  <c:v>7.14241429</c:v>
                </c:pt>
                <c:pt idx="2500">
                  <c:v>7.14497334</c:v>
                </c:pt>
                <c:pt idx="2501">
                  <c:v>7.14783518</c:v>
                </c:pt>
                <c:pt idx="2502">
                  <c:v>7.15188277</c:v>
                </c:pt>
                <c:pt idx="2503">
                  <c:v>7.15447503</c:v>
                </c:pt>
                <c:pt idx="2504">
                  <c:v>7.15961657</c:v>
                </c:pt>
                <c:pt idx="2505">
                  <c:v>7.16271478</c:v>
                </c:pt>
                <c:pt idx="2506">
                  <c:v>7.16560982</c:v>
                </c:pt>
                <c:pt idx="2507">
                  <c:v>7.16843454</c:v>
                </c:pt>
                <c:pt idx="2508">
                  <c:v>7.17102876</c:v>
                </c:pt>
                <c:pt idx="2509">
                  <c:v>7.17356632</c:v>
                </c:pt>
                <c:pt idx="2510">
                  <c:v>7.17644769</c:v>
                </c:pt>
                <c:pt idx="2511">
                  <c:v>7.17956543</c:v>
                </c:pt>
                <c:pt idx="2512">
                  <c:v>7.18208932</c:v>
                </c:pt>
                <c:pt idx="2513">
                  <c:v>7.18498632</c:v>
                </c:pt>
                <c:pt idx="2514">
                  <c:v>7.1881021</c:v>
                </c:pt>
                <c:pt idx="2515">
                  <c:v>7.19092292</c:v>
                </c:pt>
                <c:pt idx="2516">
                  <c:v>7.19404066</c:v>
                </c:pt>
                <c:pt idx="2517">
                  <c:v>7.19662315</c:v>
                </c:pt>
                <c:pt idx="2518">
                  <c:v>7.19916266</c:v>
                </c:pt>
                <c:pt idx="2519">
                  <c:v>7.20228041</c:v>
                </c:pt>
                <c:pt idx="2520">
                  <c:v>7.2062147</c:v>
                </c:pt>
                <c:pt idx="2521">
                  <c:v>7.20876593</c:v>
                </c:pt>
                <c:pt idx="2522">
                  <c:v>7.21078973</c:v>
                </c:pt>
                <c:pt idx="2523">
                  <c:v>7.21476505</c:v>
                </c:pt>
                <c:pt idx="2524">
                  <c:v>7.21616178</c:v>
                </c:pt>
                <c:pt idx="2525">
                  <c:v>7.220393</c:v>
                </c:pt>
                <c:pt idx="2526">
                  <c:v>7.22293251</c:v>
                </c:pt>
                <c:pt idx="2527">
                  <c:v>7.225515</c:v>
                </c:pt>
                <c:pt idx="2528">
                  <c:v>7.22828112</c:v>
                </c:pt>
                <c:pt idx="2529">
                  <c:v>7.23117226</c:v>
                </c:pt>
                <c:pt idx="2530">
                  <c:v>7.23399112</c:v>
                </c:pt>
                <c:pt idx="2531">
                  <c:v>7.23650133</c:v>
                </c:pt>
                <c:pt idx="2532">
                  <c:v>7.23961907</c:v>
                </c:pt>
                <c:pt idx="2533">
                  <c:v>7.24243989</c:v>
                </c:pt>
                <c:pt idx="2534">
                  <c:v>7.24526656</c:v>
                </c:pt>
                <c:pt idx="2535">
                  <c:v>7.24808542</c:v>
                </c:pt>
                <c:pt idx="2536">
                  <c:v>7.25112503</c:v>
                </c:pt>
                <c:pt idx="2537">
                  <c:v>7.25365087</c:v>
                </c:pt>
                <c:pt idx="2538">
                  <c:v>7.25675884</c:v>
                </c:pt>
                <c:pt idx="2539">
                  <c:v>7.25899947</c:v>
                </c:pt>
                <c:pt idx="2540">
                  <c:v>7.26181833</c:v>
                </c:pt>
                <c:pt idx="2541">
                  <c:v>7.26322483</c:v>
                </c:pt>
                <c:pt idx="2542">
                  <c:v>7.2699858</c:v>
                </c:pt>
                <c:pt idx="2543">
                  <c:v>7.27244327</c:v>
                </c:pt>
                <c:pt idx="2544">
                  <c:v>7.27554734</c:v>
                </c:pt>
                <c:pt idx="2545">
                  <c:v>7.27836815</c:v>
                </c:pt>
                <c:pt idx="2546">
                  <c:v>7.28111473</c:v>
                </c:pt>
                <c:pt idx="2547">
                  <c:v>7.28451377</c:v>
                </c:pt>
                <c:pt idx="2548">
                  <c:v>7.28726036</c:v>
                </c:pt>
                <c:pt idx="2549">
                  <c:v>7.28979987</c:v>
                </c:pt>
                <c:pt idx="2550">
                  <c:v>7.29260896</c:v>
                </c:pt>
                <c:pt idx="2551">
                  <c:v>7.29535555</c:v>
                </c:pt>
                <c:pt idx="2552">
                  <c:v>7.29677767</c:v>
                </c:pt>
                <c:pt idx="2553">
                  <c:v>7.30070415</c:v>
                </c:pt>
                <c:pt idx="2554">
                  <c:v>7.30375548</c:v>
                </c:pt>
                <c:pt idx="2555">
                  <c:v>7.30677554</c:v>
                </c:pt>
                <c:pt idx="2556">
                  <c:v>7.30988352</c:v>
                </c:pt>
                <c:pt idx="2557">
                  <c:v>7.3126301</c:v>
                </c:pt>
                <c:pt idx="2558">
                  <c:v>7.31511296</c:v>
                </c:pt>
                <c:pt idx="2559">
                  <c:v>7.31790643</c:v>
                </c:pt>
                <c:pt idx="2560">
                  <c:v>7.32097729</c:v>
                </c:pt>
                <c:pt idx="2561">
                  <c:v>7.32368871</c:v>
                </c:pt>
                <c:pt idx="2562">
                  <c:v>7.32650757</c:v>
                </c:pt>
                <c:pt idx="2563">
                  <c:v>7.32925415</c:v>
                </c:pt>
                <c:pt idx="2564">
                  <c:v>7.33174092</c:v>
                </c:pt>
                <c:pt idx="2565">
                  <c:v>7.33453048</c:v>
                </c:pt>
                <c:pt idx="2566">
                  <c:v>7.33727706</c:v>
                </c:pt>
                <c:pt idx="2567">
                  <c:v>7.34002364</c:v>
                </c:pt>
                <c:pt idx="2568">
                  <c:v>7.34277023</c:v>
                </c:pt>
                <c:pt idx="2569">
                  <c:v>7.34529997</c:v>
                </c:pt>
                <c:pt idx="2570">
                  <c:v>7.34829464</c:v>
                </c:pt>
                <c:pt idx="2571">
                  <c:v>7.35133815</c:v>
                </c:pt>
                <c:pt idx="2572">
                  <c:v>7.35408474</c:v>
                </c:pt>
                <c:pt idx="2573">
                  <c:v>7.35519822</c:v>
                </c:pt>
                <c:pt idx="2574">
                  <c:v>7.36262141</c:v>
                </c:pt>
                <c:pt idx="2575">
                  <c:v>7.3640201</c:v>
                </c:pt>
                <c:pt idx="2576">
                  <c:v>7.36705579</c:v>
                </c:pt>
                <c:pt idx="2577">
                  <c:v>7.36980237</c:v>
                </c:pt>
                <c:pt idx="2578">
                  <c:v>7.37254896</c:v>
                </c:pt>
                <c:pt idx="2579">
                  <c:v>7.37524084</c:v>
                </c:pt>
                <c:pt idx="2580">
                  <c:v>7.37883718</c:v>
                </c:pt>
                <c:pt idx="2581">
                  <c:v>7.38158377</c:v>
                </c:pt>
                <c:pt idx="2582">
                  <c:v>7.38454718</c:v>
                </c:pt>
                <c:pt idx="2583">
                  <c:v>7.38704372</c:v>
                </c:pt>
                <c:pt idx="2584">
                  <c:v>7.3897903</c:v>
                </c:pt>
                <c:pt idx="2585">
                  <c:v>7.39112648</c:v>
                </c:pt>
                <c:pt idx="2586">
                  <c:v>7.39661964</c:v>
                </c:pt>
                <c:pt idx="2587">
                  <c:v>7.40174946</c:v>
                </c:pt>
                <c:pt idx="2588">
                  <c:v>7.40612133</c:v>
                </c:pt>
                <c:pt idx="2589">
                  <c:v>7.40886791</c:v>
                </c:pt>
                <c:pt idx="2590">
                  <c:v>7.41154026</c:v>
                </c:pt>
                <c:pt idx="2591">
                  <c:v>7.41316946</c:v>
                </c:pt>
                <c:pt idx="2592">
                  <c:v>7.41591604</c:v>
                </c:pt>
                <c:pt idx="2593">
                  <c:v>7.41725612</c:v>
                </c:pt>
                <c:pt idx="2594">
                  <c:v>7.42237813</c:v>
                </c:pt>
                <c:pt idx="2595">
                  <c:v>7.42538452</c:v>
                </c:pt>
                <c:pt idx="2596">
                  <c:v>7.42675781</c:v>
                </c:pt>
                <c:pt idx="2597">
                  <c:v>7.43076634</c:v>
                </c:pt>
                <c:pt idx="2598">
                  <c:v>7.43326288</c:v>
                </c:pt>
                <c:pt idx="2599">
                  <c:v>7.43566565</c:v>
                </c:pt>
                <c:pt idx="2600">
                  <c:v>7.4389006</c:v>
                </c:pt>
                <c:pt idx="2601">
                  <c:v>7.44026803</c:v>
                </c:pt>
                <c:pt idx="2602">
                  <c:v>7.44190113</c:v>
                </c:pt>
                <c:pt idx="2603">
                  <c:v>7.44702313</c:v>
                </c:pt>
                <c:pt idx="2604">
                  <c:v>7.44945325</c:v>
                </c:pt>
                <c:pt idx="2605">
                  <c:v>7.45104338</c:v>
                </c:pt>
                <c:pt idx="2606">
                  <c:v>7.4540068</c:v>
                </c:pt>
                <c:pt idx="2607">
                  <c:v>7.45756407</c:v>
                </c:pt>
                <c:pt idx="2608">
                  <c:v>7.46023642</c:v>
                </c:pt>
                <c:pt idx="2609">
                  <c:v>7.4615726</c:v>
                </c:pt>
                <c:pt idx="2610">
                  <c:v>7.46773971</c:v>
                </c:pt>
                <c:pt idx="2611">
                  <c:v>7.47070312</c:v>
                </c:pt>
                <c:pt idx="2612">
                  <c:v>7.47395566</c:v>
                </c:pt>
                <c:pt idx="2613">
                  <c:v>7.47612401</c:v>
                </c:pt>
                <c:pt idx="2614">
                  <c:v>7.47800325</c:v>
                </c:pt>
                <c:pt idx="2615">
                  <c:v>7.48094713</c:v>
                </c:pt>
                <c:pt idx="2616">
                  <c:v>7.48599491</c:v>
                </c:pt>
                <c:pt idx="2617">
                  <c:v>7.49133961</c:v>
                </c:pt>
                <c:pt idx="2618">
                  <c:v>7.49433819</c:v>
                </c:pt>
                <c:pt idx="2619">
                  <c:v>7.49672338</c:v>
                </c:pt>
                <c:pt idx="2620">
                  <c:v>7.49939768</c:v>
                </c:pt>
                <c:pt idx="2621">
                  <c:v>7.50308388</c:v>
                </c:pt>
                <c:pt idx="2622">
                  <c:v>7.5057406</c:v>
                </c:pt>
                <c:pt idx="2623">
                  <c:v>7.50737371</c:v>
                </c:pt>
                <c:pt idx="2624">
                  <c:v>7.51081768</c:v>
                </c:pt>
                <c:pt idx="2625">
                  <c:v>7.51375765</c:v>
                </c:pt>
                <c:pt idx="2626">
                  <c:v>7.51613308</c:v>
                </c:pt>
                <c:pt idx="2627">
                  <c:v>7.51880543</c:v>
                </c:pt>
                <c:pt idx="2628">
                  <c:v>7.52095815</c:v>
                </c:pt>
                <c:pt idx="2629">
                  <c:v>7.52411692</c:v>
                </c:pt>
                <c:pt idx="2630">
                  <c:v>7.52679122</c:v>
                </c:pt>
                <c:pt idx="2631">
                  <c:v>7.5288873</c:v>
                </c:pt>
                <c:pt idx="2632">
                  <c:v>7.53148932</c:v>
                </c:pt>
                <c:pt idx="2633">
                  <c:v>7.53445274</c:v>
                </c:pt>
                <c:pt idx="2634">
                  <c:v>7.53573031</c:v>
                </c:pt>
                <c:pt idx="2635">
                  <c:v>7.53915084</c:v>
                </c:pt>
                <c:pt idx="2636">
                  <c:v>7.54074097</c:v>
                </c:pt>
                <c:pt idx="2637">
                  <c:v>7.54442717</c:v>
                </c:pt>
                <c:pt idx="2638">
                  <c:v>7.54575162</c:v>
                </c:pt>
                <c:pt idx="2639">
                  <c:v>7.54992033</c:v>
                </c:pt>
                <c:pt idx="2640">
                  <c:v>7.55093223</c:v>
                </c:pt>
                <c:pt idx="2641">
                  <c:v>7.5564254</c:v>
                </c:pt>
                <c:pt idx="2642">
                  <c:v>7.56293046</c:v>
                </c:pt>
                <c:pt idx="2643">
                  <c:v>7.56579425</c:v>
                </c:pt>
                <c:pt idx="2644">
                  <c:v>7.56787274</c:v>
                </c:pt>
                <c:pt idx="2645">
                  <c:v>7.57069356</c:v>
                </c:pt>
                <c:pt idx="2646">
                  <c:v>7.57348312</c:v>
                </c:pt>
                <c:pt idx="2647">
                  <c:v>7.57456729</c:v>
                </c:pt>
                <c:pt idx="2648">
                  <c:v>7.58064064</c:v>
                </c:pt>
                <c:pt idx="2649">
                  <c:v>7.58323876</c:v>
                </c:pt>
                <c:pt idx="2650">
                  <c:v>7.58680189</c:v>
                </c:pt>
                <c:pt idx="2651">
                  <c:v>7.59155273</c:v>
                </c:pt>
                <c:pt idx="2652">
                  <c:v>7.59585819</c:v>
                </c:pt>
                <c:pt idx="2653">
                  <c:v>7.59964792</c:v>
                </c:pt>
                <c:pt idx="2654">
                  <c:v>7.60187097</c:v>
                </c:pt>
                <c:pt idx="2655">
                  <c:v>7.60862608</c:v>
                </c:pt>
                <c:pt idx="2656">
                  <c:v>7.61164615</c:v>
                </c:pt>
                <c:pt idx="2657">
                  <c:v>7.61434194</c:v>
                </c:pt>
                <c:pt idx="2658">
                  <c:v>7.6163462</c:v>
                </c:pt>
                <c:pt idx="2659">
                  <c:v>7.61909279</c:v>
                </c:pt>
                <c:pt idx="2660">
                  <c:v>7.62161667</c:v>
                </c:pt>
                <c:pt idx="2661">
                  <c:v>7.62414056</c:v>
                </c:pt>
                <c:pt idx="2662">
                  <c:v>7.62711374</c:v>
                </c:pt>
                <c:pt idx="2663">
                  <c:v>7.62863159</c:v>
                </c:pt>
                <c:pt idx="2664">
                  <c:v>7.63186068</c:v>
                </c:pt>
                <c:pt idx="2665">
                  <c:v>7.63441387</c:v>
                </c:pt>
                <c:pt idx="2666">
                  <c:v>7.63713115</c:v>
                </c:pt>
                <c:pt idx="2667">
                  <c:v>7.63838919</c:v>
                </c:pt>
                <c:pt idx="2668">
                  <c:v>7.64221995</c:v>
                </c:pt>
                <c:pt idx="2669">
                  <c:v>7.64448011</c:v>
                </c:pt>
                <c:pt idx="2670">
                  <c:v>7.64596475</c:v>
                </c:pt>
                <c:pt idx="2671">
                  <c:v>7.64850817</c:v>
                </c:pt>
                <c:pt idx="2672">
                  <c:v>7.65349539</c:v>
                </c:pt>
                <c:pt idx="2673">
                  <c:v>7.65631425</c:v>
                </c:pt>
                <c:pt idx="2674">
                  <c:v>7.66103384</c:v>
                </c:pt>
                <c:pt idx="2675">
                  <c:v>7.66325298</c:v>
                </c:pt>
                <c:pt idx="2676">
                  <c:v>7.66838475</c:v>
                </c:pt>
                <c:pt idx="2677">
                  <c:v>7.67351652</c:v>
                </c:pt>
                <c:pt idx="2678">
                  <c:v>7.67597399</c:v>
                </c:pt>
                <c:pt idx="2679">
                  <c:v>7.67835918</c:v>
                </c:pt>
                <c:pt idx="2680">
                  <c:v>7.68077953</c:v>
                </c:pt>
                <c:pt idx="2681">
                  <c:v>7.68341868</c:v>
                </c:pt>
                <c:pt idx="2682">
                  <c:v>7.68580387</c:v>
                </c:pt>
                <c:pt idx="2683">
                  <c:v>7.68909351</c:v>
                </c:pt>
                <c:pt idx="2684">
                  <c:v>7.69259804</c:v>
                </c:pt>
                <c:pt idx="2685">
                  <c:v>7.69512779</c:v>
                </c:pt>
                <c:pt idx="2686">
                  <c:v>7.69718479</c:v>
                </c:pt>
                <c:pt idx="2687">
                  <c:v>7.69904059</c:v>
                </c:pt>
                <c:pt idx="2688">
                  <c:v>7.705825</c:v>
                </c:pt>
                <c:pt idx="2689">
                  <c:v>7.70828247</c:v>
                </c:pt>
                <c:pt idx="2690">
                  <c:v>7.71247658</c:v>
                </c:pt>
                <c:pt idx="2691">
                  <c:v>7.71492623</c:v>
                </c:pt>
                <c:pt idx="2692">
                  <c:v>7.71707896</c:v>
                </c:pt>
                <c:pt idx="2693">
                  <c:v>7.71818462</c:v>
                </c:pt>
                <c:pt idx="2694">
                  <c:v>7.72220096</c:v>
                </c:pt>
                <c:pt idx="2695">
                  <c:v>7.72411146</c:v>
                </c:pt>
                <c:pt idx="2696">
                  <c:v>7.72524447</c:v>
                </c:pt>
                <c:pt idx="2697">
                  <c:v>7.73073763</c:v>
                </c:pt>
                <c:pt idx="2698">
                  <c:v>7.73385538</c:v>
                </c:pt>
                <c:pt idx="2699">
                  <c:v>7.7399424</c:v>
                </c:pt>
                <c:pt idx="2700">
                  <c:v>7.74224359</c:v>
                </c:pt>
                <c:pt idx="2701">
                  <c:v>7.74362664</c:v>
                </c:pt>
                <c:pt idx="2702">
                  <c:v>7.74695145</c:v>
                </c:pt>
                <c:pt idx="2703">
                  <c:v>7.74933664</c:v>
                </c:pt>
                <c:pt idx="2704">
                  <c:v>7.75078026</c:v>
                </c:pt>
                <c:pt idx="2705">
                  <c:v>7.75612496</c:v>
                </c:pt>
                <c:pt idx="2706">
                  <c:v>7.75887154</c:v>
                </c:pt>
                <c:pt idx="2707">
                  <c:v>7.7613212</c:v>
                </c:pt>
                <c:pt idx="2708">
                  <c:v>7.76384508</c:v>
                </c:pt>
                <c:pt idx="2709">
                  <c:v>7.7666659</c:v>
                </c:pt>
                <c:pt idx="2710">
                  <c:v>7.76892411</c:v>
                </c:pt>
                <c:pt idx="2711">
                  <c:v>7.77126828</c:v>
                </c:pt>
                <c:pt idx="2712">
                  <c:v>7.77383905</c:v>
                </c:pt>
                <c:pt idx="2713">
                  <c:v>7.77644107</c:v>
                </c:pt>
                <c:pt idx="2714">
                  <c:v>7.77987918</c:v>
                </c:pt>
                <c:pt idx="2715">
                  <c:v>7.78143805</c:v>
                </c:pt>
                <c:pt idx="2716">
                  <c:v>7.7843331</c:v>
                </c:pt>
                <c:pt idx="2717">
                  <c:v>7.78700545</c:v>
                </c:pt>
                <c:pt idx="2718">
                  <c:v>7.7899005</c:v>
                </c:pt>
                <c:pt idx="2719">
                  <c:v>7.79234234</c:v>
                </c:pt>
                <c:pt idx="2720">
                  <c:v>7.79552259</c:v>
                </c:pt>
                <c:pt idx="2721">
                  <c:v>7.79821447</c:v>
                </c:pt>
                <c:pt idx="2722">
                  <c:v>7.80065436</c:v>
                </c:pt>
                <c:pt idx="2723">
                  <c:v>7.80303955</c:v>
                </c:pt>
                <c:pt idx="2724">
                  <c:v>7.8057119</c:v>
                </c:pt>
                <c:pt idx="2725">
                  <c:v>7.80868118</c:v>
                </c:pt>
                <c:pt idx="2726">
                  <c:v>7.81083391</c:v>
                </c:pt>
                <c:pt idx="2727">
                  <c:v>7.8145455</c:v>
                </c:pt>
                <c:pt idx="2728">
                  <c:v>7.81720613</c:v>
                </c:pt>
                <c:pt idx="2729">
                  <c:v>7.81959327</c:v>
                </c:pt>
                <c:pt idx="2730">
                  <c:v>7.82508644</c:v>
                </c:pt>
                <c:pt idx="2731">
                  <c:v>7.82746968</c:v>
                </c:pt>
                <c:pt idx="2732">
                  <c:v>7.8300717</c:v>
                </c:pt>
                <c:pt idx="2733">
                  <c:v>7.83187866</c:v>
                </c:pt>
                <c:pt idx="2734">
                  <c:v>7.83448069</c:v>
                </c:pt>
                <c:pt idx="2735">
                  <c:v>7.83785433</c:v>
                </c:pt>
                <c:pt idx="2736">
                  <c:v>7.84098575</c:v>
                </c:pt>
                <c:pt idx="2737">
                  <c:v>7.84098575</c:v>
                </c:pt>
                <c:pt idx="2738">
                  <c:v>7.84772718</c:v>
                </c:pt>
                <c:pt idx="2739">
                  <c:v>7.8503253</c:v>
                </c:pt>
                <c:pt idx="2740">
                  <c:v>7.85143878</c:v>
                </c:pt>
                <c:pt idx="2741">
                  <c:v>7.855586</c:v>
                </c:pt>
                <c:pt idx="2742">
                  <c:v>7.85893621</c:v>
                </c:pt>
                <c:pt idx="2743">
                  <c:v>7.861296</c:v>
                </c:pt>
                <c:pt idx="2744">
                  <c:v>7.86411486</c:v>
                </c:pt>
                <c:pt idx="2745">
                  <c:v>7.86570499</c:v>
                </c:pt>
                <c:pt idx="2746">
                  <c:v>7.86830701</c:v>
                </c:pt>
                <c:pt idx="2747">
                  <c:v>7.87112587</c:v>
                </c:pt>
                <c:pt idx="2748">
                  <c:v>7.87400529</c:v>
                </c:pt>
                <c:pt idx="2749">
                  <c:v>7.87632992</c:v>
                </c:pt>
                <c:pt idx="2750">
                  <c:v>7.87734182</c:v>
                </c:pt>
                <c:pt idx="2751">
                  <c:v>7.88150272</c:v>
                </c:pt>
                <c:pt idx="2752">
                  <c:v>7.88384689</c:v>
                </c:pt>
                <c:pt idx="2753">
                  <c:v>7.88493106</c:v>
                </c:pt>
                <c:pt idx="2754">
                  <c:v>7.88934005</c:v>
                </c:pt>
                <c:pt idx="2755">
                  <c:v>7.89194207</c:v>
                </c:pt>
                <c:pt idx="2756">
                  <c:v>7.89736296</c:v>
                </c:pt>
                <c:pt idx="2757">
                  <c:v>7.90020917</c:v>
                </c:pt>
                <c:pt idx="2758">
                  <c:v>7.90310422</c:v>
                </c:pt>
                <c:pt idx="2759">
                  <c:v>7.90538587</c:v>
                </c:pt>
                <c:pt idx="2760">
                  <c:v>7.90777106</c:v>
                </c:pt>
                <c:pt idx="2761">
                  <c:v>7.91037309</c:v>
                </c:pt>
                <c:pt idx="2762">
                  <c:v>7.91138498</c:v>
                </c:pt>
                <c:pt idx="2763">
                  <c:v>7.91757944</c:v>
                </c:pt>
                <c:pt idx="2764">
                  <c:v>7.92017756</c:v>
                </c:pt>
                <c:pt idx="2765">
                  <c:v>7.92280498</c:v>
                </c:pt>
                <c:pt idx="2766">
                  <c:v>7.92641891</c:v>
                </c:pt>
                <c:pt idx="2767">
                  <c:v>7.92800903</c:v>
                </c:pt>
                <c:pt idx="2768">
                  <c:v>7.93061106</c:v>
                </c:pt>
                <c:pt idx="2769">
                  <c:v>7.93342992</c:v>
                </c:pt>
                <c:pt idx="2770">
                  <c:v>7.9362859</c:v>
                </c:pt>
                <c:pt idx="2771">
                  <c:v>7.93863397</c:v>
                </c:pt>
                <c:pt idx="2772">
                  <c:v>7.94170483</c:v>
                </c:pt>
                <c:pt idx="2773">
                  <c:v>7.94405485</c:v>
                </c:pt>
                <c:pt idx="2774">
                  <c:v>7.94665688</c:v>
                </c:pt>
                <c:pt idx="2775">
                  <c:v>7.94920225</c:v>
                </c:pt>
                <c:pt idx="2776">
                  <c:v>7.95055992</c:v>
                </c:pt>
                <c:pt idx="2777">
                  <c:v>7.95729354</c:v>
                </c:pt>
                <c:pt idx="2778">
                  <c:v>7.95937203</c:v>
                </c:pt>
                <c:pt idx="2779">
                  <c:v>7.9616908</c:v>
                </c:pt>
                <c:pt idx="2780">
                  <c:v>7.96450966</c:v>
                </c:pt>
                <c:pt idx="2781">
                  <c:v>7.96711169</c:v>
                </c:pt>
                <c:pt idx="2782">
                  <c:v>7.97050682</c:v>
                </c:pt>
                <c:pt idx="2783">
                  <c:v>7.97332764</c:v>
                </c:pt>
                <c:pt idx="2784">
                  <c:v>7.97462865</c:v>
                </c:pt>
                <c:pt idx="2785">
                  <c:v>7.97723067</c:v>
                </c:pt>
                <c:pt idx="2786">
                  <c:v>7.98008274</c:v>
                </c:pt>
                <c:pt idx="2787">
                  <c:v>7.98265156</c:v>
                </c:pt>
                <c:pt idx="2788">
                  <c:v>7.98525359</c:v>
                </c:pt>
                <c:pt idx="2789">
                  <c:v>7.98785561</c:v>
                </c:pt>
                <c:pt idx="2790">
                  <c:v>7.99067447</c:v>
                </c:pt>
                <c:pt idx="2791">
                  <c:v>7.9929991</c:v>
                </c:pt>
                <c:pt idx="2792">
                  <c:v>7.99403835</c:v>
                </c:pt>
                <c:pt idx="2793">
                  <c:v>7.99920333</c:v>
                </c:pt>
                <c:pt idx="2794">
                  <c:v>8.00129941</c:v>
                </c:pt>
                <c:pt idx="2795">
                  <c:v>8.00383697</c:v>
                </c:pt>
                <c:pt idx="2796">
                  <c:v>8.00643508</c:v>
                </c:pt>
                <c:pt idx="2797">
                  <c:v>8.0090332</c:v>
                </c:pt>
                <c:pt idx="2798">
                  <c:v>8.01416497</c:v>
                </c:pt>
                <c:pt idx="2799">
                  <c:v>8.01705025</c:v>
                </c:pt>
                <c:pt idx="2800">
                  <c:v>8.01883182</c:v>
                </c:pt>
                <c:pt idx="2801">
                  <c:v>8.02117599</c:v>
                </c:pt>
                <c:pt idx="2802">
                  <c:v>8.02402806</c:v>
                </c:pt>
                <c:pt idx="2803">
                  <c:v>8.02684887</c:v>
                </c:pt>
                <c:pt idx="2804">
                  <c:v>8.02944699</c:v>
                </c:pt>
                <c:pt idx="2805">
                  <c:v>8.03180092</c:v>
                </c:pt>
                <c:pt idx="2806">
                  <c:v>8.0343463</c:v>
                </c:pt>
                <c:pt idx="2807">
                  <c:v>8.03694442</c:v>
                </c:pt>
                <c:pt idx="2808">
                  <c:v>8.04032978</c:v>
                </c:pt>
                <c:pt idx="2809">
                  <c:v>8.04184372</c:v>
                </c:pt>
                <c:pt idx="2810">
                  <c:v>8.04466649</c:v>
                </c:pt>
                <c:pt idx="2811">
                  <c:v>8.04800498</c:v>
                </c:pt>
                <c:pt idx="2812">
                  <c:v>8.05059333</c:v>
                </c:pt>
                <c:pt idx="2813">
                  <c:v>8.05186504</c:v>
                </c:pt>
                <c:pt idx="2814">
                  <c:v>8.05542817</c:v>
                </c:pt>
                <c:pt idx="2815">
                  <c:v>8.05702611</c:v>
                </c:pt>
                <c:pt idx="2816">
                  <c:v>8.06266383</c:v>
                </c:pt>
                <c:pt idx="2817">
                  <c:v>8.0661918</c:v>
                </c:pt>
                <c:pt idx="2818">
                  <c:v>8.0661918</c:v>
                </c:pt>
                <c:pt idx="2819">
                  <c:v>8.07112041</c:v>
                </c:pt>
                <c:pt idx="2820">
                  <c:v>8.07336105</c:v>
                </c:pt>
                <c:pt idx="2821">
                  <c:v>8.07487889</c:v>
                </c:pt>
                <c:pt idx="2822">
                  <c:v>8.07849282</c:v>
                </c:pt>
                <c:pt idx="2823">
                  <c:v>8.08131168</c:v>
                </c:pt>
                <c:pt idx="2824">
                  <c:v>8.08131168</c:v>
                </c:pt>
                <c:pt idx="2825">
                  <c:v>8.08637117</c:v>
                </c:pt>
                <c:pt idx="2826">
                  <c:v>8.08898101</c:v>
                </c:pt>
                <c:pt idx="2827">
                  <c:v>8.09121383</c:v>
                </c:pt>
                <c:pt idx="2828">
                  <c:v>8.09381585</c:v>
                </c:pt>
                <c:pt idx="2829">
                  <c:v>8.0968496</c:v>
                </c:pt>
                <c:pt idx="2830">
                  <c:v>8.0968496</c:v>
                </c:pt>
                <c:pt idx="2831">
                  <c:v>8.09916446</c:v>
                </c:pt>
                <c:pt idx="2832">
                  <c:v>8.10451307</c:v>
                </c:pt>
                <c:pt idx="2833">
                  <c:v>8.10575743</c:v>
                </c:pt>
                <c:pt idx="2834">
                  <c:v>8.10828132</c:v>
                </c:pt>
                <c:pt idx="2835">
                  <c:v>8.11188547</c:v>
                </c:pt>
                <c:pt idx="2836">
                  <c:v>8.11414564</c:v>
                </c:pt>
                <c:pt idx="2837">
                  <c:v>8.11674376</c:v>
                </c:pt>
                <c:pt idx="2838">
                  <c:v>8.11904495</c:v>
                </c:pt>
                <c:pt idx="2839">
                  <c:v>8.12156883</c:v>
                </c:pt>
                <c:pt idx="2840">
                  <c:v>8.12438965</c:v>
                </c:pt>
                <c:pt idx="2841">
                  <c:v>8.12743316</c:v>
                </c:pt>
                <c:pt idx="2842">
                  <c:v>8.12951165</c:v>
                </c:pt>
                <c:pt idx="2843">
                  <c:v>8.13176205</c:v>
                </c:pt>
                <c:pt idx="2844">
                  <c:v>8.13433673</c:v>
                </c:pt>
                <c:pt idx="2845">
                  <c:v>8.13686062</c:v>
                </c:pt>
                <c:pt idx="2846">
                  <c:v>8.13913446</c:v>
                </c:pt>
                <c:pt idx="2847">
                  <c:v>8.14188104</c:v>
                </c:pt>
                <c:pt idx="2848">
                  <c:v>8.14441079</c:v>
                </c:pt>
                <c:pt idx="2849">
                  <c:v>8.14694053</c:v>
                </c:pt>
                <c:pt idx="2850">
                  <c:v>8.14918117</c:v>
                </c:pt>
                <c:pt idx="2851">
                  <c:v>8.15148431</c:v>
                </c:pt>
                <c:pt idx="2852">
                  <c:v>8.15474661</c:v>
                </c:pt>
                <c:pt idx="2853">
                  <c:v>8.15597534</c:v>
                </c:pt>
                <c:pt idx="2854">
                  <c:v>8.16120869</c:v>
                </c:pt>
                <c:pt idx="2855">
                  <c:v>8.16421509</c:v>
                </c:pt>
                <c:pt idx="2856">
                  <c:v>8.16667256</c:v>
                </c:pt>
                <c:pt idx="2857">
                  <c:v>8.16934686</c:v>
                </c:pt>
                <c:pt idx="2858">
                  <c:v>8.17204656</c:v>
                </c:pt>
                <c:pt idx="2859">
                  <c:v>8.17449621</c:v>
                </c:pt>
                <c:pt idx="2860">
                  <c:v>8.1769361</c:v>
                </c:pt>
                <c:pt idx="2861">
                  <c:v>8.17939357</c:v>
                </c:pt>
                <c:pt idx="2862">
                  <c:v>8.18134509</c:v>
                </c:pt>
                <c:pt idx="2863">
                  <c:v>8.1842206</c:v>
                </c:pt>
                <c:pt idx="2864">
                  <c:v>8.1842206</c:v>
                </c:pt>
                <c:pt idx="2865">
                  <c:v>8.18904567</c:v>
                </c:pt>
                <c:pt idx="2866">
                  <c:v>8.19357382</c:v>
                </c:pt>
                <c:pt idx="2867">
                  <c:v>8.19594925</c:v>
                </c:pt>
                <c:pt idx="2868">
                  <c:v>8.19810197</c:v>
                </c:pt>
                <c:pt idx="2869">
                  <c:v>8.20114939</c:v>
                </c:pt>
                <c:pt idx="2870">
                  <c:v>8.20329821</c:v>
                </c:pt>
                <c:pt idx="2871">
                  <c:v>8.20493131</c:v>
                </c:pt>
                <c:pt idx="2872">
                  <c:v>8.2072325</c:v>
                </c:pt>
                <c:pt idx="2873">
                  <c:v>8.20931686</c:v>
                </c:pt>
                <c:pt idx="2874">
                  <c:v>8.21213181</c:v>
                </c:pt>
                <c:pt idx="2875">
                  <c:v>8.214433</c:v>
                </c:pt>
                <c:pt idx="2876">
                  <c:v>8.21747651</c:v>
                </c:pt>
                <c:pt idx="2877">
                  <c:v>8.21933231</c:v>
                </c:pt>
                <c:pt idx="2878">
                  <c:v>8.2216335</c:v>
                </c:pt>
                <c:pt idx="2879">
                  <c:v>8.22297749</c:v>
                </c:pt>
                <c:pt idx="2880">
                  <c:v>8.22764629</c:v>
                </c:pt>
                <c:pt idx="2881">
                  <c:v>8.23461432</c:v>
                </c:pt>
                <c:pt idx="2882">
                  <c:v>8.23989456</c:v>
                </c:pt>
                <c:pt idx="2883">
                  <c:v>8.24111938</c:v>
                </c:pt>
                <c:pt idx="2884">
                  <c:v>8.24664966</c:v>
                </c:pt>
                <c:pt idx="2885">
                  <c:v>8.25013857</c:v>
                </c:pt>
                <c:pt idx="2886">
                  <c:v>8.25013857</c:v>
                </c:pt>
                <c:pt idx="2887">
                  <c:v>8.25637405</c:v>
                </c:pt>
                <c:pt idx="2888">
                  <c:v>8.25846622</c:v>
                </c:pt>
                <c:pt idx="2889">
                  <c:v>8.26330888</c:v>
                </c:pt>
                <c:pt idx="2890">
                  <c:v>8.26562179</c:v>
                </c:pt>
                <c:pt idx="2891">
                  <c:v>8.27307624</c:v>
                </c:pt>
                <c:pt idx="2892">
                  <c:v>8.27396702</c:v>
                </c:pt>
                <c:pt idx="2893">
                  <c:v>8.27745592</c:v>
                </c:pt>
                <c:pt idx="2894">
                  <c:v>8.28253495</c:v>
                </c:pt>
                <c:pt idx="2895">
                  <c:v>8.28347457</c:v>
                </c:pt>
                <c:pt idx="2896">
                  <c:v>8.28695761</c:v>
                </c:pt>
                <c:pt idx="2897">
                  <c:v>8.28925685</c:v>
                </c:pt>
                <c:pt idx="2898">
                  <c:v>8.2913373</c:v>
                </c:pt>
                <c:pt idx="2899">
                  <c:v>8.2913373</c:v>
                </c:pt>
                <c:pt idx="2900">
                  <c:v>8.29597875</c:v>
                </c:pt>
                <c:pt idx="2901">
                  <c:v>8.2985378</c:v>
                </c:pt>
                <c:pt idx="2902">
                  <c:v>8.29973723</c:v>
                </c:pt>
                <c:pt idx="2903">
                  <c:v>8.30320659</c:v>
                </c:pt>
                <c:pt idx="2904">
                  <c:v>8.30551951</c:v>
                </c:pt>
                <c:pt idx="2905">
                  <c:v>8.30670331</c:v>
                </c:pt>
                <c:pt idx="2906">
                  <c:v>8.30992849</c:v>
                </c:pt>
                <c:pt idx="2907">
                  <c:v>8.31197378</c:v>
                </c:pt>
                <c:pt idx="2908">
                  <c:v>8.3143492</c:v>
                </c:pt>
                <c:pt idx="2909">
                  <c:v>8.31687309</c:v>
                </c:pt>
                <c:pt idx="2910">
                  <c:v>8.32013929</c:v>
                </c:pt>
                <c:pt idx="2911">
                  <c:v>8.32423963</c:v>
                </c:pt>
                <c:pt idx="2912">
                  <c:v>8.32540976</c:v>
                </c:pt>
                <c:pt idx="2913">
                  <c:v>8.33119985</c:v>
                </c:pt>
                <c:pt idx="2914">
                  <c:v>8.33216487</c:v>
                </c:pt>
                <c:pt idx="2915">
                  <c:v>8.33350104</c:v>
                </c:pt>
                <c:pt idx="2916">
                  <c:v>8.34300273</c:v>
                </c:pt>
                <c:pt idx="2917">
                  <c:v>8.34879282</c:v>
                </c:pt>
                <c:pt idx="2918">
                  <c:v>8.35131671</c:v>
                </c:pt>
                <c:pt idx="2919">
                  <c:v>8.35437975</c:v>
                </c:pt>
                <c:pt idx="2920">
                  <c:v>8.35643871</c:v>
                </c:pt>
                <c:pt idx="2921">
                  <c:v>8.35756001</c:v>
                </c:pt>
                <c:pt idx="2922">
                  <c:v>8.36334229</c:v>
                </c:pt>
                <c:pt idx="2923">
                  <c:v>8.36543836</c:v>
                </c:pt>
                <c:pt idx="2924">
                  <c:v>8.36660849</c:v>
                </c:pt>
                <c:pt idx="2925">
                  <c:v>8.37187896</c:v>
                </c:pt>
                <c:pt idx="2926">
                  <c:v>8.37628013</c:v>
                </c:pt>
                <c:pt idx="2927">
                  <c:v>8.37744636</c:v>
                </c:pt>
                <c:pt idx="2928">
                  <c:v>8.38412723</c:v>
                </c:pt>
                <c:pt idx="2929">
                  <c:v>8.38642842</c:v>
                </c:pt>
                <c:pt idx="2930">
                  <c:v>8.38784469</c:v>
                </c:pt>
                <c:pt idx="2931">
                  <c:v>8.3901576</c:v>
                </c:pt>
                <c:pt idx="2932">
                  <c:v>8.4037987</c:v>
                </c:pt>
                <c:pt idx="2933">
                  <c:v>8.4072876</c:v>
                </c:pt>
                <c:pt idx="2934">
                  <c:v>8.40844405</c:v>
                </c:pt>
                <c:pt idx="2935">
                  <c:v>8.41169658</c:v>
                </c:pt>
                <c:pt idx="2936">
                  <c:v>8.4144881</c:v>
                </c:pt>
                <c:pt idx="2937">
                  <c:v>8.41559962</c:v>
                </c:pt>
                <c:pt idx="2938">
                  <c:v>8.42094823</c:v>
                </c:pt>
                <c:pt idx="2939">
                  <c:v>8.42326114</c:v>
                </c:pt>
                <c:pt idx="2940">
                  <c:v>8.42326114</c:v>
                </c:pt>
                <c:pt idx="2941">
                  <c:v>8.42673051</c:v>
                </c:pt>
                <c:pt idx="2942">
                  <c:v>8.43229595</c:v>
                </c:pt>
                <c:pt idx="2943">
                  <c:v>8.43460495</c:v>
                </c:pt>
                <c:pt idx="2944">
                  <c:v>8.43690614</c:v>
                </c:pt>
                <c:pt idx="2945">
                  <c:v>8.44039505</c:v>
                </c:pt>
                <c:pt idx="2946">
                  <c:v>8.44663053</c:v>
                </c:pt>
                <c:pt idx="2947">
                  <c:v>8.44776354</c:v>
                </c:pt>
                <c:pt idx="2948">
                  <c:v>8.45217253</c:v>
                </c:pt>
                <c:pt idx="2949">
                  <c:v>8.45535278</c:v>
                </c:pt>
                <c:pt idx="2950">
                  <c:v>8.46070139</c:v>
                </c:pt>
                <c:pt idx="2951">
                  <c:v>8.46070139</c:v>
                </c:pt>
                <c:pt idx="2952">
                  <c:v>8.46966392</c:v>
                </c:pt>
                <c:pt idx="2953">
                  <c:v>8.47082038</c:v>
                </c:pt>
                <c:pt idx="2954">
                  <c:v>8.47431905</c:v>
                </c:pt>
                <c:pt idx="2955">
                  <c:v>8.47431905</c:v>
                </c:pt>
                <c:pt idx="2956">
                  <c:v>8.48285572</c:v>
                </c:pt>
                <c:pt idx="2957">
                  <c:v>8.4876808</c:v>
                </c:pt>
                <c:pt idx="2958">
                  <c:v>8.48998199</c:v>
                </c:pt>
                <c:pt idx="2959">
                  <c:v>8.490947</c:v>
                </c:pt>
                <c:pt idx="2960">
                  <c:v>8.49666286</c:v>
                </c:pt>
                <c:pt idx="2961">
                  <c:v>8.50156217</c:v>
                </c:pt>
                <c:pt idx="2962">
                  <c:v>8.50245295</c:v>
                </c:pt>
                <c:pt idx="2963">
                  <c:v>8.51047</c:v>
                </c:pt>
                <c:pt idx="2964">
                  <c:v>8.51512708</c:v>
                </c:pt>
                <c:pt idx="2965">
                  <c:v>8.51967477</c:v>
                </c:pt>
                <c:pt idx="2966">
                  <c:v>8.52197596</c:v>
                </c:pt>
                <c:pt idx="2967">
                  <c:v>8.52360906</c:v>
                </c:pt>
                <c:pt idx="2968">
                  <c:v>8.52680103</c:v>
                </c:pt>
                <c:pt idx="2969">
                  <c:v>8.52902799</c:v>
                </c:pt>
                <c:pt idx="2970">
                  <c:v>8.53363037</c:v>
                </c:pt>
                <c:pt idx="2971">
                  <c:v>8.53570887</c:v>
                </c:pt>
                <c:pt idx="2972">
                  <c:v>8.53793582</c:v>
                </c:pt>
                <c:pt idx="2973">
                  <c:v>8.54231551</c:v>
                </c:pt>
                <c:pt idx="2974">
                  <c:v>8.54505037</c:v>
                </c:pt>
                <c:pt idx="2975">
                  <c:v>8.54706635</c:v>
                </c:pt>
                <c:pt idx="2976">
                  <c:v>8.55404416</c:v>
                </c:pt>
                <c:pt idx="2977">
                  <c:v>8.55813277</c:v>
                </c:pt>
                <c:pt idx="2978">
                  <c:v>8.5606508</c:v>
                </c:pt>
                <c:pt idx="2979">
                  <c:v>8.56488202</c:v>
                </c:pt>
                <c:pt idx="2980">
                  <c:v>8.56919138</c:v>
                </c:pt>
                <c:pt idx="2981">
                  <c:v>8.57371562</c:v>
                </c:pt>
                <c:pt idx="2982">
                  <c:v>8.5795272</c:v>
                </c:pt>
                <c:pt idx="2983">
                  <c:v>8.58039454</c:v>
                </c:pt>
                <c:pt idx="2984">
                  <c:v>8.58306885</c:v>
                </c:pt>
                <c:pt idx="2985">
                  <c:v>8.58509264</c:v>
                </c:pt>
                <c:pt idx="2986">
                  <c:v>8.58733328</c:v>
                </c:pt>
                <c:pt idx="2987">
                  <c:v>8.59044125</c:v>
                </c:pt>
                <c:pt idx="2988">
                  <c:v>8.59264477</c:v>
                </c:pt>
                <c:pt idx="2989">
                  <c:v>8.59398094</c:v>
                </c:pt>
                <c:pt idx="2990">
                  <c:v>8.59709869</c:v>
                </c:pt>
                <c:pt idx="2991">
                  <c:v>8.5993315</c:v>
                </c:pt>
                <c:pt idx="2992">
                  <c:v>8.60157214</c:v>
                </c:pt>
                <c:pt idx="2993">
                  <c:v>8.60287315</c:v>
                </c:pt>
                <c:pt idx="2994">
                  <c:v>8.60556113</c:v>
                </c:pt>
                <c:pt idx="2995">
                  <c:v>8.60949542</c:v>
                </c:pt>
                <c:pt idx="2996">
                  <c:v>8.61194507</c:v>
                </c:pt>
                <c:pt idx="2997">
                  <c:v>8.61393176</c:v>
                </c:pt>
                <c:pt idx="2998">
                  <c:v>8.6161763</c:v>
                </c:pt>
                <c:pt idx="2999">
                  <c:v>8.61862986</c:v>
                </c:pt>
                <c:pt idx="3000">
                  <c:v>8.62144676</c:v>
                </c:pt>
                <c:pt idx="3001">
                  <c:v>8.62347251</c:v>
                </c:pt>
                <c:pt idx="3002">
                  <c:v>8.62592998</c:v>
                </c:pt>
                <c:pt idx="3003">
                  <c:v>8.62809834</c:v>
                </c:pt>
                <c:pt idx="3004">
                  <c:v>8.63033897</c:v>
                </c:pt>
                <c:pt idx="3005">
                  <c:v>8.63229049</c:v>
                </c:pt>
                <c:pt idx="3006">
                  <c:v>8.63473428</c:v>
                </c:pt>
                <c:pt idx="3007">
                  <c:v>8.63696124</c:v>
                </c:pt>
                <c:pt idx="3008">
                  <c:v>8.63915694</c:v>
                </c:pt>
                <c:pt idx="3009">
                  <c:v>8.64139758</c:v>
                </c:pt>
                <c:pt idx="3010">
                  <c:v>8.6433491</c:v>
                </c:pt>
                <c:pt idx="3011">
                  <c:v>8.64515606</c:v>
                </c:pt>
                <c:pt idx="3012">
                  <c:v>8.64757641</c:v>
                </c:pt>
                <c:pt idx="3013">
                  <c:v>8.65002606</c:v>
                </c:pt>
                <c:pt idx="3014">
                  <c:v>8.65202251</c:v>
                </c:pt>
                <c:pt idx="3015">
                  <c:v>8.65418305</c:v>
                </c:pt>
                <c:pt idx="3016">
                  <c:v>8.65641001</c:v>
                </c:pt>
                <c:pt idx="3017">
                  <c:v>8.65856274</c:v>
                </c:pt>
                <c:pt idx="3018">
                  <c:v>8.66055137</c:v>
                </c:pt>
                <c:pt idx="3019">
                  <c:v>8.66250289</c:v>
                </c:pt>
                <c:pt idx="3020">
                  <c:v>8.66474352</c:v>
                </c:pt>
                <c:pt idx="3021">
                  <c:v>8.66691188</c:v>
                </c:pt>
                <c:pt idx="3022">
                  <c:v>8.66947483</c:v>
                </c:pt>
                <c:pt idx="3023">
                  <c:v>8.67146542</c:v>
                </c:pt>
                <c:pt idx="3024">
                  <c:v>8.6735615</c:v>
                </c:pt>
                <c:pt idx="3025">
                  <c:v>8.67594669</c:v>
                </c:pt>
                <c:pt idx="3026">
                  <c:v>8.67768137</c:v>
                </c:pt>
                <c:pt idx="3027">
                  <c:v>8.67999428</c:v>
                </c:pt>
                <c:pt idx="3028">
                  <c:v>8.68209036</c:v>
                </c:pt>
                <c:pt idx="3029">
                  <c:v>8.6840243</c:v>
                </c:pt>
                <c:pt idx="3030">
                  <c:v>8.68714204</c:v>
                </c:pt>
                <c:pt idx="3031">
                  <c:v>8.68840398</c:v>
                </c:pt>
                <c:pt idx="3032">
                  <c:v>8.69092787</c:v>
                </c:pt>
                <c:pt idx="3033">
                  <c:v>8.69300441</c:v>
                </c:pt>
                <c:pt idx="3034">
                  <c:v>8.69466681</c:v>
                </c:pt>
                <c:pt idx="3035">
                  <c:v>8.69924184</c:v>
                </c:pt>
                <c:pt idx="3036">
                  <c:v>8.70146099</c:v>
                </c:pt>
                <c:pt idx="3037">
                  <c:v>8.70290656</c:v>
                </c:pt>
                <c:pt idx="3038">
                  <c:v>8.70562579</c:v>
                </c:pt>
                <c:pt idx="3039">
                  <c:v>8.70763005</c:v>
                </c:pt>
                <c:pt idx="3040">
                  <c:v>8.70993124</c:v>
                </c:pt>
                <c:pt idx="3041">
                  <c:v>8.71179681</c:v>
                </c:pt>
                <c:pt idx="3042">
                  <c:v>8.71382061</c:v>
                </c:pt>
                <c:pt idx="3043">
                  <c:v>8.7158698</c:v>
                </c:pt>
                <c:pt idx="3044">
                  <c:v>8.71815732</c:v>
                </c:pt>
                <c:pt idx="3045">
                  <c:v>8.71995256</c:v>
                </c:pt>
                <c:pt idx="3046">
                  <c:v>8.72119301</c:v>
                </c:pt>
                <c:pt idx="3047">
                  <c:v>8.72328909</c:v>
                </c:pt>
                <c:pt idx="3048">
                  <c:v>8.72551995</c:v>
                </c:pt>
                <c:pt idx="3049">
                  <c:v>8.72798719</c:v>
                </c:pt>
                <c:pt idx="3050">
                  <c:v>8.73001099</c:v>
                </c:pt>
                <c:pt idx="3051">
                  <c:v>8.73203478</c:v>
                </c:pt>
                <c:pt idx="3052">
                  <c:v>8.73384175</c:v>
                </c:pt>
                <c:pt idx="3053">
                  <c:v>8.73752795</c:v>
                </c:pt>
                <c:pt idx="3054">
                  <c:v>8.74036634</c:v>
                </c:pt>
                <c:pt idx="3055">
                  <c:v>8.74237061</c:v>
                </c:pt>
                <c:pt idx="3056">
                  <c:v>8.74237061</c:v>
                </c:pt>
                <c:pt idx="3057">
                  <c:v>8.74667606</c:v>
                </c:pt>
                <c:pt idx="3058">
                  <c:v>8.748442</c:v>
                </c:pt>
                <c:pt idx="3059">
                  <c:v>8.7501044</c:v>
                </c:pt>
                <c:pt idx="3060">
                  <c:v>8.75254038</c:v>
                </c:pt>
                <c:pt idx="3061">
                  <c:v>8.75454464</c:v>
                </c:pt>
                <c:pt idx="3062">
                  <c:v>8.75639263</c:v>
                </c:pt>
                <c:pt idx="3063">
                  <c:v>8.75863326</c:v>
                </c:pt>
                <c:pt idx="3064">
                  <c:v>8.76040897</c:v>
                </c:pt>
                <c:pt idx="3065">
                  <c:v>8.76248746</c:v>
                </c:pt>
                <c:pt idx="3066">
                  <c:v>8.76448782</c:v>
                </c:pt>
                <c:pt idx="3067">
                  <c:v>8.76634752</c:v>
                </c:pt>
                <c:pt idx="3068">
                  <c:v>8.76835179</c:v>
                </c:pt>
                <c:pt idx="3069">
                  <c:v>8.77057875</c:v>
                </c:pt>
                <c:pt idx="3070">
                  <c:v>8.77258301</c:v>
                </c:pt>
                <c:pt idx="3071">
                  <c:v>8.77438997</c:v>
                </c:pt>
                <c:pt idx="3072">
                  <c:v>8.7766306</c:v>
                </c:pt>
                <c:pt idx="3073">
                  <c:v>8.77829301</c:v>
                </c:pt>
                <c:pt idx="3074">
                  <c:v>8.78089699</c:v>
                </c:pt>
                <c:pt idx="3075">
                  <c:v>8.78312394</c:v>
                </c:pt>
                <c:pt idx="3076">
                  <c:v>8.78512821</c:v>
                </c:pt>
                <c:pt idx="3077">
                  <c:v>8.78617136</c:v>
                </c:pt>
                <c:pt idx="3078">
                  <c:v>8.78861711</c:v>
                </c:pt>
                <c:pt idx="3079">
                  <c:v>8.79043579</c:v>
                </c:pt>
                <c:pt idx="3080">
                  <c:v>8.79307103</c:v>
                </c:pt>
                <c:pt idx="3081">
                  <c:v>8.79448143</c:v>
                </c:pt>
                <c:pt idx="3082">
                  <c:v>8.79693109</c:v>
                </c:pt>
                <c:pt idx="3083">
                  <c:v>8.79893535</c:v>
                </c:pt>
                <c:pt idx="3084">
                  <c:v>8.80098845</c:v>
                </c:pt>
                <c:pt idx="3085">
                  <c:v>8.80301225</c:v>
                </c:pt>
                <c:pt idx="3086">
                  <c:v>8.80503604</c:v>
                </c:pt>
                <c:pt idx="3087">
                  <c:v>8.80702663</c:v>
                </c:pt>
                <c:pt idx="3088">
                  <c:v>8.8088668</c:v>
                </c:pt>
                <c:pt idx="3089">
                  <c:v>8.81073823</c:v>
                </c:pt>
                <c:pt idx="3090">
                  <c:v>8.8135649</c:v>
                </c:pt>
                <c:pt idx="3091">
                  <c:v>8.81459829</c:v>
                </c:pt>
                <c:pt idx="3092">
                  <c:v>8.81681743</c:v>
                </c:pt>
                <c:pt idx="3093">
                  <c:v>8.81905807</c:v>
                </c:pt>
                <c:pt idx="3094">
                  <c:v>8.82108186</c:v>
                </c:pt>
                <c:pt idx="3095">
                  <c:v>8.82310566</c:v>
                </c:pt>
                <c:pt idx="3096">
                  <c:v>8.82536192</c:v>
                </c:pt>
                <c:pt idx="3097">
                  <c:v>8.82737009</c:v>
                </c:pt>
                <c:pt idx="3098">
                  <c:v>8.82939389</c:v>
                </c:pt>
                <c:pt idx="3099">
                  <c:v>8.83141769</c:v>
                </c:pt>
                <c:pt idx="3100">
                  <c:v>8.83365832</c:v>
                </c:pt>
                <c:pt idx="3101">
                  <c:v>8.83568212</c:v>
                </c:pt>
                <c:pt idx="3102">
                  <c:v>8.83770591</c:v>
                </c:pt>
                <c:pt idx="3103">
                  <c:v>8.83954022</c:v>
                </c:pt>
                <c:pt idx="3104">
                  <c:v>8.84160895</c:v>
                </c:pt>
                <c:pt idx="3105">
                  <c:v>8.84340029</c:v>
                </c:pt>
                <c:pt idx="3106">
                  <c:v>8.8458011</c:v>
                </c:pt>
                <c:pt idx="3107">
                  <c:v>8.8480769</c:v>
                </c:pt>
                <c:pt idx="3108">
                  <c:v>8.84963577</c:v>
                </c:pt>
                <c:pt idx="3109">
                  <c:v>8.85171426</c:v>
                </c:pt>
                <c:pt idx="3110">
                  <c:v>8.85349583</c:v>
                </c:pt>
                <c:pt idx="3111">
                  <c:v>8.85534186</c:v>
                </c:pt>
                <c:pt idx="3112">
                  <c:v>8.85809821</c:v>
                </c:pt>
                <c:pt idx="3113">
                  <c:v>8.85917262</c:v>
                </c:pt>
                <c:pt idx="3114">
                  <c:v>8.86112414</c:v>
                </c:pt>
                <c:pt idx="3115">
                  <c:v>8.86336477</c:v>
                </c:pt>
                <c:pt idx="3116">
                  <c:v>8.86515025</c:v>
                </c:pt>
                <c:pt idx="3117">
                  <c:v>8.86722874</c:v>
                </c:pt>
                <c:pt idx="3118">
                  <c:v>8.86943616</c:v>
                </c:pt>
                <c:pt idx="3119">
                  <c:v>8.87138573</c:v>
                </c:pt>
                <c:pt idx="3120">
                  <c:v>8.87362832</c:v>
                </c:pt>
                <c:pt idx="3121">
                  <c:v>8.87546849</c:v>
                </c:pt>
                <c:pt idx="3122">
                  <c:v>8.87782047</c:v>
                </c:pt>
                <c:pt idx="3123">
                  <c:v>8.87941059</c:v>
                </c:pt>
                <c:pt idx="3124">
                  <c:v>8.88148127</c:v>
                </c:pt>
                <c:pt idx="3125">
                  <c:v>8.8834113</c:v>
                </c:pt>
                <c:pt idx="3126">
                  <c:v>8.88541557</c:v>
                </c:pt>
                <c:pt idx="3127">
                  <c:v>8.88786717</c:v>
                </c:pt>
                <c:pt idx="3128">
                  <c:v>8.88981869</c:v>
                </c:pt>
                <c:pt idx="3129">
                  <c:v>8.89157682</c:v>
                </c:pt>
                <c:pt idx="3130">
                  <c:v>8.89335839</c:v>
                </c:pt>
                <c:pt idx="3131">
                  <c:v>8.89596236</c:v>
                </c:pt>
                <c:pt idx="3132">
                  <c:v>8.89791388</c:v>
                </c:pt>
                <c:pt idx="3133">
                  <c:v>8.89892578</c:v>
                </c:pt>
                <c:pt idx="3134">
                  <c:v>8.90107851</c:v>
                </c:pt>
                <c:pt idx="3135">
                  <c:v>8.90323123</c:v>
                </c:pt>
                <c:pt idx="3136">
                  <c:v>8.90543084</c:v>
                </c:pt>
                <c:pt idx="3137">
                  <c:v>8.90702097</c:v>
                </c:pt>
                <c:pt idx="3138">
                  <c:v>8.90902133</c:v>
                </c:pt>
                <c:pt idx="3139">
                  <c:v>8.91102559</c:v>
                </c:pt>
                <c:pt idx="3140">
                  <c:v>8.91316464</c:v>
                </c:pt>
                <c:pt idx="3141">
                  <c:v>8.91510835</c:v>
                </c:pt>
                <c:pt idx="3142">
                  <c:v>8.91711261</c:v>
                </c:pt>
                <c:pt idx="3143">
                  <c:v>8.91904264</c:v>
                </c:pt>
                <c:pt idx="3144">
                  <c:v>8.92097072</c:v>
                </c:pt>
                <c:pt idx="3145">
                  <c:v>8.92292223</c:v>
                </c:pt>
                <c:pt idx="3146">
                  <c:v>8.92480148</c:v>
                </c:pt>
                <c:pt idx="3147">
                  <c:v>8.92689755</c:v>
                </c:pt>
                <c:pt idx="3148">
                  <c:v>8.92854433</c:v>
                </c:pt>
                <c:pt idx="3149">
                  <c:v>8.93040013</c:v>
                </c:pt>
                <c:pt idx="3150">
                  <c:v>8.93240439</c:v>
                </c:pt>
                <c:pt idx="3151">
                  <c:v>8.93418596</c:v>
                </c:pt>
                <c:pt idx="3152">
                  <c:v>8.93596752</c:v>
                </c:pt>
                <c:pt idx="3153">
                  <c:v>8.93789755</c:v>
                </c:pt>
                <c:pt idx="3154">
                  <c:v>8.93940173</c:v>
                </c:pt>
                <c:pt idx="3155">
                  <c:v>8.94094106</c:v>
                </c:pt>
                <c:pt idx="3156">
                  <c:v>8.94243742</c:v>
                </c:pt>
                <c:pt idx="3157">
                  <c:v>8.94424438</c:v>
                </c:pt>
                <c:pt idx="3158">
                  <c:v>8.94561768</c:v>
                </c:pt>
                <c:pt idx="3159">
                  <c:v>8.94717655</c:v>
                </c:pt>
                <c:pt idx="3160">
                  <c:v>8.94947774</c:v>
                </c:pt>
                <c:pt idx="3161">
                  <c:v>8.95066545</c:v>
                </c:pt>
                <c:pt idx="3162">
                  <c:v>8.9522673</c:v>
                </c:pt>
                <c:pt idx="3163">
                  <c:v>8.95370896</c:v>
                </c:pt>
                <c:pt idx="3164">
                  <c:v>8.95486932</c:v>
                </c:pt>
                <c:pt idx="3165">
                  <c:v>8.95608438</c:v>
                </c:pt>
                <c:pt idx="3166">
                  <c:v>8.95739907</c:v>
                </c:pt>
                <c:pt idx="3167">
                  <c:v>8.9584598</c:v>
                </c:pt>
                <c:pt idx="3168">
                  <c:v>8.95964751</c:v>
                </c:pt>
                <c:pt idx="3169">
                  <c:v>8.9613021</c:v>
                </c:pt>
                <c:pt idx="3170">
                  <c:v>8.96180024</c:v>
                </c:pt>
                <c:pt idx="3171">
                  <c:v>8.96318135</c:v>
                </c:pt>
                <c:pt idx="3172">
                  <c:v>8.96439836</c:v>
                </c:pt>
                <c:pt idx="3173">
                  <c:v>8.96484375</c:v>
                </c:pt>
                <c:pt idx="3174">
                  <c:v>8.96571109</c:v>
                </c:pt>
                <c:pt idx="3175">
                  <c:v>8.96665071</c:v>
                </c:pt>
                <c:pt idx="3176">
                  <c:v>8.96736764</c:v>
                </c:pt>
                <c:pt idx="3177">
                  <c:v>8.96816856</c:v>
                </c:pt>
                <c:pt idx="3178">
                  <c:v>8.96907497</c:v>
                </c:pt>
                <c:pt idx="3179">
                  <c:v>8.96974306</c:v>
                </c:pt>
                <c:pt idx="3180">
                  <c:v>8.97033691</c:v>
                </c:pt>
                <c:pt idx="3181">
                  <c:v>8.97098742</c:v>
                </c:pt>
                <c:pt idx="3182">
                  <c:v>8.97159886</c:v>
                </c:pt>
                <c:pt idx="3183">
                  <c:v>8.97211848</c:v>
                </c:pt>
                <c:pt idx="3184">
                  <c:v>8.97256387</c:v>
                </c:pt>
                <c:pt idx="3185">
                  <c:v>8.9728608</c:v>
                </c:pt>
                <c:pt idx="3186">
                  <c:v>8.97323196</c:v>
                </c:pt>
                <c:pt idx="3187">
                  <c:v>8.97344489</c:v>
                </c:pt>
                <c:pt idx="3188">
                  <c:v>8.973734</c:v>
                </c:pt>
                <c:pt idx="3189">
                  <c:v>8.97387856</c:v>
                </c:pt>
                <c:pt idx="3190">
                  <c:v>8.97390005</c:v>
                </c:pt>
                <c:pt idx="3191">
                  <c:v>8.97397428</c:v>
                </c:pt>
                <c:pt idx="3192">
                  <c:v>8.97390005</c:v>
                </c:pt>
                <c:pt idx="3193">
                  <c:v>8.97387856</c:v>
                </c:pt>
                <c:pt idx="3194">
                  <c:v>8.973734</c:v>
                </c:pt>
                <c:pt idx="3195">
                  <c:v>8.97345466</c:v>
                </c:pt>
                <c:pt idx="3196">
                  <c:v>8.97315577</c:v>
                </c:pt>
                <c:pt idx="3197">
                  <c:v>8.97293894</c:v>
                </c:pt>
                <c:pt idx="3198">
                  <c:v>8.97250527</c:v>
                </c:pt>
                <c:pt idx="3199">
                  <c:v>8.97199932</c:v>
                </c:pt>
                <c:pt idx="3200">
                  <c:v>8.97152463</c:v>
                </c:pt>
                <c:pt idx="3201">
                  <c:v>8.97098742</c:v>
                </c:pt>
                <c:pt idx="3202">
                  <c:v>8.97041115</c:v>
                </c:pt>
                <c:pt idx="3203">
                  <c:v>8.96961413</c:v>
                </c:pt>
                <c:pt idx="3204">
                  <c:v>8.96892651</c:v>
                </c:pt>
                <c:pt idx="3205">
                  <c:v>8.96810996</c:v>
                </c:pt>
                <c:pt idx="3206">
                  <c:v>8.96730122</c:v>
                </c:pt>
                <c:pt idx="3207">
                  <c:v>8.96610569</c:v>
                </c:pt>
                <c:pt idx="3208">
                  <c:v>8.96563881</c:v>
                </c:pt>
                <c:pt idx="3209">
                  <c:v>8.96419324</c:v>
                </c:pt>
                <c:pt idx="3210">
                  <c:v>8.96310907</c:v>
                </c:pt>
                <c:pt idx="3211">
                  <c:v>8.96209717</c:v>
                </c:pt>
                <c:pt idx="3212">
                  <c:v>8.96151894</c:v>
                </c:pt>
                <c:pt idx="3213">
                  <c:v>8.96038983</c:v>
                </c:pt>
                <c:pt idx="3214">
                  <c:v>8.95927635</c:v>
                </c:pt>
                <c:pt idx="3215">
                  <c:v>8.95786595</c:v>
                </c:pt>
                <c:pt idx="3216">
                  <c:v>8.95682084</c:v>
                </c:pt>
                <c:pt idx="3217">
                  <c:v>8.95573666</c:v>
                </c:pt>
                <c:pt idx="3218">
                  <c:v>8.95472476</c:v>
                </c:pt>
                <c:pt idx="3219">
                  <c:v>8.95356831</c:v>
                </c:pt>
                <c:pt idx="3220">
                  <c:v>8.95248413</c:v>
                </c:pt>
                <c:pt idx="3221">
                  <c:v>8.95118507</c:v>
                </c:pt>
                <c:pt idx="3222">
                  <c:v>8.94999736</c:v>
                </c:pt>
                <c:pt idx="3223">
                  <c:v>8.94880965</c:v>
                </c:pt>
                <c:pt idx="3224">
                  <c:v>8.94791887</c:v>
                </c:pt>
                <c:pt idx="3225">
                  <c:v>8.94665692</c:v>
                </c:pt>
                <c:pt idx="3226">
                  <c:v>8.94554344</c:v>
                </c:pt>
                <c:pt idx="3227">
                  <c:v>8.94435573</c:v>
                </c:pt>
                <c:pt idx="3228">
                  <c:v>8.94316802</c:v>
                </c:pt>
                <c:pt idx="3229">
                  <c:v>8.94220301</c:v>
                </c:pt>
                <c:pt idx="3230">
                  <c:v>8.94120869</c:v>
                </c:pt>
                <c:pt idx="3231">
                  <c:v>8.93960489</c:v>
                </c:pt>
                <c:pt idx="3232">
                  <c:v>8.93841718</c:v>
                </c:pt>
                <c:pt idx="3233">
                  <c:v>8.93737793</c:v>
                </c:pt>
                <c:pt idx="3234">
                  <c:v>8.93607692</c:v>
                </c:pt>
                <c:pt idx="3235">
                  <c:v>8.93492828</c:v>
                </c:pt>
                <c:pt idx="3236">
                  <c:v>8.93374056</c:v>
                </c:pt>
                <c:pt idx="3237">
                  <c:v>8.93246299</c:v>
                </c:pt>
                <c:pt idx="3238">
                  <c:v>8.93123426</c:v>
                </c:pt>
                <c:pt idx="3239">
                  <c:v>8.93015008</c:v>
                </c:pt>
                <c:pt idx="3240">
                  <c:v>8.92876702</c:v>
                </c:pt>
                <c:pt idx="3241">
                  <c:v>8.92757931</c:v>
                </c:pt>
                <c:pt idx="3242">
                  <c:v>8.92624314</c:v>
                </c:pt>
                <c:pt idx="3243">
                  <c:v>8.92520389</c:v>
                </c:pt>
                <c:pt idx="3244">
                  <c:v>8.92364502</c:v>
                </c:pt>
                <c:pt idx="3245">
                  <c:v>8.92205489</c:v>
                </c:pt>
                <c:pt idx="3246">
                  <c:v>8.92075388</c:v>
                </c:pt>
                <c:pt idx="3247">
                  <c:v>8.91981426</c:v>
                </c:pt>
                <c:pt idx="3248">
                  <c:v>8.91793502</c:v>
                </c:pt>
                <c:pt idx="3249">
                  <c:v>8.91663401</c:v>
                </c:pt>
                <c:pt idx="3250">
                  <c:v>8.91583894</c:v>
                </c:pt>
                <c:pt idx="3251">
                  <c:v>8.91451449</c:v>
                </c:pt>
                <c:pt idx="3252">
                  <c:v>8.91317832</c:v>
                </c:pt>
                <c:pt idx="3253">
                  <c:v>8.91179135</c:v>
                </c:pt>
                <c:pt idx="3254">
                  <c:v>8.91043173</c:v>
                </c:pt>
                <c:pt idx="3255">
                  <c:v>8.90916979</c:v>
                </c:pt>
                <c:pt idx="3256">
                  <c:v>8.90767148</c:v>
                </c:pt>
                <c:pt idx="3257">
                  <c:v>8.90637046</c:v>
                </c:pt>
                <c:pt idx="3258">
                  <c:v>8.90508703</c:v>
                </c:pt>
                <c:pt idx="3259">
                  <c:v>8.903913</c:v>
                </c:pt>
                <c:pt idx="3260">
                  <c:v>8.90261198</c:v>
                </c:pt>
                <c:pt idx="3261">
                  <c:v>8.90107851</c:v>
                </c:pt>
                <c:pt idx="3262">
                  <c:v>8.89974233</c:v>
                </c:pt>
                <c:pt idx="3263">
                  <c:v>8.89863667</c:v>
                </c:pt>
                <c:pt idx="3264">
                  <c:v>8.89729268</c:v>
                </c:pt>
                <c:pt idx="3265">
                  <c:v>8.8961792</c:v>
                </c:pt>
                <c:pt idx="3266">
                  <c:v>8.89499149</c:v>
                </c:pt>
                <c:pt idx="3267">
                  <c:v>8.89372954</c:v>
                </c:pt>
                <c:pt idx="3268">
                  <c:v>8.89242072</c:v>
                </c:pt>
                <c:pt idx="3269">
                  <c:v>8.89105719</c:v>
                </c:pt>
                <c:pt idx="3270">
                  <c:v>8.88964679</c:v>
                </c:pt>
                <c:pt idx="3271">
                  <c:v>8.88822857</c:v>
                </c:pt>
                <c:pt idx="3272">
                  <c:v>8.8871229</c:v>
                </c:pt>
                <c:pt idx="3273">
                  <c:v>8.88571249</c:v>
                </c:pt>
                <c:pt idx="3274">
                  <c:v>8.88445055</c:v>
                </c:pt>
                <c:pt idx="3275">
                  <c:v>8.88302452</c:v>
                </c:pt>
                <c:pt idx="3276">
                  <c:v>8.88186806</c:v>
                </c:pt>
                <c:pt idx="3277">
                  <c:v>8.88073895</c:v>
                </c:pt>
                <c:pt idx="3278">
                  <c:v>8.87962743</c:v>
                </c:pt>
                <c:pt idx="3279">
                  <c:v>8.8780666</c:v>
                </c:pt>
                <c:pt idx="3280">
                  <c:v>8.87695313</c:v>
                </c:pt>
                <c:pt idx="3281">
                  <c:v>8.87594123</c:v>
                </c:pt>
                <c:pt idx="3282">
                  <c:v>8.87456794</c:v>
                </c:pt>
                <c:pt idx="3283">
                  <c:v>8.8731673</c:v>
                </c:pt>
                <c:pt idx="3284">
                  <c:v>8.87203819</c:v>
                </c:pt>
                <c:pt idx="3285">
                  <c:v>8.8706649</c:v>
                </c:pt>
                <c:pt idx="3286">
                  <c:v>8.86952993</c:v>
                </c:pt>
                <c:pt idx="3287">
                  <c:v>8.86826799</c:v>
                </c:pt>
                <c:pt idx="3288">
                  <c:v>8.86668958</c:v>
                </c:pt>
                <c:pt idx="3289">
                  <c:v>8.86529871</c:v>
                </c:pt>
                <c:pt idx="3290">
                  <c:v>8.86403677</c:v>
                </c:pt>
                <c:pt idx="3291">
                  <c:v>8.86329249</c:v>
                </c:pt>
                <c:pt idx="3292">
                  <c:v>8.86188404</c:v>
                </c:pt>
                <c:pt idx="3293">
                  <c:v>8.8606221</c:v>
                </c:pt>
                <c:pt idx="3294">
                  <c:v>8.85898899</c:v>
                </c:pt>
                <c:pt idx="3295">
                  <c:v>8.85787161</c:v>
                </c:pt>
                <c:pt idx="3296">
                  <c:v>8.85676204</c:v>
                </c:pt>
                <c:pt idx="3297">
                  <c:v>8.85550009</c:v>
                </c:pt>
                <c:pt idx="3298">
                  <c:v>8.85408969</c:v>
                </c:pt>
                <c:pt idx="3299">
                  <c:v>8.85295667</c:v>
                </c:pt>
                <c:pt idx="3300">
                  <c:v>8.85180022</c:v>
                </c:pt>
                <c:pt idx="3301">
                  <c:v>8.85057148</c:v>
                </c:pt>
                <c:pt idx="3302">
                  <c:v>8.84941307</c:v>
                </c:pt>
                <c:pt idx="3303">
                  <c:v>8.84768034</c:v>
                </c:pt>
                <c:pt idx="3304">
                  <c:v>8.84629533</c:v>
                </c:pt>
                <c:pt idx="3305">
                  <c:v>8.84522287</c:v>
                </c:pt>
                <c:pt idx="3306">
                  <c:v>8.844588</c:v>
                </c:pt>
                <c:pt idx="3307">
                  <c:v>8.8427322</c:v>
                </c:pt>
                <c:pt idx="3308">
                  <c:v>8.84191565</c:v>
                </c:pt>
                <c:pt idx="3309">
                  <c:v>8.84072793</c:v>
                </c:pt>
                <c:pt idx="3310">
                  <c:v>8.8394406</c:v>
                </c:pt>
                <c:pt idx="3311">
                  <c:v>8.83812982</c:v>
                </c:pt>
                <c:pt idx="3312">
                  <c:v>8.83686787</c:v>
                </c:pt>
                <c:pt idx="3313">
                  <c:v>8.8355317</c:v>
                </c:pt>
                <c:pt idx="3314">
                  <c:v>8.83416427</c:v>
                </c:pt>
                <c:pt idx="3315">
                  <c:v>8.83286326</c:v>
                </c:pt>
                <c:pt idx="3316">
                  <c:v>8.83167164</c:v>
                </c:pt>
                <c:pt idx="3317">
                  <c:v>8.83055034</c:v>
                </c:pt>
                <c:pt idx="3318">
                  <c:v>8.82932161</c:v>
                </c:pt>
                <c:pt idx="3319">
                  <c:v>8.82809288</c:v>
                </c:pt>
                <c:pt idx="3320">
                  <c:v>8.82736618</c:v>
                </c:pt>
                <c:pt idx="3321">
                  <c:v>8.82549085</c:v>
                </c:pt>
                <c:pt idx="3322">
                  <c:v>8.82455123</c:v>
                </c:pt>
                <c:pt idx="3323">
                  <c:v>8.82328343</c:v>
                </c:pt>
                <c:pt idx="3324">
                  <c:v>8.82209572</c:v>
                </c:pt>
                <c:pt idx="3325">
                  <c:v>8.82050364</c:v>
                </c:pt>
                <c:pt idx="3326">
                  <c:v>8.8192749</c:v>
                </c:pt>
                <c:pt idx="3327">
                  <c:v>8.81808719</c:v>
                </c:pt>
                <c:pt idx="3328">
                  <c:v>8.81689948</c:v>
                </c:pt>
                <c:pt idx="3329">
                  <c:v>8.81615716</c:v>
                </c:pt>
                <c:pt idx="3330">
                  <c:v>8.81482099</c:v>
                </c:pt>
                <c:pt idx="3331">
                  <c:v>8.81363327</c:v>
                </c:pt>
                <c:pt idx="3332">
                  <c:v>8.81244556</c:v>
                </c:pt>
                <c:pt idx="3333">
                  <c:v>8.81110939</c:v>
                </c:pt>
                <c:pt idx="3334">
                  <c:v>8.80992168</c:v>
                </c:pt>
                <c:pt idx="3335">
                  <c:v>8.80865973</c:v>
                </c:pt>
                <c:pt idx="3336">
                  <c:v>8.80727668</c:v>
                </c:pt>
                <c:pt idx="3337">
                  <c:v>8.80604794</c:v>
                </c:pt>
                <c:pt idx="3338">
                  <c:v>8.80510832</c:v>
                </c:pt>
                <c:pt idx="3339">
                  <c:v>8.80366275</c:v>
                </c:pt>
                <c:pt idx="3340">
                  <c:v>8.80294387</c:v>
                </c:pt>
                <c:pt idx="3341">
                  <c:v>8.80163895</c:v>
                </c:pt>
                <c:pt idx="3342">
                  <c:v>8.80012306</c:v>
                </c:pt>
                <c:pt idx="3343">
                  <c:v>8.79896465</c:v>
                </c:pt>
                <c:pt idx="3344">
                  <c:v>8.7978961</c:v>
                </c:pt>
                <c:pt idx="3345">
                  <c:v>8.7967963</c:v>
                </c:pt>
                <c:pt idx="3346">
                  <c:v>8.79566914</c:v>
                </c:pt>
                <c:pt idx="3347">
                  <c:v>8.79433883</c:v>
                </c:pt>
                <c:pt idx="3348">
                  <c:v>8.79307103</c:v>
                </c:pt>
                <c:pt idx="3349">
                  <c:v>8.79173485</c:v>
                </c:pt>
                <c:pt idx="3350">
                  <c:v>8.79062137</c:v>
                </c:pt>
                <c:pt idx="3351">
                  <c:v>8.79000212</c:v>
                </c:pt>
                <c:pt idx="3352">
                  <c:v>8.78870111</c:v>
                </c:pt>
                <c:pt idx="3353">
                  <c:v>8.78754465</c:v>
                </c:pt>
                <c:pt idx="3354">
                  <c:v>8.78617136</c:v>
                </c:pt>
                <c:pt idx="3355">
                  <c:v>8.78512821</c:v>
                </c:pt>
                <c:pt idx="3356">
                  <c:v>8.78393073</c:v>
                </c:pt>
                <c:pt idx="3357">
                  <c:v>8.78290125</c:v>
                </c:pt>
                <c:pt idx="3358">
                  <c:v>8.7823406</c:v>
                </c:pt>
                <c:pt idx="3359">
                  <c:v>8.78060592</c:v>
                </c:pt>
                <c:pt idx="3360">
                  <c:v>8.77933811</c:v>
                </c:pt>
                <c:pt idx="3361">
                  <c:v>8.77807617</c:v>
                </c:pt>
                <c:pt idx="3362">
                  <c:v>8.77688846</c:v>
                </c:pt>
                <c:pt idx="3363">
                  <c:v>8.77599768</c:v>
                </c:pt>
                <c:pt idx="3364">
                  <c:v>8.77482364</c:v>
                </c:pt>
                <c:pt idx="3365">
                  <c:v>8.77366718</c:v>
                </c:pt>
                <c:pt idx="3366">
                  <c:v>8.77243454</c:v>
                </c:pt>
                <c:pt idx="3367">
                  <c:v>8.77124683</c:v>
                </c:pt>
                <c:pt idx="3368">
                  <c:v>8.77020759</c:v>
                </c:pt>
                <c:pt idx="3369">
                  <c:v>8.76909411</c:v>
                </c:pt>
                <c:pt idx="3370">
                  <c:v>8.76857448</c:v>
                </c:pt>
                <c:pt idx="3371">
                  <c:v>8.7639721</c:v>
                </c:pt>
                <c:pt idx="3372">
                  <c:v>8.76330401</c:v>
                </c:pt>
                <c:pt idx="3373">
                  <c:v>8.76224719</c:v>
                </c:pt>
                <c:pt idx="3374">
                  <c:v>8.7605125</c:v>
                </c:pt>
                <c:pt idx="3375">
                  <c:v>8.75996358</c:v>
                </c:pt>
                <c:pt idx="3376">
                  <c:v>8.75877587</c:v>
                </c:pt>
                <c:pt idx="3377">
                  <c:v>8.75754909</c:v>
                </c:pt>
                <c:pt idx="3378">
                  <c:v>8.75610352</c:v>
                </c:pt>
                <c:pt idx="3379">
                  <c:v>8.75521273</c:v>
                </c:pt>
                <c:pt idx="3380">
                  <c:v>8.75476734</c:v>
                </c:pt>
                <c:pt idx="3381">
                  <c:v>8.75306001</c:v>
                </c:pt>
                <c:pt idx="3382">
                  <c:v>8.75176681</c:v>
                </c:pt>
                <c:pt idx="3383">
                  <c:v>8.74971957</c:v>
                </c:pt>
                <c:pt idx="3384">
                  <c:v>8.74793605</c:v>
                </c:pt>
                <c:pt idx="3385">
                  <c:v>8.74555086</c:v>
                </c:pt>
                <c:pt idx="3386">
                  <c:v>8.74345478</c:v>
                </c:pt>
                <c:pt idx="3387">
                  <c:v>8.73991314</c:v>
                </c:pt>
                <c:pt idx="3388">
                  <c:v>8.73774478</c:v>
                </c:pt>
                <c:pt idx="3389">
                  <c:v>8.73717437</c:v>
                </c:pt>
                <c:pt idx="3390">
                  <c:v>8.73311896</c:v>
                </c:pt>
                <c:pt idx="3391">
                  <c:v>8.73242352</c:v>
                </c:pt>
                <c:pt idx="3392">
                  <c:v>8.72979415</c:v>
                </c:pt>
                <c:pt idx="3393">
                  <c:v>8.72908309</c:v>
                </c:pt>
                <c:pt idx="3394">
                  <c:v>8.72740896</c:v>
                </c:pt>
                <c:pt idx="3395">
                  <c:v>8.7263365</c:v>
                </c:pt>
                <c:pt idx="3396">
                  <c:v>8.72524061</c:v>
                </c:pt>
                <c:pt idx="3397">
                  <c:v>8.72451782</c:v>
                </c:pt>
                <c:pt idx="3398">
                  <c:v>8.72140985</c:v>
                </c:pt>
                <c:pt idx="3399">
                  <c:v>8.71743453</c:v>
                </c:pt>
                <c:pt idx="3400">
                  <c:v>8.71594403</c:v>
                </c:pt>
                <c:pt idx="3401">
                  <c:v>8.71475632</c:v>
                </c:pt>
                <c:pt idx="3402">
                  <c:v>8.71410972</c:v>
                </c:pt>
                <c:pt idx="3403">
                  <c:v>8.71295327</c:v>
                </c:pt>
                <c:pt idx="3404">
                  <c:v>8.71141588</c:v>
                </c:pt>
                <c:pt idx="3405">
                  <c:v>8.71027896</c:v>
                </c:pt>
                <c:pt idx="3406">
                  <c:v>8.70785275</c:v>
                </c:pt>
                <c:pt idx="3407">
                  <c:v>8.70717099</c:v>
                </c:pt>
                <c:pt idx="3408">
                  <c:v>8.70592272</c:v>
                </c:pt>
                <c:pt idx="3409">
                  <c:v>8.70493036</c:v>
                </c:pt>
                <c:pt idx="3410">
                  <c:v>8.70436385</c:v>
                </c:pt>
                <c:pt idx="3411">
                  <c:v>8.70191419</c:v>
                </c:pt>
                <c:pt idx="3412">
                  <c:v>8.69998416</c:v>
                </c:pt>
                <c:pt idx="3413">
                  <c:v>8.69887068</c:v>
                </c:pt>
                <c:pt idx="3414">
                  <c:v>8.69671796</c:v>
                </c:pt>
                <c:pt idx="3415">
                  <c:v>8.69567871</c:v>
                </c:pt>
                <c:pt idx="3416">
                  <c:v>8.69441677</c:v>
                </c:pt>
                <c:pt idx="3417">
                  <c:v>8.69330329</c:v>
                </c:pt>
                <c:pt idx="3418">
                  <c:v>8.69220934</c:v>
                </c:pt>
                <c:pt idx="3419">
                  <c:v>8.69115056</c:v>
                </c:pt>
                <c:pt idx="3420">
                  <c:v>8.68996871</c:v>
                </c:pt>
                <c:pt idx="3421">
                  <c:v>8.68884937</c:v>
                </c:pt>
                <c:pt idx="3422">
                  <c:v>8.68758352</c:v>
                </c:pt>
                <c:pt idx="3423">
                  <c:v>8.68647395</c:v>
                </c:pt>
                <c:pt idx="3424">
                  <c:v>8.68536047</c:v>
                </c:pt>
                <c:pt idx="3425">
                  <c:v>8.68424699</c:v>
                </c:pt>
                <c:pt idx="3426">
                  <c:v>8.68313351</c:v>
                </c:pt>
                <c:pt idx="3427">
                  <c:v>8.68172897</c:v>
                </c:pt>
                <c:pt idx="3428">
                  <c:v>8.68120348</c:v>
                </c:pt>
                <c:pt idx="3429">
                  <c:v>8.67964461</c:v>
                </c:pt>
                <c:pt idx="3430">
                  <c:v>8.67882806</c:v>
                </c:pt>
                <c:pt idx="3431">
                  <c:v>8.67739226</c:v>
                </c:pt>
                <c:pt idx="3432">
                  <c:v>8.6768238</c:v>
                </c:pt>
                <c:pt idx="3433">
                  <c:v>8.67511646</c:v>
                </c:pt>
                <c:pt idx="3434">
                  <c:v>8.67444837</c:v>
                </c:pt>
                <c:pt idx="3435">
                  <c:v>8.67305555</c:v>
                </c:pt>
                <c:pt idx="3436">
                  <c:v>8.67197137</c:v>
                </c:pt>
                <c:pt idx="3437">
                  <c:v>8.67095947</c:v>
                </c:pt>
                <c:pt idx="3438">
                  <c:v>8.66994757</c:v>
                </c:pt>
                <c:pt idx="3439">
                  <c:v>8.66828517</c:v>
                </c:pt>
                <c:pt idx="3440">
                  <c:v>8.66734555</c:v>
                </c:pt>
                <c:pt idx="3441">
                  <c:v>8.6661344</c:v>
                </c:pt>
                <c:pt idx="3442">
                  <c:v>8.66546631</c:v>
                </c:pt>
                <c:pt idx="3443">
                  <c:v>8.66420437</c:v>
                </c:pt>
                <c:pt idx="3444">
                  <c:v>8.66309089</c:v>
                </c:pt>
                <c:pt idx="3445">
                  <c:v>8.66182894</c:v>
                </c:pt>
                <c:pt idx="3446">
                  <c:v>8.66071546</c:v>
                </c:pt>
                <c:pt idx="3447">
                  <c:v>8.65945352</c:v>
                </c:pt>
                <c:pt idx="3448">
                  <c:v>8.6584553</c:v>
                </c:pt>
                <c:pt idx="3449">
                  <c:v>8.65737112</c:v>
                </c:pt>
                <c:pt idx="3450">
                  <c:v>8.65614239</c:v>
                </c:pt>
                <c:pt idx="3451">
                  <c:v>8.65514807</c:v>
                </c:pt>
                <c:pt idx="3452">
                  <c:v>8.65419087</c:v>
                </c:pt>
                <c:pt idx="3453">
                  <c:v>8.65296213</c:v>
                </c:pt>
                <c:pt idx="3454">
                  <c:v>8.65187796</c:v>
                </c:pt>
                <c:pt idx="3455">
                  <c:v>8.65079378</c:v>
                </c:pt>
                <c:pt idx="3456">
                  <c:v>8.64972914</c:v>
                </c:pt>
                <c:pt idx="3457">
                  <c:v>8.64861566</c:v>
                </c:pt>
                <c:pt idx="3458">
                  <c:v>8.64779911</c:v>
                </c:pt>
                <c:pt idx="3459">
                  <c:v>8.64668563</c:v>
                </c:pt>
                <c:pt idx="3460">
                  <c:v>8.64522834</c:v>
                </c:pt>
                <c:pt idx="3461">
                  <c:v>8.64436099</c:v>
                </c:pt>
                <c:pt idx="3462">
                  <c:v>8.64319672</c:v>
                </c:pt>
                <c:pt idx="3463">
                  <c:v>8.6419758</c:v>
                </c:pt>
                <c:pt idx="3464">
                  <c:v>8.641044</c:v>
                </c:pt>
                <c:pt idx="3465">
                  <c:v>8.64000475</c:v>
                </c:pt>
                <c:pt idx="3466">
                  <c:v>8.63908467</c:v>
                </c:pt>
                <c:pt idx="3467">
                  <c:v>8.63800049</c:v>
                </c:pt>
                <c:pt idx="3468">
                  <c:v>8.6371097</c:v>
                </c:pt>
                <c:pt idx="3469">
                  <c:v>8.63614469</c:v>
                </c:pt>
                <c:pt idx="3470">
                  <c:v>8.63518163</c:v>
                </c:pt>
                <c:pt idx="3471">
                  <c:v>8.63416973</c:v>
                </c:pt>
                <c:pt idx="3472">
                  <c:v>8.63337467</c:v>
                </c:pt>
                <c:pt idx="3473">
                  <c:v>8.63228463</c:v>
                </c:pt>
                <c:pt idx="3474">
                  <c:v>8.63131961</c:v>
                </c:pt>
                <c:pt idx="3475">
                  <c:v>8.6303546</c:v>
                </c:pt>
                <c:pt idx="3476">
                  <c:v>8.62931535</c:v>
                </c:pt>
                <c:pt idx="3477">
                  <c:v>8.62853201</c:v>
                </c:pt>
                <c:pt idx="3478">
                  <c:v>8.62768225</c:v>
                </c:pt>
                <c:pt idx="3479">
                  <c:v>8.62672505</c:v>
                </c:pt>
                <c:pt idx="3480">
                  <c:v>8.62600226</c:v>
                </c:pt>
                <c:pt idx="3481">
                  <c:v>8.62499036</c:v>
                </c:pt>
                <c:pt idx="3482">
                  <c:v>8.62412302</c:v>
                </c:pt>
                <c:pt idx="3483">
                  <c:v>8.62330256</c:v>
                </c:pt>
                <c:pt idx="3484">
                  <c:v>8.62204062</c:v>
                </c:pt>
                <c:pt idx="3485">
                  <c:v>8.62166946</c:v>
                </c:pt>
                <c:pt idx="3486">
                  <c:v>8.62077868</c:v>
                </c:pt>
                <c:pt idx="3487">
                  <c:v>8.61951673</c:v>
                </c:pt>
                <c:pt idx="3488">
                  <c:v>8.61870214</c:v>
                </c:pt>
                <c:pt idx="3489">
                  <c:v>8.61795786</c:v>
                </c:pt>
                <c:pt idx="3490">
                  <c:v>8.61706708</c:v>
                </c:pt>
                <c:pt idx="3491">
                  <c:v>8.6161763</c:v>
                </c:pt>
                <c:pt idx="3492">
                  <c:v>8.6154496</c:v>
                </c:pt>
                <c:pt idx="3493">
                  <c:v>8.61439473</c:v>
                </c:pt>
                <c:pt idx="3494">
                  <c:v>8.61372664</c:v>
                </c:pt>
                <c:pt idx="3495">
                  <c:v>8.61291009</c:v>
                </c:pt>
                <c:pt idx="3496">
                  <c:v>8.61112852</c:v>
                </c:pt>
                <c:pt idx="3497">
                  <c:v>8.61039011</c:v>
                </c:pt>
                <c:pt idx="3498">
                  <c:v>8.60949542</c:v>
                </c:pt>
                <c:pt idx="3499">
                  <c:v>8.60872771</c:v>
                </c:pt>
                <c:pt idx="3500">
                  <c:v>8.60793264</c:v>
                </c:pt>
                <c:pt idx="3501">
                  <c:v>8.60704577</c:v>
                </c:pt>
                <c:pt idx="3502">
                  <c:v>8.60590885</c:v>
                </c:pt>
                <c:pt idx="3503">
                  <c:v>8.6050415</c:v>
                </c:pt>
                <c:pt idx="3504">
                  <c:v>8.60422495</c:v>
                </c:pt>
                <c:pt idx="3505">
                  <c:v>8.60345138</c:v>
                </c:pt>
                <c:pt idx="3506">
                  <c:v>8.60258404</c:v>
                </c:pt>
                <c:pt idx="3507">
                  <c:v>8.60170107</c:v>
                </c:pt>
                <c:pt idx="3508">
                  <c:v>8.60103298</c:v>
                </c:pt>
                <c:pt idx="3509">
                  <c:v>8.60027112</c:v>
                </c:pt>
                <c:pt idx="3510">
                  <c:v>8.59897011</c:v>
                </c:pt>
                <c:pt idx="3511">
                  <c:v>8.59821216</c:v>
                </c:pt>
                <c:pt idx="3512">
                  <c:v>8.59732138</c:v>
                </c:pt>
                <c:pt idx="3513">
                  <c:v>8.59644037</c:v>
                </c:pt>
                <c:pt idx="3514">
                  <c:v>8.59593442</c:v>
                </c:pt>
                <c:pt idx="3515">
                  <c:v>8.5949948</c:v>
                </c:pt>
                <c:pt idx="3516">
                  <c:v>8.59412745</c:v>
                </c:pt>
                <c:pt idx="3517">
                  <c:v>8.59376606</c:v>
                </c:pt>
                <c:pt idx="3518">
                  <c:v>8.59246505</c:v>
                </c:pt>
                <c:pt idx="3519">
                  <c:v>8.59153129</c:v>
                </c:pt>
                <c:pt idx="3520">
                  <c:v>8.59065809</c:v>
                </c:pt>
                <c:pt idx="3521">
                  <c:v>8.58989819</c:v>
                </c:pt>
                <c:pt idx="3522">
                  <c:v>8.5890074</c:v>
                </c:pt>
                <c:pt idx="3523">
                  <c:v>8.58812834</c:v>
                </c:pt>
                <c:pt idx="3524">
                  <c:v>8.587261</c:v>
                </c:pt>
                <c:pt idx="3525">
                  <c:v>8.58639366</c:v>
                </c:pt>
                <c:pt idx="3526">
                  <c:v>8.58509264</c:v>
                </c:pt>
                <c:pt idx="3527">
                  <c:v>8.58433079</c:v>
                </c:pt>
                <c:pt idx="3528">
                  <c:v>8.58373694</c:v>
                </c:pt>
                <c:pt idx="3529">
                  <c:v>8.5825629</c:v>
                </c:pt>
                <c:pt idx="3530">
                  <c:v>8.5818069</c:v>
                </c:pt>
                <c:pt idx="3531">
                  <c:v>8.58084189</c:v>
                </c:pt>
                <c:pt idx="3532">
                  <c:v>8.58039454</c:v>
                </c:pt>
                <c:pt idx="3533">
                  <c:v>8.57913455</c:v>
                </c:pt>
                <c:pt idx="3534">
                  <c:v>8.57846647</c:v>
                </c:pt>
                <c:pt idx="3535">
                  <c:v>8.57757568</c:v>
                </c:pt>
                <c:pt idx="3536">
                  <c:v>8.57649151</c:v>
                </c:pt>
                <c:pt idx="3537">
                  <c:v>8.57564565</c:v>
                </c:pt>
                <c:pt idx="3538">
                  <c:v>8.57512603</c:v>
                </c:pt>
                <c:pt idx="3539">
                  <c:v>8.5741786</c:v>
                </c:pt>
                <c:pt idx="3540">
                  <c:v>8.57323898</c:v>
                </c:pt>
                <c:pt idx="3541">
                  <c:v>8.57245368</c:v>
                </c:pt>
                <c:pt idx="3542">
                  <c:v>8.5715629</c:v>
                </c:pt>
                <c:pt idx="3543">
                  <c:v>8.57070923</c:v>
                </c:pt>
                <c:pt idx="3544">
                  <c:v>8.56955863</c:v>
                </c:pt>
                <c:pt idx="3545">
                  <c:v>8.5691191</c:v>
                </c:pt>
                <c:pt idx="3546">
                  <c:v>8.56807399</c:v>
                </c:pt>
                <c:pt idx="3547">
                  <c:v>8.56716758</c:v>
                </c:pt>
                <c:pt idx="3548">
                  <c:v>8.56606973</c:v>
                </c:pt>
                <c:pt idx="3549">
                  <c:v>8.56517895</c:v>
                </c:pt>
                <c:pt idx="3550">
                  <c:v>8.56428817</c:v>
                </c:pt>
                <c:pt idx="3551">
                  <c:v>8.56376854</c:v>
                </c:pt>
                <c:pt idx="3552">
                  <c:v>8.56280353</c:v>
                </c:pt>
                <c:pt idx="3553">
                  <c:v>8.56203581</c:v>
                </c:pt>
                <c:pt idx="3554">
                  <c:v>8.56027964</c:v>
                </c:pt>
                <c:pt idx="3555">
                  <c:v>8.55938886</c:v>
                </c:pt>
                <c:pt idx="3556">
                  <c:v>8.55820505</c:v>
                </c:pt>
                <c:pt idx="3557">
                  <c:v>8.55738459</c:v>
                </c:pt>
                <c:pt idx="3558">
                  <c:v>8.55641958</c:v>
                </c:pt>
                <c:pt idx="3559">
                  <c:v>8.5555288</c:v>
                </c:pt>
                <c:pt idx="3560">
                  <c:v>8.55473569</c:v>
                </c:pt>
                <c:pt idx="3561">
                  <c:v>8.55379607</c:v>
                </c:pt>
                <c:pt idx="3562">
                  <c:v>8.55307328</c:v>
                </c:pt>
                <c:pt idx="3563">
                  <c:v>8.55220594</c:v>
                </c:pt>
                <c:pt idx="3564">
                  <c:v>8.55141088</c:v>
                </c:pt>
                <c:pt idx="3565">
                  <c:v>8.55054353</c:v>
                </c:pt>
                <c:pt idx="3566">
                  <c:v>8.54960391</c:v>
                </c:pt>
                <c:pt idx="3567">
                  <c:v>8.54880885</c:v>
                </c:pt>
                <c:pt idx="3568">
                  <c:v>8.54794151</c:v>
                </c:pt>
                <c:pt idx="3569">
                  <c:v>8.54671277</c:v>
                </c:pt>
                <c:pt idx="3570">
                  <c:v>8.54591771</c:v>
                </c:pt>
                <c:pt idx="3571">
                  <c:v>8.54505037</c:v>
                </c:pt>
                <c:pt idx="3572">
                  <c:v>8.54418303</c:v>
                </c:pt>
                <c:pt idx="3573">
                  <c:v>8.54317113</c:v>
                </c:pt>
                <c:pt idx="3574">
                  <c:v>8.54230379</c:v>
                </c:pt>
                <c:pt idx="3575">
                  <c:v>8.54149896</c:v>
                </c:pt>
                <c:pt idx="3576">
                  <c:v>8.54053394</c:v>
                </c:pt>
                <c:pt idx="3577">
                  <c:v>8.53970176</c:v>
                </c:pt>
                <c:pt idx="3578">
                  <c:v>8.53919581</c:v>
                </c:pt>
                <c:pt idx="3579">
                  <c:v>8.53830698</c:v>
                </c:pt>
                <c:pt idx="3580">
                  <c:v>8.53695518</c:v>
                </c:pt>
                <c:pt idx="3581">
                  <c:v>8.53652151</c:v>
                </c:pt>
                <c:pt idx="3582">
                  <c:v>8.5355604</c:v>
                </c:pt>
                <c:pt idx="3583">
                  <c:v>8.53507594</c:v>
                </c:pt>
                <c:pt idx="3584">
                  <c:v>8.53363037</c:v>
                </c:pt>
                <c:pt idx="3585">
                  <c:v>8.53273959</c:v>
                </c:pt>
                <c:pt idx="3586">
                  <c:v>8.5318488</c:v>
                </c:pt>
                <c:pt idx="3587">
                  <c:v>8.53045012</c:v>
                </c:pt>
                <c:pt idx="3588">
                  <c:v>8.52857088</c:v>
                </c:pt>
                <c:pt idx="3589">
                  <c:v>8.52734214</c:v>
                </c:pt>
                <c:pt idx="3590">
                  <c:v>8.52633025</c:v>
                </c:pt>
                <c:pt idx="3591">
                  <c:v>8.52591025</c:v>
                </c:pt>
                <c:pt idx="3592">
                  <c:v>8.52148759</c:v>
                </c:pt>
                <c:pt idx="3593">
                  <c:v>8.5207648</c:v>
                </c:pt>
              </c:numCache>
            </c:numRef>
          </c:xVal>
          <c:yVal>
            <c:numRef>
              <c:f>'Chart Data'!$B$2:$B$3595</c:f>
              <c:numCache>
                <c:formatCode>0.0</c:formatCode>
                <c:ptCount val="3594"/>
                <c:pt idx="0">
                  <c:v>51.46489547</c:v>
                </c:pt>
                <c:pt idx="1">
                  <c:v>51.46489547</c:v>
                </c:pt>
                <c:pt idx="2">
                  <c:v>51.46484892</c:v>
                </c:pt>
                <c:pt idx="3">
                  <c:v>51.46484892</c:v>
                </c:pt>
                <c:pt idx="4">
                  <c:v>51.46484892</c:v>
                </c:pt>
                <c:pt idx="5">
                  <c:v>51.46484892</c:v>
                </c:pt>
                <c:pt idx="6">
                  <c:v>51.46484892</c:v>
                </c:pt>
                <c:pt idx="7">
                  <c:v>51.46485901</c:v>
                </c:pt>
                <c:pt idx="8">
                  <c:v>51.46485901</c:v>
                </c:pt>
                <c:pt idx="9">
                  <c:v>51.46485901</c:v>
                </c:pt>
                <c:pt idx="10">
                  <c:v>51.46484892</c:v>
                </c:pt>
                <c:pt idx="11">
                  <c:v>51.46481323</c:v>
                </c:pt>
                <c:pt idx="12">
                  <c:v>51.46481323</c:v>
                </c:pt>
                <c:pt idx="13">
                  <c:v>51.46481323</c:v>
                </c:pt>
                <c:pt idx="14">
                  <c:v>51.46484892</c:v>
                </c:pt>
                <c:pt idx="15">
                  <c:v>51.46484892</c:v>
                </c:pt>
                <c:pt idx="16">
                  <c:v>51.46485901</c:v>
                </c:pt>
                <c:pt idx="17">
                  <c:v>51.46485901</c:v>
                </c:pt>
                <c:pt idx="18">
                  <c:v>51.46484892</c:v>
                </c:pt>
                <c:pt idx="19">
                  <c:v>51.46485901</c:v>
                </c:pt>
                <c:pt idx="20">
                  <c:v>51.46485901</c:v>
                </c:pt>
                <c:pt idx="21">
                  <c:v>51.46485901</c:v>
                </c:pt>
                <c:pt idx="22">
                  <c:v>51.46485901</c:v>
                </c:pt>
                <c:pt idx="23">
                  <c:v>51.46485901</c:v>
                </c:pt>
                <c:pt idx="24">
                  <c:v>51.46484892</c:v>
                </c:pt>
                <c:pt idx="25">
                  <c:v>51.46485901</c:v>
                </c:pt>
                <c:pt idx="26">
                  <c:v>51.46485901</c:v>
                </c:pt>
                <c:pt idx="27">
                  <c:v>51.46485901</c:v>
                </c:pt>
                <c:pt idx="28">
                  <c:v>51.46484892</c:v>
                </c:pt>
                <c:pt idx="29">
                  <c:v>51.46485901</c:v>
                </c:pt>
                <c:pt idx="30">
                  <c:v>51.46484892</c:v>
                </c:pt>
                <c:pt idx="31">
                  <c:v>51.46484892</c:v>
                </c:pt>
                <c:pt idx="32">
                  <c:v>51.46481323</c:v>
                </c:pt>
                <c:pt idx="33">
                  <c:v>51.46481323</c:v>
                </c:pt>
                <c:pt idx="34">
                  <c:v>51.46480237</c:v>
                </c:pt>
                <c:pt idx="35">
                  <c:v>51.46480237</c:v>
                </c:pt>
                <c:pt idx="36">
                  <c:v>51.46475582</c:v>
                </c:pt>
                <c:pt idx="37">
                  <c:v>51.46476746</c:v>
                </c:pt>
                <c:pt idx="38">
                  <c:v>51.46475582</c:v>
                </c:pt>
                <c:pt idx="39">
                  <c:v>51.46470927</c:v>
                </c:pt>
                <c:pt idx="40">
                  <c:v>51.46472168</c:v>
                </c:pt>
                <c:pt idx="41">
                  <c:v>51.46470927</c:v>
                </c:pt>
                <c:pt idx="42">
                  <c:v>51.46466271</c:v>
                </c:pt>
                <c:pt idx="43">
                  <c:v>51.46461616</c:v>
                </c:pt>
                <c:pt idx="44">
                  <c:v>51.46458435</c:v>
                </c:pt>
                <c:pt idx="45">
                  <c:v>51.46452306</c:v>
                </c:pt>
                <c:pt idx="46">
                  <c:v>51.46440125</c:v>
                </c:pt>
                <c:pt idx="47">
                  <c:v>51.4642903</c:v>
                </c:pt>
                <c:pt idx="48">
                  <c:v>51.46417236</c:v>
                </c:pt>
                <c:pt idx="49">
                  <c:v>51.46403503</c:v>
                </c:pt>
                <c:pt idx="50">
                  <c:v>51.46387133</c:v>
                </c:pt>
                <c:pt idx="51">
                  <c:v>51.46373167</c:v>
                </c:pt>
                <c:pt idx="52">
                  <c:v>51.46349891</c:v>
                </c:pt>
                <c:pt idx="53">
                  <c:v>51.46326615</c:v>
                </c:pt>
                <c:pt idx="54">
                  <c:v>51.46303339</c:v>
                </c:pt>
                <c:pt idx="55">
                  <c:v>51.4627533</c:v>
                </c:pt>
                <c:pt idx="56">
                  <c:v>51.46247476</c:v>
                </c:pt>
                <c:pt idx="57">
                  <c:v>51.46214889</c:v>
                </c:pt>
                <c:pt idx="58">
                  <c:v>51.46179199</c:v>
                </c:pt>
                <c:pt idx="59">
                  <c:v>51.46138</c:v>
                </c:pt>
                <c:pt idx="60">
                  <c:v>51.46096802</c:v>
                </c:pt>
                <c:pt idx="61">
                  <c:v>51.46056612</c:v>
                </c:pt>
                <c:pt idx="62">
                  <c:v>51.46010059</c:v>
                </c:pt>
                <c:pt idx="63">
                  <c:v>51.45959473</c:v>
                </c:pt>
                <c:pt idx="64">
                  <c:v>51.45899963</c:v>
                </c:pt>
                <c:pt idx="65">
                  <c:v>51.45847127</c:v>
                </c:pt>
                <c:pt idx="66">
                  <c:v>51.45772643</c:v>
                </c:pt>
                <c:pt idx="67">
                  <c:v>51.45716858</c:v>
                </c:pt>
                <c:pt idx="68">
                  <c:v>51.45646952</c:v>
                </c:pt>
                <c:pt idx="69">
                  <c:v>51.45614365</c:v>
                </c:pt>
                <c:pt idx="70">
                  <c:v>51.45529175</c:v>
                </c:pt>
                <c:pt idx="71">
                  <c:v>51.45455933</c:v>
                </c:pt>
                <c:pt idx="72">
                  <c:v>51.45386259</c:v>
                </c:pt>
                <c:pt idx="73">
                  <c:v>51.45277405</c:v>
                </c:pt>
                <c:pt idx="74">
                  <c:v>51.45222473</c:v>
                </c:pt>
                <c:pt idx="75">
                  <c:v>51.4513092</c:v>
                </c:pt>
                <c:pt idx="76">
                  <c:v>51.45032462</c:v>
                </c:pt>
                <c:pt idx="77">
                  <c:v>51.44962634</c:v>
                </c:pt>
                <c:pt idx="78">
                  <c:v>51.44851685</c:v>
                </c:pt>
                <c:pt idx="79">
                  <c:v>51.44767115</c:v>
                </c:pt>
                <c:pt idx="80">
                  <c:v>51.44659424</c:v>
                </c:pt>
                <c:pt idx="81">
                  <c:v>51.44554138</c:v>
                </c:pt>
                <c:pt idx="82">
                  <c:v>51.44445904</c:v>
                </c:pt>
                <c:pt idx="83">
                  <c:v>51.44343489</c:v>
                </c:pt>
                <c:pt idx="84">
                  <c:v>51.44273661</c:v>
                </c:pt>
                <c:pt idx="85">
                  <c:v>51.44142151</c:v>
                </c:pt>
                <c:pt idx="86">
                  <c:v>51.44054865</c:v>
                </c:pt>
                <c:pt idx="87">
                  <c:v>51.4394314</c:v>
                </c:pt>
                <c:pt idx="88">
                  <c:v>51.43849182</c:v>
                </c:pt>
                <c:pt idx="89">
                  <c:v>51.43798828</c:v>
                </c:pt>
                <c:pt idx="90">
                  <c:v>51.43649861</c:v>
                </c:pt>
                <c:pt idx="91">
                  <c:v>51.43547446</c:v>
                </c:pt>
                <c:pt idx="92">
                  <c:v>51.43449686</c:v>
                </c:pt>
                <c:pt idx="93">
                  <c:v>51.43354797</c:v>
                </c:pt>
                <c:pt idx="94">
                  <c:v>51.43268133</c:v>
                </c:pt>
                <c:pt idx="95">
                  <c:v>51.43170373</c:v>
                </c:pt>
                <c:pt idx="96">
                  <c:v>51.43067958</c:v>
                </c:pt>
                <c:pt idx="97">
                  <c:v>51.42993474</c:v>
                </c:pt>
                <c:pt idx="98">
                  <c:v>51.42905025</c:v>
                </c:pt>
                <c:pt idx="99">
                  <c:v>51.42819214</c:v>
                </c:pt>
                <c:pt idx="100">
                  <c:v>51.42709506</c:v>
                </c:pt>
                <c:pt idx="101">
                  <c:v>51.42631531</c:v>
                </c:pt>
                <c:pt idx="102">
                  <c:v>51.42553711</c:v>
                </c:pt>
                <c:pt idx="103">
                  <c:v>51.42475891</c:v>
                </c:pt>
                <c:pt idx="104">
                  <c:v>51.42434848</c:v>
                </c:pt>
                <c:pt idx="105">
                  <c:v>51.42352295</c:v>
                </c:pt>
                <c:pt idx="106">
                  <c:v>51.4227657</c:v>
                </c:pt>
                <c:pt idx="107">
                  <c:v>51.42197431</c:v>
                </c:pt>
                <c:pt idx="108">
                  <c:v>51.42137146</c:v>
                </c:pt>
                <c:pt idx="109">
                  <c:v>51.42063904</c:v>
                </c:pt>
                <c:pt idx="110">
                  <c:v>51.41997257</c:v>
                </c:pt>
                <c:pt idx="111">
                  <c:v>51.4193573</c:v>
                </c:pt>
                <c:pt idx="112">
                  <c:v>51.41867065</c:v>
                </c:pt>
                <c:pt idx="113">
                  <c:v>51.41793823</c:v>
                </c:pt>
                <c:pt idx="114">
                  <c:v>51.41725159</c:v>
                </c:pt>
                <c:pt idx="115">
                  <c:v>51.41647339</c:v>
                </c:pt>
                <c:pt idx="116">
                  <c:v>51.41573631</c:v>
                </c:pt>
                <c:pt idx="117">
                  <c:v>51.4151001</c:v>
                </c:pt>
                <c:pt idx="118">
                  <c:v>51.41445923</c:v>
                </c:pt>
                <c:pt idx="119">
                  <c:v>51.41382767</c:v>
                </c:pt>
                <c:pt idx="120">
                  <c:v>51.41299438</c:v>
                </c:pt>
                <c:pt idx="121">
                  <c:v>51.41239929</c:v>
                </c:pt>
                <c:pt idx="122">
                  <c:v>51.41177937</c:v>
                </c:pt>
                <c:pt idx="123">
                  <c:v>51.41098798</c:v>
                </c:pt>
                <c:pt idx="124">
                  <c:v>51.41024315</c:v>
                </c:pt>
                <c:pt idx="125">
                  <c:v>51.40945176</c:v>
                </c:pt>
                <c:pt idx="126">
                  <c:v>51.40870692</c:v>
                </c:pt>
                <c:pt idx="127">
                  <c:v>51.40810174</c:v>
                </c:pt>
                <c:pt idx="128">
                  <c:v>51.40722656</c:v>
                </c:pt>
                <c:pt idx="129">
                  <c:v>51.40656552</c:v>
                </c:pt>
                <c:pt idx="130">
                  <c:v>51.40567017</c:v>
                </c:pt>
                <c:pt idx="131">
                  <c:v>51.40489197</c:v>
                </c:pt>
                <c:pt idx="132">
                  <c:v>51.40423791</c:v>
                </c:pt>
                <c:pt idx="133">
                  <c:v>51.4034729</c:v>
                </c:pt>
                <c:pt idx="134">
                  <c:v>51.40287781</c:v>
                </c:pt>
                <c:pt idx="135">
                  <c:v>51.4019103</c:v>
                </c:pt>
                <c:pt idx="136">
                  <c:v>51.40139822</c:v>
                </c:pt>
                <c:pt idx="137">
                  <c:v>51.40056028</c:v>
                </c:pt>
                <c:pt idx="138">
                  <c:v>51.39990234</c:v>
                </c:pt>
                <c:pt idx="139">
                  <c:v>51.39897751</c:v>
                </c:pt>
                <c:pt idx="140">
                  <c:v>51.39837233</c:v>
                </c:pt>
                <c:pt idx="141">
                  <c:v>51.39753439</c:v>
                </c:pt>
                <c:pt idx="142">
                  <c:v>51.396743</c:v>
                </c:pt>
                <c:pt idx="143">
                  <c:v>51.39605713</c:v>
                </c:pt>
                <c:pt idx="144">
                  <c:v>51.39525333</c:v>
                </c:pt>
                <c:pt idx="145">
                  <c:v>51.39446194</c:v>
                </c:pt>
                <c:pt idx="146">
                  <c:v>51.39358521</c:v>
                </c:pt>
                <c:pt idx="147">
                  <c:v>51.39278606</c:v>
                </c:pt>
                <c:pt idx="148">
                  <c:v>51.39162225</c:v>
                </c:pt>
                <c:pt idx="149">
                  <c:v>51.39120483</c:v>
                </c:pt>
                <c:pt idx="150">
                  <c:v>51.39028931</c:v>
                </c:pt>
                <c:pt idx="151">
                  <c:v>51.38920154</c:v>
                </c:pt>
                <c:pt idx="152">
                  <c:v>51.38841248</c:v>
                </c:pt>
                <c:pt idx="153">
                  <c:v>51.38749695</c:v>
                </c:pt>
                <c:pt idx="154">
                  <c:v>51.3866272</c:v>
                </c:pt>
                <c:pt idx="155">
                  <c:v>51.38584977</c:v>
                </c:pt>
                <c:pt idx="156">
                  <c:v>51.38529968</c:v>
                </c:pt>
                <c:pt idx="157">
                  <c:v>51.38424683</c:v>
                </c:pt>
                <c:pt idx="158">
                  <c:v>51.38347561</c:v>
                </c:pt>
                <c:pt idx="159">
                  <c:v>51.38241577</c:v>
                </c:pt>
                <c:pt idx="160">
                  <c:v>51.38161352</c:v>
                </c:pt>
                <c:pt idx="161">
                  <c:v>51.38072903</c:v>
                </c:pt>
                <c:pt idx="162">
                  <c:v>51.37966919</c:v>
                </c:pt>
                <c:pt idx="163">
                  <c:v>51.37879944</c:v>
                </c:pt>
                <c:pt idx="164">
                  <c:v>51.37779624</c:v>
                </c:pt>
                <c:pt idx="165">
                  <c:v>51.37719106</c:v>
                </c:pt>
                <c:pt idx="166">
                  <c:v>51.37593415</c:v>
                </c:pt>
                <c:pt idx="167">
                  <c:v>51.37556173</c:v>
                </c:pt>
                <c:pt idx="168">
                  <c:v>51.37449646</c:v>
                </c:pt>
                <c:pt idx="169">
                  <c:v>51.37332722</c:v>
                </c:pt>
                <c:pt idx="170">
                  <c:v>51.37252808</c:v>
                </c:pt>
                <c:pt idx="171">
                  <c:v>51.37165134</c:v>
                </c:pt>
                <c:pt idx="172">
                  <c:v>51.37076685</c:v>
                </c:pt>
                <c:pt idx="173">
                  <c:v>51.36987305</c:v>
                </c:pt>
                <c:pt idx="174">
                  <c:v>51.36885821</c:v>
                </c:pt>
                <c:pt idx="175">
                  <c:v>51.36806682</c:v>
                </c:pt>
                <c:pt idx="176">
                  <c:v>51.36718233</c:v>
                </c:pt>
                <c:pt idx="177">
                  <c:v>51.36621094</c:v>
                </c:pt>
                <c:pt idx="178">
                  <c:v>51.36538696</c:v>
                </c:pt>
                <c:pt idx="179">
                  <c:v>51.36447144</c:v>
                </c:pt>
                <c:pt idx="180">
                  <c:v>51.36369091</c:v>
                </c:pt>
                <c:pt idx="181">
                  <c:v>51.36271331</c:v>
                </c:pt>
                <c:pt idx="182">
                  <c:v>51.36182882</c:v>
                </c:pt>
                <c:pt idx="183">
                  <c:v>51.36090088</c:v>
                </c:pt>
                <c:pt idx="184">
                  <c:v>51.36003113</c:v>
                </c:pt>
                <c:pt idx="185">
                  <c:v>51.35922189</c:v>
                </c:pt>
                <c:pt idx="186">
                  <c:v>51.3583374</c:v>
                </c:pt>
                <c:pt idx="187">
                  <c:v>51.35754601</c:v>
                </c:pt>
                <c:pt idx="188">
                  <c:v>51.35655212</c:v>
                </c:pt>
                <c:pt idx="189">
                  <c:v>51.35554504</c:v>
                </c:pt>
                <c:pt idx="190">
                  <c:v>51.35475288</c:v>
                </c:pt>
                <c:pt idx="191">
                  <c:v>51.35386839</c:v>
                </c:pt>
                <c:pt idx="192">
                  <c:v>51.35289079</c:v>
                </c:pt>
                <c:pt idx="193">
                  <c:v>51.3520063</c:v>
                </c:pt>
                <c:pt idx="194">
                  <c:v>51.3510287</c:v>
                </c:pt>
                <c:pt idx="195">
                  <c:v>51.35018921</c:v>
                </c:pt>
                <c:pt idx="196">
                  <c:v>51.34931946</c:v>
                </c:pt>
                <c:pt idx="197">
                  <c:v>51.34831238</c:v>
                </c:pt>
                <c:pt idx="198">
                  <c:v>51.34762573</c:v>
                </c:pt>
                <c:pt idx="199">
                  <c:v>51.34671021</c:v>
                </c:pt>
                <c:pt idx="200">
                  <c:v>51.34593201</c:v>
                </c:pt>
                <c:pt idx="201">
                  <c:v>51.34493036</c:v>
                </c:pt>
                <c:pt idx="202">
                  <c:v>51.34405518</c:v>
                </c:pt>
                <c:pt idx="203">
                  <c:v>51.34313965</c:v>
                </c:pt>
                <c:pt idx="204">
                  <c:v>51.34218378</c:v>
                </c:pt>
                <c:pt idx="205">
                  <c:v>51.34120618</c:v>
                </c:pt>
                <c:pt idx="206">
                  <c:v>51.34032169</c:v>
                </c:pt>
                <c:pt idx="207">
                  <c:v>51.33943176</c:v>
                </c:pt>
                <c:pt idx="208">
                  <c:v>51.33859925</c:v>
                </c:pt>
                <c:pt idx="209">
                  <c:v>51.33771476</c:v>
                </c:pt>
                <c:pt idx="210">
                  <c:v>51.33682251</c:v>
                </c:pt>
                <c:pt idx="211">
                  <c:v>51.33595276</c:v>
                </c:pt>
                <c:pt idx="212">
                  <c:v>51.33503723</c:v>
                </c:pt>
                <c:pt idx="213">
                  <c:v>51.33407593</c:v>
                </c:pt>
                <c:pt idx="214">
                  <c:v>51.3332923</c:v>
                </c:pt>
                <c:pt idx="215">
                  <c:v>51.3323147</c:v>
                </c:pt>
                <c:pt idx="216">
                  <c:v>51.33151245</c:v>
                </c:pt>
                <c:pt idx="217">
                  <c:v>51.33073425</c:v>
                </c:pt>
                <c:pt idx="218">
                  <c:v>51.32994054</c:v>
                </c:pt>
                <c:pt idx="219">
                  <c:v>51.32917786</c:v>
                </c:pt>
                <c:pt idx="220">
                  <c:v>51.32826233</c:v>
                </c:pt>
                <c:pt idx="221">
                  <c:v>51.32738016</c:v>
                </c:pt>
                <c:pt idx="222">
                  <c:v>51.32658878</c:v>
                </c:pt>
                <c:pt idx="223">
                  <c:v>51.32579041</c:v>
                </c:pt>
                <c:pt idx="224">
                  <c:v>51.32519531</c:v>
                </c:pt>
                <c:pt idx="225">
                  <c:v>51.32423401</c:v>
                </c:pt>
                <c:pt idx="226">
                  <c:v>51.32356288</c:v>
                </c:pt>
                <c:pt idx="227">
                  <c:v>51.32290649</c:v>
                </c:pt>
                <c:pt idx="228">
                  <c:v>51.32216631</c:v>
                </c:pt>
                <c:pt idx="229">
                  <c:v>51.32142148</c:v>
                </c:pt>
                <c:pt idx="230">
                  <c:v>51.32080078</c:v>
                </c:pt>
                <c:pt idx="231">
                  <c:v>51.32002258</c:v>
                </c:pt>
                <c:pt idx="232">
                  <c:v>51.31933594</c:v>
                </c:pt>
                <c:pt idx="233">
                  <c:v>51.31864929</c:v>
                </c:pt>
                <c:pt idx="234">
                  <c:v>51.3180542</c:v>
                </c:pt>
                <c:pt idx="235">
                  <c:v>51.31736755</c:v>
                </c:pt>
                <c:pt idx="236">
                  <c:v>51.31668091</c:v>
                </c:pt>
                <c:pt idx="237">
                  <c:v>51.31602142</c:v>
                </c:pt>
                <c:pt idx="238">
                  <c:v>51.31544495</c:v>
                </c:pt>
                <c:pt idx="239">
                  <c:v>51.3146714</c:v>
                </c:pt>
                <c:pt idx="240">
                  <c:v>51.31407166</c:v>
                </c:pt>
                <c:pt idx="241">
                  <c:v>51.31322828</c:v>
                </c:pt>
                <c:pt idx="242">
                  <c:v>51.31253</c:v>
                </c:pt>
                <c:pt idx="243">
                  <c:v>51.31219482</c:v>
                </c:pt>
                <c:pt idx="244">
                  <c:v>51.31122654</c:v>
                </c:pt>
                <c:pt idx="245">
                  <c:v>51.31059265</c:v>
                </c:pt>
                <c:pt idx="246">
                  <c:v>51.31029549</c:v>
                </c:pt>
                <c:pt idx="247">
                  <c:v>51.30940247</c:v>
                </c:pt>
                <c:pt idx="248">
                  <c:v>51.3087616</c:v>
                </c:pt>
                <c:pt idx="249">
                  <c:v>51.30812073</c:v>
                </c:pt>
                <c:pt idx="250">
                  <c:v>51.30757141</c:v>
                </c:pt>
                <c:pt idx="251">
                  <c:v>51.30685063</c:v>
                </c:pt>
                <c:pt idx="252">
                  <c:v>51.30628967</c:v>
                </c:pt>
                <c:pt idx="253">
                  <c:v>51.30560303</c:v>
                </c:pt>
                <c:pt idx="254">
                  <c:v>51.30503509</c:v>
                </c:pt>
                <c:pt idx="255">
                  <c:v>51.30441284</c:v>
                </c:pt>
                <c:pt idx="256">
                  <c:v>51.30377197</c:v>
                </c:pt>
                <c:pt idx="257">
                  <c:v>51.30321955</c:v>
                </c:pt>
                <c:pt idx="258">
                  <c:v>51.30252127</c:v>
                </c:pt>
                <c:pt idx="259">
                  <c:v>51.30186954</c:v>
                </c:pt>
                <c:pt idx="260">
                  <c:v>51.30126436</c:v>
                </c:pt>
                <c:pt idx="261">
                  <c:v>51.30061263</c:v>
                </c:pt>
                <c:pt idx="262">
                  <c:v>51.29997253</c:v>
                </c:pt>
                <c:pt idx="263">
                  <c:v>51.29940227</c:v>
                </c:pt>
                <c:pt idx="264">
                  <c:v>51.29879709</c:v>
                </c:pt>
                <c:pt idx="265">
                  <c:v>51.29804993</c:v>
                </c:pt>
                <c:pt idx="266">
                  <c:v>51.29749363</c:v>
                </c:pt>
                <c:pt idx="267">
                  <c:v>51.29679534</c:v>
                </c:pt>
                <c:pt idx="268">
                  <c:v>51.29614361</c:v>
                </c:pt>
                <c:pt idx="269">
                  <c:v>51.29553843</c:v>
                </c:pt>
                <c:pt idx="270">
                  <c:v>51.29484015</c:v>
                </c:pt>
                <c:pt idx="271">
                  <c:v>51.29429626</c:v>
                </c:pt>
                <c:pt idx="272">
                  <c:v>51.29395566</c:v>
                </c:pt>
                <c:pt idx="273">
                  <c:v>51.29319763</c:v>
                </c:pt>
                <c:pt idx="274">
                  <c:v>51.29232788</c:v>
                </c:pt>
                <c:pt idx="275">
                  <c:v>51.2917677</c:v>
                </c:pt>
                <c:pt idx="276">
                  <c:v>51.29106942</c:v>
                </c:pt>
                <c:pt idx="277">
                  <c:v>51.29049683</c:v>
                </c:pt>
                <c:pt idx="278">
                  <c:v>51.28990173</c:v>
                </c:pt>
                <c:pt idx="279">
                  <c:v>51.28930664</c:v>
                </c:pt>
                <c:pt idx="280">
                  <c:v>51.28874181</c:v>
                </c:pt>
                <c:pt idx="281">
                  <c:v>51.28813663</c:v>
                </c:pt>
                <c:pt idx="282">
                  <c:v>51.28738403</c:v>
                </c:pt>
                <c:pt idx="283">
                  <c:v>51.28674316</c:v>
                </c:pt>
                <c:pt idx="284">
                  <c:v>51.28623962</c:v>
                </c:pt>
                <c:pt idx="285">
                  <c:v>51.28569031</c:v>
                </c:pt>
                <c:pt idx="286">
                  <c:v>51.28477478</c:v>
                </c:pt>
                <c:pt idx="287">
                  <c:v>51.28422624</c:v>
                </c:pt>
                <c:pt idx="288">
                  <c:v>51.28358459</c:v>
                </c:pt>
                <c:pt idx="289">
                  <c:v>51.28308105</c:v>
                </c:pt>
                <c:pt idx="290">
                  <c:v>51.28217794</c:v>
                </c:pt>
                <c:pt idx="291">
                  <c:v>51.28161621</c:v>
                </c:pt>
                <c:pt idx="292">
                  <c:v>51.28097534</c:v>
                </c:pt>
                <c:pt idx="293">
                  <c:v>51.28040896</c:v>
                </c:pt>
                <c:pt idx="294">
                  <c:v>51.27973938</c:v>
                </c:pt>
                <c:pt idx="295">
                  <c:v>51.27909851</c:v>
                </c:pt>
                <c:pt idx="296">
                  <c:v>51.27840721</c:v>
                </c:pt>
                <c:pt idx="297">
                  <c:v>51.27799988</c:v>
                </c:pt>
                <c:pt idx="298">
                  <c:v>51.27742961</c:v>
                </c:pt>
                <c:pt idx="299">
                  <c:v>51.27644348</c:v>
                </c:pt>
                <c:pt idx="300">
                  <c:v>51.27580028</c:v>
                </c:pt>
                <c:pt idx="301">
                  <c:v>51.275102</c:v>
                </c:pt>
                <c:pt idx="302">
                  <c:v>51.27472958</c:v>
                </c:pt>
                <c:pt idx="303">
                  <c:v>51.27378845</c:v>
                </c:pt>
                <c:pt idx="304">
                  <c:v>51.27342224</c:v>
                </c:pt>
                <c:pt idx="305">
                  <c:v>51.2727356</c:v>
                </c:pt>
                <c:pt idx="306">
                  <c:v>51.27204895</c:v>
                </c:pt>
                <c:pt idx="307">
                  <c:v>51.27128472</c:v>
                </c:pt>
                <c:pt idx="308">
                  <c:v>51.27072144</c:v>
                </c:pt>
                <c:pt idx="309">
                  <c:v>51.27007436</c:v>
                </c:pt>
                <c:pt idx="310">
                  <c:v>51.26934814</c:v>
                </c:pt>
                <c:pt idx="311">
                  <c:v>51.2686615</c:v>
                </c:pt>
                <c:pt idx="312">
                  <c:v>51.26797485</c:v>
                </c:pt>
                <c:pt idx="313">
                  <c:v>51.26737433</c:v>
                </c:pt>
                <c:pt idx="314">
                  <c:v>51.2667226</c:v>
                </c:pt>
                <c:pt idx="315">
                  <c:v>51.26597776</c:v>
                </c:pt>
                <c:pt idx="316">
                  <c:v>51.26532603</c:v>
                </c:pt>
                <c:pt idx="317">
                  <c:v>51.26472473</c:v>
                </c:pt>
                <c:pt idx="318">
                  <c:v>51.26406912</c:v>
                </c:pt>
                <c:pt idx="319">
                  <c:v>51.26335144</c:v>
                </c:pt>
                <c:pt idx="320">
                  <c:v>51.26271057</c:v>
                </c:pt>
                <c:pt idx="321">
                  <c:v>51.26206737</c:v>
                </c:pt>
                <c:pt idx="322">
                  <c:v>51.2615553</c:v>
                </c:pt>
                <c:pt idx="323">
                  <c:v>51.26097107</c:v>
                </c:pt>
                <c:pt idx="324">
                  <c:v>51.26023865</c:v>
                </c:pt>
                <c:pt idx="325">
                  <c:v>51.25964666</c:v>
                </c:pt>
                <c:pt idx="326">
                  <c:v>51.25891113</c:v>
                </c:pt>
                <c:pt idx="327">
                  <c:v>51.25801733</c:v>
                </c:pt>
                <c:pt idx="328">
                  <c:v>51.25744629</c:v>
                </c:pt>
                <c:pt idx="329">
                  <c:v>51.25689697</c:v>
                </c:pt>
                <c:pt idx="330">
                  <c:v>51.25616455</c:v>
                </c:pt>
                <c:pt idx="331">
                  <c:v>51.25559661</c:v>
                </c:pt>
                <c:pt idx="332">
                  <c:v>51.25488281</c:v>
                </c:pt>
                <c:pt idx="333">
                  <c:v>51.25420005</c:v>
                </c:pt>
                <c:pt idx="334">
                  <c:v>51.25346375</c:v>
                </c:pt>
                <c:pt idx="335">
                  <c:v>51.25300598</c:v>
                </c:pt>
                <c:pt idx="336">
                  <c:v>51.25236511</c:v>
                </c:pt>
                <c:pt idx="337">
                  <c:v>51.25167847</c:v>
                </c:pt>
                <c:pt idx="338">
                  <c:v>51.25089484</c:v>
                </c:pt>
                <c:pt idx="339">
                  <c:v>51.25024311</c:v>
                </c:pt>
                <c:pt idx="340">
                  <c:v>51.24959137</c:v>
                </c:pt>
                <c:pt idx="341">
                  <c:v>51.24884033</c:v>
                </c:pt>
                <c:pt idx="342">
                  <c:v>51.24842757</c:v>
                </c:pt>
                <c:pt idx="343">
                  <c:v>51.24777584</c:v>
                </c:pt>
                <c:pt idx="344">
                  <c:v>51.24710083</c:v>
                </c:pt>
                <c:pt idx="345">
                  <c:v>51.24609996</c:v>
                </c:pt>
                <c:pt idx="346">
                  <c:v>51.24554133</c:v>
                </c:pt>
                <c:pt idx="347">
                  <c:v>51.24484305</c:v>
                </c:pt>
                <c:pt idx="348">
                  <c:v>51.24421692</c:v>
                </c:pt>
                <c:pt idx="349">
                  <c:v>51.24363269</c:v>
                </c:pt>
                <c:pt idx="350">
                  <c:v>51.24288785</c:v>
                </c:pt>
                <c:pt idx="351">
                  <c:v>51.24223612</c:v>
                </c:pt>
                <c:pt idx="352">
                  <c:v>51.24160767</c:v>
                </c:pt>
                <c:pt idx="353">
                  <c:v>51.24093266</c:v>
                </c:pt>
                <c:pt idx="354">
                  <c:v>51.24042058</c:v>
                </c:pt>
                <c:pt idx="355">
                  <c:v>51.23967575</c:v>
                </c:pt>
                <c:pt idx="356">
                  <c:v>51.23908997</c:v>
                </c:pt>
                <c:pt idx="357">
                  <c:v>51.23840332</c:v>
                </c:pt>
                <c:pt idx="358">
                  <c:v>51.23776245</c:v>
                </c:pt>
                <c:pt idx="359">
                  <c:v>51.23707581</c:v>
                </c:pt>
                <c:pt idx="360">
                  <c:v>51.23641709</c:v>
                </c:pt>
                <c:pt idx="361">
                  <c:v>51.2359314</c:v>
                </c:pt>
                <c:pt idx="362">
                  <c:v>51.23548605</c:v>
                </c:pt>
                <c:pt idx="363">
                  <c:v>51.23492742</c:v>
                </c:pt>
                <c:pt idx="364">
                  <c:v>51.23450845</c:v>
                </c:pt>
                <c:pt idx="365">
                  <c:v>51.23404293</c:v>
                </c:pt>
                <c:pt idx="366">
                  <c:v>51.23373413</c:v>
                </c:pt>
                <c:pt idx="367">
                  <c:v>51.23336792</c:v>
                </c:pt>
                <c:pt idx="368">
                  <c:v>51.23311188</c:v>
                </c:pt>
                <c:pt idx="369">
                  <c:v>51.23286438</c:v>
                </c:pt>
                <c:pt idx="370">
                  <c:v>51.2326355</c:v>
                </c:pt>
                <c:pt idx="371">
                  <c:v>51.2324136</c:v>
                </c:pt>
                <c:pt idx="372">
                  <c:v>51.23231506</c:v>
                </c:pt>
                <c:pt idx="373">
                  <c:v>51.23213196</c:v>
                </c:pt>
                <c:pt idx="374">
                  <c:v>51.23208618</c:v>
                </c:pt>
                <c:pt idx="375">
                  <c:v>51.23194808</c:v>
                </c:pt>
                <c:pt idx="376">
                  <c:v>51.23185497</c:v>
                </c:pt>
                <c:pt idx="377">
                  <c:v>51.23180842</c:v>
                </c:pt>
                <c:pt idx="378">
                  <c:v>51.23176187</c:v>
                </c:pt>
                <c:pt idx="379">
                  <c:v>51.23171997</c:v>
                </c:pt>
                <c:pt idx="380">
                  <c:v>51.23167419</c:v>
                </c:pt>
                <c:pt idx="381">
                  <c:v>51.23162221</c:v>
                </c:pt>
                <c:pt idx="382">
                  <c:v>51.23162221</c:v>
                </c:pt>
                <c:pt idx="383">
                  <c:v>51.23158264</c:v>
                </c:pt>
                <c:pt idx="384">
                  <c:v>51.23153687</c:v>
                </c:pt>
                <c:pt idx="385">
                  <c:v>51.23153687</c:v>
                </c:pt>
                <c:pt idx="386">
                  <c:v>51.23148255</c:v>
                </c:pt>
                <c:pt idx="387">
                  <c:v>51.23148255</c:v>
                </c:pt>
                <c:pt idx="388">
                  <c:v>51.23144531</c:v>
                </c:pt>
                <c:pt idx="389">
                  <c:v>51.231436</c:v>
                </c:pt>
                <c:pt idx="390">
                  <c:v>51.23139954</c:v>
                </c:pt>
                <c:pt idx="391">
                  <c:v>51.23139954</c:v>
                </c:pt>
                <c:pt idx="392">
                  <c:v>51.23138945</c:v>
                </c:pt>
                <c:pt idx="393">
                  <c:v>51.23139954</c:v>
                </c:pt>
                <c:pt idx="394">
                  <c:v>51.23138945</c:v>
                </c:pt>
                <c:pt idx="395">
                  <c:v>51.23135376</c:v>
                </c:pt>
                <c:pt idx="396">
                  <c:v>51.23135376</c:v>
                </c:pt>
                <c:pt idx="397">
                  <c:v>51.23135376</c:v>
                </c:pt>
                <c:pt idx="398">
                  <c:v>51.23135376</c:v>
                </c:pt>
                <c:pt idx="399">
                  <c:v>51.2313429</c:v>
                </c:pt>
                <c:pt idx="400">
                  <c:v>51.23135376</c:v>
                </c:pt>
                <c:pt idx="401">
                  <c:v>51.23135376</c:v>
                </c:pt>
                <c:pt idx="402">
                  <c:v>51.23135376</c:v>
                </c:pt>
                <c:pt idx="403">
                  <c:v>51.2313429</c:v>
                </c:pt>
                <c:pt idx="404">
                  <c:v>51.23135376</c:v>
                </c:pt>
                <c:pt idx="405">
                  <c:v>51.23135376</c:v>
                </c:pt>
                <c:pt idx="406">
                  <c:v>51.2313429</c:v>
                </c:pt>
                <c:pt idx="407">
                  <c:v>51.23135376</c:v>
                </c:pt>
                <c:pt idx="408">
                  <c:v>51.2313429</c:v>
                </c:pt>
                <c:pt idx="409">
                  <c:v>51.23138945</c:v>
                </c:pt>
                <c:pt idx="410">
                  <c:v>51.23138945</c:v>
                </c:pt>
                <c:pt idx="411">
                  <c:v>51.23138945</c:v>
                </c:pt>
                <c:pt idx="412">
                  <c:v>51.23139954</c:v>
                </c:pt>
                <c:pt idx="413">
                  <c:v>51.23138945</c:v>
                </c:pt>
                <c:pt idx="414">
                  <c:v>51.23139954</c:v>
                </c:pt>
                <c:pt idx="415">
                  <c:v>51.231436</c:v>
                </c:pt>
                <c:pt idx="416">
                  <c:v>51.23144531</c:v>
                </c:pt>
                <c:pt idx="417">
                  <c:v>51.231436</c:v>
                </c:pt>
                <c:pt idx="418">
                  <c:v>51.23144531</c:v>
                </c:pt>
                <c:pt idx="419">
                  <c:v>51.23148255</c:v>
                </c:pt>
                <c:pt idx="420">
                  <c:v>51.23149109</c:v>
                </c:pt>
                <c:pt idx="421">
                  <c:v>51.23148255</c:v>
                </c:pt>
                <c:pt idx="422">
                  <c:v>51.23148255</c:v>
                </c:pt>
                <c:pt idx="423">
                  <c:v>51.23149109</c:v>
                </c:pt>
                <c:pt idx="424">
                  <c:v>51.23149109</c:v>
                </c:pt>
                <c:pt idx="425">
                  <c:v>51.23153687</c:v>
                </c:pt>
                <c:pt idx="426">
                  <c:v>51.23152911</c:v>
                </c:pt>
                <c:pt idx="427">
                  <c:v>51.23152911</c:v>
                </c:pt>
                <c:pt idx="428">
                  <c:v>51.23153687</c:v>
                </c:pt>
                <c:pt idx="429">
                  <c:v>51.23153687</c:v>
                </c:pt>
                <c:pt idx="430">
                  <c:v>51.23152911</c:v>
                </c:pt>
                <c:pt idx="431">
                  <c:v>51.23153687</c:v>
                </c:pt>
                <c:pt idx="432">
                  <c:v>51.23152911</c:v>
                </c:pt>
                <c:pt idx="433">
                  <c:v>51.23153687</c:v>
                </c:pt>
                <c:pt idx="434">
                  <c:v>51.23152911</c:v>
                </c:pt>
                <c:pt idx="435">
                  <c:v>51.23153687</c:v>
                </c:pt>
                <c:pt idx="436">
                  <c:v>51.23153687</c:v>
                </c:pt>
                <c:pt idx="437">
                  <c:v>51.23153687</c:v>
                </c:pt>
                <c:pt idx="438">
                  <c:v>51.23148255</c:v>
                </c:pt>
                <c:pt idx="439">
                  <c:v>51.23149109</c:v>
                </c:pt>
                <c:pt idx="440">
                  <c:v>51.23149109</c:v>
                </c:pt>
                <c:pt idx="441">
                  <c:v>51.23144531</c:v>
                </c:pt>
                <c:pt idx="442">
                  <c:v>51.23144531</c:v>
                </c:pt>
                <c:pt idx="443">
                  <c:v>51.23139954</c:v>
                </c:pt>
                <c:pt idx="444">
                  <c:v>51.23139954</c:v>
                </c:pt>
                <c:pt idx="445">
                  <c:v>51.23135376</c:v>
                </c:pt>
                <c:pt idx="446">
                  <c:v>51.23135376</c:v>
                </c:pt>
                <c:pt idx="447">
                  <c:v>51.23130798</c:v>
                </c:pt>
                <c:pt idx="448">
                  <c:v>51.23130798</c:v>
                </c:pt>
                <c:pt idx="449">
                  <c:v>51.23126221</c:v>
                </c:pt>
                <c:pt idx="450">
                  <c:v>51.23121643</c:v>
                </c:pt>
                <c:pt idx="451">
                  <c:v>51.23117065</c:v>
                </c:pt>
                <c:pt idx="452">
                  <c:v>51.23112488</c:v>
                </c:pt>
                <c:pt idx="453">
                  <c:v>51.23111014</c:v>
                </c:pt>
                <c:pt idx="454">
                  <c:v>51.23106358</c:v>
                </c:pt>
                <c:pt idx="455">
                  <c:v>51.23103333</c:v>
                </c:pt>
                <c:pt idx="456">
                  <c:v>51.23097048</c:v>
                </c:pt>
                <c:pt idx="457">
                  <c:v>51.23092393</c:v>
                </c:pt>
                <c:pt idx="458">
                  <c:v>51.230896</c:v>
                </c:pt>
                <c:pt idx="459">
                  <c:v>51.23087738</c:v>
                </c:pt>
                <c:pt idx="460">
                  <c:v>51.23083082</c:v>
                </c:pt>
                <c:pt idx="461">
                  <c:v>51.23078427</c:v>
                </c:pt>
                <c:pt idx="462">
                  <c:v>51.23073772</c:v>
                </c:pt>
                <c:pt idx="463">
                  <c:v>51.23069117</c:v>
                </c:pt>
                <c:pt idx="464">
                  <c:v>51.23064461</c:v>
                </c:pt>
                <c:pt idx="465">
                  <c:v>51.23059806</c:v>
                </c:pt>
                <c:pt idx="466">
                  <c:v>51.23052979</c:v>
                </c:pt>
                <c:pt idx="467">
                  <c:v>51.23050496</c:v>
                </c:pt>
                <c:pt idx="468">
                  <c:v>51.23043823</c:v>
                </c:pt>
                <c:pt idx="469">
                  <c:v>51.23041185</c:v>
                </c:pt>
                <c:pt idx="470">
                  <c:v>51.23034668</c:v>
                </c:pt>
                <c:pt idx="471">
                  <c:v>51.2303009</c:v>
                </c:pt>
                <c:pt idx="472">
                  <c:v>51.23025513</c:v>
                </c:pt>
                <c:pt idx="473">
                  <c:v>51.23016357</c:v>
                </c:pt>
                <c:pt idx="474">
                  <c:v>51.23013254</c:v>
                </c:pt>
                <c:pt idx="475">
                  <c:v>51.23007202</c:v>
                </c:pt>
                <c:pt idx="476">
                  <c:v>51.23003943</c:v>
                </c:pt>
                <c:pt idx="477">
                  <c:v>51.22998047</c:v>
                </c:pt>
                <c:pt idx="478">
                  <c:v>51.22989978</c:v>
                </c:pt>
                <c:pt idx="479">
                  <c:v>51.22985323</c:v>
                </c:pt>
                <c:pt idx="480">
                  <c:v>51.22975159</c:v>
                </c:pt>
                <c:pt idx="481">
                  <c:v>51.22971357</c:v>
                </c:pt>
                <c:pt idx="482">
                  <c:v>51.22962046</c:v>
                </c:pt>
                <c:pt idx="483">
                  <c:v>51.22957391</c:v>
                </c:pt>
                <c:pt idx="484">
                  <c:v>51.22952271</c:v>
                </c:pt>
                <c:pt idx="485">
                  <c:v>51.22948081</c:v>
                </c:pt>
                <c:pt idx="486">
                  <c:v>51.2293877</c:v>
                </c:pt>
                <c:pt idx="487">
                  <c:v>51.22934115</c:v>
                </c:pt>
                <c:pt idx="488">
                  <c:v>51.22924805</c:v>
                </c:pt>
                <c:pt idx="489">
                  <c:v>51.22920227</c:v>
                </c:pt>
                <c:pt idx="490">
                  <c:v>51.22915649</c:v>
                </c:pt>
                <c:pt idx="491">
                  <c:v>51.22906184</c:v>
                </c:pt>
                <c:pt idx="492">
                  <c:v>51.22897339</c:v>
                </c:pt>
                <c:pt idx="493">
                  <c:v>51.22896873</c:v>
                </c:pt>
                <c:pt idx="494">
                  <c:v>51.22888184</c:v>
                </c:pt>
                <c:pt idx="495">
                  <c:v>51.22878252</c:v>
                </c:pt>
                <c:pt idx="496">
                  <c:v>51.22873597</c:v>
                </c:pt>
                <c:pt idx="497">
                  <c:v>51.22868942</c:v>
                </c:pt>
                <c:pt idx="498">
                  <c:v>51.22860718</c:v>
                </c:pt>
                <c:pt idx="499">
                  <c:v>51.22851563</c:v>
                </c:pt>
                <c:pt idx="500">
                  <c:v>51.22845666</c:v>
                </c:pt>
                <c:pt idx="501">
                  <c:v>51.22841011</c:v>
                </c:pt>
                <c:pt idx="502">
                  <c:v>51.22833252</c:v>
                </c:pt>
                <c:pt idx="503">
                  <c:v>51.22827045</c:v>
                </c:pt>
                <c:pt idx="504">
                  <c:v>51.22819519</c:v>
                </c:pt>
                <c:pt idx="505">
                  <c:v>51.22814941</c:v>
                </c:pt>
                <c:pt idx="506">
                  <c:v>51.22808424</c:v>
                </c:pt>
                <c:pt idx="507">
                  <c:v>51.22805786</c:v>
                </c:pt>
                <c:pt idx="508">
                  <c:v>51.22796631</c:v>
                </c:pt>
                <c:pt idx="509">
                  <c:v>51.22792053</c:v>
                </c:pt>
                <c:pt idx="510">
                  <c:v>51.22785148</c:v>
                </c:pt>
                <c:pt idx="511">
                  <c:v>51.2277832</c:v>
                </c:pt>
                <c:pt idx="512">
                  <c:v>51.22775838</c:v>
                </c:pt>
                <c:pt idx="513">
                  <c:v>51.22769165</c:v>
                </c:pt>
                <c:pt idx="514">
                  <c:v>51.22764587</c:v>
                </c:pt>
                <c:pt idx="515">
                  <c:v>51.22755432</c:v>
                </c:pt>
                <c:pt idx="516">
                  <c:v>51.22752561</c:v>
                </c:pt>
                <c:pt idx="517">
                  <c:v>51.22746277</c:v>
                </c:pt>
                <c:pt idx="518">
                  <c:v>51.22743251</c:v>
                </c:pt>
                <c:pt idx="519">
                  <c:v>51.22737122</c:v>
                </c:pt>
                <c:pt idx="520">
                  <c:v>51.22732544</c:v>
                </c:pt>
                <c:pt idx="521">
                  <c:v>51.22729285</c:v>
                </c:pt>
                <c:pt idx="522">
                  <c:v>51.2272463</c:v>
                </c:pt>
                <c:pt idx="523">
                  <c:v>51.22719975</c:v>
                </c:pt>
                <c:pt idx="524">
                  <c:v>51.22710664</c:v>
                </c:pt>
                <c:pt idx="525">
                  <c:v>51.22709656</c:v>
                </c:pt>
                <c:pt idx="526">
                  <c:v>51.22706009</c:v>
                </c:pt>
                <c:pt idx="527">
                  <c:v>51.227005</c:v>
                </c:pt>
                <c:pt idx="528">
                  <c:v>51.22696699</c:v>
                </c:pt>
                <c:pt idx="529">
                  <c:v>51.22687388</c:v>
                </c:pt>
                <c:pt idx="530">
                  <c:v>51.22682733</c:v>
                </c:pt>
                <c:pt idx="531">
                  <c:v>51.22677612</c:v>
                </c:pt>
                <c:pt idx="532">
                  <c:v>51.22673035</c:v>
                </c:pt>
                <c:pt idx="533">
                  <c:v>51.22663879</c:v>
                </c:pt>
                <c:pt idx="534">
                  <c:v>51.22659457</c:v>
                </c:pt>
                <c:pt idx="535">
                  <c:v>51.22654802</c:v>
                </c:pt>
                <c:pt idx="536">
                  <c:v>51.22650146</c:v>
                </c:pt>
                <c:pt idx="537">
                  <c:v>51.22645491</c:v>
                </c:pt>
                <c:pt idx="538">
                  <c:v>51.22640991</c:v>
                </c:pt>
                <c:pt idx="539">
                  <c:v>51.22636181</c:v>
                </c:pt>
                <c:pt idx="540">
                  <c:v>51.22631526</c:v>
                </c:pt>
                <c:pt idx="541">
                  <c:v>51.2262687</c:v>
                </c:pt>
                <c:pt idx="542">
                  <c:v>51.22622681</c:v>
                </c:pt>
                <c:pt idx="543">
                  <c:v>51.2261756</c:v>
                </c:pt>
                <c:pt idx="544">
                  <c:v>51.22612905</c:v>
                </c:pt>
                <c:pt idx="545">
                  <c:v>51.22608249</c:v>
                </c:pt>
                <c:pt idx="546">
                  <c:v>51.22603594</c:v>
                </c:pt>
                <c:pt idx="547">
                  <c:v>51.22598939</c:v>
                </c:pt>
                <c:pt idx="548">
                  <c:v>51.22594284</c:v>
                </c:pt>
                <c:pt idx="549">
                  <c:v>51.22589629</c:v>
                </c:pt>
                <c:pt idx="550">
                  <c:v>51.22584973</c:v>
                </c:pt>
                <c:pt idx="551">
                  <c:v>51.22576904</c:v>
                </c:pt>
                <c:pt idx="552">
                  <c:v>51.22572327</c:v>
                </c:pt>
                <c:pt idx="553">
                  <c:v>51.22567749</c:v>
                </c:pt>
                <c:pt idx="554">
                  <c:v>51.22563171</c:v>
                </c:pt>
                <c:pt idx="555">
                  <c:v>51.22554016</c:v>
                </c:pt>
                <c:pt idx="556">
                  <c:v>51.22552387</c:v>
                </c:pt>
                <c:pt idx="557">
                  <c:v>51.22547732</c:v>
                </c:pt>
                <c:pt idx="558">
                  <c:v>51.22540283</c:v>
                </c:pt>
                <c:pt idx="559">
                  <c:v>51.22535706</c:v>
                </c:pt>
                <c:pt idx="560">
                  <c:v>51.22529111</c:v>
                </c:pt>
                <c:pt idx="561">
                  <c:v>51.22521973</c:v>
                </c:pt>
                <c:pt idx="562">
                  <c:v>51.22517395</c:v>
                </c:pt>
                <c:pt idx="563">
                  <c:v>51.2251049</c:v>
                </c:pt>
                <c:pt idx="564">
                  <c:v>51.22505835</c:v>
                </c:pt>
                <c:pt idx="565">
                  <c:v>51.22501179</c:v>
                </c:pt>
                <c:pt idx="566">
                  <c:v>51.22496524</c:v>
                </c:pt>
                <c:pt idx="567">
                  <c:v>51.22489929</c:v>
                </c:pt>
                <c:pt idx="568">
                  <c:v>51.22485352</c:v>
                </c:pt>
                <c:pt idx="569">
                  <c:v>51.22477903</c:v>
                </c:pt>
                <c:pt idx="570">
                  <c:v>51.22476196</c:v>
                </c:pt>
                <c:pt idx="571">
                  <c:v>51.22471619</c:v>
                </c:pt>
                <c:pt idx="572">
                  <c:v>51.22467041</c:v>
                </c:pt>
                <c:pt idx="573">
                  <c:v>51.22462463</c:v>
                </c:pt>
                <c:pt idx="574">
                  <c:v>51.22459282</c:v>
                </c:pt>
                <c:pt idx="575">
                  <c:v>51.22453308</c:v>
                </c:pt>
                <c:pt idx="576">
                  <c:v>51.22449972</c:v>
                </c:pt>
                <c:pt idx="577">
                  <c:v>51.22444153</c:v>
                </c:pt>
                <c:pt idx="578">
                  <c:v>51.22439575</c:v>
                </c:pt>
                <c:pt idx="579">
                  <c:v>51.22436006</c:v>
                </c:pt>
                <c:pt idx="580">
                  <c:v>51.22431351</c:v>
                </c:pt>
                <c:pt idx="581">
                  <c:v>51.22422041</c:v>
                </c:pt>
                <c:pt idx="582">
                  <c:v>51.22421265</c:v>
                </c:pt>
                <c:pt idx="583">
                  <c:v>51.22416687</c:v>
                </c:pt>
                <c:pt idx="584">
                  <c:v>51.22412109</c:v>
                </c:pt>
                <c:pt idx="585">
                  <c:v>51.22408075</c:v>
                </c:pt>
                <c:pt idx="586">
                  <c:v>51.22402954</c:v>
                </c:pt>
                <c:pt idx="587">
                  <c:v>51.22398376</c:v>
                </c:pt>
                <c:pt idx="588">
                  <c:v>51.22394109</c:v>
                </c:pt>
                <c:pt idx="589">
                  <c:v>51.22389454</c:v>
                </c:pt>
                <c:pt idx="590">
                  <c:v>51.22384799</c:v>
                </c:pt>
                <c:pt idx="591">
                  <c:v>51.22380066</c:v>
                </c:pt>
                <c:pt idx="592">
                  <c:v>51.22375488</c:v>
                </c:pt>
                <c:pt idx="593">
                  <c:v>51.22370911</c:v>
                </c:pt>
                <c:pt idx="594">
                  <c:v>51.22366333</c:v>
                </c:pt>
                <c:pt idx="595">
                  <c:v>51.22361523</c:v>
                </c:pt>
                <c:pt idx="596">
                  <c:v>51.22357178</c:v>
                </c:pt>
                <c:pt idx="597">
                  <c:v>51.22352212</c:v>
                </c:pt>
                <c:pt idx="598">
                  <c:v>51.22347557</c:v>
                </c:pt>
                <c:pt idx="599">
                  <c:v>51.22342902</c:v>
                </c:pt>
                <c:pt idx="600">
                  <c:v>51.22338867</c:v>
                </c:pt>
                <c:pt idx="601">
                  <c:v>51.22329712</c:v>
                </c:pt>
                <c:pt idx="602">
                  <c:v>51.22328936</c:v>
                </c:pt>
                <c:pt idx="603">
                  <c:v>51.22320557</c:v>
                </c:pt>
                <c:pt idx="604">
                  <c:v>51.22315979</c:v>
                </c:pt>
                <c:pt idx="605">
                  <c:v>51.22310315</c:v>
                </c:pt>
                <c:pt idx="606">
                  <c:v>51.22306824</c:v>
                </c:pt>
                <c:pt idx="607">
                  <c:v>51.22301005</c:v>
                </c:pt>
                <c:pt idx="608">
                  <c:v>51.22296349</c:v>
                </c:pt>
                <c:pt idx="609">
                  <c:v>51.22293091</c:v>
                </c:pt>
                <c:pt idx="610">
                  <c:v>51.22287039</c:v>
                </c:pt>
                <c:pt idx="611">
                  <c:v>51.22282384</c:v>
                </c:pt>
                <c:pt idx="612">
                  <c:v>51.22277729</c:v>
                </c:pt>
                <c:pt idx="613">
                  <c:v>51.22268418</c:v>
                </c:pt>
                <c:pt idx="614">
                  <c:v>51.22263763</c:v>
                </c:pt>
                <c:pt idx="615">
                  <c:v>51.2225647</c:v>
                </c:pt>
                <c:pt idx="616">
                  <c:v>51.2225647</c:v>
                </c:pt>
                <c:pt idx="617">
                  <c:v>51.22249797</c:v>
                </c:pt>
                <c:pt idx="618">
                  <c:v>51.22245142</c:v>
                </c:pt>
                <c:pt idx="619">
                  <c:v>51.22240487</c:v>
                </c:pt>
                <c:pt idx="620">
                  <c:v>51.22233582</c:v>
                </c:pt>
                <c:pt idx="621">
                  <c:v>51.22231176</c:v>
                </c:pt>
                <c:pt idx="622">
                  <c:v>51.22221866</c:v>
                </c:pt>
                <c:pt idx="623">
                  <c:v>51.222079</c:v>
                </c:pt>
                <c:pt idx="624">
                  <c:v>51.22203245</c:v>
                </c:pt>
                <c:pt idx="625">
                  <c:v>51.22201538</c:v>
                </c:pt>
                <c:pt idx="626">
                  <c:v>51.22192383</c:v>
                </c:pt>
                <c:pt idx="627">
                  <c:v>51.22187805</c:v>
                </c:pt>
                <c:pt idx="628">
                  <c:v>51.22183228</c:v>
                </c:pt>
                <c:pt idx="629">
                  <c:v>51.2217865</c:v>
                </c:pt>
                <c:pt idx="630">
                  <c:v>51.22169495</c:v>
                </c:pt>
                <c:pt idx="631">
                  <c:v>51.22164917</c:v>
                </c:pt>
                <c:pt idx="632">
                  <c:v>51.22160339</c:v>
                </c:pt>
                <c:pt idx="633">
                  <c:v>51.22152038</c:v>
                </c:pt>
                <c:pt idx="634">
                  <c:v>51.22152038</c:v>
                </c:pt>
                <c:pt idx="635">
                  <c:v>51.22142029</c:v>
                </c:pt>
                <c:pt idx="636">
                  <c:v>51.22138072</c:v>
                </c:pt>
                <c:pt idx="637">
                  <c:v>51.22132874</c:v>
                </c:pt>
                <c:pt idx="638">
                  <c:v>51.22123718</c:v>
                </c:pt>
                <c:pt idx="639">
                  <c:v>51.22119451</c:v>
                </c:pt>
                <c:pt idx="640">
                  <c:v>51.22105408</c:v>
                </c:pt>
                <c:pt idx="641">
                  <c:v>51.2210083</c:v>
                </c:pt>
                <c:pt idx="642">
                  <c:v>51.22096175</c:v>
                </c:pt>
                <c:pt idx="643">
                  <c:v>51.22086864</c:v>
                </c:pt>
                <c:pt idx="644">
                  <c:v>51.22086864</c:v>
                </c:pt>
                <c:pt idx="645">
                  <c:v>51.22077554</c:v>
                </c:pt>
                <c:pt idx="646">
                  <c:v>51.22072899</c:v>
                </c:pt>
                <c:pt idx="647">
                  <c:v>51.22068787</c:v>
                </c:pt>
                <c:pt idx="648">
                  <c:v>51.22059631</c:v>
                </c:pt>
                <c:pt idx="649">
                  <c:v>51.22058933</c:v>
                </c:pt>
                <c:pt idx="650">
                  <c:v>51.22049623</c:v>
                </c:pt>
                <c:pt idx="651">
                  <c:v>51.22044967</c:v>
                </c:pt>
                <c:pt idx="652">
                  <c:v>51.22045898</c:v>
                </c:pt>
                <c:pt idx="653">
                  <c:v>51.22036743</c:v>
                </c:pt>
                <c:pt idx="654">
                  <c:v>51.22032166</c:v>
                </c:pt>
                <c:pt idx="655">
                  <c:v>51.22027588</c:v>
                </c:pt>
                <c:pt idx="656">
                  <c:v>51.22021691</c:v>
                </c:pt>
                <c:pt idx="657">
                  <c:v>51.22017036</c:v>
                </c:pt>
                <c:pt idx="658">
                  <c:v>51.22012381</c:v>
                </c:pt>
                <c:pt idx="659">
                  <c:v>51.22009277</c:v>
                </c:pt>
                <c:pt idx="660">
                  <c:v>51.220047</c:v>
                </c:pt>
                <c:pt idx="661">
                  <c:v>51.21998415</c:v>
                </c:pt>
                <c:pt idx="662">
                  <c:v>51.21995544</c:v>
                </c:pt>
                <c:pt idx="663">
                  <c:v>51.21990967</c:v>
                </c:pt>
                <c:pt idx="664">
                  <c:v>51.21986389</c:v>
                </c:pt>
                <c:pt idx="665">
                  <c:v>51.21979794</c:v>
                </c:pt>
                <c:pt idx="666">
                  <c:v>51.21977234</c:v>
                </c:pt>
                <c:pt idx="667">
                  <c:v>51.21970484</c:v>
                </c:pt>
                <c:pt idx="668">
                  <c:v>51.21965829</c:v>
                </c:pt>
                <c:pt idx="669">
                  <c:v>51.21965829</c:v>
                </c:pt>
                <c:pt idx="670">
                  <c:v>51.21963501</c:v>
                </c:pt>
                <c:pt idx="671">
                  <c:v>51.21956518</c:v>
                </c:pt>
                <c:pt idx="672">
                  <c:v>51.21951863</c:v>
                </c:pt>
                <c:pt idx="673">
                  <c:v>51.21947208</c:v>
                </c:pt>
                <c:pt idx="674">
                  <c:v>51.2194519</c:v>
                </c:pt>
                <c:pt idx="675">
                  <c:v>51.21940613</c:v>
                </c:pt>
                <c:pt idx="676">
                  <c:v>51.21933242</c:v>
                </c:pt>
                <c:pt idx="677">
                  <c:v>51.21928587</c:v>
                </c:pt>
                <c:pt idx="678">
                  <c:v>51.21922302</c:v>
                </c:pt>
                <c:pt idx="679">
                  <c:v>51.21919276</c:v>
                </c:pt>
                <c:pt idx="680">
                  <c:v>51.21914621</c:v>
                </c:pt>
                <c:pt idx="681">
                  <c:v>51.21909966</c:v>
                </c:pt>
                <c:pt idx="682">
                  <c:v>51.21908569</c:v>
                </c:pt>
                <c:pt idx="683">
                  <c:v>51.21899414</c:v>
                </c:pt>
                <c:pt idx="684">
                  <c:v>51.21899414</c:v>
                </c:pt>
                <c:pt idx="685">
                  <c:v>51.21894836</c:v>
                </c:pt>
                <c:pt idx="686">
                  <c:v>51.21891345</c:v>
                </c:pt>
                <c:pt idx="687">
                  <c:v>51.21885681</c:v>
                </c:pt>
                <c:pt idx="688">
                  <c:v>51.21881104</c:v>
                </c:pt>
                <c:pt idx="689">
                  <c:v>51.21877379</c:v>
                </c:pt>
                <c:pt idx="690">
                  <c:v>51.21872724</c:v>
                </c:pt>
                <c:pt idx="691">
                  <c:v>51.21868069</c:v>
                </c:pt>
                <c:pt idx="692">
                  <c:v>51.21862793</c:v>
                </c:pt>
                <c:pt idx="693">
                  <c:v>51.21858758</c:v>
                </c:pt>
                <c:pt idx="694">
                  <c:v>51.21858215</c:v>
                </c:pt>
                <c:pt idx="695">
                  <c:v>51.21853638</c:v>
                </c:pt>
                <c:pt idx="696">
                  <c:v>51.21849448</c:v>
                </c:pt>
                <c:pt idx="697">
                  <c:v>51.21844482</c:v>
                </c:pt>
                <c:pt idx="698">
                  <c:v>51.21839905</c:v>
                </c:pt>
                <c:pt idx="699">
                  <c:v>51.21840138</c:v>
                </c:pt>
                <c:pt idx="700">
                  <c:v>51.21835482</c:v>
                </c:pt>
                <c:pt idx="701">
                  <c:v>51.2183075</c:v>
                </c:pt>
                <c:pt idx="702">
                  <c:v>51.21826172</c:v>
                </c:pt>
                <c:pt idx="703">
                  <c:v>51.21826172</c:v>
                </c:pt>
                <c:pt idx="704">
                  <c:v>51.21821594</c:v>
                </c:pt>
                <c:pt idx="705">
                  <c:v>51.21817017</c:v>
                </c:pt>
                <c:pt idx="706">
                  <c:v>51.21816861</c:v>
                </c:pt>
                <c:pt idx="707">
                  <c:v>51.21812206</c:v>
                </c:pt>
                <c:pt idx="708">
                  <c:v>51.21807861</c:v>
                </c:pt>
                <c:pt idx="709">
                  <c:v>51.21807551</c:v>
                </c:pt>
                <c:pt idx="710">
                  <c:v>51.21802896</c:v>
                </c:pt>
                <c:pt idx="711">
                  <c:v>51.21798706</c:v>
                </c:pt>
                <c:pt idx="712">
                  <c:v>51.21798241</c:v>
                </c:pt>
                <c:pt idx="713">
                  <c:v>51.21794128</c:v>
                </c:pt>
                <c:pt idx="714">
                  <c:v>51.2178893</c:v>
                </c:pt>
                <c:pt idx="715">
                  <c:v>51.2178893</c:v>
                </c:pt>
                <c:pt idx="716">
                  <c:v>51.21784275</c:v>
                </c:pt>
                <c:pt idx="717">
                  <c:v>51.2177962</c:v>
                </c:pt>
                <c:pt idx="718">
                  <c:v>51.2177962</c:v>
                </c:pt>
                <c:pt idx="719">
                  <c:v>51.21775818</c:v>
                </c:pt>
                <c:pt idx="720">
                  <c:v>51.21774964</c:v>
                </c:pt>
                <c:pt idx="721">
                  <c:v>51.21770309</c:v>
                </c:pt>
                <c:pt idx="722">
                  <c:v>51.21765654</c:v>
                </c:pt>
                <c:pt idx="723">
                  <c:v>51.21762085</c:v>
                </c:pt>
                <c:pt idx="724">
                  <c:v>51.21757507</c:v>
                </c:pt>
                <c:pt idx="725">
                  <c:v>51.21756344</c:v>
                </c:pt>
                <c:pt idx="726">
                  <c:v>51.2175293</c:v>
                </c:pt>
                <c:pt idx="727">
                  <c:v>51.21748352</c:v>
                </c:pt>
                <c:pt idx="728">
                  <c:v>51.21747033</c:v>
                </c:pt>
                <c:pt idx="729">
                  <c:v>51.21742378</c:v>
                </c:pt>
                <c:pt idx="730">
                  <c:v>51.21737723</c:v>
                </c:pt>
                <c:pt idx="731">
                  <c:v>51.21734619</c:v>
                </c:pt>
                <c:pt idx="732">
                  <c:v>51.21733067</c:v>
                </c:pt>
                <c:pt idx="733">
                  <c:v>51.21725464</c:v>
                </c:pt>
                <c:pt idx="734">
                  <c:v>51.21725464</c:v>
                </c:pt>
                <c:pt idx="735">
                  <c:v>51.21720886</c:v>
                </c:pt>
                <c:pt idx="736">
                  <c:v>51.21714447</c:v>
                </c:pt>
                <c:pt idx="737">
                  <c:v>51.21711731</c:v>
                </c:pt>
                <c:pt idx="738">
                  <c:v>51.21709791</c:v>
                </c:pt>
                <c:pt idx="739">
                  <c:v>51.21705136</c:v>
                </c:pt>
                <c:pt idx="740">
                  <c:v>51.21705136</c:v>
                </c:pt>
                <c:pt idx="741">
                  <c:v>51.21700481</c:v>
                </c:pt>
                <c:pt idx="742">
                  <c:v>51.21697998</c:v>
                </c:pt>
                <c:pt idx="743">
                  <c:v>51.2169342</c:v>
                </c:pt>
                <c:pt idx="744">
                  <c:v>51.21688843</c:v>
                </c:pt>
                <c:pt idx="745">
                  <c:v>51.21686515</c:v>
                </c:pt>
                <c:pt idx="746">
                  <c:v>51.21686515</c:v>
                </c:pt>
                <c:pt idx="747">
                  <c:v>51.21679688</c:v>
                </c:pt>
                <c:pt idx="748">
                  <c:v>51.21677205</c:v>
                </c:pt>
                <c:pt idx="749">
                  <c:v>51.2167511</c:v>
                </c:pt>
                <c:pt idx="750">
                  <c:v>51.21670532</c:v>
                </c:pt>
                <c:pt idx="751">
                  <c:v>51.21665955</c:v>
                </c:pt>
                <c:pt idx="752">
                  <c:v>51.21661377</c:v>
                </c:pt>
                <c:pt idx="753">
                  <c:v>51.21661377</c:v>
                </c:pt>
                <c:pt idx="754">
                  <c:v>51.21658584</c:v>
                </c:pt>
                <c:pt idx="755">
                  <c:v>51.21653929</c:v>
                </c:pt>
                <c:pt idx="756">
                  <c:v>51.21652222</c:v>
                </c:pt>
                <c:pt idx="757">
                  <c:v>51.21649273</c:v>
                </c:pt>
                <c:pt idx="758">
                  <c:v>51.21643066</c:v>
                </c:pt>
                <c:pt idx="759">
                  <c:v>51.21643066</c:v>
                </c:pt>
                <c:pt idx="760">
                  <c:v>51.21635308</c:v>
                </c:pt>
                <c:pt idx="761">
                  <c:v>51.21633911</c:v>
                </c:pt>
                <c:pt idx="762">
                  <c:v>51.21629333</c:v>
                </c:pt>
                <c:pt idx="763">
                  <c:v>51.21624756</c:v>
                </c:pt>
                <c:pt idx="764">
                  <c:v>51.21625997</c:v>
                </c:pt>
                <c:pt idx="765">
                  <c:v>51.21620178</c:v>
                </c:pt>
                <c:pt idx="766">
                  <c:v>51.21616687</c:v>
                </c:pt>
                <c:pt idx="767">
                  <c:v>51.21612032</c:v>
                </c:pt>
                <c:pt idx="768">
                  <c:v>51.21607376</c:v>
                </c:pt>
                <c:pt idx="769">
                  <c:v>51.21602721</c:v>
                </c:pt>
                <c:pt idx="770">
                  <c:v>51.21598066</c:v>
                </c:pt>
                <c:pt idx="771">
                  <c:v>51.21592712</c:v>
                </c:pt>
                <c:pt idx="772">
                  <c:v>51.21592712</c:v>
                </c:pt>
                <c:pt idx="773">
                  <c:v>51.21588135</c:v>
                </c:pt>
                <c:pt idx="774">
                  <c:v>51.21583557</c:v>
                </c:pt>
                <c:pt idx="775">
                  <c:v>51.21579445</c:v>
                </c:pt>
                <c:pt idx="776">
                  <c:v>51.2157479</c:v>
                </c:pt>
                <c:pt idx="777">
                  <c:v>51.21569824</c:v>
                </c:pt>
                <c:pt idx="778">
                  <c:v>51.21569824</c:v>
                </c:pt>
                <c:pt idx="779">
                  <c:v>51.21565247</c:v>
                </c:pt>
                <c:pt idx="780">
                  <c:v>51.21560824</c:v>
                </c:pt>
                <c:pt idx="781">
                  <c:v>51.21556091</c:v>
                </c:pt>
                <c:pt idx="782">
                  <c:v>51.21551514</c:v>
                </c:pt>
                <c:pt idx="783">
                  <c:v>51.21546858</c:v>
                </c:pt>
                <c:pt idx="784">
                  <c:v>51.21542358</c:v>
                </c:pt>
                <c:pt idx="785">
                  <c:v>51.21537548</c:v>
                </c:pt>
                <c:pt idx="786">
                  <c:v>51.21533203</c:v>
                </c:pt>
                <c:pt idx="787">
                  <c:v>51.21533203</c:v>
                </c:pt>
                <c:pt idx="788">
                  <c:v>51.21528238</c:v>
                </c:pt>
                <c:pt idx="789">
                  <c:v>51.21524048</c:v>
                </c:pt>
                <c:pt idx="790">
                  <c:v>51.2151947</c:v>
                </c:pt>
                <c:pt idx="791">
                  <c:v>51.21514893</c:v>
                </c:pt>
                <c:pt idx="792">
                  <c:v>51.21510315</c:v>
                </c:pt>
                <c:pt idx="793">
                  <c:v>51.21509617</c:v>
                </c:pt>
                <c:pt idx="794">
                  <c:v>51.21504961</c:v>
                </c:pt>
                <c:pt idx="795">
                  <c:v>51.2150116</c:v>
                </c:pt>
                <c:pt idx="796">
                  <c:v>51.21492004</c:v>
                </c:pt>
                <c:pt idx="797">
                  <c:v>51.21487427</c:v>
                </c:pt>
                <c:pt idx="798">
                  <c:v>51.2147703</c:v>
                </c:pt>
                <c:pt idx="799">
                  <c:v>51.21469116</c:v>
                </c:pt>
                <c:pt idx="800">
                  <c:v>51.21459961</c:v>
                </c:pt>
                <c:pt idx="801">
                  <c:v>51.21449099</c:v>
                </c:pt>
                <c:pt idx="802">
                  <c:v>51.21437073</c:v>
                </c:pt>
                <c:pt idx="803">
                  <c:v>51.2142334</c:v>
                </c:pt>
                <c:pt idx="804">
                  <c:v>51.21411857</c:v>
                </c:pt>
                <c:pt idx="805">
                  <c:v>51.21395874</c:v>
                </c:pt>
                <c:pt idx="806">
                  <c:v>51.21377563</c:v>
                </c:pt>
                <c:pt idx="807">
                  <c:v>51.21360649</c:v>
                </c:pt>
                <c:pt idx="808">
                  <c:v>51.21350098</c:v>
                </c:pt>
                <c:pt idx="809">
                  <c:v>51.21328063</c:v>
                </c:pt>
                <c:pt idx="810">
                  <c:v>51.21300132</c:v>
                </c:pt>
                <c:pt idx="811">
                  <c:v>51.21276855</c:v>
                </c:pt>
                <c:pt idx="812">
                  <c:v>51.21258545</c:v>
                </c:pt>
                <c:pt idx="813">
                  <c:v>51.21239614</c:v>
                </c:pt>
                <c:pt idx="814">
                  <c:v>51.21212769</c:v>
                </c:pt>
                <c:pt idx="815">
                  <c:v>51.21183751</c:v>
                </c:pt>
                <c:pt idx="816">
                  <c:v>51.2115582</c:v>
                </c:pt>
                <c:pt idx="817">
                  <c:v>51.21125793</c:v>
                </c:pt>
                <c:pt idx="818">
                  <c:v>51.21095302</c:v>
                </c:pt>
                <c:pt idx="819">
                  <c:v>51.21066284</c:v>
                </c:pt>
                <c:pt idx="820">
                  <c:v>51.21034784</c:v>
                </c:pt>
                <c:pt idx="821">
                  <c:v>51.21020508</c:v>
                </c:pt>
                <c:pt idx="822">
                  <c:v>51.20988232</c:v>
                </c:pt>
                <c:pt idx="823">
                  <c:v>51.20960999</c:v>
                </c:pt>
                <c:pt idx="824">
                  <c:v>51.20933533</c:v>
                </c:pt>
                <c:pt idx="825">
                  <c:v>51.20901489</c:v>
                </c:pt>
                <c:pt idx="826">
                  <c:v>51.20871851</c:v>
                </c:pt>
                <c:pt idx="827">
                  <c:v>51.2084392</c:v>
                </c:pt>
                <c:pt idx="828">
                  <c:v>51.20829954</c:v>
                </c:pt>
                <c:pt idx="829">
                  <c:v>51.20796204</c:v>
                </c:pt>
                <c:pt idx="830">
                  <c:v>51.20769436</c:v>
                </c:pt>
                <c:pt idx="831">
                  <c:v>51.20741505</c:v>
                </c:pt>
                <c:pt idx="832">
                  <c:v>51.20704263</c:v>
                </c:pt>
                <c:pt idx="833">
                  <c:v>51.20676332</c:v>
                </c:pt>
                <c:pt idx="834">
                  <c:v>51.206484</c:v>
                </c:pt>
                <c:pt idx="835">
                  <c:v>51.20620469</c:v>
                </c:pt>
                <c:pt idx="836">
                  <c:v>51.20599365</c:v>
                </c:pt>
                <c:pt idx="837">
                  <c:v>51.20567322</c:v>
                </c:pt>
                <c:pt idx="838">
                  <c:v>51.2054133</c:v>
                </c:pt>
                <c:pt idx="839">
                  <c:v>51.20513399</c:v>
                </c:pt>
                <c:pt idx="840">
                  <c:v>51.20489502</c:v>
                </c:pt>
                <c:pt idx="841">
                  <c:v>51.20462191</c:v>
                </c:pt>
                <c:pt idx="842">
                  <c:v>51.2043426</c:v>
                </c:pt>
                <c:pt idx="843">
                  <c:v>51.20397949</c:v>
                </c:pt>
                <c:pt idx="844">
                  <c:v>51.20375061</c:v>
                </c:pt>
                <c:pt idx="845">
                  <c:v>51.20343018</c:v>
                </c:pt>
                <c:pt idx="846">
                  <c:v>51.20320129</c:v>
                </c:pt>
                <c:pt idx="847">
                  <c:v>51.20294603</c:v>
                </c:pt>
                <c:pt idx="848">
                  <c:v>51.20265198</c:v>
                </c:pt>
                <c:pt idx="849">
                  <c:v>51.20237732</c:v>
                </c:pt>
                <c:pt idx="850">
                  <c:v>51.20206154</c:v>
                </c:pt>
                <c:pt idx="851">
                  <c:v>51.20178223</c:v>
                </c:pt>
                <c:pt idx="852">
                  <c:v>51.20154947</c:v>
                </c:pt>
                <c:pt idx="853">
                  <c:v>51.20127015</c:v>
                </c:pt>
                <c:pt idx="854">
                  <c:v>51.20095825</c:v>
                </c:pt>
                <c:pt idx="855">
                  <c:v>51.20077515</c:v>
                </c:pt>
                <c:pt idx="856">
                  <c:v>51.20050049</c:v>
                </c:pt>
                <c:pt idx="857">
                  <c:v>51.20019945</c:v>
                </c:pt>
                <c:pt idx="858">
                  <c:v>51.19992014</c:v>
                </c:pt>
                <c:pt idx="859">
                  <c:v>51.19967651</c:v>
                </c:pt>
                <c:pt idx="860">
                  <c:v>51.19935608</c:v>
                </c:pt>
                <c:pt idx="861">
                  <c:v>51.1991272</c:v>
                </c:pt>
                <c:pt idx="862">
                  <c:v>51.19870978</c:v>
                </c:pt>
                <c:pt idx="863">
                  <c:v>51.19847702</c:v>
                </c:pt>
                <c:pt idx="864">
                  <c:v>51.19830322</c:v>
                </c:pt>
                <c:pt idx="865">
                  <c:v>51.19789124</c:v>
                </c:pt>
                <c:pt idx="866">
                  <c:v>51.19761658</c:v>
                </c:pt>
                <c:pt idx="867">
                  <c:v>51.19734192</c:v>
                </c:pt>
                <c:pt idx="868">
                  <c:v>51.19717356</c:v>
                </c:pt>
                <c:pt idx="869">
                  <c:v>51.19692993</c:v>
                </c:pt>
                <c:pt idx="870">
                  <c:v>51.1966095</c:v>
                </c:pt>
                <c:pt idx="871">
                  <c:v>51.19633484</c:v>
                </c:pt>
                <c:pt idx="872">
                  <c:v>51.19596863</c:v>
                </c:pt>
                <c:pt idx="873">
                  <c:v>51.19569397</c:v>
                </c:pt>
                <c:pt idx="874">
                  <c:v>51.19546509</c:v>
                </c:pt>
                <c:pt idx="875">
                  <c:v>51.19519043</c:v>
                </c:pt>
                <c:pt idx="876">
                  <c:v>51.1948925</c:v>
                </c:pt>
                <c:pt idx="877">
                  <c:v>51.19461318</c:v>
                </c:pt>
                <c:pt idx="878">
                  <c:v>51.1942749</c:v>
                </c:pt>
                <c:pt idx="879">
                  <c:v>51.19390869</c:v>
                </c:pt>
                <c:pt idx="880">
                  <c:v>51.19358826</c:v>
                </c:pt>
                <c:pt idx="881">
                  <c:v>51.19322205</c:v>
                </c:pt>
                <c:pt idx="882">
                  <c:v>51.19290161</c:v>
                </c:pt>
                <c:pt idx="883">
                  <c:v>51.19258118</c:v>
                </c:pt>
                <c:pt idx="884">
                  <c:v>51.19233212</c:v>
                </c:pt>
                <c:pt idx="885">
                  <c:v>51.19189453</c:v>
                </c:pt>
                <c:pt idx="886">
                  <c:v>51.19148254</c:v>
                </c:pt>
                <c:pt idx="887">
                  <c:v>51.19116832</c:v>
                </c:pt>
                <c:pt idx="888">
                  <c:v>51.1907959</c:v>
                </c:pt>
                <c:pt idx="889">
                  <c:v>51.19033038</c:v>
                </c:pt>
                <c:pt idx="890">
                  <c:v>51.18995796</c:v>
                </c:pt>
                <c:pt idx="891">
                  <c:v>51.18953899</c:v>
                </c:pt>
                <c:pt idx="892">
                  <c:v>51.18912002</c:v>
                </c:pt>
                <c:pt idx="893">
                  <c:v>51.1887476</c:v>
                </c:pt>
                <c:pt idx="894">
                  <c:v>51.1882782</c:v>
                </c:pt>
                <c:pt idx="895">
                  <c:v>51.18786311</c:v>
                </c:pt>
                <c:pt idx="896">
                  <c:v>51.18745422</c:v>
                </c:pt>
                <c:pt idx="897">
                  <c:v>51.18699646</c:v>
                </c:pt>
                <c:pt idx="898">
                  <c:v>51.18655964</c:v>
                </c:pt>
                <c:pt idx="899">
                  <c:v>51.18612671</c:v>
                </c:pt>
                <c:pt idx="900">
                  <c:v>51.18562317</c:v>
                </c:pt>
                <c:pt idx="901">
                  <c:v>51.18516308</c:v>
                </c:pt>
                <c:pt idx="902">
                  <c:v>51.184651</c:v>
                </c:pt>
                <c:pt idx="903">
                  <c:v>51.18424988</c:v>
                </c:pt>
                <c:pt idx="904">
                  <c:v>51.18371996</c:v>
                </c:pt>
                <c:pt idx="905">
                  <c:v>51.18325444</c:v>
                </c:pt>
                <c:pt idx="906">
                  <c:v>51.18274236</c:v>
                </c:pt>
                <c:pt idx="907">
                  <c:v>51.18223029</c:v>
                </c:pt>
                <c:pt idx="908">
                  <c:v>51.18171821</c:v>
                </c:pt>
                <c:pt idx="909">
                  <c:v>51.18134579</c:v>
                </c:pt>
                <c:pt idx="910">
                  <c:v>51.1807251</c:v>
                </c:pt>
                <c:pt idx="911">
                  <c:v>51.18026733</c:v>
                </c:pt>
                <c:pt idx="912">
                  <c:v>51.17976379</c:v>
                </c:pt>
                <c:pt idx="913">
                  <c:v>51.17926025</c:v>
                </c:pt>
                <c:pt idx="914">
                  <c:v>51.17878542</c:v>
                </c:pt>
                <c:pt idx="915">
                  <c:v>51.17834473</c:v>
                </c:pt>
                <c:pt idx="916">
                  <c:v>51.17774963</c:v>
                </c:pt>
                <c:pt idx="917">
                  <c:v>51.17724609</c:v>
                </c:pt>
                <c:pt idx="918">
                  <c:v>51.17678367</c:v>
                </c:pt>
                <c:pt idx="919">
                  <c:v>51.17619324</c:v>
                </c:pt>
                <c:pt idx="920">
                  <c:v>51.17594573</c:v>
                </c:pt>
                <c:pt idx="921">
                  <c:v>51.17541504</c:v>
                </c:pt>
                <c:pt idx="922">
                  <c:v>51.1752009</c:v>
                </c:pt>
                <c:pt idx="923">
                  <c:v>51.17449951</c:v>
                </c:pt>
                <c:pt idx="924">
                  <c:v>51.17343191</c:v>
                </c:pt>
                <c:pt idx="925">
                  <c:v>51.17291984</c:v>
                </c:pt>
                <c:pt idx="926">
                  <c:v>51.17248535</c:v>
                </c:pt>
                <c:pt idx="927">
                  <c:v>51.17198879</c:v>
                </c:pt>
                <c:pt idx="928">
                  <c:v>51.17147672</c:v>
                </c:pt>
                <c:pt idx="929">
                  <c:v>51.17106628</c:v>
                </c:pt>
                <c:pt idx="930">
                  <c:v>51.17045257</c:v>
                </c:pt>
                <c:pt idx="931">
                  <c:v>51.17001343</c:v>
                </c:pt>
                <c:pt idx="932">
                  <c:v>51.16950989</c:v>
                </c:pt>
                <c:pt idx="933">
                  <c:v>51.16896057</c:v>
                </c:pt>
                <c:pt idx="934">
                  <c:v>51.16845703</c:v>
                </c:pt>
                <c:pt idx="935">
                  <c:v>51.16793875</c:v>
                </c:pt>
                <c:pt idx="936">
                  <c:v>51.16738012</c:v>
                </c:pt>
                <c:pt idx="937">
                  <c:v>51.16686805</c:v>
                </c:pt>
                <c:pt idx="938">
                  <c:v>51.16662598</c:v>
                </c:pt>
                <c:pt idx="939">
                  <c:v>51.16607666</c:v>
                </c:pt>
                <c:pt idx="940">
                  <c:v>51.16556459</c:v>
                </c:pt>
                <c:pt idx="941">
                  <c:v>51.16505251</c:v>
                </c:pt>
                <c:pt idx="942">
                  <c:v>51.16449388</c:v>
                </c:pt>
                <c:pt idx="943">
                  <c:v>51.1640625</c:v>
                </c:pt>
                <c:pt idx="944">
                  <c:v>51.16355896</c:v>
                </c:pt>
                <c:pt idx="945">
                  <c:v>51.16305076</c:v>
                </c:pt>
                <c:pt idx="946">
                  <c:v>51.16258524</c:v>
                </c:pt>
                <c:pt idx="947">
                  <c:v>51.16207317</c:v>
                </c:pt>
                <c:pt idx="948">
                  <c:v>51.16159058</c:v>
                </c:pt>
                <c:pt idx="949">
                  <c:v>51.16104902</c:v>
                </c:pt>
                <c:pt idx="950">
                  <c:v>51.16053694</c:v>
                </c:pt>
                <c:pt idx="951">
                  <c:v>51.15997832</c:v>
                </c:pt>
                <c:pt idx="952">
                  <c:v>51.15953064</c:v>
                </c:pt>
                <c:pt idx="953">
                  <c:v>51.15909382</c:v>
                </c:pt>
                <c:pt idx="954">
                  <c:v>51.1585352</c:v>
                </c:pt>
                <c:pt idx="955">
                  <c:v>51.15802312</c:v>
                </c:pt>
                <c:pt idx="956">
                  <c:v>51.1575576</c:v>
                </c:pt>
                <c:pt idx="957">
                  <c:v>51.15701294</c:v>
                </c:pt>
                <c:pt idx="958">
                  <c:v>51.1564869</c:v>
                </c:pt>
                <c:pt idx="959">
                  <c:v>51.15597482</c:v>
                </c:pt>
                <c:pt idx="960">
                  <c:v>51.1554162</c:v>
                </c:pt>
                <c:pt idx="961">
                  <c:v>51.15490412</c:v>
                </c:pt>
                <c:pt idx="962">
                  <c:v>51.15467834</c:v>
                </c:pt>
                <c:pt idx="963">
                  <c:v>51.15390015</c:v>
                </c:pt>
                <c:pt idx="964">
                  <c:v>51.15339661</c:v>
                </c:pt>
                <c:pt idx="965">
                  <c:v>51.15289307</c:v>
                </c:pt>
                <c:pt idx="966">
                  <c:v>51.1523903</c:v>
                </c:pt>
                <c:pt idx="967">
                  <c:v>51.15187823</c:v>
                </c:pt>
                <c:pt idx="968">
                  <c:v>51.15161133</c:v>
                </c:pt>
                <c:pt idx="969">
                  <c:v>51.15085408</c:v>
                </c:pt>
                <c:pt idx="970">
                  <c:v>51.15037537</c:v>
                </c:pt>
                <c:pt idx="971">
                  <c:v>51.14987183</c:v>
                </c:pt>
                <c:pt idx="972">
                  <c:v>51.14941406</c:v>
                </c:pt>
                <c:pt idx="973">
                  <c:v>51.14891052</c:v>
                </c:pt>
                <c:pt idx="974">
                  <c:v>51.14845276</c:v>
                </c:pt>
                <c:pt idx="975">
                  <c:v>51.14792129</c:v>
                </c:pt>
                <c:pt idx="976">
                  <c:v>51.14749146</c:v>
                </c:pt>
                <c:pt idx="977">
                  <c:v>51.14689636</c:v>
                </c:pt>
                <c:pt idx="978">
                  <c:v>51.1464386</c:v>
                </c:pt>
                <c:pt idx="979">
                  <c:v>51.14587299</c:v>
                </c:pt>
                <c:pt idx="980">
                  <c:v>51.14536091</c:v>
                </c:pt>
                <c:pt idx="981">
                  <c:v>51.14503505</c:v>
                </c:pt>
                <c:pt idx="982">
                  <c:v>51.14456177</c:v>
                </c:pt>
                <c:pt idx="983">
                  <c:v>51.1440109</c:v>
                </c:pt>
                <c:pt idx="984">
                  <c:v>51.14256778</c:v>
                </c:pt>
                <c:pt idx="985">
                  <c:v>51.14186096</c:v>
                </c:pt>
                <c:pt idx="986">
                  <c:v>51.14135742</c:v>
                </c:pt>
                <c:pt idx="987">
                  <c:v>51.14094543</c:v>
                </c:pt>
                <c:pt idx="988">
                  <c:v>51.14039612</c:v>
                </c:pt>
                <c:pt idx="989">
                  <c:v>51.13989258</c:v>
                </c:pt>
                <c:pt idx="990">
                  <c:v>51.13930912</c:v>
                </c:pt>
                <c:pt idx="991">
                  <c:v>51.13902283</c:v>
                </c:pt>
                <c:pt idx="992">
                  <c:v>51.13851929</c:v>
                </c:pt>
                <c:pt idx="993">
                  <c:v>51.13796997</c:v>
                </c:pt>
                <c:pt idx="994">
                  <c:v>51.13746643</c:v>
                </c:pt>
                <c:pt idx="995">
                  <c:v>51.13696289</c:v>
                </c:pt>
                <c:pt idx="996">
                  <c:v>51.13641357</c:v>
                </c:pt>
                <c:pt idx="997">
                  <c:v>51.13586426</c:v>
                </c:pt>
                <c:pt idx="998">
                  <c:v>51.13539874</c:v>
                </c:pt>
                <c:pt idx="999">
                  <c:v>51.13476563</c:v>
                </c:pt>
                <c:pt idx="1000">
                  <c:v>51.13423493</c:v>
                </c:pt>
                <c:pt idx="1001">
                  <c:v>51.13372285</c:v>
                </c:pt>
                <c:pt idx="1002">
                  <c:v>51.13339699</c:v>
                </c:pt>
                <c:pt idx="1003">
                  <c:v>51.13232629</c:v>
                </c:pt>
                <c:pt idx="1004">
                  <c:v>51.13181421</c:v>
                </c:pt>
                <c:pt idx="1005">
                  <c:v>51.13125559</c:v>
                </c:pt>
                <c:pt idx="1006">
                  <c:v>51.13078308</c:v>
                </c:pt>
                <c:pt idx="1007">
                  <c:v>51.13023376</c:v>
                </c:pt>
                <c:pt idx="1008">
                  <c:v>51.12976591</c:v>
                </c:pt>
                <c:pt idx="1009">
                  <c:v>51.12925384</c:v>
                </c:pt>
                <c:pt idx="1010">
                  <c:v>51.12872314</c:v>
                </c:pt>
                <c:pt idx="1011">
                  <c:v>51.1282196</c:v>
                </c:pt>
                <c:pt idx="1012">
                  <c:v>51.12776417</c:v>
                </c:pt>
                <c:pt idx="1013">
                  <c:v>51.12720554</c:v>
                </c:pt>
                <c:pt idx="1014">
                  <c:v>51.12675476</c:v>
                </c:pt>
                <c:pt idx="1015">
                  <c:v>51.12622794</c:v>
                </c:pt>
                <c:pt idx="1016">
                  <c:v>51.12562277</c:v>
                </c:pt>
                <c:pt idx="1017">
                  <c:v>51.12506104</c:v>
                </c:pt>
                <c:pt idx="1018">
                  <c:v>51.12473827</c:v>
                </c:pt>
                <c:pt idx="1019">
                  <c:v>51.12368774</c:v>
                </c:pt>
                <c:pt idx="1020">
                  <c:v>51.12306239</c:v>
                </c:pt>
                <c:pt idx="1021">
                  <c:v>51.12258911</c:v>
                </c:pt>
                <c:pt idx="1022">
                  <c:v>51.1220848</c:v>
                </c:pt>
                <c:pt idx="1023">
                  <c:v>51.12153625</c:v>
                </c:pt>
                <c:pt idx="1024">
                  <c:v>51.12124686</c:v>
                </c:pt>
                <c:pt idx="1025">
                  <c:v>51.11993408</c:v>
                </c:pt>
                <c:pt idx="1026">
                  <c:v>51.11943054</c:v>
                </c:pt>
                <c:pt idx="1027">
                  <c:v>51.11891924</c:v>
                </c:pt>
                <c:pt idx="1028">
                  <c:v>51.11833191</c:v>
                </c:pt>
                <c:pt idx="1029">
                  <c:v>51.11778259</c:v>
                </c:pt>
                <c:pt idx="1030">
                  <c:v>51.11752268</c:v>
                </c:pt>
                <c:pt idx="1031">
                  <c:v>51.1170106</c:v>
                </c:pt>
                <c:pt idx="1032">
                  <c:v>51.11640542</c:v>
                </c:pt>
                <c:pt idx="1033">
                  <c:v>51.11595154</c:v>
                </c:pt>
                <c:pt idx="1034">
                  <c:v>51.115448</c:v>
                </c:pt>
                <c:pt idx="1035">
                  <c:v>51.1146698</c:v>
                </c:pt>
                <c:pt idx="1036">
                  <c:v>51.11421747</c:v>
                </c:pt>
                <c:pt idx="1037">
                  <c:v>51.11384505</c:v>
                </c:pt>
                <c:pt idx="1038">
                  <c:v>51.11319332</c:v>
                </c:pt>
                <c:pt idx="1039">
                  <c:v>51.11260986</c:v>
                </c:pt>
                <c:pt idx="1040">
                  <c:v>51.11238098</c:v>
                </c:pt>
                <c:pt idx="1041">
                  <c:v>51.11174011</c:v>
                </c:pt>
                <c:pt idx="1042">
                  <c:v>51.11123657</c:v>
                </c:pt>
                <c:pt idx="1043">
                  <c:v>51.11058639</c:v>
                </c:pt>
                <c:pt idx="1044">
                  <c:v>51.11013794</c:v>
                </c:pt>
                <c:pt idx="1045">
                  <c:v>51.10972595</c:v>
                </c:pt>
                <c:pt idx="1046">
                  <c:v>51.10909672</c:v>
                </c:pt>
                <c:pt idx="1047">
                  <c:v>51.10853809</c:v>
                </c:pt>
                <c:pt idx="1048">
                  <c:v>51.10802602</c:v>
                </c:pt>
                <c:pt idx="1049">
                  <c:v>51.10752869</c:v>
                </c:pt>
                <c:pt idx="1050">
                  <c:v>51.10704842</c:v>
                </c:pt>
                <c:pt idx="1051">
                  <c:v>51.10672256</c:v>
                </c:pt>
                <c:pt idx="1052">
                  <c:v>51.10593117</c:v>
                </c:pt>
                <c:pt idx="1053">
                  <c:v>51.1055122</c:v>
                </c:pt>
                <c:pt idx="1054">
                  <c:v>51.10500012</c:v>
                </c:pt>
                <c:pt idx="1055">
                  <c:v>51.1044415</c:v>
                </c:pt>
                <c:pt idx="1056">
                  <c:v>51.10395813</c:v>
                </c:pt>
                <c:pt idx="1057">
                  <c:v>51.10345459</c:v>
                </c:pt>
                <c:pt idx="1058">
                  <c:v>51.10267639</c:v>
                </c:pt>
                <c:pt idx="1059">
                  <c:v>51.1023932</c:v>
                </c:pt>
                <c:pt idx="1060">
                  <c:v>51.10194397</c:v>
                </c:pt>
                <c:pt idx="1061">
                  <c:v>51.1013225</c:v>
                </c:pt>
                <c:pt idx="1062">
                  <c:v>51.10084534</c:v>
                </c:pt>
                <c:pt idx="1063">
                  <c:v>51.10011292</c:v>
                </c:pt>
                <c:pt idx="1064">
                  <c:v>51.0995636</c:v>
                </c:pt>
                <c:pt idx="1065">
                  <c:v>51.09908799</c:v>
                </c:pt>
                <c:pt idx="1066">
                  <c:v>51.09857592</c:v>
                </c:pt>
                <c:pt idx="1067">
                  <c:v>51.09805298</c:v>
                </c:pt>
                <c:pt idx="1068">
                  <c:v>51.09764099</c:v>
                </c:pt>
                <c:pt idx="1069">
                  <c:v>51.09717935</c:v>
                </c:pt>
                <c:pt idx="1070">
                  <c:v>51.09662072</c:v>
                </c:pt>
                <c:pt idx="1071">
                  <c:v>51.09617615</c:v>
                </c:pt>
                <c:pt idx="1072">
                  <c:v>51.09550347</c:v>
                </c:pt>
                <c:pt idx="1073">
                  <c:v>51.09489829</c:v>
                </c:pt>
                <c:pt idx="1074">
                  <c:v>51.09443665</c:v>
                </c:pt>
                <c:pt idx="1075">
                  <c:v>51.09393311</c:v>
                </c:pt>
                <c:pt idx="1076">
                  <c:v>51.09345517</c:v>
                </c:pt>
                <c:pt idx="1077">
                  <c:v>51.0931293</c:v>
                </c:pt>
                <c:pt idx="1078">
                  <c:v>51.09257068</c:v>
                </c:pt>
                <c:pt idx="1079">
                  <c:v>51.0920586</c:v>
                </c:pt>
                <c:pt idx="1080">
                  <c:v>51.09131377</c:v>
                </c:pt>
                <c:pt idx="1081">
                  <c:v>51.09082031</c:v>
                </c:pt>
                <c:pt idx="1082">
                  <c:v>51.09033617</c:v>
                </c:pt>
                <c:pt idx="1083">
                  <c:v>51.08982409</c:v>
                </c:pt>
                <c:pt idx="1084">
                  <c:v>51.08935547</c:v>
                </c:pt>
                <c:pt idx="1085">
                  <c:v>51.08903503</c:v>
                </c:pt>
                <c:pt idx="1086">
                  <c:v>51.08828787</c:v>
                </c:pt>
                <c:pt idx="1087">
                  <c:v>51.0877758</c:v>
                </c:pt>
                <c:pt idx="1088">
                  <c:v>51.08744993</c:v>
                </c:pt>
                <c:pt idx="1089">
                  <c:v>51.0868913</c:v>
                </c:pt>
                <c:pt idx="1090">
                  <c:v>51.08637923</c:v>
                </c:pt>
                <c:pt idx="1091">
                  <c:v>51.08586715</c:v>
                </c:pt>
                <c:pt idx="1092">
                  <c:v>51.08526198</c:v>
                </c:pt>
                <c:pt idx="1093">
                  <c:v>51.0847499</c:v>
                </c:pt>
                <c:pt idx="1094">
                  <c:v>51.08423783</c:v>
                </c:pt>
                <c:pt idx="1095">
                  <c:v>51.08372498</c:v>
                </c:pt>
                <c:pt idx="1096">
                  <c:v>51.08317566</c:v>
                </c:pt>
                <c:pt idx="1097">
                  <c:v>51.08262634</c:v>
                </c:pt>
                <c:pt idx="1098">
                  <c:v>51.08214298</c:v>
                </c:pt>
                <c:pt idx="1099">
                  <c:v>51.0816309</c:v>
                </c:pt>
                <c:pt idx="1100">
                  <c:v>51.08106995</c:v>
                </c:pt>
                <c:pt idx="1101">
                  <c:v>51.08060675</c:v>
                </c:pt>
                <c:pt idx="1102">
                  <c:v>51.07990847</c:v>
                </c:pt>
                <c:pt idx="1103">
                  <c:v>51.07937622</c:v>
                </c:pt>
                <c:pt idx="1104">
                  <c:v>51.07888432</c:v>
                </c:pt>
                <c:pt idx="1105">
                  <c:v>51.07841492</c:v>
                </c:pt>
                <c:pt idx="1106">
                  <c:v>51.07786017</c:v>
                </c:pt>
                <c:pt idx="1107">
                  <c:v>51.07731628</c:v>
                </c:pt>
                <c:pt idx="1108">
                  <c:v>51.07681274</c:v>
                </c:pt>
                <c:pt idx="1109">
                  <c:v>51.07632395</c:v>
                </c:pt>
                <c:pt idx="1110">
                  <c:v>51.07580566</c:v>
                </c:pt>
                <c:pt idx="1111">
                  <c:v>51.07520669</c:v>
                </c:pt>
                <c:pt idx="1112">
                  <c:v>51.07475281</c:v>
                </c:pt>
                <c:pt idx="1113">
                  <c:v>51.07429504</c:v>
                </c:pt>
                <c:pt idx="1114">
                  <c:v>51.07381012</c:v>
                </c:pt>
                <c:pt idx="1115">
                  <c:v>51.07329805</c:v>
                </c:pt>
                <c:pt idx="1116">
                  <c:v>51.07255554</c:v>
                </c:pt>
                <c:pt idx="1117">
                  <c:v>51.07223511</c:v>
                </c:pt>
                <c:pt idx="1118">
                  <c:v>51.07150269</c:v>
                </c:pt>
                <c:pt idx="1119">
                  <c:v>51.0712032</c:v>
                </c:pt>
                <c:pt idx="1120">
                  <c:v>51.07064457</c:v>
                </c:pt>
                <c:pt idx="1121">
                  <c:v>51.0701325</c:v>
                </c:pt>
                <c:pt idx="1122">
                  <c:v>51.06962042</c:v>
                </c:pt>
                <c:pt idx="1123">
                  <c:v>51.06907654</c:v>
                </c:pt>
                <c:pt idx="1124">
                  <c:v>51.06841007</c:v>
                </c:pt>
                <c:pt idx="1125">
                  <c:v>51.06780489</c:v>
                </c:pt>
                <c:pt idx="1126">
                  <c:v>51.06747902</c:v>
                </c:pt>
                <c:pt idx="1127">
                  <c:v>51.06696695</c:v>
                </c:pt>
                <c:pt idx="1128">
                  <c:v>51.06640832</c:v>
                </c:pt>
                <c:pt idx="1129">
                  <c:v>51.06589624</c:v>
                </c:pt>
                <c:pt idx="1130">
                  <c:v>51.06541443</c:v>
                </c:pt>
                <c:pt idx="1131">
                  <c:v>51.06468589</c:v>
                </c:pt>
                <c:pt idx="1132">
                  <c:v>51.06426692</c:v>
                </c:pt>
                <c:pt idx="1133">
                  <c:v>51.06370829</c:v>
                </c:pt>
                <c:pt idx="1134">
                  <c:v>51.06317139</c:v>
                </c:pt>
                <c:pt idx="1135">
                  <c:v>51.0627594</c:v>
                </c:pt>
                <c:pt idx="1136">
                  <c:v>51.06221008</c:v>
                </c:pt>
                <c:pt idx="1137">
                  <c:v>51.06166077</c:v>
                </c:pt>
                <c:pt idx="1138">
                  <c:v>51.06111145</c:v>
                </c:pt>
                <c:pt idx="1139">
                  <c:v>51.06056213</c:v>
                </c:pt>
                <c:pt idx="1140">
                  <c:v>51.06005859</c:v>
                </c:pt>
                <c:pt idx="1141">
                  <c:v>51.0594635</c:v>
                </c:pt>
                <c:pt idx="1142">
                  <c:v>51.05900651</c:v>
                </c:pt>
                <c:pt idx="1143">
                  <c:v>51.05840133</c:v>
                </c:pt>
                <c:pt idx="1144">
                  <c:v>51.05784271</c:v>
                </c:pt>
                <c:pt idx="1145">
                  <c:v>51.05733063</c:v>
                </c:pt>
                <c:pt idx="1146">
                  <c:v>51.05677201</c:v>
                </c:pt>
                <c:pt idx="1147">
                  <c:v>51.05625916</c:v>
                </c:pt>
                <c:pt idx="1148">
                  <c:v>51.05584717</c:v>
                </c:pt>
                <c:pt idx="1149">
                  <c:v>51.05523578</c:v>
                </c:pt>
                <c:pt idx="1150">
                  <c:v>51.05470276</c:v>
                </c:pt>
                <c:pt idx="1151">
                  <c:v>51.05419922</c:v>
                </c:pt>
                <c:pt idx="1152">
                  <c:v>51.0534668</c:v>
                </c:pt>
                <c:pt idx="1153">
                  <c:v>51.05296326</c:v>
                </c:pt>
                <c:pt idx="1154">
                  <c:v>51.0524892</c:v>
                </c:pt>
                <c:pt idx="1155">
                  <c:v>51.05200195</c:v>
                </c:pt>
                <c:pt idx="1156">
                  <c:v>51.05137195</c:v>
                </c:pt>
                <c:pt idx="1157">
                  <c:v>51.05085754</c:v>
                </c:pt>
                <c:pt idx="1158">
                  <c:v>51.05030124</c:v>
                </c:pt>
                <c:pt idx="1159">
                  <c:v>51.04994202</c:v>
                </c:pt>
                <c:pt idx="1160">
                  <c:v>51.04920959</c:v>
                </c:pt>
                <c:pt idx="1161">
                  <c:v>51.04888916</c:v>
                </c:pt>
                <c:pt idx="1162">
                  <c:v>51.04829407</c:v>
                </c:pt>
                <c:pt idx="1163">
                  <c:v>51.04783398</c:v>
                </c:pt>
                <c:pt idx="1164">
                  <c:v>51.0473219</c:v>
                </c:pt>
                <c:pt idx="1165">
                  <c:v>51.04671672</c:v>
                </c:pt>
                <c:pt idx="1166">
                  <c:v>51.04620465</c:v>
                </c:pt>
                <c:pt idx="1167">
                  <c:v>51.04563904</c:v>
                </c:pt>
                <c:pt idx="1168">
                  <c:v>51.04504084</c:v>
                </c:pt>
                <c:pt idx="1169">
                  <c:v>51.04452877</c:v>
                </c:pt>
                <c:pt idx="1170">
                  <c:v>51.04392359</c:v>
                </c:pt>
                <c:pt idx="1171">
                  <c:v>51.04341151</c:v>
                </c:pt>
                <c:pt idx="1172">
                  <c:v>51.04285289</c:v>
                </c:pt>
                <c:pt idx="1173">
                  <c:v>51.04229736</c:v>
                </c:pt>
                <c:pt idx="1174">
                  <c:v>51.04196839</c:v>
                </c:pt>
                <c:pt idx="1175">
                  <c:v>51.04140977</c:v>
                </c:pt>
                <c:pt idx="1176">
                  <c:v>51.04092407</c:v>
                </c:pt>
                <c:pt idx="1177">
                  <c:v>51.04037476</c:v>
                </c:pt>
                <c:pt idx="1178">
                  <c:v>51.03959656</c:v>
                </c:pt>
                <c:pt idx="1179">
                  <c:v>51.03918457</c:v>
                </c:pt>
                <c:pt idx="1180">
                  <c:v>51.03870974</c:v>
                </c:pt>
                <c:pt idx="1181">
                  <c:v>51.03804016</c:v>
                </c:pt>
                <c:pt idx="1182">
                  <c:v>51.03749084</c:v>
                </c:pt>
                <c:pt idx="1183">
                  <c:v>51.0369873</c:v>
                </c:pt>
                <c:pt idx="1184">
                  <c:v>51.03648376</c:v>
                </c:pt>
                <c:pt idx="1185">
                  <c:v>51.03593445</c:v>
                </c:pt>
                <c:pt idx="1186">
                  <c:v>51.03540453</c:v>
                </c:pt>
                <c:pt idx="1187">
                  <c:v>51.0348459</c:v>
                </c:pt>
                <c:pt idx="1188">
                  <c:v>51.03437805</c:v>
                </c:pt>
                <c:pt idx="1189">
                  <c:v>51.03378296</c:v>
                </c:pt>
                <c:pt idx="1190">
                  <c:v>51.03317002</c:v>
                </c:pt>
                <c:pt idx="1191">
                  <c:v>51.03268433</c:v>
                </c:pt>
                <c:pt idx="1192">
                  <c:v>51.03208923</c:v>
                </c:pt>
                <c:pt idx="1193">
                  <c:v>51.03153992</c:v>
                </c:pt>
                <c:pt idx="1194">
                  <c:v>51.03107517</c:v>
                </c:pt>
                <c:pt idx="1195">
                  <c:v>51.03053284</c:v>
                </c:pt>
                <c:pt idx="1196">
                  <c:v>51.02998352</c:v>
                </c:pt>
                <c:pt idx="1197">
                  <c:v>51.02949239</c:v>
                </c:pt>
                <c:pt idx="1198">
                  <c:v>51.02888722</c:v>
                </c:pt>
                <c:pt idx="1199">
                  <c:v>51.02828979</c:v>
                </c:pt>
                <c:pt idx="1200">
                  <c:v>51.02767686</c:v>
                </c:pt>
                <c:pt idx="1201">
                  <c:v>51.02737427</c:v>
                </c:pt>
                <c:pt idx="1202">
                  <c:v>51.02682495</c:v>
                </c:pt>
                <c:pt idx="1203">
                  <c:v>51.02627563</c:v>
                </c:pt>
                <c:pt idx="1204">
                  <c:v>51.02562856</c:v>
                </c:pt>
                <c:pt idx="1205">
                  <c:v>51.02513123</c:v>
                </c:pt>
                <c:pt idx="1206">
                  <c:v>51.02455786</c:v>
                </c:pt>
                <c:pt idx="1207">
                  <c:v>51.02395268</c:v>
                </c:pt>
                <c:pt idx="1208">
                  <c:v>51.02339405</c:v>
                </c:pt>
                <c:pt idx="1209">
                  <c:v>51.02288198</c:v>
                </c:pt>
                <c:pt idx="1210">
                  <c:v>51.0223699</c:v>
                </c:pt>
                <c:pt idx="1211">
                  <c:v>51.02174377</c:v>
                </c:pt>
                <c:pt idx="1212">
                  <c:v>51.02114868</c:v>
                </c:pt>
                <c:pt idx="1213">
                  <c:v>51.02088023</c:v>
                </c:pt>
                <c:pt idx="1214">
                  <c:v>51.0203216</c:v>
                </c:pt>
                <c:pt idx="1215">
                  <c:v>51.01976298</c:v>
                </c:pt>
                <c:pt idx="1216">
                  <c:v>51.01892504</c:v>
                </c:pt>
                <c:pt idx="1217">
                  <c:v>51.01859917</c:v>
                </c:pt>
                <c:pt idx="1218">
                  <c:v>51.01808167</c:v>
                </c:pt>
                <c:pt idx="1219">
                  <c:v>51.01753235</c:v>
                </c:pt>
                <c:pt idx="1220">
                  <c:v>51.01693726</c:v>
                </c:pt>
                <c:pt idx="1221">
                  <c:v>51.01631811</c:v>
                </c:pt>
                <c:pt idx="1222">
                  <c:v>51.01570129</c:v>
                </c:pt>
                <c:pt idx="1223">
                  <c:v>51.01524353</c:v>
                </c:pt>
                <c:pt idx="1224">
                  <c:v>51.01469421</c:v>
                </c:pt>
                <c:pt idx="1225">
                  <c:v>51.01413016</c:v>
                </c:pt>
                <c:pt idx="1226">
                  <c:v>51.0135498</c:v>
                </c:pt>
                <c:pt idx="1227">
                  <c:v>51.01290894</c:v>
                </c:pt>
                <c:pt idx="1228">
                  <c:v>51.01240772</c:v>
                </c:pt>
                <c:pt idx="1229">
                  <c:v>51.01194763</c:v>
                </c:pt>
                <c:pt idx="1230">
                  <c:v>51.01124392</c:v>
                </c:pt>
                <c:pt idx="1231">
                  <c:v>51.01075745</c:v>
                </c:pt>
                <c:pt idx="1232">
                  <c:v>51.01020813</c:v>
                </c:pt>
                <c:pt idx="1233">
                  <c:v>51.00965881</c:v>
                </c:pt>
                <c:pt idx="1234">
                  <c:v>51.00915527</c:v>
                </c:pt>
                <c:pt idx="1235">
                  <c:v>51.00860596</c:v>
                </c:pt>
                <c:pt idx="1236">
                  <c:v>51.00807837</c:v>
                </c:pt>
                <c:pt idx="1237">
                  <c:v>51.00741577</c:v>
                </c:pt>
                <c:pt idx="1238">
                  <c:v>51.00695801</c:v>
                </c:pt>
                <c:pt idx="1239">
                  <c:v>51.00630938</c:v>
                </c:pt>
                <c:pt idx="1240">
                  <c:v>51.00575075</c:v>
                </c:pt>
                <c:pt idx="1241">
                  <c:v>51.00505247</c:v>
                </c:pt>
                <c:pt idx="1242">
                  <c:v>51.00471497</c:v>
                </c:pt>
                <c:pt idx="1243">
                  <c:v>51.00421453</c:v>
                </c:pt>
                <c:pt idx="1244">
                  <c:v>51.0036559</c:v>
                </c:pt>
                <c:pt idx="1245">
                  <c:v>51.00281796</c:v>
                </c:pt>
                <c:pt idx="1246">
                  <c:v>51.00256348</c:v>
                </c:pt>
                <c:pt idx="1247">
                  <c:v>51.00178528</c:v>
                </c:pt>
                <c:pt idx="1248">
                  <c:v>51.00142139</c:v>
                </c:pt>
                <c:pt idx="1249">
                  <c:v>51.00059509</c:v>
                </c:pt>
                <c:pt idx="1250">
                  <c:v>51.00004578</c:v>
                </c:pt>
                <c:pt idx="1251">
                  <c:v>50.99969896</c:v>
                </c:pt>
                <c:pt idx="1252">
                  <c:v>50.99914034</c:v>
                </c:pt>
                <c:pt idx="1253">
                  <c:v>50.99858171</c:v>
                </c:pt>
                <c:pt idx="1254">
                  <c:v>50.99797653</c:v>
                </c:pt>
                <c:pt idx="1255">
                  <c:v>50.9974179</c:v>
                </c:pt>
                <c:pt idx="1256">
                  <c:v>50.99679565</c:v>
                </c:pt>
                <c:pt idx="1257">
                  <c:v>50.99624634</c:v>
                </c:pt>
                <c:pt idx="1258">
                  <c:v>50.99560547</c:v>
                </c:pt>
                <c:pt idx="1259">
                  <c:v>50.99499719</c:v>
                </c:pt>
                <c:pt idx="1260">
                  <c:v>50.99450684</c:v>
                </c:pt>
                <c:pt idx="1261">
                  <c:v>50.99391174</c:v>
                </c:pt>
                <c:pt idx="1262">
                  <c:v>50.99345398</c:v>
                </c:pt>
                <c:pt idx="1263">
                  <c:v>50.99290466</c:v>
                </c:pt>
                <c:pt idx="1264">
                  <c:v>50.99226379</c:v>
                </c:pt>
                <c:pt idx="1265">
                  <c:v>50.99171448</c:v>
                </c:pt>
                <c:pt idx="1266">
                  <c:v>50.99125671</c:v>
                </c:pt>
                <c:pt idx="1267">
                  <c:v>50.99066162</c:v>
                </c:pt>
                <c:pt idx="1268">
                  <c:v>50.99006265</c:v>
                </c:pt>
                <c:pt idx="1269">
                  <c:v>50.98950402</c:v>
                </c:pt>
                <c:pt idx="1270">
                  <c:v>50.98889884</c:v>
                </c:pt>
                <c:pt idx="1271">
                  <c:v>50.98834022</c:v>
                </c:pt>
                <c:pt idx="1272">
                  <c:v>50.9879678</c:v>
                </c:pt>
                <c:pt idx="1273">
                  <c:v>50.98731995</c:v>
                </c:pt>
                <c:pt idx="1274">
                  <c:v>50.98680399</c:v>
                </c:pt>
                <c:pt idx="1275">
                  <c:v>50.98617554</c:v>
                </c:pt>
                <c:pt idx="1276">
                  <c:v>50.98559363</c:v>
                </c:pt>
                <c:pt idx="1277">
                  <c:v>50.98508156</c:v>
                </c:pt>
                <c:pt idx="1278">
                  <c:v>50.98452293</c:v>
                </c:pt>
                <c:pt idx="1279">
                  <c:v>50.98391775</c:v>
                </c:pt>
                <c:pt idx="1280">
                  <c:v>50.98329163</c:v>
                </c:pt>
                <c:pt idx="1281">
                  <c:v>50.98274231</c:v>
                </c:pt>
                <c:pt idx="1282">
                  <c:v>50.98214877</c:v>
                </c:pt>
                <c:pt idx="1283">
                  <c:v>50.98159014</c:v>
                </c:pt>
                <c:pt idx="1284">
                  <c:v>50.98109436</c:v>
                </c:pt>
                <c:pt idx="1285">
                  <c:v>50.98042634</c:v>
                </c:pt>
                <c:pt idx="1286">
                  <c:v>50.97990417</c:v>
                </c:pt>
                <c:pt idx="1287">
                  <c:v>50.97963495</c:v>
                </c:pt>
                <c:pt idx="1288">
                  <c:v>50.97894287</c:v>
                </c:pt>
                <c:pt idx="1289">
                  <c:v>50.97842459</c:v>
                </c:pt>
                <c:pt idx="1290">
                  <c:v>50.97786596</c:v>
                </c:pt>
                <c:pt idx="1291">
                  <c:v>50.97702802</c:v>
                </c:pt>
                <c:pt idx="1292">
                  <c:v>50.97651672</c:v>
                </c:pt>
                <c:pt idx="1293">
                  <c:v>50.97595732</c:v>
                </c:pt>
                <c:pt idx="1294">
                  <c:v>50.97546387</c:v>
                </c:pt>
                <c:pt idx="1295">
                  <c:v>50.97484007</c:v>
                </c:pt>
                <c:pt idx="1296">
                  <c:v>50.97432799</c:v>
                </c:pt>
                <c:pt idx="1297">
                  <c:v>50.97400213</c:v>
                </c:pt>
                <c:pt idx="1298">
                  <c:v>50.9732666</c:v>
                </c:pt>
                <c:pt idx="1299">
                  <c:v>50.97262573</c:v>
                </c:pt>
                <c:pt idx="1300">
                  <c:v>50.97207642</c:v>
                </c:pt>
                <c:pt idx="1301">
                  <c:v>50.97157288</c:v>
                </c:pt>
                <c:pt idx="1302">
                  <c:v>50.97097778</c:v>
                </c:pt>
                <c:pt idx="1303">
                  <c:v>50.97051071</c:v>
                </c:pt>
                <c:pt idx="1304">
                  <c:v>50.96992493</c:v>
                </c:pt>
                <c:pt idx="1305">
                  <c:v>50.96937561</c:v>
                </c:pt>
                <c:pt idx="1306">
                  <c:v>50.96874172</c:v>
                </c:pt>
                <c:pt idx="1307">
                  <c:v>50.96818542</c:v>
                </c:pt>
                <c:pt idx="1308">
                  <c:v>50.96767102</c:v>
                </c:pt>
                <c:pt idx="1309">
                  <c:v>50.96694946</c:v>
                </c:pt>
                <c:pt idx="1310">
                  <c:v>50.96630859</c:v>
                </c:pt>
                <c:pt idx="1311">
                  <c:v>50.96585083</c:v>
                </c:pt>
                <c:pt idx="1312">
                  <c:v>50.96530151</c:v>
                </c:pt>
                <c:pt idx="1313">
                  <c:v>50.96466064</c:v>
                </c:pt>
                <c:pt idx="1314">
                  <c:v>50.9641796</c:v>
                </c:pt>
                <c:pt idx="1315">
                  <c:v>50.96365356</c:v>
                </c:pt>
                <c:pt idx="1316">
                  <c:v>50.96296925</c:v>
                </c:pt>
                <c:pt idx="1317">
                  <c:v>50.96246338</c:v>
                </c:pt>
                <c:pt idx="1318">
                  <c:v>50.96199165</c:v>
                </c:pt>
                <c:pt idx="1319">
                  <c:v>50.96136475</c:v>
                </c:pt>
                <c:pt idx="1320">
                  <c:v>50.96078129</c:v>
                </c:pt>
                <c:pt idx="1321">
                  <c:v>50.96022266</c:v>
                </c:pt>
                <c:pt idx="1322">
                  <c:v>50.95957947</c:v>
                </c:pt>
                <c:pt idx="1323">
                  <c:v>50.95924507</c:v>
                </c:pt>
                <c:pt idx="1324">
                  <c:v>50.95875549</c:v>
                </c:pt>
                <c:pt idx="1325">
                  <c:v>50.95797729</c:v>
                </c:pt>
                <c:pt idx="1326">
                  <c:v>50.95756531</c:v>
                </c:pt>
                <c:pt idx="1327">
                  <c:v>50.95678711</c:v>
                </c:pt>
                <c:pt idx="1328">
                  <c:v>50.9564209</c:v>
                </c:pt>
                <c:pt idx="1329">
                  <c:v>50.95589331</c:v>
                </c:pt>
                <c:pt idx="1330">
                  <c:v>50.95527649</c:v>
                </c:pt>
                <c:pt idx="1331">
                  <c:v>50.9546364</c:v>
                </c:pt>
                <c:pt idx="1332">
                  <c:v>50.9540863</c:v>
                </c:pt>
                <c:pt idx="1333">
                  <c:v>50.95356569</c:v>
                </c:pt>
                <c:pt idx="1334">
                  <c:v>50.95303345</c:v>
                </c:pt>
                <c:pt idx="1335">
                  <c:v>50.95243835</c:v>
                </c:pt>
                <c:pt idx="1336">
                  <c:v>50.95193637</c:v>
                </c:pt>
                <c:pt idx="1337">
                  <c:v>50.95137774</c:v>
                </c:pt>
                <c:pt idx="1338">
                  <c:v>50.95069885</c:v>
                </c:pt>
                <c:pt idx="1339">
                  <c:v>50.95016738</c:v>
                </c:pt>
                <c:pt idx="1340">
                  <c:v>50.94960875</c:v>
                </c:pt>
                <c:pt idx="1341">
                  <c:v>50.94909668</c:v>
                </c:pt>
                <c:pt idx="1342">
                  <c:v>50.94850159</c:v>
                </c:pt>
                <c:pt idx="1343">
                  <c:v>50.94786072</c:v>
                </c:pt>
                <c:pt idx="1344">
                  <c:v>50.94737425</c:v>
                </c:pt>
                <c:pt idx="1345">
                  <c:v>50.94681562</c:v>
                </c:pt>
                <c:pt idx="1346">
                  <c:v>50.94616389</c:v>
                </c:pt>
                <c:pt idx="1347">
                  <c:v>50.94566345</c:v>
                </c:pt>
                <c:pt idx="1348">
                  <c:v>50.94518629</c:v>
                </c:pt>
                <c:pt idx="1349">
                  <c:v>50.94453456</c:v>
                </c:pt>
                <c:pt idx="1350">
                  <c:v>50.9438324</c:v>
                </c:pt>
                <c:pt idx="1351">
                  <c:v>50.9432311</c:v>
                </c:pt>
                <c:pt idx="1352">
                  <c:v>50.94273376</c:v>
                </c:pt>
                <c:pt idx="1353">
                  <c:v>50.94218445</c:v>
                </c:pt>
                <c:pt idx="1354">
                  <c:v>50.94158936</c:v>
                </c:pt>
                <c:pt idx="1355">
                  <c:v>50.94099426</c:v>
                </c:pt>
                <c:pt idx="1356">
                  <c:v>50.94048452</c:v>
                </c:pt>
                <c:pt idx="1357">
                  <c:v>50.93987934</c:v>
                </c:pt>
                <c:pt idx="1358">
                  <c:v>50.93932071</c:v>
                </c:pt>
                <c:pt idx="1359">
                  <c:v>50.938797</c:v>
                </c:pt>
                <c:pt idx="1360">
                  <c:v>50.93829656</c:v>
                </c:pt>
                <c:pt idx="1361">
                  <c:v>50.93774414</c:v>
                </c:pt>
                <c:pt idx="1362">
                  <c:v>50.93722586</c:v>
                </c:pt>
                <c:pt idx="1363">
                  <c:v>50.93666723</c:v>
                </c:pt>
                <c:pt idx="1364">
                  <c:v>50.93606205</c:v>
                </c:pt>
                <c:pt idx="1365">
                  <c:v>50.93554688</c:v>
                </c:pt>
                <c:pt idx="1366">
                  <c:v>50.93489825</c:v>
                </c:pt>
                <c:pt idx="1367">
                  <c:v>50.93435669</c:v>
                </c:pt>
                <c:pt idx="1368">
                  <c:v>50.9338741</c:v>
                </c:pt>
                <c:pt idx="1369">
                  <c:v>50.93326892</c:v>
                </c:pt>
                <c:pt idx="1370">
                  <c:v>50.93275452</c:v>
                </c:pt>
                <c:pt idx="1371">
                  <c:v>50.93224477</c:v>
                </c:pt>
                <c:pt idx="1372">
                  <c:v>50.93163959</c:v>
                </c:pt>
                <c:pt idx="1373">
                  <c:v>50.93103441</c:v>
                </c:pt>
                <c:pt idx="1374">
                  <c:v>50.93055725</c:v>
                </c:pt>
                <c:pt idx="1375">
                  <c:v>50.92996371</c:v>
                </c:pt>
                <c:pt idx="1376">
                  <c:v>50.92936707</c:v>
                </c:pt>
                <c:pt idx="1377">
                  <c:v>50.92881775</c:v>
                </c:pt>
                <c:pt idx="1378">
                  <c:v>50.92824128</c:v>
                </c:pt>
                <c:pt idx="1379">
                  <c:v>50.92749023</c:v>
                </c:pt>
                <c:pt idx="1380">
                  <c:v>50.92703247</c:v>
                </c:pt>
                <c:pt idx="1381">
                  <c:v>50.92643738</c:v>
                </c:pt>
                <c:pt idx="1382">
                  <c:v>50.92591367</c:v>
                </c:pt>
                <c:pt idx="1383">
                  <c:v>50.9254303</c:v>
                </c:pt>
                <c:pt idx="1384">
                  <c:v>50.92478943</c:v>
                </c:pt>
                <c:pt idx="1385">
                  <c:v>50.92424011</c:v>
                </c:pt>
                <c:pt idx="1386">
                  <c:v>50.92364502</c:v>
                </c:pt>
                <c:pt idx="1387">
                  <c:v>50.92304993</c:v>
                </c:pt>
                <c:pt idx="1388">
                  <c:v>50.92259216</c:v>
                </c:pt>
                <c:pt idx="1389">
                  <c:v>50.92204285</c:v>
                </c:pt>
                <c:pt idx="1390">
                  <c:v>50.92144465</c:v>
                </c:pt>
                <c:pt idx="1391">
                  <c:v>50.92088602</c:v>
                </c:pt>
                <c:pt idx="1392">
                  <c:v>50.92016602</c:v>
                </c:pt>
                <c:pt idx="1393">
                  <c:v>50.91981532</c:v>
                </c:pt>
                <c:pt idx="1394">
                  <c:v>50.91902393</c:v>
                </c:pt>
                <c:pt idx="1395">
                  <c:v>50.91855841</c:v>
                </c:pt>
                <c:pt idx="1396">
                  <c:v>50.91795323</c:v>
                </c:pt>
                <c:pt idx="1397">
                  <c:v>50.91746521</c:v>
                </c:pt>
                <c:pt idx="1398">
                  <c:v>50.91688253</c:v>
                </c:pt>
                <c:pt idx="1399">
                  <c:v>50.9163239</c:v>
                </c:pt>
                <c:pt idx="1400">
                  <c:v>50.91581726</c:v>
                </c:pt>
                <c:pt idx="1401">
                  <c:v>50.91511355</c:v>
                </c:pt>
                <c:pt idx="1402">
                  <c:v>50.91462708</c:v>
                </c:pt>
                <c:pt idx="1403">
                  <c:v>50.91403198</c:v>
                </c:pt>
                <c:pt idx="1404">
                  <c:v>50.91348267</c:v>
                </c:pt>
                <c:pt idx="1405">
                  <c:v>50.91292559</c:v>
                </c:pt>
                <c:pt idx="1406">
                  <c:v>50.91238403</c:v>
                </c:pt>
                <c:pt idx="1407">
                  <c:v>50.91183472</c:v>
                </c:pt>
                <c:pt idx="1408">
                  <c:v>50.91124971</c:v>
                </c:pt>
                <c:pt idx="1409">
                  <c:v>50.91073608</c:v>
                </c:pt>
                <c:pt idx="1410">
                  <c:v>50.90991211</c:v>
                </c:pt>
                <c:pt idx="1411">
                  <c:v>50.90957383</c:v>
                </c:pt>
                <c:pt idx="1412">
                  <c:v>50.9090152</c:v>
                </c:pt>
                <c:pt idx="1413">
                  <c:v>50.90826416</c:v>
                </c:pt>
                <c:pt idx="1414">
                  <c:v>50.90785217</c:v>
                </c:pt>
                <c:pt idx="1415">
                  <c:v>50.90719967</c:v>
                </c:pt>
                <c:pt idx="1416">
                  <c:v>50.90657043</c:v>
                </c:pt>
                <c:pt idx="1417">
                  <c:v>50.90592957</c:v>
                </c:pt>
                <c:pt idx="1418">
                  <c:v>50.90543068</c:v>
                </c:pt>
                <c:pt idx="1419">
                  <c:v>50.9048255</c:v>
                </c:pt>
                <c:pt idx="1420">
                  <c:v>50.90414429</c:v>
                </c:pt>
                <c:pt idx="1421">
                  <c:v>50.90377808</c:v>
                </c:pt>
                <c:pt idx="1422">
                  <c:v>50.90322876</c:v>
                </c:pt>
                <c:pt idx="1423">
                  <c:v>50.90249789</c:v>
                </c:pt>
                <c:pt idx="1424">
                  <c:v>50.90193926</c:v>
                </c:pt>
                <c:pt idx="1425">
                  <c:v>50.90135193</c:v>
                </c:pt>
                <c:pt idx="1426">
                  <c:v>50.90082201</c:v>
                </c:pt>
                <c:pt idx="1427">
                  <c:v>50.90026338</c:v>
                </c:pt>
                <c:pt idx="1428">
                  <c:v>50.8996582</c:v>
                </c:pt>
                <c:pt idx="1429">
                  <c:v>50.89910889</c:v>
                </c:pt>
                <c:pt idx="1430">
                  <c:v>50.89851379</c:v>
                </c:pt>
                <c:pt idx="1431">
                  <c:v>50.89793577</c:v>
                </c:pt>
                <c:pt idx="1432">
                  <c:v>50.89737714</c:v>
                </c:pt>
                <c:pt idx="1433">
                  <c:v>50.89677196</c:v>
                </c:pt>
                <c:pt idx="1434">
                  <c:v>50.8961792</c:v>
                </c:pt>
                <c:pt idx="1435">
                  <c:v>50.89565471</c:v>
                </c:pt>
                <c:pt idx="1436">
                  <c:v>50.89503479</c:v>
                </c:pt>
                <c:pt idx="1437">
                  <c:v>50.89444435</c:v>
                </c:pt>
                <c:pt idx="1438">
                  <c:v>50.89388573</c:v>
                </c:pt>
                <c:pt idx="1439">
                  <c:v>50.89328055</c:v>
                </c:pt>
                <c:pt idx="1440">
                  <c:v>50.89267537</c:v>
                </c:pt>
                <c:pt idx="1441">
                  <c:v>50.89215088</c:v>
                </c:pt>
                <c:pt idx="1442">
                  <c:v>50.89160467</c:v>
                </c:pt>
                <c:pt idx="1443">
                  <c:v>50.89076673</c:v>
                </c:pt>
                <c:pt idx="1444">
                  <c:v>50.89045715</c:v>
                </c:pt>
                <c:pt idx="1445">
                  <c:v>50.88983568</c:v>
                </c:pt>
                <c:pt idx="1446">
                  <c:v>50.88922119</c:v>
                </c:pt>
                <c:pt idx="1447">
                  <c:v>50.88867188</c:v>
                </c:pt>
                <c:pt idx="1448">
                  <c:v>50.88792704</c:v>
                </c:pt>
                <c:pt idx="1449">
                  <c:v>50.88736841</c:v>
                </c:pt>
                <c:pt idx="1450">
                  <c:v>50.8868866</c:v>
                </c:pt>
                <c:pt idx="1451">
                  <c:v>50.8862915</c:v>
                </c:pt>
                <c:pt idx="1452">
                  <c:v>50.88565063</c:v>
                </c:pt>
                <c:pt idx="1453">
                  <c:v>50.88519287</c:v>
                </c:pt>
                <c:pt idx="1454">
                  <c:v>50.884552</c:v>
                </c:pt>
                <c:pt idx="1455">
                  <c:v>50.88392355</c:v>
                </c:pt>
                <c:pt idx="1456">
                  <c:v>50.88336182</c:v>
                </c:pt>
                <c:pt idx="1457">
                  <c:v>50.8828125</c:v>
                </c:pt>
                <c:pt idx="1458">
                  <c:v>50.88217163</c:v>
                </c:pt>
                <c:pt idx="1459">
                  <c:v>50.88157654</c:v>
                </c:pt>
                <c:pt idx="1460">
                  <c:v>50.88102722</c:v>
                </c:pt>
                <c:pt idx="1461">
                  <c:v>50.88043213</c:v>
                </c:pt>
                <c:pt idx="1462">
                  <c:v>50.87992859</c:v>
                </c:pt>
                <c:pt idx="1463">
                  <c:v>50.87919617</c:v>
                </c:pt>
                <c:pt idx="1464">
                  <c:v>50.8785553</c:v>
                </c:pt>
                <c:pt idx="1465">
                  <c:v>50.87805796</c:v>
                </c:pt>
                <c:pt idx="1466">
                  <c:v>50.87745279</c:v>
                </c:pt>
                <c:pt idx="1467">
                  <c:v>50.87695313</c:v>
                </c:pt>
                <c:pt idx="1468">
                  <c:v>50.87644958</c:v>
                </c:pt>
                <c:pt idx="1469">
                  <c:v>50.87585449</c:v>
                </c:pt>
                <c:pt idx="1470">
                  <c:v>50.87521828</c:v>
                </c:pt>
                <c:pt idx="1471">
                  <c:v>50.87456655</c:v>
                </c:pt>
                <c:pt idx="1472">
                  <c:v>50.87410102</c:v>
                </c:pt>
                <c:pt idx="1473">
                  <c:v>50.87356567</c:v>
                </c:pt>
                <c:pt idx="1474">
                  <c:v>50.87297058</c:v>
                </c:pt>
                <c:pt idx="1475">
                  <c:v>50.87251282</c:v>
                </c:pt>
                <c:pt idx="1476">
                  <c:v>50.87191307</c:v>
                </c:pt>
                <c:pt idx="1477">
                  <c:v>50.87127686</c:v>
                </c:pt>
                <c:pt idx="1478">
                  <c:v>50.87072754</c:v>
                </c:pt>
                <c:pt idx="1479">
                  <c:v>50.87008667</c:v>
                </c:pt>
                <c:pt idx="1480">
                  <c:v>50.86949158</c:v>
                </c:pt>
                <c:pt idx="1481">
                  <c:v>50.86889648</c:v>
                </c:pt>
                <c:pt idx="1482">
                  <c:v>50.86825562</c:v>
                </c:pt>
                <c:pt idx="1483">
                  <c:v>50.86766052</c:v>
                </c:pt>
                <c:pt idx="1484">
                  <c:v>50.86716474</c:v>
                </c:pt>
                <c:pt idx="1485">
                  <c:v>50.86651301</c:v>
                </c:pt>
                <c:pt idx="1486">
                  <c:v>50.86587524</c:v>
                </c:pt>
                <c:pt idx="1487">
                  <c:v>50.8653492</c:v>
                </c:pt>
                <c:pt idx="1488">
                  <c:v>50.86477661</c:v>
                </c:pt>
                <c:pt idx="1489">
                  <c:v>50.86423195</c:v>
                </c:pt>
                <c:pt idx="1490">
                  <c:v>50.86372375</c:v>
                </c:pt>
                <c:pt idx="1491">
                  <c:v>50.86312866</c:v>
                </c:pt>
                <c:pt idx="1492">
                  <c:v>50.86255607</c:v>
                </c:pt>
                <c:pt idx="1493">
                  <c:v>50.86195089</c:v>
                </c:pt>
                <c:pt idx="1494">
                  <c:v>50.86129761</c:v>
                </c:pt>
                <c:pt idx="1495">
                  <c:v>50.86065674</c:v>
                </c:pt>
                <c:pt idx="1496">
                  <c:v>50.86013535</c:v>
                </c:pt>
                <c:pt idx="1497">
                  <c:v>50.85960388</c:v>
                </c:pt>
                <c:pt idx="1498">
                  <c:v>50.8590181</c:v>
                </c:pt>
                <c:pt idx="1499">
                  <c:v>50.85845947</c:v>
                </c:pt>
                <c:pt idx="1500">
                  <c:v>50.85776119</c:v>
                </c:pt>
                <c:pt idx="1501">
                  <c:v>50.85717773</c:v>
                </c:pt>
                <c:pt idx="1502">
                  <c:v>50.85658264</c:v>
                </c:pt>
                <c:pt idx="1503">
                  <c:v>50.85598755</c:v>
                </c:pt>
                <c:pt idx="1504">
                  <c:v>50.85552979</c:v>
                </c:pt>
                <c:pt idx="1505">
                  <c:v>50.85488892</c:v>
                </c:pt>
                <c:pt idx="1506">
                  <c:v>50.85436288</c:v>
                </c:pt>
                <c:pt idx="1507">
                  <c:v>50.8537577</c:v>
                </c:pt>
                <c:pt idx="1508">
                  <c:v>50.85310597</c:v>
                </c:pt>
                <c:pt idx="1509">
                  <c:v>50.8526001</c:v>
                </c:pt>
                <c:pt idx="1510">
                  <c:v>50.852005</c:v>
                </c:pt>
                <c:pt idx="1511">
                  <c:v>50.85136414</c:v>
                </c:pt>
                <c:pt idx="1512">
                  <c:v>50.85076904</c:v>
                </c:pt>
                <c:pt idx="1513">
                  <c:v>50.85021973</c:v>
                </c:pt>
                <c:pt idx="1514">
                  <c:v>50.84967041</c:v>
                </c:pt>
                <c:pt idx="1515">
                  <c:v>50.84910247</c:v>
                </c:pt>
                <c:pt idx="1516">
                  <c:v>50.84857178</c:v>
                </c:pt>
                <c:pt idx="1517">
                  <c:v>50.84770203</c:v>
                </c:pt>
                <c:pt idx="1518">
                  <c:v>50.84719383</c:v>
                </c:pt>
                <c:pt idx="1519">
                  <c:v>50.84658865</c:v>
                </c:pt>
                <c:pt idx="1520">
                  <c:v>50.8460083</c:v>
                </c:pt>
                <c:pt idx="1521">
                  <c:v>50.84555054</c:v>
                </c:pt>
                <c:pt idx="1522">
                  <c:v>50.84500588</c:v>
                </c:pt>
                <c:pt idx="1523">
                  <c:v>50.8444007</c:v>
                </c:pt>
                <c:pt idx="1524">
                  <c:v>50.84381104</c:v>
                </c:pt>
                <c:pt idx="1525">
                  <c:v>50.84326172</c:v>
                </c:pt>
                <c:pt idx="1526">
                  <c:v>50.84258516</c:v>
                </c:pt>
                <c:pt idx="1527">
                  <c:v>50.84184032</c:v>
                </c:pt>
                <c:pt idx="1528">
                  <c:v>50.84129333</c:v>
                </c:pt>
                <c:pt idx="1529">
                  <c:v>50.84069824</c:v>
                </c:pt>
                <c:pt idx="1530">
                  <c:v>50.84005737</c:v>
                </c:pt>
                <c:pt idx="1531">
                  <c:v>50.83969116</c:v>
                </c:pt>
                <c:pt idx="1532">
                  <c:v>50.83914185</c:v>
                </c:pt>
                <c:pt idx="1533">
                  <c:v>50.83854675</c:v>
                </c:pt>
                <c:pt idx="1534">
                  <c:v>50.83763123</c:v>
                </c:pt>
                <c:pt idx="1535">
                  <c:v>50.83713855</c:v>
                </c:pt>
                <c:pt idx="1536">
                  <c:v>50.83653259</c:v>
                </c:pt>
                <c:pt idx="1537">
                  <c:v>50.8359375</c:v>
                </c:pt>
                <c:pt idx="1538">
                  <c:v>50.83541611</c:v>
                </c:pt>
                <c:pt idx="1539">
                  <c:v>50.83483887</c:v>
                </c:pt>
                <c:pt idx="1540">
                  <c:v>50.83424377</c:v>
                </c:pt>
                <c:pt idx="1541">
                  <c:v>50.83360058</c:v>
                </c:pt>
                <c:pt idx="1542">
                  <c:v>50.83327471</c:v>
                </c:pt>
                <c:pt idx="1543">
                  <c:v>50.83241272</c:v>
                </c:pt>
                <c:pt idx="1544">
                  <c:v>50.83211091</c:v>
                </c:pt>
                <c:pt idx="1545">
                  <c:v>50.83145917</c:v>
                </c:pt>
                <c:pt idx="1546">
                  <c:v>50.830854</c:v>
                </c:pt>
                <c:pt idx="1547">
                  <c:v>50.83024882</c:v>
                </c:pt>
                <c:pt idx="1548">
                  <c:v>50.82943726</c:v>
                </c:pt>
                <c:pt idx="1549">
                  <c:v>50.8288988</c:v>
                </c:pt>
                <c:pt idx="1550">
                  <c:v>50.8283844</c:v>
                </c:pt>
                <c:pt idx="1551">
                  <c:v>50.82774353</c:v>
                </c:pt>
                <c:pt idx="1552">
                  <c:v>50.82708326</c:v>
                </c:pt>
                <c:pt idx="1553">
                  <c:v>50.82647809</c:v>
                </c:pt>
                <c:pt idx="1554">
                  <c:v>50.82582635</c:v>
                </c:pt>
                <c:pt idx="1555">
                  <c:v>50.82531738</c:v>
                </c:pt>
                <c:pt idx="1556">
                  <c:v>50.82472229</c:v>
                </c:pt>
                <c:pt idx="1557">
                  <c:v>50.82408142</c:v>
                </c:pt>
                <c:pt idx="1558">
                  <c:v>50.82377806</c:v>
                </c:pt>
                <c:pt idx="1559">
                  <c:v>50.82317288</c:v>
                </c:pt>
                <c:pt idx="1560">
                  <c:v>50.82247925</c:v>
                </c:pt>
                <c:pt idx="1561">
                  <c:v>50.82188416</c:v>
                </c:pt>
                <c:pt idx="1562">
                  <c:v>50.82128906</c:v>
                </c:pt>
                <c:pt idx="1563">
                  <c:v>50.82073975</c:v>
                </c:pt>
                <c:pt idx="1564">
                  <c:v>50.81991577</c:v>
                </c:pt>
                <c:pt idx="1565">
                  <c:v>50.81945801</c:v>
                </c:pt>
                <c:pt idx="1566">
                  <c:v>50.81875041</c:v>
                </c:pt>
                <c:pt idx="1567">
                  <c:v>50.81845093</c:v>
                </c:pt>
                <c:pt idx="1568">
                  <c:v>50.81762695</c:v>
                </c:pt>
                <c:pt idx="1569">
                  <c:v>50.81702798</c:v>
                </c:pt>
                <c:pt idx="1570">
                  <c:v>50.81639099</c:v>
                </c:pt>
                <c:pt idx="1571">
                  <c:v>50.81586418</c:v>
                </c:pt>
                <c:pt idx="1572">
                  <c:v>50.81547546</c:v>
                </c:pt>
                <c:pt idx="1573">
                  <c:v>50.81465149</c:v>
                </c:pt>
                <c:pt idx="1574">
                  <c:v>50.81414174</c:v>
                </c:pt>
                <c:pt idx="1575">
                  <c:v>50.81349001</c:v>
                </c:pt>
                <c:pt idx="1576">
                  <c:v>50.81297794</c:v>
                </c:pt>
                <c:pt idx="1577">
                  <c:v>50.81227112</c:v>
                </c:pt>
                <c:pt idx="1578">
                  <c:v>50.81167603</c:v>
                </c:pt>
                <c:pt idx="1579">
                  <c:v>50.8111624</c:v>
                </c:pt>
                <c:pt idx="1580">
                  <c:v>50.81051067</c:v>
                </c:pt>
                <c:pt idx="1581">
                  <c:v>50.81004515</c:v>
                </c:pt>
                <c:pt idx="1582">
                  <c:v>50.80947876</c:v>
                </c:pt>
                <c:pt idx="1583">
                  <c:v>50.80864858</c:v>
                </c:pt>
                <c:pt idx="1584">
                  <c:v>50.80815125</c:v>
                </c:pt>
                <c:pt idx="1585">
                  <c:v>50.80764771</c:v>
                </c:pt>
                <c:pt idx="1586">
                  <c:v>50.80714417</c:v>
                </c:pt>
                <c:pt idx="1587">
                  <c:v>50.80646062</c:v>
                </c:pt>
                <c:pt idx="1588">
                  <c:v>50.8059951</c:v>
                </c:pt>
                <c:pt idx="1589">
                  <c:v>50.80534337</c:v>
                </c:pt>
                <c:pt idx="1590">
                  <c:v>50.80471802</c:v>
                </c:pt>
                <c:pt idx="1591">
                  <c:v>50.80412292</c:v>
                </c:pt>
                <c:pt idx="1592">
                  <c:v>50.80343628</c:v>
                </c:pt>
                <c:pt idx="1593">
                  <c:v>50.80292265</c:v>
                </c:pt>
                <c:pt idx="1594">
                  <c:v>50.80224609</c:v>
                </c:pt>
                <c:pt idx="1595">
                  <c:v>50.80166574</c:v>
                </c:pt>
                <c:pt idx="1596">
                  <c:v>50.80106056</c:v>
                </c:pt>
                <c:pt idx="1597">
                  <c:v>50.80055237</c:v>
                </c:pt>
                <c:pt idx="1598">
                  <c:v>50.79986572</c:v>
                </c:pt>
                <c:pt idx="1599">
                  <c:v>50.79924503</c:v>
                </c:pt>
                <c:pt idx="1600">
                  <c:v>50.79872131</c:v>
                </c:pt>
                <c:pt idx="1601">
                  <c:v>50.79803467</c:v>
                </c:pt>
                <c:pt idx="1602">
                  <c:v>50.7975769</c:v>
                </c:pt>
                <c:pt idx="1603">
                  <c:v>50.79691741</c:v>
                </c:pt>
                <c:pt idx="1604">
                  <c:v>50.79640534</c:v>
                </c:pt>
                <c:pt idx="1605">
                  <c:v>50.79580016</c:v>
                </c:pt>
                <c:pt idx="1606">
                  <c:v>50.79524231</c:v>
                </c:pt>
                <c:pt idx="1607">
                  <c:v>50.79460144</c:v>
                </c:pt>
                <c:pt idx="1608">
                  <c:v>50.79393807</c:v>
                </c:pt>
                <c:pt idx="1609">
                  <c:v>50.79337944</c:v>
                </c:pt>
                <c:pt idx="1610">
                  <c:v>50.79272771</c:v>
                </c:pt>
                <c:pt idx="1611">
                  <c:v>50.79217529</c:v>
                </c:pt>
                <c:pt idx="1612">
                  <c:v>50.7915802</c:v>
                </c:pt>
                <c:pt idx="1613">
                  <c:v>50.79100528</c:v>
                </c:pt>
                <c:pt idx="1614">
                  <c:v>50.79043579</c:v>
                </c:pt>
                <c:pt idx="1615">
                  <c:v>50.78993225</c:v>
                </c:pt>
                <c:pt idx="1616">
                  <c:v>50.78933716</c:v>
                </c:pt>
                <c:pt idx="1617">
                  <c:v>50.78874207</c:v>
                </c:pt>
                <c:pt idx="1618">
                  <c:v>50.78811904</c:v>
                </c:pt>
                <c:pt idx="1619">
                  <c:v>50.78751386</c:v>
                </c:pt>
                <c:pt idx="1620">
                  <c:v>50.78677368</c:v>
                </c:pt>
                <c:pt idx="1621">
                  <c:v>50.78616385</c:v>
                </c:pt>
                <c:pt idx="1622">
                  <c:v>50.78569832</c:v>
                </c:pt>
                <c:pt idx="1623">
                  <c:v>50.78503418</c:v>
                </c:pt>
                <c:pt idx="1624">
                  <c:v>50.78448486</c:v>
                </c:pt>
                <c:pt idx="1625">
                  <c:v>50.78393555</c:v>
                </c:pt>
                <c:pt idx="1626">
                  <c:v>50.78343201</c:v>
                </c:pt>
                <c:pt idx="1627">
                  <c:v>50.78283691</c:v>
                </c:pt>
                <c:pt idx="1628">
                  <c:v>50.78219604</c:v>
                </c:pt>
                <c:pt idx="1629">
                  <c:v>50.78160095</c:v>
                </c:pt>
                <c:pt idx="1630">
                  <c:v>50.7810431</c:v>
                </c:pt>
                <c:pt idx="1631">
                  <c:v>50.78039137</c:v>
                </c:pt>
                <c:pt idx="1632">
                  <c:v>50.77983274</c:v>
                </c:pt>
                <c:pt idx="1633">
                  <c:v>50.77918101</c:v>
                </c:pt>
                <c:pt idx="1634">
                  <c:v>50.77862549</c:v>
                </c:pt>
                <c:pt idx="1635">
                  <c:v>50.7780304</c:v>
                </c:pt>
                <c:pt idx="1636">
                  <c:v>50.7772522</c:v>
                </c:pt>
                <c:pt idx="1637">
                  <c:v>50.7766571</c:v>
                </c:pt>
                <c:pt idx="1638">
                  <c:v>50.77629089</c:v>
                </c:pt>
                <c:pt idx="1639">
                  <c:v>50.7755127</c:v>
                </c:pt>
                <c:pt idx="1640">
                  <c:v>50.77499131</c:v>
                </c:pt>
                <c:pt idx="1641">
                  <c:v>50.77438613</c:v>
                </c:pt>
                <c:pt idx="1642">
                  <c:v>50.77377319</c:v>
                </c:pt>
                <c:pt idx="1643">
                  <c:v>50.7731781</c:v>
                </c:pt>
                <c:pt idx="1644">
                  <c:v>50.77258301</c:v>
                </c:pt>
                <c:pt idx="1645">
                  <c:v>50.77207947</c:v>
                </c:pt>
                <c:pt idx="1646">
                  <c:v>50.77140679</c:v>
                </c:pt>
                <c:pt idx="1647">
                  <c:v>50.77084351</c:v>
                </c:pt>
                <c:pt idx="1648">
                  <c:v>50.77020264</c:v>
                </c:pt>
                <c:pt idx="1649">
                  <c:v>50.76960754</c:v>
                </c:pt>
                <c:pt idx="1650">
                  <c:v>50.76901245</c:v>
                </c:pt>
                <c:pt idx="1651">
                  <c:v>50.76832581</c:v>
                </c:pt>
                <c:pt idx="1652">
                  <c:v>50.76768261</c:v>
                </c:pt>
                <c:pt idx="1653">
                  <c:v>50.76721709</c:v>
                </c:pt>
                <c:pt idx="1654">
                  <c:v>50.76665846</c:v>
                </c:pt>
                <c:pt idx="1655">
                  <c:v>50.76589966</c:v>
                </c:pt>
                <c:pt idx="1656">
                  <c:v>50.76530457</c:v>
                </c:pt>
                <c:pt idx="1657">
                  <c:v>50.76470327</c:v>
                </c:pt>
                <c:pt idx="1658">
                  <c:v>50.76416016</c:v>
                </c:pt>
                <c:pt idx="1659">
                  <c:v>50.76363256</c:v>
                </c:pt>
                <c:pt idx="1660">
                  <c:v>50.76293428</c:v>
                </c:pt>
                <c:pt idx="1661">
                  <c:v>50.76237565</c:v>
                </c:pt>
                <c:pt idx="1662">
                  <c:v>50.76181703</c:v>
                </c:pt>
                <c:pt idx="1663">
                  <c:v>50.76107219</c:v>
                </c:pt>
                <c:pt idx="1664">
                  <c:v>50.76054382</c:v>
                </c:pt>
                <c:pt idx="1665">
                  <c:v>50.75999451</c:v>
                </c:pt>
                <c:pt idx="1666">
                  <c:v>50.75948942</c:v>
                </c:pt>
                <c:pt idx="1667">
                  <c:v>50.75880432</c:v>
                </c:pt>
                <c:pt idx="1668">
                  <c:v>50.75830078</c:v>
                </c:pt>
                <c:pt idx="1669">
                  <c:v>50.75762733</c:v>
                </c:pt>
                <c:pt idx="1670">
                  <c:v>50.75706482</c:v>
                </c:pt>
                <c:pt idx="1671">
                  <c:v>50.75642395</c:v>
                </c:pt>
                <c:pt idx="1672">
                  <c:v>50.75576524</c:v>
                </c:pt>
                <c:pt idx="1673">
                  <c:v>50.75523376</c:v>
                </c:pt>
                <c:pt idx="1674">
                  <c:v>50.75460143</c:v>
                </c:pt>
                <c:pt idx="1675">
                  <c:v>50.7540428</c:v>
                </c:pt>
                <c:pt idx="1676">
                  <c:v>50.75349426</c:v>
                </c:pt>
                <c:pt idx="1677">
                  <c:v>50.752879</c:v>
                </c:pt>
                <c:pt idx="1678">
                  <c:v>50.75227382</c:v>
                </c:pt>
                <c:pt idx="1679">
                  <c:v>50.75166864</c:v>
                </c:pt>
                <c:pt idx="1680">
                  <c:v>50.75101691</c:v>
                </c:pt>
                <c:pt idx="1681">
                  <c:v>50.75041173</c:v>
                </c:pt>
                <c:pt idx="1682">
                  <c:v>50.74980655</c:v>
                </c:pt>
                <c:pt idx="1683">
                  <c:v>50.74919128</c:v>
                </c:pt>
                <c:pt idx="1684">
                  <c:v>50.74864274</c:v>
                </c:pt>
                <c:pt idx="1685">
                  <c:v>50.74786377</c:v>
                </c:pt>
                <c:pt idx="1686">
                  <c:v>50.74724618</c:v>
                </c:pt>
                <c:pt idx="1687">
                  <c:v>50.74678065</c:v>
                </c:pt>
                <c:pt idx="1688">
                  <c:v>50.74612427</c:v>
                </c:pt>
                <c:pt idx="1689">
                  <c:v>50.7455703</c:v>
                </c:pt>
                <c:pt idx="1690">
                  <c:v>50.74496512</c:v>
                </c:pt>
                <c:pt idx="1691">
                  <c:v>50.74426683</c:v>
                </c:pt>
                <c:pt idx="1692">
                  <c:v>50.74356079</c:v>
                </c:pt>
                <c:pt idx="1693">
                  <c:v>50.74287027</c:v>
                </c:pt>
                <c:pt idx="1694">
                  <c:v>50.74212543</c:v>
                </c:pt>
                <c:pt idx="1695">
                  <c:v>50.74182129</c:v>
                </c:pt>
                <c:pt idx="1696">
                  <c:v>50.74090576</c:v>
                </c:pt>
                <c:pt idx="1697">
                  <c:v>50.740448</c:v>
                </c:pt>
                <c:pt idx="1698">
                  <c:v>50.73980713</c:v>
                </c:pt>
                <c:pt idx="1699">
                  <c:v>50.73923919</c:v>
                </c:pt>
                <c:pt idx="1700">
                  <c:v>50.73849436</c:v>
                </c:pt>
                <c:pt idx="1701">
                  <c:v>50.7379303</c:v>
                </c:pt>
                <c:pt idx="1702">
                  <c:v>50.73728943</c:v>
                </c:pt>
                <c:pt idx="1703">
                  <c:v>50.73635295</c:v>
                </c:pt>
                <c:pt idx="1704">
                  <c:v>50.73577881</c:v>
                </c:pt>
                <c:pt idx="1705">
                  <c:v>50.73504639</c:v>
                </c:pt>
                <c:pt idx="1706">
                  <c:v>50.73444431</c:v>
                </c:pt>
                <c:pt idx="1707">
                  <c:v>50.73376465</c:v>
                </c:pt>
                <c:pt idx="1708">
                  <c:v>50.73303223</c:v>
                </c:pt>
                <c:pt idx="1709">
                  <c:v>50.73272188</c:v>
                </c:pt>
                <c:pt idx="1710">
                  <c:v>50.73207015</c:v>
                </c:pt>
                <c:pt idx="1711">
                  <c:v>50.73132531</c:v>
                </c:pt>
                <c:pt idx="1712">
                  <c:v>50.73060608</c:v>
                </c:pt>
                <c:pt idx="1713">
                  <c:v>50.73002185</c:v>
                </c:pt>
                <c:pt idx="1714">
                  <c:v>50.72923279</c:v>
                </c:pt>
                <c:pt idx="1715">
                  <c:v>50.72867183</c:v>
                </c:pt>
                <c:pt idx="1716">
                  <c:v>50.72808838</c:v>
                </c:pt>
                <c:pt idx="1717">
                  <c:v>50.72741492</c:v>
                </c:pt>
                <c:pt idx="1718">
                  <c:v>50.72676319</c:v>
                </c:pt>
                <c:pt idx="1719">
                  <c:v>50.72616577</c:v>
                </c:pt>
                <c:pt idx="1720">
                  <c:v>50.72547913</c:v>
                </c:pt>
                <c:pt idx="1721">
                  <c:v>50.7249011</c:v>
                </c:pt>
                <c:pt idx="1722">
                  <c:v>50.72415627</c:v>
                </c:pt>
                <c:pt idx="1723">
                  <c:v>50.72350454</c:v>
                </c:pt>
                <c:pt idx="1724">
                  <c:v>50.72291565</c:v>
                </c:pt>
                <c:pt idx="1725">
                  <c:v>50.7220459</c:v>
                </c:pt>
                <c:pt idx="1726">
                  <c:v>50.72158813</c:v>
                </c:pt>
                <c:pt idx="1727">
                  <c:v>50.7207114</c:v>
                </c:pt>
                <c:pt idx="1728">
                  <c:v>50.72005967</c:v>
                </c:pt>
                <c:pt idx="1729">
                  <c:v>50.7197113</c:v>
                </c:pt>
                <c:pt idx="1730">
                  <c:v>50.71879578</c:v>
                </c:pt>
                <c:pt idx="1731">
                  <c:v>50.71815491</c:v>
                </c:pt>
                <c:pt idx="1732">
                  <c:v>50.7174993</c:v>
                </c:pt>
                <c:pt idx="1733">
                  <c:v>50.71691895</c:v>
                </c:pt>
                <c:pt idx="1734">
                  <c:v>50.71627808</c:v>
                </c:pt>
                <c:pt idx="1735">
                  <c:v>50.71559065</c:v>
                </c:pt>
                <c:pt idx="1736">
                  <c:v>50.71498548</c:v>
                </c:pt>
                <c:pt idx="1737">
                  <c:v>50.71440125</c:v>
                </c:pt>
                <c:pt idx="1738">
                  <c:v>50.71372857</c:v>
                </c:pt>
                <c:pt idx="1739">
                  <c:v>50.71307683</c:v>
                </c:pt>
                <c:pt idx="1740">
                  <c:v>50.71238708</c:v>
                </c:pt>
                <c:pt idx="1741">
                  <c:v>50.71165466</c:v>
                </c:pt>
                <c:pt idx="1742">
                  <c:v>50.71107509</c:v>
                </c:pt>
                <c:pt idx="1743">
                  <c:v>50.71042336</c:v>
                </c:pt>
                <c:pt idx="1744">
                  <c:v>50.70977783</c:v>
                </c:pt>
                <c:pt idx="1745">
                  <c:v>50.70907334</c:v>
                </c:pt>
                <c:pt idx="1746">
                  <c:v>50.70870092</c:v>
                </c:pt>
                <c:pt idx="1747">
                  <c:v>50.70800264</c:v>
                </c:pt>
                <c:pt idx="1748">
                  <c:v>50.70726013</c:v>
                </c:pt>
                <c:pt idx="1749">
                  <c:v>50.70661926</c:v>
                </c:pt>
                <c:pt idx="1750">
                  <c:v>50.70600089</c:v>
                </c:pt>
                <c:pt idx="1751">
                  <c:v>50.7053833</c:v>
                </c:pt>
                <c:pt idx="1752">
                  <c:v>50.70483709</c:v>
                </c:pt>
                <c:pt idx="1753">
                  <c:v>50.70391846</c:v>
                </c:pt>
                <c:pt idx="1754">
                  <c:v>50.70334742</c:v>
                </c:pt>
                <c:pt idx="1755">
                  <c:v>50.70269568</c:v>
                </c:pt>
                <c:pt idx="1756">
                  <c:v>50.70204163</c:v>
                </c:pt>
                <c:pt idx="1757">
                  <c:v>50.70140076</c:v>
                </c:pt>
                <c:pt idx="1758">
                  <c:v>50.70085144</c:v>
                </c:pt>
                <c:pt idx="1759">
                  <c:v>50.70022842</c:v>
                </c:pt>
                <c:pt idx="1760">
                  <c:v>50.69952393</c:v>
                </c:pt>
                <c:pt idx="1761">
                  <c:v>50.69888306</c:v>
                </c:pt>
                <c:pt idx="1762">
                  <c:v>50.69822667</c:v>
                </c:pt>
                <c:pt idx="1763">
                  <c:v>50.69757494</c:v>
                </c:pt>
                <c:pt idx="1764">
                  <c:v>50.6968689</c:v>
                </c:pt>
                <c:pt idx="1765">
                  <c:v>50.69613647</c:v>
                </c:pt>
                <c:pt idx="1766">
                  <c:v>50.69577026</c:v>
                </c:pt>
                <c:pt idx="1767">
                  <c:v>50.69512939</c:v>
                </c:pt>
                <c:pt idx="1768">
                  <c:v>50.69439697</c:v>
                </c:pt>
                <c:pt idx="1769">
                  <c:v>50.6937561</c:v>
                </c:pt>
                <c:pt idx="1770">
                  <c:v>50.69315248</c:v>
                </c:pt>
                <c:pt idx="1771">
                  <c:v>50.69217488</c:v>
                </c:pt>
                <c:pt idx="1772">
                  <c:v>50.6916628</c:v>
                </c:pt>
                <c:pt idx="1773">
                  <c:v>50.69110107</c:v>
                </c:pt>
                <c:pt idx="1774">
                  <c:v>50.69036865</c:v>
                </c:pt>
                <c:pt idx="1775">
                  <c:v>50.68980072</c:v>
                </c:pt>
                <c:pt idx="1776">
                  <c:v>50.68914898</c:v>
                </c:pt>
                <c:pt idx="1777">
                  <c:v>50.68849182</c:v>
                </c:pt>
                <c:pt idx="1778">
                  <c:v>50.68798828</c:v>
                </c:pt>
                <c:pt idx="1779">
                  <c:v>50.68728689</c:v>
                </c:pt>
                <c:pt idx="1780">
                  <c:v>50.68656921</c:v>
                </c:pt>
                <c:pt idx="1781">
                  <c:v>50.68589033</c:v>
                </c:pt>
                <c:pt idx="1782">
                  <c:v>50.68533325</c:v>
                </c:pt>
                <c:pt idx="1783">
                  <c:v>50.68469238</c:v>
                </c:pt>
                <c:pt idx="1784">
                  <c:v>50.68395996</c:v>
                </c:pt>
                <c:pt idx="1785">
                  <c:v>50.68337651</c:v>
                </c:pt>
                <c:pt idx="1786">
                  <c:v>50.68267822</c:v>
                </c:pt>
                <c:pt idx="1787">
                  <c:v>50.6819458</c:v>
                </c:pt>
                <c:pt idx="1788">
                  <c:v>50.68137476</c:v>
                </c:pt>
                <c:pt idx="1789">
                  <c:v>50.68072303</c:v>
                </c:pt>
                <c:pt idx="1790">
                  <c:v>50.68011785</c:v>
                </c:pt>
                <c:pt idx="1791">
                  <c:v>50.67946612</c:v>
                </c:pt>
                <c:pt idx="1792">
                  <c:v>50.67855835</c:v>
                </c:pt>
                <c:pt idx="1793">
                  <c:v>50.67832947</c:v>
                </c:pt>
                <c:pt idx="1794">
                  <c:v>50.67732472</c:v>
                </c:pt>
                <c:pt idx="1795">
                  <c:v>50.67668152</c:v>
                </c:pt>
                <c:pt idx="1796">
                  <c:v>50.6759747</c:v>
                </c:pt>
                <c:pt idx="1797">
                  <c:v>50.67539978</c:v>
                </c:pt>
                <c:pt idx="1798">
                  <c:v>50.67475891</c:v>
                </c:pt>
                <c:pt idx="1799">
                  <c:v>50.67430115</c:v>
                </c:pt>
                <c:pt idx="1800">
                  <c:v>50.67355398</c:v>
                </c:pt>
                <c:pt idx="1801">
                  <c:v>50.67290225</c:v>
                </c:pt>
                <c:pt idx="1802">
                  <c:v>50.67214966</c:v>
                </c:pt>
                <c:pt idx="1803">
                  <c:v>50.67146301</c:v>
                </c:pt>
                <c:pt idx="1804">
                  <c:v>50.67082214</c:v>
                </c:pt>
                <c:pt idx="1805">
                  <c:v>50.67043498</c:v>
                </c:pt>
                <c:pt idx="1806">
                  <c:v>50.66972351</c:v>
                </c:pt>
                <c:pt idx="1807">
                  <c:v>50.66889876</c:v>
                </c:pt>
                <c:pt idx="1808">
                  <c:v>50.66821289</c:v>
                </c:pt>
                <c:pt idx="1809">
                  <c:v>50.66757202</c:v>
                </c:pt>
                <c:pt idx="1810">
                  <c:v>50.66699012</c:v>
                </c:pt>
                <c:pt idx="1811">
                  <c:v>50.66629183</c:v>
                </c:pt>
                <c:pt idx="1812">
                  <c:v>50.66559355</c:v>
                </c:pt>
                <c:pt idx="1813">
                  <c:v>50.66508148</c:v>
                </c:pt>
                <c:pt idx="1814">
                  <c:v>50.66445923</c:v>
                </c:pt>
                <c:pt idx="1815">
                  <c:v>50.66387112</c:v>
                </c:pt>
                <c:pt idx="1816">
                  <c:v>50.66307973</c:v>
                </c:pt>
                <c:pt idx="1817">
                  <c:v>50.66239929</c:v>
                </c:pt>
                <c:pt idx="1818">
                  <c:v>50.66189575</c:v>
                </c:pt>
                <c:pt idx="1819">
                  <c:v>50.66120911</c:v>
                </c:pt>
                <c:pt idx="1820">
                  <c:v>50.66052246</c:v>
                </c:pt>
                <c:pt idx="1821">
                  <c:v>50.65991418</c:v>
                </c:pt>
                <c:pt idx="1822">
                  <c:v>50.65919495</c:v>
                </c:pt>
                <c:pt idx="1823">
                  <c:v>50.65851761</c:v>
                </c:pt>
                <c:pt idx="1824">
                  <c:v>50.65786588</c:v>
                </c:pt>
                <c:pt idx="1825">
                  <c:v>50.65722656</c:v>
                </c:pt>
                <c:pt idx="1826">
                  <c:v>50.65646931</c:v>
                </c:pt>
                <c:pt idx="1827">
                  <c:v>50.65581758</c:v>
                </c:pt>
                <c:pt idx="1828">
                  <c:v>50.6551193</c:v>
                </c:pt>
                <c:pt idx="1829">
                  <c:v>50.65452576</c:v>
                </c:pt>
                <c:pt idx="1830">
                  <c:v>50.65390894</c:v>
                </c:pt>
                <c:pt idx="1831">
                  <c:v>50.65324402</c:v>
                </c:pt>
                <c:pt idx="1832">
                  <c:v>50.65255892</c:v>
                </c:pt>
                <c:pt idx="1833">
                  <c:v>50.65190719</c:v>
                </c:pt>
                <c:pt idx="1834">
                  <c:v>50.65116236</c:v>
                </c:pt>
                <c:pt idx="1835">
                  <c:v>50.65074339</c:v>
                </c:pt>
                <c:pt idx="1836">
                  <c:v>50.65003967</c:v>
                </c:pt>
                <c:pt idx="1837">
                  <c:v>50.64930725</c:v>
                </c:pt>
                <c:pt idx="1838">
                  <c:v>50.64852905</c:v>
                </c:pt>
                <c:pt idx="1839">
                  <c:v>50.64795025</c:v>
                </c:pt>
                <c:pt idx="1840">
                  <c:v>50.64729309</c:v>
                </c:pt>
                <c:pt idx="1841">
                  <c:v>50.64669334</c:v>
                </c:pt>
                <c:pt idx="1842">
                  <c:v>50.64596558</c:v>
                </c:pt>
                <c:pt idx="1843">
                  <c:v>50.64529678</c:v>
                </c:pt>
                <c:pt idx="1844">
                  <c:v>50.64459229</c:v>
                </c:pt>
                <c:pt idx="1845">
                  <c:v>50.64404297</c:v>
                </c:pt>
                <c:pt idx="1846">
                  <c:v>50.64331055</c:v>
                </c:pt>
                <c:pt idx="1847">
                  <c:v>50.6427364</c:v>
                </c:pt>
                <c:pt idx="1848">
                  <c:v>50.64208467</c:v>
                </c:pt>
                <c:pt idx="1849">
                  <c:v>50.64129639</c:v>
                </c:pt>
                <c:pt idx="1850">
                  <c:v>50.64074707</c:v>
                </c:pt>
                <c:pt idx="1851">
                  <c:v>50.6401062</c:v>
                </c:pt>
                <c:pt idx="1852">
                  <c:v>50.63937378</c:v>
                </c:pt>
                <c:pt idx="1853">
                  <c:v>50.63877946</c:v>
                </c:pt>
                <c:pt idx="1854">
                  <c:v>50.63804626</c:v>
                </c:pt>
                <c:pt idx="1855">
                  <c:v>50.6373829</c:v>
                </c:pt>
                <c:pt idx="1856">
                  <c:v>50.63676453</c:v>
                </c:pt>
                <c:pt idx="1857">
                  <c:v>50.63603288</c:v>
                </c:pt>
                <c:pt idx="1858">
                  <c:v>50.6354277</c:v>
                </c:pt>
                <c:pt idx="1859">
                  <c:v>50.63477597</c:v>
                </c:pt>
                <c:pt idx="1860">
                  <c:v>50.63412424</c:v>
                </c:pt>
                <c:pt idx="1861">
                  <c:v>50.6333313</c:v>
                </c:pt>
                <c:pt idx="1862">
                  <c:v>50.63278198</c:v>
                </c:pt>
                <c:pt idx="1863">
                  <c:v>50.63214111</c:v>
                </c:pt>
                <c:pt idx="1864">
                  <c:v>50.63140869</c:v>
                </c:pt>
                <c:pt idx="1865">
                  <c:v>50.63072205</c:v>
                </c:pt>
                <c:pt idx="1866">
                  <c:v>50.63012075</c:v>
                </c:pt>
                <c:pt idx="1867">
                  <c:v>50.62942246</c:v>
                </c:pt>
                <c:pt idx="1868">
                  <c:v>50.62866211</c:v>
                </c:pt>
                <c:pt idx="1869">
                  <c:v>50.62815857</c:v>
                </c:pt>
                <c:pt idx="1870">
                  <c:v>50.62742615</c:v>
                </c:pt>
                <c:pt idx="1871">
                  <c:v>50.62667588</c:v>
                </c:pt>
                <c:pt idx="1872">
                  <c:v>50.62609863</c:v>
                </c:pt>
                <c:pt idx="1873">
                  <c:v>50.62536621</c:v>
                </c:pt>
                <c:pt idx="1874">
                  <c:v>50.62495422</c:v>
                </c:pt>
                <c:pt idx="1875">
                  <c:v>50.62426758</c:v>
                </c:pt>
                <c:pt idx="1876">
                  <c:v>50.62353516</c:v>
                </c:pt>
                <c:pt idx="1877">
                  <c:v>50.62267239</c:v>
                </c:pt>
                <c:pt idx="1878">
                  <c:v>50.62202066</c:v>
                </c:pt>
                <c:pt idx="1879">
                  <c:v>50.62142944</c:v>
                </c:pt>
                <c:pt idx="1880">
                  <c:v>50.62076375</c:v>
                </c:pt>
                <c:pt idx="1881">
                  <c:v>50.62014771</c:v>
                </c:pt>
                <c:pt idx="1882">
                  <c:v>50.61950684</c:v>
                </c:pt>
                <c:pt idx="1883">
                  <c:v>50.6186689</c:v>
                </c:pt>
                <c:pt idx="1884">
                  <c:v>50.61795044</c:v>
                </c:pt>
                <c:pt idx="1885">
                  <c:v>50.61764475</c:v>
                </c:pt>
                <c:pt idx="1886">
                  <c:v>50.61671448</c:v>
                </c:pt>
                <c:pt idx="1887">
                  <c:v>50.61616516</c:v>
                </c:pt>
                <c:pt idx="1888">
                  <c:v>50.61547852</c:v>
                </c:pt>
                <c:pt idx="1889">
                  <c:v>50.61474609</c:v>
                </c:pt>
                <c:pt idx="1890">
                  <c:v>50.61410522</c:v>
                </c:pt>
                <c:pt idx="1891">
                  <c:v>50.61341858</c:v>
                </c:pt>
                <c:pt idx="1892">
                  <c:v>50.61268616</c:v>
                </c:pt>
                <c:pt idx="1893">
                  <c:v>50.61210503</c:v>
                </c:pt>
                <c:pt idx="1894">
                  <c:v>50.61135864</c:v>
                </c:pt>
                <c:pt idx="1895">
                  <c:v>50.61076355</c:v>
                </c:pt>
                <c:pt idx="1896">
                  <c:v>50.61026001</c:v>
                </c:pt>
                <c:pt idx="1897">
                  <c:v>50.60957336</c:v>
                </c:pt>
                <c:pt idx="1898">
                  <c:v>50.6089325</c:v>
                </c:pt>
                <c:pt idx="1899">
                  <c:v>50.60824119</c:v>
                </c:pt>
                <c:pt idx="1900">
                  <c:v>50.60758946</c:v>
                </c:pt>
                <c:pt idx="1901">
                  <c:v>50.60682678</c:v>
                </c:pt>
                <c:pt idx="1902">
                  <c:v>50.60623169</c:v>
                </c:pt>
                <c:pt idx="1903">
                  <c:v>50.60549461</c:v>
                </c:pt>
                <c:pt idx="1904">
                  <c:v>50.60490417</c:v>
                </c:pt>
                <c:pt idx="1905">
                  <c:v>50.6042377</c:v>
                </c:pt>
                <c:pt idx="1906">
                  <c:v>50.60358597</c:v>
                </c:pt>
                <c:pt idx="1907">
                  <c:v>50.60288769</c:v>
                </c:pt>
                <c:pt idx="1908">
                  <c:v>50.60214285</c:v>
                </c:pt>
                <c:pt idx="1909">
                  <c:v>50.6015625</c:v>
                </c:pt>
                <c:pt idx="1910">
                  <c:v>50.60087585</c:v>
                </c:pt>
                <c:pt idx="1911">
                  <c:v>50.60023421</c:v>
                </c:pt>
                <c:pt idx="1912">
                  <c:v>50.59959412</c:v>
                </c:pt>
                <c:pt idx="1913">
                  <c:v>50.59895325</c:v>
                </c:pt>
                <c:pt idx="1914">
                  <c:v>50.59799194</c:v>
                </c:pt>
                <c:pt idx="1915">
                  <c:v>50.59734797</c:v>
                </c:pt>
                <c:pt idx="1916">
                  <c:v>50.59675598</c:v>
                </c:pt>
                <c:pt idx="1917">
                  <c:v>50.59613761</c:v>
                </c:pt>
                <c:pt idx="1918">
                  <c:v>50.59547424</c:v>
                </c:pt>
                <c:pt idx="1919">
                  <c:v>50.5948807</c:v>
                </c:pt>
                <c:pt idx="1920">
                  <c:v>50.59404276</c:v>
                </c:pt>
                <c:pt idx="1921">
                  <c:v>50.59341431</c:v>
                </c:pt>
                <c:pt idx="1922">
                  <c:v>50.59272766</c:v>
                </c:pt>
                <c:pt idx="1923">
                  <c:v>50.59204102</c:v>
                </c:pt>
                <c:pt idx="1924">
                  <c:v>50.59152894</c:v>
                </c:pt>
                <c:pt idx="1925">
                  <c:v>50.59087721</c:v>
                </c:pt>
                <c:pt idx="1926">
                  <c:v>50.59017893</c:v>
                </c:pt>
                <c:pt idx="1927">
                  <c:v>50.58952332</c:v>
                </c:pt>
                <c:pt idx="1928">
                  <c:v>50.58878236</c:v>
                </c:pt>
                <c:pt idx="1929">
                  <c:v>50.5881958</c:v>
                </c:pt>
                <c:pt idx="1930">
                  <c:v>50.58752545</c:v>
                </c:pt>
                <c:pt idx="1931">
                  <c:v>50.58677673</c:v>
                </c:pt>
                <c:pt idx="1932">
                  <c:v>50.58617543</c:v>
                </c:pt>
                <c:pt idx="1933">
                  <c:v>50.58540344</c:v>
                </c:pt>
                <c:pt idx="1934">
                  <c:v>50.5847168</c:v>
                </c:pt>
                <c:pt idx="1935">
                  <c:v>50.58421326</c:v>
                </c:pt>
                <c:pt idx="1936">
                  <c:v>50.58348083</c:v>
                </c:pt>
                <c:pt idx="1937">
                  <c:v>50.58279419</c:v>
                </c:pt>
                <c:pt idx="1938">
                  <c:v>50.58215332</c:v>
                </c:pt>
                <c:pt idx="1939">
                  <c:v>50.5814209</c:v>
                </c:pt>
                <c:pt idx="1940">
                  <c:v>50.58087158</c:v>
                </c:pt>
                <c:pt idx="1941">
                  <c:v>50.5802633</c:v>
                </c:pt>
                <c:pt idx="1942">
                  <c:v>50.57933225</c:v>
                </c:pt>
                <c:pt idx="1943">
                  <c:v>50.57900639</c:v>
                </c:pt>
                <c:pt idx="1944">
                  <c:v>50.57826233</c:v>
                </c:pt>
                <c:pt idx="1945">
                  <c:v>50.57757568</c:v>
                </c:pt>
                <c:pt idx="1946">
                  <c:v>50.57681843</c:v>
                </c:pt>
                <c:pt idx="1947">
                  <c:v>50.57606506</c:v>
                </c:pt>
                <c:pt idx="1948">
                  <c:v>50.57537842</c:v>
                </c:pt>
                <c:pt idx="1949">
                  <c:v>50.57477014</c:v>
                </c:pt>
                <c:pt idx="1950">
                  <c:v>50.57407185</c:v>
                </c:pt>
                <c:pt idx="1951">
                  <c:v>50.57345581</c:v>
                </c:pt>
                <c:pt idx="1952">
                  <c:v>50.57276917</c:v>
                </c:pt>
                <c:pt idx="1953">
                  <c:v>50.571977</c:v>
                </c:pt>
                <c:pt idx="1954">
                  <c:v>50.5713501</c:v>
                </c:pt>
                <c:pt idx="1955">
                  <c:v>50.57076664</c:v>
                </c:pt>
                <c:pt idx="1956">
                  <c:v>50.57002181</c:v>
                </c:pt>
                <c:pt idx="1957">
                  <c:v>50.56937008</c:v>
                </c:pt>
                <c:pt idx="1958">
                  <c:v>50.56874084</c:v>
                </c:pt>
                <c:pt idx="1959">
                  <c:v>50.56815972</c:v>
                </c:pt>
                <c:pt idx="1960">
                  <c:v>50.56745911</c:v>
                </c:pt>
                <c:pt idx="1961">
                  <c:v>50.56681824</c:v>
                </c:pt>
                <c:pt idx="1962">
                  <c:v>50.56620452</c:v>
                </c:pt>
                <c:pt idx="1963">
                  <c:v>50.56555279</c:v>
                </c:pt>
                <c:pt idx="1964">
                  <c:v>50.56484985</c:v>
                </c:pt>
                <c:pt idx="1965">
                  <c:v>50.56387691</c:v>
                </c:pt>
                <c:pt idx="1966">
                  <c:v>50.56333923</c:v>
                </c:pt>
                <c:pt idx="1967">
                  <c:v>50.56278992</c:v>
                </c:pt>
                <c:pt idx="1968">
                  <c:v>50.56206137</c:v>
                </c:pt>
                <c:pt idx="1969">
                  <c:v>50.56131654</c:v>
                </c:pt>
                <c:pt idx="1970">
                  <c:v>50.56061826</c:v>
                </c:pt>
                <c:pt idx="1971">
                  <c:v>50.56004333</c:v>
                </c:pt>
                <c:pt idx="1972">
                  <c:v>50.55922169</c:v>
                </c:pt>
                <c:pt idx="1973">
                  <c:v>50.55856996</c:v>
                </c:pt>
                <c:pt idx="1974">
                  <c:v>50.55793762</c:v>
                </c:pt>
                <c:pt idx="1975">
                  <c:v>50.55729675</c:v>
                </c:pt>
                <c:pt idx="1976">
                  <c:v>50.55661476</c:v>
                </c:pt>
                <c:pt idx="1977">
                  <c:v>50.55601501</c:v>
                </c:pt>
                <c:pt idx="1978">
                  <c:v>50.55532837</c:v>
                </c:pt>
                <c:pt idx="1979">
                  <c:v>50.55470612</c:v>
                </c:pt>
                <c:pt idx="1980">
                  <c:v>50.55409241</c:v>
                </c:pt>
                <c:pt idx="1981">
                  <c:v>50.55340576</c:v>
                </c:pt>
                <c:pt idx="1982">
                  <c:v>50.55275093</c:v>
                </c:pt>
                <c:pt idx="1983">
                  <c:v>50.55189514</c:v>
                </c:pt>
                <c:pt idx="1984">
                  <c:v>50.55116272</c:v>
                </c:pt>
                <c:pt idx="1985">
                  <c:v>50.55056297</c:v>
                </c:pt>
                <c:pt idx="1986">
                  <c:v>50.54992676</c:v>
                </c:pt>
                <c:pt idx="1987">
                  <c:v>50.54925951</c:v>
                </c:pt>
                <c:pt idx="1988">
                  <c:v>50.54860778</c:v>
                </c:pt>
                <c:pt idx="1989">
                  <c:v>50.54800415</c:v>
                </c:pt>
                <c:pt idx="1990">
                  <c:v>50.54735087</c:v>
                </c:pt>
                <c:pt idx="1991">
                  <c:v>50.54676819</c:v>
                </c:pt>
                <c:pt idx="1992">
                  <c:v>50.54618706</c:v>
                </c:pt>
                <c:pt idx="1993">
                  <c:v>50.545578</c:v>
                </c:pt>
                <c:pt idx="1994">
                  <c:v>50.54479049</c:v>
                </c:pt>
                <c:pt idx="1995">
                  <c:v>50.54406738</c:v>
                </c:pt>
                <c:pt idx="1996">
                  <c:v>50.54339393</c:v>
                </c:pt>
                <c:pt idx="1997">
                  <c:v>50.54269409</c:v>
                </c:pt>
                <c:pt idx="1998">
                  <c:v>50.54200745</c:v>
                </c:pt>
                <c:pt idx="1999">
                  <c:v>50.54136658</c:v>
                </c:pt>
                <c:pt idx="2000">
                  <c:v>50.5406939</c:v>
                </c:pt>
                <c:pt idx="2001">
                  <c:v>50.54004217</c:v>
                </c:pt>
                <c:pt idx="2002">
                  <c:v>50.53939043</c:v>
                </c:pt>
                <c:pt idx="2003">
                  <c:v>50.53869215</c:v>
                </c:pt>
                <c:pt idx="2004">
                  <c:v>50.53811646</c:v>
                </c:pt>
                <c:pt idx="2005">
                  <c:v>50.53742981</c:v>
                </c:pt>
                <c:pt idx="2006">
                  <c:v>50.53674316</c:v>
                </c:pt>
                <c:pt idx="2007">
                  <c:v>50.53610229</c:v>
                </c:pt>
                <c:pt idx="2008">
                  <c:v>50.53546143</c:v>
                </c:pt>
                <c:pt idx="2009">
                  <c:v>50.534729</c:v>
                </c:pt>
                <c:pt idx="2010">
                  <c:v>50.53436279</c:v>
                </c:pt>
                <c:pt idx="2011">
                  <c:v>50.53358459</c:v>
                </c:pt>
                <c:pt idx="2012">
                  <c:v>50.53285217</c:v>
                </c:pt>
                <c:pt idx="2013">
                  <c:v>50.5322113</c:v>
                </c:pt>
                <c:pt idx="2014">
                  <c:v>50.53166276</c:v>
                </c:pt>
                <c:pt idx="2015">
                  <c:v>50.53096448</c:v>
                </c:pt>
                <c:pt idx="2016">
                  <c:v>50.53031275</c:v>
                </c:pt>
                <c:pt idx="2017">
                  <c:v>50.52996826</c:v>
                </c:pt>
                <c:pt idx="2018">
                  <c:v>50.52932739</c:v>
                </c:pt>
                <c:pt idx="2019">
                  <c:v>50.52864075</c:v>
                </c:pt>
                <c:pt idx="2020">
                  <c:v>50.52793858</c:v>
                </c:pt>
                <c:pt idx="2021">
                  <c:v>50.52722168</c:v>
                </c:pt>
                <c:pt idx="2022">
                  <c:v>50.52658857</c:v>
                </c:pt>
                <c:pt idx="2023">
                  <c:v>50.52593684</c:v>
                </c:pt>
                <c:pt idx="2024">
                  <c:v>50.52528511</c:v>
                </c:pt>
                <c:pt idx="2025">
                  <c:v>50.52458682</c:v>
                </c:pt>
                <c:pt idx="2026">
                  <c:v>50.52388</c:v>
                </c:pt>
                <c:pt idx="2027">
                  <c:v>50.52328491</c:v>
                </c:pt>
                <c:pt idx="2028">
                  <c:v>50.52296448</c:v>
                </c:pt>
                <c:pt idx="2029">
                  <c:v>50.5219799</c:v>
                </c:pt>
                <c:pt idx="2030">
                  <c:v>50.52137472</c:v>
                </c:pt>
                <c:pt idx="2031">
                  <c:v>50.52072144</c:v>
                </c:pt>
                <c:pt idx="2032">
                  <c:v>50.5202179</c:v>
                </c:pt>
                <c:pt idx="2033">
                  <c:v>50.51957703</c:v>
                </c:pt>
                <c:pt idx="2034">
                  <c:v>50.51902771</c:v>
                </c:pt>
                <c:pt idx="2035">
                  <c:v>50.51838684</c:v>
                </c:pt>
                <c:pt idx="2036">
                  <c:v>50.51769709</c:v>
                </c:pt>
                <c:pt idx="2037">
                  <c:v>50.51705933</c:v>
                </c:pt>
                <c:pt idx="2038">
                  <c:v>50.51646423</c:v>
                </c:pt>
                <c:pt idx="2039">
                  <c:v>50.51582336</c:v>
                </c:pt>
                <c:pt idx="2040">
                  <c:v>50.51527405</c:v>
                </c:pt>
                <c:pt idx="2041">
                  <c:v>50.51463318</c:v>
                </c:pt>
                <c:pt idx="2042">
                  <c:v>50.51390076</c:v>
                </c:pt>
                <c:pt idx="2043">
                  <c:v>50.51321411</c:v>
                </c:pt>
                <c:pt idx="2044">
                  <c:v>50.51261902</c:v>
                </c:pt>
                <c:pt idx="2045">
                  <c:v>50.51193237</c:v>
                </c:pt>
                <c:pt idx="2046">
                  <c:v>50.51136599</c:v>
                </c:pt>
                <c:pt idx="2047">
                  <c:v>50.51076081</c:v>
                </c:pt>
                <c:pt idx="2048">
                  <c:v>50.51019287</c:v>
                </c:pt>
                <c:pt idx="2049">
                  <c:v>50.50950623</c:v>
                </c:pt>
                <c:pt idx="2050">
                  <c:v>50.50914001</c:v>
                </c:pt>
                <c:pt idx="2051">
                  <c:v>50.50845337</c:v>
                </c:pt>
                <c:pt idx="2052">
                  <c:v>50.50785828</c:v>
                </c:pt>
                <c:pt idx="2053">
                  <c:v>50.50703663</c:v>
                </c:pt>
                <c:pt idx="2054">
                  <c:v>50.50643145</c:v>
                </c:pt>
                <c:pt idx="2055">
                  <c:v>50.506073</c:v>
                </c:pt>
                <c:pt idx="2056">
                  <c:v>50.50536075</c:v>
                </c:pt>
                <c:pt idx="2057">
                  <c:v>50.50475557</c:v>
                </c:pt>
                <c:pt idx="2058">
                  <c:v>50.50405729</c:v>
                </c:pt>
                <c:pt idx="2059">
                  <c:v>50.50345211</c:v>
                </c:pt>
                <c:pt idx="2060">
                  <c:v>50.50291443</c:v>
                </c:pt>
                <c:pt idx="2061">
                  <c:v>50.50214864</c:v>
                </c:pt>
                <c:pt idx="2062">
                  <c:v>50.50149536</c:v>
                </c:pt>
                <c:pt idx="2063">
                  <c:v>50.50085449</c:v>
                </c:pt>
                <c:pt idx="2064">
                  <c:v>50.50047276</c:v>
                </c:pt>
                <c:pt idx="2065">
                  <c:v>50.49957275</c:v>
                </c:pt>
                <c:pt idx="2066">
                  <c:v>50.49934387</c:v>
                </c:pt>
                <c:pt idx="2067">
                  <c:v>50.49865723</c:v>
                </c:pt>
                <c:pt idx="2068">
                  <c:v>50.49801636</c:v>
                </c:pt>
                <c:pt idx="2069">
                  <c:v>50.49737549</c:v>
                </c:pt>
                <c:pt idx="2070">
                  <c:v>50.49673462</c:v>
                </c:pt>
                <c:pt idx="2071">
                  <c:v>50.49613953</c:v>
                </c:pt>
                <c:pt idx="2072">
                  <c:v>50.49545288</c:v>
                </c:pt>
                <c:pt idx="2073">
                  <c:v>50.49485779</c:v>
                </c:pt>
                <c:pt idx="2074">
                  <c:v>50.49428132</c:v>
                </c:pt>
                <c:pt idx="2075">
                  <c:v>50.4936676</c:v>
                </c:pt>
                <c:pt idx="2076">
                  <c:v>50.49307251</c:v>
                </c:pt>
                <c:pt idx="2077">
                  <c:v>50.49251233</c:v>
                </c:pt>
                <c:pt idx="2078">
                  <c:v>50.4918606</c:v>
                </c:pt>
                <c:pt idx="2079">
                  <c:v>50.49128723</c:v>
                </c:pt>
                <c:pt idx="2080">
                  <c:v>50.49069214</c:v>
                </c:pt>
                <c:pt idx="2081">
                  <c:v>50.48977661</c:v>
                </c:pt>
                <c:pt idx="2082">
                  <c:v>50.48920712</c:v>
                </c:pt>
                <c:pt idx="2083">
                  <c:v>50.48890686</c:v>
                </c:pt>
                <c:pt idx="2084">
                  <c:v>50.48832263</c:v>
                </c:pt>
                <c:pt idx="2085">
                  <c:v>50.48757779</c:v>
                </c:pt>
                <c:pt idx="2086">
                  <c:v>50.48680115</c:v>
                </c:pt>
                <c:pt idx="2087">
                  <c:v>50.48641399</c:v>
                </c:pt>
                <c:pt idx="2088">
                  <c:v>50.48566915</c:v>
                </c:pt>
                <c:pt idx="2089">
                  <c:v>50.48501587</c:v>
                </c:pt>
                <c:pt idx="2090">
                  <c:v>50.48441224</c:v>
                </c:pt>
                <c:pt idx="2091">
                  <c:v>50.48380706</c:v>
                </c:pt>
                <c:pt idx="2092">
                  <c:v>50.48320188</c:v>
                </c:pt>
                <c:pt idx="2093">
                  <c:v>50.48258972</c:v>
                </c:pt>
                <c:pt idx="2094">
                  <c:v>50.48189842</c:v>
                </c:pt>
                <c:pt idx="2095">
                  <c:v>50.48162842</c:v>
                </c:pt>
                <c:pt idx="2096">
                  <c:v>50.48094177</c:v>
                </c:pt>
                <c:pt idx="2097">
                  <c:v>50.48026909</c:v>
                </c:pt>
                <c:pt idx="2098">
                  <c:v>50.47975159</c:v>
                </c:pt>
                <c:pt idx="2099">
                  <c:v>50.47901218</c:v>
                </c:pt>
                <c:pt idx="2100">
                  <c:v>50.478407</c:v>
                </c:pt>
                <c:pt idx="2101">
                  <c:v>50.47780182</c:v>
                </c:pt>
                <c:pt idx="2102">
                  <c:v>50.47715009</c:v>
                </c:pt>
                <c:pt idx="2103">
                  <c:v>50.47659302</c:v>
                </c:pt>
                <c:pt idx="2104">
                  <c:v>50.47595215</c:v>
                </c:pt>
                <c:pt idx="2105">
                  <c:v>50.47531128</c:v>
                </c:pt>
                <c:pt idx="2106">
                  <c:v>50.47471619</c:v>
                </c:pt>
                <c:pt idx="2107">
                  <c:v>50.47412109</c:v>
                </c:pt>
                <c:pt idx="2108">
                  <c:v>50.47351902</c:v>
                </c:pt>
                <c:pt idx="2109">
                  <c:v>50.47291384</c:v>
                </c:pt>
                <c:pt idx="2110">
                  <c:v>50.47238159</c:v>
                </c:pt>
                <c:pt idx="2111">
                  <c:v>50.47175003</c:v>
                </c:pt>
                <c:pt idx="2112">
                  <c:v>50.47114485</c:v>
                </c:pt>
                <c:pt idx="2113">
                  <c:v>50.47064209</c:v>
                </c:pt>
                <c:pt idx="2114">
                  <c:v>50.47007415</c:v>
                </c:pt>
                <c:pt idx="2115">
                  <c:v>50.46942242</c:v>
                </c:pt>
                <c:pt idx="2116">
                  <c:v>50.46890259</c:v>
                </c:pt>
                <c:pt idx="2117">
                  <c:v>50.46826172</c:v>
                </c:pt>
                <c:pt idx="2118">
                  <c:v>50.46742067</c:v>
                </c:pt>
                <c:pt idx="2119">
                  <c:v>50.46679688</c:v>
                </c:pt>
                <c:pt idx="2120">
                  <c:v>50.46648963</c:v>
                </c:pt>
                <c:pt idx="2121">
                  <c:v>50.4658379</c:v>
                </c:pt>
                <c:pt idx="2122">
                  <c:v>50.46505737</c:v>
                </c:pt>
                <c:pt idx="2123">
                  <c:v>50.46446228</c:v>
                </c:pt>
                <c:pt idx="2124">
                  <c:v>50.46383615</c:v>
                </c:pt>
                <c:pt idx="2125">
                  <c:v>50.46323097</c:v>
                </c:pt>
                <c:pt idx="2126">
                  <c:v>50.46267235</c:v>
                </c:pt>
                <c:pt idx="2127">
                  <c:v>50.46203613</c:v>
                </c:pt>
                <c:pt idx="2128">
                  <c:v>50.46150854</c:v>
                </c:pt>
                <c:pt idx="2129">
                  <c:v>50.46104302</c:v>
                </c:pt>
                <c:pt idx="2130">
                  <c:v>50.46043784</c:v>
                </c:pt>
                <c:pt idx="2131">
                  <c:v>50.45979309</c:v>
                </c:pt>
                <c:pt idx="2132">
                  <c:v>50.459198</c:v>
                </c:pt>
                <c:pt idx="2133">
                  <c:v>50.4585292</c:v>
                </c:pt>
                <c:pt idx="2134">
                  <c:v>50.45777893</c:v>
                </c:pt>
                <c:pt idx="2135">
                  <c:v>50.45718384</c:v>
                </c:pt>
                <c:pt idx="2136">
                  <c:v>50.45681763</c:v>
                </c:pt>
                <c:pt idx="2137">
                  <c:v>50.45620159</c:v>
                </c:pt>
                <c:pt idx="2138">
                  <c:v>50.45526123</c:v>
                </c:pt>
                <c:pt idx="2139">
                  <c:v>50.45471191</c:v>
                </c:pt>
                <c:pt idx="2140">
                  <c:v>50.45407104</c:v>
                </c:pt>
                <c:pt idx="2141">
                  <c:v>50.45350156</c:v>
                </c:pt>
                <c:pt idx="2142">
                  <c:v>50.45278931</c:v>
                </c:pt>
                <c:pt idx="2143">
                  <c:v>50.45210266</c:v>
                </c:pt>
                <c:pt idx="2144">
                  <c:v>50.45154636</c:v>
                </c:pt>
                <c:pt idx="2145">
                  <c:v>50.45098774</c:v>
                </c:pt>
                <c:pt idx="2146">
                  <c:v>50.45036316</c:v>
                </c:pt>
                <c:pt idx="2147">
                  <c:v>50.44963772</c:v>
                </c:pt>
                <c:pt idx="2148">
                  <c:v>50.44903254</c:v>
                </c:pt>
                <c:pt idx="2149">
                  <c:v>50.44828771</c:v>
                </c:pt>
                <c:pt idx="2150">
                  <c:v>50.44770813</c:v>
                </c:pt>
                <c:pt idx="2151">
                  <c:v>50.4471239</c:v>
                </c:pt>
                <c:pt idx="2152">
                  <c:v>50.44642562</c:v>
                </c:pt>
                <c:pt idx="2153">
                  <c:v>50.4458313</c:v>
                </c:pt>
                <c:pt idx="2154">
                  <c:v>50.44516871</c:v>
                </c:pt>
                <c:pt idx="2155">
                  <c:v>50.44445801</c:v>
                </c:pt>
                <c:pt idx="2156">
                  <c:v>50.44381714</c:v>
                </c:pt>
                <c:pt idx="2157">
                  <c:v>50.44322205</c:v>
                </c:pt>
                <c:pt idx="2158">
                  <c:v>50.44260833</c:v>
                </c:pt>
                <c:pt idx="2159">
                  <c:v>50.44209626</c:v>
                </c:pt>
                <c:pt idx="2160">
                  <c:v>50.44139099</c:v>
                </c:pt>
                <c:pt idx="2161">
                  <c:v>50.44046693</c:v>
                </c:pt>
                <c:pt idx="2162">
                  <c:v>50.4398152</c:v>
                </c:pt>
                <c:pt idx="2163">
                  <c:v>50.43916347</c:v>
                </c:pt>
                <c:pt idx="2164">
                  <c:v>50.43841863</c:v>
                </c:pt>
                <c:pt idx="2165">
                  <c:v>50.43809509</c:v>
                </c:pt>
                <c:pt idx="2166">
                  <c:v>50.43739448</c:v>
                </c:pt>
                <c:pt idx="2167">
                  <c:v>50.43644714</c:v>
                </c:pt>
                <c:pt idx="2168">
                  <c:v>50.43608093</c:v>
                </c:pt>
                <c:pt idx="2169">
                  <c:v>50.43544006</c:v>
                </c:pt>
                <c:pt idx="2170">
                  <c:v>50.43478756</c:v>
                </c:pt>
                <c:pt idx="2171">
                  <c:v>50.43415833</c:v>
                </c:pt>
                <c:pt idx="2172">
                  <c:v>50.43328857</c:v>
                </c:pt>
                <c:pt idx="2173">
                  <c:v>50.43269271</c:v>
                </c:pt>
                <c:pt idx="2174">
                  <c:v>50.43194787</c:v>
                </c:pt>
                <c:pt idx="2175">
                  <c:v>50.4314358</c:v>
                </c:pt>
                <c:pt idx="2176">
                  <c:v>50.43073751</c:v>
                </c:pt>
                <c:pt idx="2177">
                  <c:v>50.43013</c:v>
                </c:pt>
                <c:pt idx="2178">
                  <c:v>50.42943405</c:v>
                </c:pt>
                <c:pt idx="2179">
                  <c:v>50.42887542</c:v>
                </c:pt>
                <c:pt idx="2180">
                  <c:v>50.42811584</c:v>
                </c:pt>
                <c:pt idx="2181">
                  <c:v>50.42752541</c:v>
                </c:pt>
                <c:pt idx="2182">
                  <c:v>50.42692566</c:v>
                </c:pt>
                <c:pt idx="2183">
                  <c:v>50.42612884</c:v>
                </c:pt>
                <c:pt idx="2184">
                  <c:v>50.42547711</c:v>
                </c:pt>
                <c:pt idx="2185">
                  <c:v>50.42481995</c:v>
                </c:pt>
                <c:pt idx="2186">
                  <c:v>50.42417908</c:v>
                </c:pt>
                <c:pt idx="2187">
                  <c:v>50.42356847</c:v>
                </c:pt>
                <c:pt idx="2188">
                  <c:v>50.42289734</c:v>
                </c:pt>
                <c:pt idx="2189">
                  <c:v>50.42225647</c:v>
                </c:pt>
                <c:pt idx="2190">
                  <c:v>50.4216156</c:v>
                </c:pt>
                <c:pt idx="2191">
                  <c:v>50.42096154</c:v>
                </c:pt>
                <c:pt idx="2192">
                  <c:v>50.42030981</c:v>
                </c:pt>
                <c:pt idx="2193">
                  <c:v>50.41975118</c:v>
                </c:pt>
                <c:pt idx="2194">
                  <c:v>50.41877359</c:v>
                </c:pt>
                <c:pt idx="2195">
                  <c:v>50.41818237</c:v>
                </c:pt>
                <c:pt idx="2196">
                  <c:v>50.41749573</c:v>
                </c:pt>
                <c:pt idx="2197">
                  <c:v>50.4169115</c:v>
                </c:pt>
                <c:pt idx="2198">
                  <c:v>50.41625977</c:v>
                </c:pt>
                <c:pt idx="2199">
                  <c:v>50.41593933</c:v>
                </c:pt>
                <c:pt idx="2200">
                  <c:v>50.4148632</c:v>
                </c:pt>
                <c:pt idx="2201">
                  <c:v>50.41456604</c:v>
                </c:pt>
                <c:pt idx="2202">
                  <c:v>50.41365051</c:v>
                </c:pt>
                <c:pt idx="2203">
                  <c:v>50.41305542</c:v>
                </c:pt>
                <c:pt idx="2204">
                  <c:v>50.41248903</c:v>
                </c:pt>
                <c:pt idx="2205">
                  <c:v>50.41191101</c:v>
                </c:pt>
                <c:pt idx="2206">
                  <c:v>50.41123212</c:v>
                </c:pt>
                <c:pt idx="2207">
                  <c:v>50.41067505</c:v>
                </c:pt>
                <c:pt idx="2208">
                  <c:v>50.40997521</c:v>
                </c:pt>
                <c:pt idx="2209">
                  <c:v>50.40937003</c:v>
                </c:pt>
                <c:pt idx="2210">
                  <c:v>50.40838623</c:v>
                </c:pt>
                <c:pt idx="2211">
                  <c:v>50.40783381</c:v>
                </c:pt>
                <c:pt idx="2212">
                  <c:v>50.40713553</c:v>
                </c:pt>
                <c:pt idx="2213">
                  <c:v>50.40678406</c:v>
                </c:pt>
                <c:pt idx="2214">
                  <c:v>50.40614319</c:v>
                </c:pt>
                <c:pt idx="2215">
                  <c:v>50.40545654</c:v>
                </c:pt>
                <c:pt idx="2216">
                  <c:v>50.40476136</c:v>
                </c:pt>
                <c:pt idx="2217">
                  <c:v>50.40410963</c:v>
                </c:pt>
                <c:pt idx="2218">
                  <c:v>50.403551</c:v>
                </c:pt>
                <c:pt idx="2219">
                  <c:v>50.40284729</c:v>
                </c:pt>
                <c:pt idx="2220">
                  <c:v>50.40224754</c:v>
                </c:pt>
                <c:pt idx="2221">
                  <c:v>50.40151978</c:v>
                </c:pt>
                <c:pt idx="2222">
                  <c:v>50.40094408</c:v>
                </c:pt>
                <c:pt idx="2223">
                  <c:v>50.40037537</c:v>
                </c:pt>
                <c:pt idx="2224">
                  <c:v>50.39978027</c:v>
                </c:pt>
                <c:pt idx="2225">
                  <c:v>50.39908199</c:v>
                </c:pt>
                <c:pt idx="2226">
                  <c:v>50.39849854</c:v>
                </c:pt>
                <c:pt idx="2227">
                  <c:v>50.39785767</c:v>
                </c:pt>
                <c:pt idx="2228">
                  <c:v>50.39717102</c:v>
                </c:pt>
                <c:pt idx="2229">
                  <c:v>50.39661472</c:v>
                </c:pt>
                <c:pt idx="2230">
                  <c:v>50.39596299</c:v>
                </c:pt>
                <c:pt idx="2231">
                  <c:v>50.39538574</c:v>
                </c:pt>
                <c:pt idx="2232">
                  <c:v>50.3946991</c:v>
                </c:pt>
                <c:pt idx="2233">
                  <c:v>50.39405823</c:v>
                </c:pt>
                <c:pt idx="2234">
                  <c:v>50.39335606</c:v>
                </c:pt>
                <c:pt idx="2235">
                  <c:v>50.39273071</c:v>
                </c:pt>
                <c:pt idx="2236">
                  <c:v>50.39214571</c:v>
                </c:pt>
                <c:pt idx="2237">
                  <c:v>50.39126121</c:v>
                </c:pt>
                <c:pt idx="2238">
                  <c:v>50.39089966</c:v>
                </c:pt>
                <c:pt idx="2239">
                  <c:v>50.39005086</c:v>
                </c:pt>
                <c:pt idx="2240">
                  <c:v>50.38944568</c:v>
                </c:pt>
                <c:pt idx="2241">
                  <c:v>50.38865662</c:v>
                </c:pt>
                <c:pt idx="2242">
                  <c:v>50.38809566</c:v>
                </c:pt>
                <c:pt idx="2243">
                  <c:v>50.38744393</c:v>
                </c:pt>
                <c:pt idx="2244">
                  <c:v>50.38682556</c:v>
                </c:pt>
                <c:pt idx="2245">
                  <c:v>50.38623357</c:v>
                </c:pt>
                <c:pt idx="2246">
                  <c:v>50.38568115</c:v>
                </c:pt>
                <c:pt idx="2247">
                  <c:v>50.38497666</c:v>
                </c:pt>
                <c:pt idx="2248">
                  <c:v>50.38427838</c:v>
                </c:pt>
                <c:pt idx="2249">
                  <c:v>50.38362665</c:v>
                </c:pt>
                <c:pt idx="2250">
                  <c:v>50.38302612</c:v>
                </c:pt>
                <c:pt idx="2251">
                  <c:v>50.38241629</c:v>
                </c:pt>
                <c:pt idx="2252">
                  <c:v>50.38181111</c:v>
                </c:pt>
                <c:pt idx="2253">
                  <c:v>50.38114929</c:v>
                </c:pt>
                <c:pt idx="2254">
                  <c:v>50.38060075</c:v>
                </c:pt>
                <c:pt idx="2255">
                  <c:v>50.38000488</c:v>
                </c:pt>
                <c:pt idx="2256">
                  <c:v>50.37929729</c:v>
                </c:pt>
                <c:pt idx="2257">
                  <c:v>50.37854004</c:v>
                </c:pt>
                <c:pt idx="2258">
                  <c:v>50.37789917</c:v>
                </c:pt>
                <c:pt idx="2259">
                  <c:v>50.3775283</c:v>
                </c:pt>
                <c:pt idx="2260">
                  <c:v>50.37657166</c:v>
                </c:pt>
                <c:pt idx="2261">
                  <c:v>50.37599208</c:v>
                </c:pt>
                <c:pt idx="2262">
                  <c:v>50.37557311</c:v>
                </c:pt>
                <c:pt idx="2263">
                  <c:v>50.37492138</c:v>
                </c:pt>
                <c:pt idx="2264">
                  <c:v>50.37432861</c:v>
                </c:pt>
                <c:pt idx="2265">
                  <c:v>50.37364197</c:v>
                </c:pt>
                <c:pt idx="2266">
                  <c:v>50.3730011</c:v>
                </c:pt>
                <c:pt idx="2267">
                  <c:v>50.37236023</c:v>
                </c:pt>
                <c:pt idx="2268">
                  <c:v>50.37152307</c:v>
                </c:pt>
                <c:pt idx="2269">
                  <c:v>50.37082478</c:v>
                </c:pt>
                <c:pt idx="2270">
                  <c:v>50.37025452</c:v>
                </c:pt>
                <c:pt idx="2271">
                  <c:v>50.36965942</c:v>
                </c:pt>
                <c:pt idx="2272">
                  <c:v>50.36910235</c:v>
                </c:pt>
                <c:pt idx="2273">
                  <c:v>50.36845062</c:v>
                </c:pt>
                <c:pt idx="2274">
                  <c:v>50.36761268</c:v>
                </c:pt>
                <c:pt idx="2275">
                  <c:v>50.36696095</c:v>
                </c:pt>
                <c:pt idx="2276">
                  <c:v>50.3664093</c:v>
                </c:pt>
                <c:pt idx="2277">
                  <c:v>50.36567688</c:v>
                </c:pt>
                <c:pt idx="2278">
                  <c:v>50.36503601</c:v>
                </c:pt>
                <c:pt idx="2279">
                  <c:v>50.36449368</c:v>
                </c:pt>
                <c:pt idx="2280">
                  <c:v>50.36384583</c:v>
                </c:pt>
                <c:pt idx="2281">
                  <c:v>50.36320496</c:v>
                </c:pt>
                <c:pt idx="2282">
                  <c:v>50.36272469</c:v>
                </c:pt>
                <c:pt idx="2283">
                  <c:v>50.36196899</c:v>
                </c:pt>
                <c:pt idx="2284">
                  <c:v>50.36132813</c:v>
                </c:pt>
                <c:pt idx="2285">
                  <c:v>50.36068726</c:v>
                </c:pt>
                <c:pt idx="2286">
                  <c:v>50.36022949</c:v>
                </c:pt>
                <c:pt idx="2287">
                  <c:v>50.35931396</c:v>
                </c:pt>
                <c:pt idx="2288">
                  <c:v>50.3586731</c:v>
                </c:pt>
                <c:pt idx="2289">
                  <c:v>50.35798645</c:v>
                </c:pt>
                <c:pt idx="2290">
                  <c:v>50.35737118</c:v>
                </c:pt>
                <c:pt idx="2291">
                  <c:v>50.35676601</c:v>
                </c:pt>
                <c:pt idx="2292">
                  <c:v>50.35602117</c:v>
                </c:pt>
                <c:pt idx="2293">
                  <c:v>50.35546875</c:v>
                </c:pt>
                <c:pt idx="2294">
                  <c:v>50.35485736</c:v>
                </c:pt>
                <c:pt idx="2295">
                  <c:v>50.35409546</c:v>
                </c:pt>
                <c:pt idx="2296">
                  <c:v>50.35350735</c:v>
                </c:pt>
                <c:pt idx="2297">
                  <c:v>50.35313493</c:v>
                </c:pt>
                <c:pt idx="2298">
                  <c:v>50.3523901</c:v>
                </c:pt>
                <c:pt idx="2299">
                  <c:v>50.35157776</c:v>
                </c:pt>
                <c:pt idx="2300">
                  <c:v>50.35093689</c:v>
                </c:pt>
                <c:pt idx="2301">
                  <c:v>50.3503418</c:v>
                </c:pt>
                <c:pt idx="2302">
                  <c:v>50.34978317</c:v>
                </c:pt>
                <c:pt idx="2303">
                  <c:v>50.34903833</c:v>
                </c:pt>
                <c:pt idx="2304">
                  <c:v>50.34846497</c:v>
                </c:pt>
                <c:pt idx="2305">
                  <c:v>50.34787453</c:v>
                </c:pt>
                <c:pt idx="2306">
                  <c:v>50.34652451</c:v>
                </c:pt>
                <c:pt idx="2307">
                  <c:v>50.34591933</c:v>
                </c:pt>
                <c:pt idx="2308">
                  <c:v>50.34526062</c:v>
                </c:pt>
                <c:pt idx="2309">
                  <c:v>50.34461975</c:v>
                </c:pt>
                <c:pt idx="2310">
                  <c:v>50.34401069</c:v>
                </c:pt>
                <c:pt idx="2311">
                  <c:v>50.34345207</c:v>
                </c:pt>
                <c:pt idx="2312">
                  <c:v>50.34280033</c:v>
                </c:pt>
                <c:pt idx="2313">
                  <c:v>50.34223938</c:v>
                </c:pt>
                <c:pt idx="2314">
                  <c:v>50.34145032</c:v>
                </c:pt>
                <c:pt idx="2315">
                  <c:v>50.34063721</c:v>
                </c:pt>
                <c:pt idx="2316">
                  <c:v>50.34023996</c:v>
                </c:pt>
                <c:pt idx="2317">
                  <c:v>50.33958823</c:v>
                </c:pt>
                <c:pt idx="2318">
                  <c:v>50.33830261</c:v>
                </c:pt>
                <c:pt idx="2319">
                  <c:v>50.33758648</c:v>
                </c:pt>
                <c:pt idx="2320">
                  <c:v>50.33688354</c:v>
                </c:pt>
                <c:pt idx="2321">
                  <c:v>50.33623647</c:v>
                </c:pt>
                <c:pt idx="2322">
                  <c:v>50.33558474</c:v>
                </c:pt>
                <c:pt idx="2323">
                  <c:v>50.33497956</c:v>
                </c:pt>
                <c:pt idx="2324">
                  <c:v>50.33423472</c:v>
                </c:pt>
                <c:pt idx="2325">
                  <c:v>50.33358299</c:v>
                </c:pt>
                <c:pt idx="2326">
                  <c:v>50.33297781</c:v>
                </c:pt>
                <c:pt idx="2327">
                  <c:v>50.33216858</c:v>
                </c:pt>
                <c:pt idx="2328">
                  <c:v>50.33186056</c:v>
                </c:pt>
                <c:pt idx="2329">
                  <c:v>50.33120883</c:v>
                </c:pt>
                <c:pt idx="2330">
                  <c:v>50.33056641</c:v>
                </c:pt>
                <c:pt idx="2331">
                  <c:v>50.32962605</c:v>
                </c:pt>
                <c:pt idx="2332">
                  <c:v>50.32928467</c:v>
                </c:pt>
                <c:pt idx="2333">
                  <c:v>50.32864845</c:v>
                </c:pt>
                <c:pt idx="2334">
                  <c:v>50.32791138</c:v>
                </c:pt>
                <c:pt idx="2335">
                  <c:v>50.32734499</c:v>
                </c:pt>
                <c:pt idx="2336">
                  <c:v>50.32667542</c:v>
                </c:pt>
                <c:pt idx="2337">
                  <c:v>50.32589722</c:v>
                </c:pt>
                <c:pt idx="2338">
                  <c:v>50.32525635</c:v>
                </c:pt>
                <c:pt idx="2339">
                  <c:v>50.3245697</c:v>
                </c:pt>
                <c:pt idx="2340">
                  <c:v>50.32399323</c:v>
                </c:pt>
                <c:pt idx="2341">
                  <c:v>50.32328796</c:v>
                </c:pt>
                <c:pt idx="2342">
                  <c:v>50.32255554</c:v>
                </c:pt>
                <c:pt idx="2343">
                  <c:v>50.32191467</c:v>
                </c:pt>
                <c:pt idx="2344">
                  <c:v>50.3212738</c:v>
                </c:pt>
                <c:pt idx="2345">
                  <c:v>50.32081604</c:v>
                </c:pt>
                <c:pt idx="2346">
                  <c:v>50.31994629</c:v>
                </c:pt>
                <c:pt idx="2347">
                  <c:v>50.31933801</c:v>
                </c:pt>
                <c:pt idx="2348">
                  <c:v>50.31882593</c:v>
                </c:pt>
                <c:pt idx="2349">
                  <c:v>50.31820679</c:v>
                </c:pt>
                <c:pt idx="2350">
                  <c:v>50.31752247</c:v>
                </c:pt>
                <c:pt idx="2351">
                  <c:v>50.31678772</c:v>
                </c:pt>
                <c:pt idx="2352">
                  <c:v>50.31610107</c:v>
                </c:pt>
                <c:pt idx="2353">
                  <c:v>50.31546021</c:v>
                </c:pt>
                <c:pt idx="2354">
                  <c:v>50.31514831</c:v>
                </c:pt>
                <c:pt idx="2355">
                  <c:v>50.31426381</c:v>
                </c:pt>
                <c:pt idx="2356">
                  <c:v>50.31356553</c:v>
                </c:pt>
                <c:pt idx="2357">
                  <c:v>50.31321716</c:v>
                </c:pt>
                <c:pt idx="2358">
                  <c:v>50.31234741</c:v>
                </c:pt>
                <c:pt idx="2359">
                  <c:v>50.31170344</c:v>
                </c:pt>
                <c:pt idx="2360">
                  <c:v>50.31115723</c:v>
                </c:pt>
                <c:pt idx="2361">
                  <c:v>50.31051636</c:v>
                </c:pt>
                <c:pt idx="2362">
                  <c:v>50.31005859</c:v>
                </c:pt>
                <c:pt idx="2363">
                  <c:v>50.30941772</c:v>
                </c:pt>
                <c:pt idx="2364">
                  <c:v>50.30854797</c:v>
                </c:pt>
                <c:pt idx="2365">
                  <c:v>50.30809021</c:v>
                </c:pt>
                <c:pt idx="2366">
                  <c:v>50.30744934</c:v>
                </c:pt>
                <c:pt idx="2367">
                  <c:v>50.30686201</c:v>
                </c:pt>
                <c:pt idx="2368">
                  <c:v>50.30593096</c:v>
                </c:pt>
                <c:pt idx="2369">
                  <c:v>50.30527923</c:v>
                </c:pt>
                <c:pt idx="2370">
                  <c:v>50.30497742</c:v>
                </c:pt>
                <c:pt idx="2371">
                  <c:v>50.30429077</c:v>
                </c:pt>
                <c:pt idx="2372">
                  <c:v>50.3036499</c:v>
                </c:pt>
                <c:pt idx="2373">
                  <c:v>50.30281196</c:v>
                </c:pt>
                <c:pt idx="2374">
                  <c:v>50.30218506</c:v>
                </c:pt>
                <c:pt idx="2375">
                  <c:v>50.30183437</c:v>
                </c:pt>
                <c:pt idx="2376">
                  <c:v>50.30090332</c:v>
                </c:pt>
                <c:pt idx="2377">
                  <c:v>50.30021667</c:v>
                </c:pt>
                <c:pt idx="2378">
                  <c:v>50.29964641</c:v>
                </c:pt>
                <c:pt idx="2379">
                  <c:v>50.29899468</c:v>
                </c:pt>
                <c:pt idx="2380">
                  <c:v>50.29829639</c:v>
                </c:pt>
                <c:pt idx="2381">
                  <c:v>50.29774475</c:v>
                </c:pt>
                <c:pt idx="2382">
                  <c:v>50.29737854</c:v>
                </c:pt>
                <c:pt idx="2383">
                  <c:v>50.29671362</c:v>
                </c:pt>
                <c:pt idx="2384">
                  <c:v>50.29610844</c:v>
                </c:pt>
                <c:pt idx="2385">
                  <c:v>50.29545671</c:v>
                </c:pt>
                <c:pt idx="2386">
                  <c:v>50.29475842</c:v>
                </c:pt>
                <c:pt idx="2387">
                  <c:v>50.29415325</c:v>
                </c:pt>
                <c:pt idx="2388">
                  <c:v>50.29364117</c:v>
                </c:pt>
                <c:pt idx="2389">
                  <c:v>50.29293823</c:v>
                </c:pt>
                <c:pt idx="2390">
                  <c:v>50.29225159</c:v>
                </c:pt>
                <c:pt idx="2391">
                  <c:v>50.29161072</c:v>
                </c:pt>
                <c:pt idx="2392">
                  <c:v>50.29103425</c:v>
                </c:pt>
                <c:pt idx="2393">
                  <c:v>50.29032898</c:v>
                </c:pt>
                <c:pt idx="2394">
                  <c:v>50.28945147</c:v>
                </c:pt>
                <c:pt idx="2395">
                  <c:v>50.28890991</c:v>
                </c:pt>
                <c:pt idx="2396">
                  <c:v>50.28833422</c:v>
                </c:pt>
                <c:pt idx="2397">
                  <c:v>50.28762817</c:v>
                </c:pt>
                <c:pt idx="2398">
                  <c:v>50.28726351</c:v>
                </c:pt>
                <c:pt idx="2399">
                  <c:v>50.28657532</c:v>
                </c:pt>
                <c:pt idx="2400">
                  <c:v>50.28586695</c:v>
                </c:pt>
                <c:pt idx="2401">
                  <c:v>50.2852478</c:v>
                </c:pt>
                <c:pt idx="2402">
                  <c:v>50.28465271</c:v>
                </c:pt>
                <c:pt idx="2403">
                  <c:v>50.28400486</c:v>
                </c:pt>
                <c:pt idx="2404">
                  <c:v>50.28339968</c:v>
                </c:pt>
                <c:pt idx="2405">
                  <c:v>50.28282166</c:v>
                </c:pt>
                <c:pt idx="2406">
                  <c:v>50.28204966</c:v>
                </c:pt>
                <c:pt idx="2407">
                  <c:v>50.28149414</c:v>
                </c:pt>
                <c:pt idx="2408">
                  <c:v>50.28093241</c:v>
                </c:pt>
                <c:pt idx="2409">
                  <c:v>50.28030396</c:v>
                </c:pt>
                <c:pt idx="2410">
                  <c:v>50.27962895</c:v>
                </c:pt>
                <c:pt idx="2411">
                  <c:v>50.27902377</c:v>
                </c:pt>
                <c:pt idx="2412">
                  <c:v>50.27832548</c:v>
                </c:pt>
                <c:pt idx="2413">
                  <c:v>50.27772031</c:v>
                </c:pt>
                <c:pt idx="2414">
                  <c:v>50.27714539</c:v>
                </c:pt>
                <c:pt idx="2415">
                  <c:v>50.27641684</c:v>
                </c:pt>
                <c:pt idx="2416">
                  <c:v>50.27572632</c:v>
                </c:pt>
                <c:pt idx="2417">
                  <c:v>50.27522278</c:v>
                </c:pt>
                <c:pt idx="2418">
                  <c:v>50.27464786</c:v>
                </c:pt>
                <c:pt idx="2419">
                  <c:v>50.27394104</c:v>
                </c:pt>
                <c:pt idx="2420">
                  <c:v>50.27334595</c:v>
                </c:pt>
                <c:pt idx="2421">
                  <c:v>50.2726593</c:v>
                </c:pt>
                <c:pt idx="2422">
                  <c:v>50.27215576</c:v>
                </c:pt>
                <c:pt idx="2423">
                  <c:v>50.27162196</c:v>
                </c:pt>
                <c:pt idx="2424">
                  <c:v>50.27097023</c:v>
                </c:pt>
                <c:pt idx="2425">
                  <c:v>50.2703185</c:v>
                </c:pt>
                <c:pt idx="2426">
                  <c:v>50.26971332</c:v>
                </c:pt>
                <c:pt idx="2427">
                  <c:v>50.26904297</c:v>
                </c:pt>
                <c:pt idx="2428">
                  <c:v>50.26835632</c:v>
                </c:pt>
                <c:pt idx="2429">
                  <c:v>50.26808399</c:v>
                </c:pt>
                <c:pt idx="2430">
                  <c:v>50.26733916</c:v>
                </c:pt>
                <c:pt idx="2431">
                  <c:v>50.26670837</c:v>
                </c:pt>
                <c:pt idx="2432">
                  <c:v>50.26617535</c:v>
                </c:pt>
                <c:pt idx="2433">
                  <c:v>50.26560974</c:v>
                </c:pt>
                <c:pt idx="2434">
                  <c:v>50.26473223</c:v>
                </c:pt>
                <c:pt idx="2435">
                  <c:v>50.26405334</c:v>
                </c:pt>
                <c:pt idx="2436">
                  <c:v>50.26352187</c:v>
                </c:pt>
                <c:pt idx="2437">
                  <c:v>50.26295471</c:v>
                </c:pt>
                <c:pt idx="2438">
                  <c:v>50.2624054</c:v>
                </c:pt>
                <c:pt idx="2439">
                  <c:v>50.26184599</c:v>
                </c:pt>
                <c:pt idx="2440">
                  <c:v>50.26124081</c:v>
                </c:pt>
                <c:pt idx="2441">
                  <c:v>50.26054253</c:v>
                </c:pt>
                <c:pt idx="2442">
                  <c:v>50.25993735</c:v>
                </c:pt>
                <c:pt idx="2443">
                  <c:v>50.25938416</c:v>
                </c:pt>
                <c:pt idx="2444">
                  <c:v>50.25878906</c:v>
                </c:pt>
                <c:pt idx="2445">
                  <c:v>50.25810242</c:v>
                </c:pt>
                <c:pt idx="2446">
                  <c:v>50.25750732</c:v>
                </c:pt>
                <c:pt idx="2447">
                  <c:v>50.25691146</c:v>
                </c:pt>
                <c:pt idx="2448">
                  <c:v>50.25622559</c:v>
                </c:pt>
                <c:pt idx="2449">
                  <c:v>50.25558472</c:v>
                </c:pt>
                <c:pt idx="2450">
                  <c:v>50.25494385</c:v>
                </c:pt>
                <c:pt idx="2451">
                  <c:v>50.25439763</c:v>
                </c:pt>
                <c:pt idx="2452">
                  <c:v>50.25370789</c:v>
                </c:pt>
                <c:pt idx="2453">
                  <c:v>50.25309417</c:v>
                </c:pt>
                <c:pt idx="2454">
                  <c:v>50.25256348</c:v>
                </c:pt>
                <c:pt idx="2455">
                  <c:v>50.25202347</c:v>
                </c:pt>
                <c:pt idx="2456">
                  <c:v>50.25137174</c:v>
                </c:pt>
                <c:pt idx="2457">
                  <c:v>50.25018311</c:v>
                </c:pt>
                <c:pt idx="2458">
                  <c:v>50.24958801</c:v>
                </c:pt>
                <c:pt idx="2459">
                  <c:v>50.24899758</c:v>
                </c:pt>
                <c:pt idx="2460">
                  <c:v>50.24835205</c:v>
                </c:pt>
                <c:pt idx="2461">
                  <c:v>50.24766541</c:v>
                </c:pt>
                <c:pt idx="2462">
                  <c:v>50.24713549</c:v>
                </c:pt>
                <c:pt idx="2463">
                  <c:v>50.24647522</c:v>
                </c:pt>
                <c:pt idx="2464">
                  <c:v>50.24606323</c:v>
                </c:pt>
                <c:pt idx="2465">
                  <c:v>50.2452734</c:v>
                </c:pt>
                <c:pt idx="2466">
                  <c:v>50.24466822</c:v>
                </c:pt>
                <c:pt idx="2467">
                  <c:v>50.24404907</c:v>
                </c:pt>
                <c:pt idx="2468">
                  <c:v>50.24345398</c:v>
                </c:pt>
                <c:pt idx="2469">
                  <c:v>50.24285889</c:v>
                </c:pt>
                <c:pt idx="2470">
                  <c:v>50.2422475</c:v>
                </c:pt>
                <c:pt idx="2471">
                  <c:v>50.24192163</c:v>
                </c:pt>
                <c:pt idx="2472">
                  <c:v>50.24108369</c:v>
                </c:pt>
                <c:pt idx="2473">
                  <c:v>50.24047852</c:v>
                </c:pt>
                <c:pt idx="2474">
                  <c:v>50.23991989</c:v>
                </c:pt>
                <c:pt idx="2475">
                  <c:v>50.23937988</c:v>
                </c:pt>
                <c:pt idx="2476">
                  <c:v>50.23866298</c:v>
                </c:pt>
                <c:pt idx="2477">
                  <c:v>50.23810435</c:v>
                </c:pt>
                <c:pt idx="2478">
                  <c:v>50.23754883</c:v>
                </c:pt>
                <c:pt idx="2479">
                  <c:v>50.23684744</c:v>
                </c:pt>
                <c:pt idx="2480">
                  <c:v>50.23654175</c:v>
                </c:pt>
                <c:pt idx="2481">
                  <c:v>50.23594666</c:v>
                </c:pt>
                <c:pt idx="2482">
                  <c:v>50.23530579</c:v>
                </c:pt>
                <c:pt idx="2483">
                  <c:v>50.23465949</c:v>
                </c:pt>
                <c:pt idx="2484">
                  <c:v>50.23405431</c:v>
                </c:pt>
                <c:pt idx="2485">
                  <c:v>50.23347473</c:v>
                </c:pt>
                <c:pt idx="2486">
                  <c:v>50.23287964</c:v>
                </c:pt>
                <c:pt idx="2487">
                  <c:v>50.23228455</c:v>
                </c:pt>
                <c:pt idx="2488">
                  <c:v>50.2315979</c:v>
                </c:pt>
                <c:pt idx="2489">
                  <c:v>50.23100281</c:v>
                </c:pt>
                <c:pt idx="2490">
                  <c:v>50.23046978</c:v>
                </c:pt>
                <c:pt idx="2491">
                  <c:v>50.22994995</c:v>
                </c:pt>
                <c:pt idx="2492">
                  <c:v>50.22930908</c:v>
                </c:pt>
                <c:pt idx="2493">
                  <c:v>50.22871399</c:v>
                </c:pt>
                <c:pt idx="2494">
                  <c:v>50.22825623</c:v>
                </c:pt>
                <c:pt idx="2495">
                  <c:v>50.22761536</c:v>
                </c:pt>
                <c:pt idx="2496">
                  <c:v>50.22702026</c:v>
                </c:pt>
                <c:pt idx="2497">
                  <c:v>50.22642517</c:v>
                </c:pt>
                <c:pt idx="2498">
                  <c:v>50.22614043</c:v>
                </c:pt>
                <c:pt idx="2499">
                  <c:v>50.2240448</c:v>
                </c:pt>
                <c:pt idx="2500">
                  <c:v>50.2235335</c:v>
                </c:pt>
                <c:pt idx="2501">
                  <c:v>50.22294617</c:v>
                </c:pt>
                <c:pt idx="2502">
                  <c:v>50.22212219</c:v>
                </c:pt>
                <c:pt idx="2503">
                  <c:v>50.22157831</c:v>
                </c:pt>
                <c:pt idx="2504">
                  <c:v>50.22052002</c:v>
                </c:pt>
                <c:pt idx="2505">
                  <c:v>50.21990243</c:v>
                </c:pt>
                <c:pt idx="2506">
                  <c:v>50.21929725</c:v>
                </c:pt>
                <c:pt idx="2507">
                  <c:v>50.21873474</c:v>
                </c:pt>
                <c:pt idx="2508">
                  <c:v>50.21817999</c:v>
                </c:pt>
                <c:pt idx="2509">
                  <c:v>50.21768188</c:v>
                </c:pt>
                <c:pt idx="2510">
                  <c:v>50.21706274</c:v>
                </c:pt>
                <c:pt idx="2511">
                  <c:v>50.21644592</c:v>
                </c:pt>
                <c:pt idx="2512">
                  <c:v>50.21589893</c:v>
                </c:pt>
                <c:pt idx="2513">
                  <c:v>50.21530151</c:v>
                </c:pt>
                <c:pt idx="2514">
                  <c:v>50.21468858</c:v>
                </c:pt>
                <c:pt idx="2515">
                  <c:v>50.2140834</c:v>
                </c:pt>
                <c:pt idx="2516">
                  <c:v>50.21343167</c:v>
                </c:pt>
                <c:pt idx="2517">
                  <c:v>50.21292114</c:v>
                </c:pt>
                <c:pt idx="2518">
                  <c:v>50.21240752</c:v>
                </c:pt>
                <c:pt idx="2519">
                  <c:v>50.21175578</c:v>
                </c:pt>
                <c:pt idx="2520">
                  <c:v>50.21091784</c:v>
                </c:pt>
                <c:pt idx="2521">
                  <c:v>50.21040344</c:v>
                </c:pt>
                <c:pt idx="2522">
                  <c:v>50.20999146</c:v>
                </c:pt>
                <c:pt idx="2523">
                  <c:v>50.20916748</c:v>
                </c:pt>
                <c:pt idx="2524">
                  <c:v>50.20886955</c:v>
                </c:pt>
                <c:pt idx="2525">
                  <c:v>50.20798505</c:v>
                </c:pt>
                <c:pt idx="2526">
                  <c:v>50.20747375</c:v>
                </c:pt>
                <c:pt idx="2527">
                  <c:v>50.2069609</c:v>
                </c:pt>
                <c:pt idx="2528">
                  <c:v>50.20637512</c:v>
                </c:pt>
                <c:pt idx="2529">
                  <c:v>50.20578003</c:v>
                </c:pt>
                <c:pt idx="2530">
                  <c:v>50.20523071</c:v>
                </c:pt>
                <c:pt idx="2531">
                  <c:v>50.20467984</c:v>
                </c:pt>
                <c:pt idx="2532">
                  <c:v>50.20402811</c:v>
                </c:pt>
                <c:pt idx="2533">
                  <c:v>50.20346949</c:v>
                </c:pt>
                <c:pt idx="2534">
                  <c:v>50.20289612</c:v>
                </c:pt>
                <c:pt idx="2535">
                  <c:v>50.20230103</c:v>
                </c:pt>
                <c:pt idx="2536">
                  <c:v>50.20165395</c:v>
                </c:pt>
                <c:pt idx="2537">
                  <c:v>50.20115662</c:v>
                </c:pt>
                <c:pt idx="2538">
                  <c:v>50.20051575</c:v>
                </c:pt>
                <c:pt idx="2539">
                  <c:v>50.20005798</c:v>
                </c:pt>
                <c:pt idx="2540">
                  <c:v>50.19946289</c:v>
                </c:pt>
                <c:pt idx="2541">
                  <c:v>50.19918668</c:v>
                </c:pt>
                <c:pt idx="2542">
                  <c:v>50.19781494</c:v>
                </c:pt>
                <c:pt idx="2543">
                  <c:v>50.19726563</c:v>
                </c:pt>
                <c:pt idx="2544">
                  <c:v>50.19662631</c:v>
                </c:pt>
                <c:pt idx="2545">
                  <c:v>50.19606768</c:v>
                </c:pt>
                <c:pt idx="2546">
                  <c:v>50.19550905</c:v>
                </c:pt>
                <c:pt idx="2547">
                  <c:v>50.1947937</c:v>
                </c:pt>
                <c:pt idx="2548">
                  <c:v>50.19424438</c:v>
                </c:pt>
                <c:pt idx="2549">
                  <c:v>50.19374007</c:v>
                </c:pt>
                <c:pt idx="2550">
                  <c:v>50.19314575</c:v>
                </c:pt>
                <c:pt idx="2551">
                  <c:v>50.19259644</c:v>
                </c:pt>
                <c:pt idx="2552">
                  <c:v>50.19229695</c:v>
                </c:pt>
                <c:pt idx="2553">
                  <c:v>50.1914978</c:v>
                </c:pt>
                <c:pt idx="2554">
                  <c:v>50.19085383</c:v>
                </c:pt>
                <c:pt idx="2555">
                  <c:v>50.19026184</c:v>
                </c:pt>
                <c:pt idx="2556">
                  <c:v>50.18962097</c:v>
                </c:pt>
                <c:pt idx="2557">
                  <c:v>50.18902588</c:v>
                </c:pt>
                <c:pt idx="2558">
                  <c:v>50.18852622</c:v>
                </c:pt>
                <c:pt idx="2559">
                  <c:v>50.18797302</c:v>
                </c:pt>
                <c:pt idx="2560">
                  <c:v>50.18731586</c:v>
                </c:pt>
                <c:pt idx="2561">
                  <c:v>50.18673706</c:v>
                </c:pt>
                <c:pt idx="2562">
                  <c:v>50.18618774</c:v>
                </c:pt>
                <c:pt idx="2563">
                  <c:v>50.18559265</c:v>
                </c:pt>
                <c:pt idx="2564">
                  <c:v>50.18508135</c:v>
                </c:pt>
                <c:pt idx="2565">
                  <c:v>50.18449402</c:v>
                </c:pt>
                <c:pt idx="2566">
                  <c:v>50.1839447</c:v>
                </c:pt>
                <c:pt idx="2567">
                  <c:v>50.18334961</c:v>
                </c:pt>
                <c:pt idx="2568">
                  <c:v>50.18280029</c:v>
                </c:pt>
                <c:pt idx="2569">
                  <c:v>50.18229675</c:v>
                </c:pt>
                <c:pt idx="2570">
                  <c:v>50.18163649</c:v>
                </c:pt>
                <c:pt idx="2571">
                  <c:v>50.18103131</c:v>
                </c:pt>
                <c:pt idx="2572">
                  <c:v>50.18047268</c:v>
                </c:pt>
                <c:pt idx="2573">
                  <c:v>50.18023992</c:v>
                </c:pt>
                <c:pt idx="2574">
                  <c:v>50.1787037</c:v>
                </c:pt>
                <c:pt idx="2575">
                  <c:v>50.17840576</c:v>
                </c:pt>
                <c:pt idx="2576">
                  <c:v>50.17776489</c:v>
                </c:pt>
                <c:pt idx="2577">
                  <c:v>50.17721558</c:v>
                </c:pt>
                <c:pt idx="2578">
                  <c:v>50.17662048</c:v>
                </c:pt>
                <c:pt idx="2579">
                  <c:v>50.17605022</c:v>
                </c:pt>
                <c:pt idx="2580">
                  <c:v>50.17533875</c:v>
                </c:pt>
                <c:pt idx="2581">
                  <c:v>50.17474365</c:v>
                </c:pt>
                <c:pt idx="2582">
                  <c:v>50.17414856</c:v>
                </c:pt>
                <c:pt idx="2583">
                  <c:v>50.1736295</c:v>
                </c:pt>
                <c:pt idx="2584">
                  <c:v>50.17307088</c:v>
                </c:pt>
                <c:pt idx="2585">
                  <c:v>50.17274501</c:v>
                </c:pt>
                <c:pt idx="2586">
                  <c:v>50.17162776</c:v>
                </c:pt>
                <c:pt idx="2587">
                  <c:v>50.17053223</c:v>
                </c:pt>
                <c:pt idx="2588">
                  <c:v>50.16962601</c:v>
                </c:pt>
                <c:pt idx="2589">
                  <c:v>50.16906738</c:v>
                </c:pt>
                <c:pt idx="2590">
                  <c:v>50.1684622</c:v>
                </c:pt>
                <c:pt idx="2591">
                  <c:v>50.16815186</c:v>
                </c:pt>
                <c:pt idx="2592">
                  <c:v>50.16755676</c:v>
                </c:pt>
                <c:pt idx="2593">
                  <c:v>50.1672984</c:v>
                </c:pt>
                <c:pt idx="2594">
                  <c:v>50.1662277</c:v>
                </c:pt>
                <c:pt idx="2595">
                  <c:v>50.16558838</c:v>
                </c:pt>
                <c:pt idx="2596">
                  <c:v>50.16529665</c:v>
                </c:pt>
                <c:pt idx="2597">
                  <c:v>50.16445871</c:v>
                </c:pt>
                <c:pt idx="2598">
                  <c:v>50.16394043</c:v>
                </c:pt>
                <c:pt idx="2599">
                  <c:v>50.16343456</c:v>
                </c:pt>
                <c:pt idx="2600">
                  <c:v>50.16275024</c:v>
                </c:pt>
                <c:pt idx="2601">
                  <c:v>50.16245697</c:v>
                </c:pt>
                <c:pt idx="2602">
                  <c:v>50.1621311</c:v>
                </c:pt>
                <c:pt idx="2603">
                  <c:v>50.1610604</c:v>
                </c:pt>
                <c:pt idx="2604">
                  <c:v>50.16055298</c:v>
                </c:pt>
                <c:pt idx="2605">
                  <c:v>50.16023254</c:v>
                </c:pt>
                <c:pt idx="2606">
                  <c:v>50.15959167</c:v>
                </c:pt>
                <c:pt idx="2607">
                  <c:v>50.15887244</c:v>
                </c:pt>
                <c:pt idx="2608">
                  <c:v>50.15831382</c:v>
                </c:pt>
                <c:pt idx="2609">
                  <c:v>50.1580345</c:v>
                </c:pt>
                <c:pt idx="2610">
                  <c:v>50.15675354</c:v>
                </c:pt>
                <c:pt idx="2611">
                  <c:v>50.15611267</c:v>
                </c:pt>
                <c:pt idx="2612">
                  <c:v>50.1554718</c:v>
                </c:pt>
                <c:pt idx="2613">
                  <c:v>50.15501404</c:v>
                </c:pt>
                <c:pt idx="2614">
                  <c:v>50.15460205</c:v>
                </c:pt>
                <c:pt idx="2615">
                  <c:v>50.15403101</c:v>
                </c:pt>
                <c:pt idx="2616">
                  <c:v>50.15296031</c:v>
                </c:pt>
                <c:pt idx="2617">
                  <c:v>50.15184305</c:v>
                </c:pt>
                <c:pt idx="2618">
                  <c:v>50.1512146</c:v>
                </c:pt>
                <c:pt idx="2619">
                  <c:v>50.15071106</c:v>
                </c:pt>
                <c:pt idx="2620">
                  <c:v>50.15016174</c:v>
                </c:pt>
                <c:pt idx="2621">
                  <c:v>50.14938354</c:v>
                </c:pt>
                <c:pt idx="2622">
                  <c:v>50.14881716</c:v>
                </c:pt>
                <c:pt idx="2623">
                  <c:v>50.14849129</c:v>
                </c:pt>
                <c:pt idx="2624">
                  <c:v>50.1477356</c:v>
                </c:pt>
                <c:pt idx="2625">
                  <c:v>50.14714128</c:v>
                </c:pt>
                <c:pt idx="2626">
                  <c:v>50.1466292</c:v>
                </c:pt>
                <c:pt idx="2627">
                  <c:v>50.14607058</c:v>
                </c:pt>
                <c:pt idx="2628">
                  <c:v>50.14565161</c:v>
                </c:pt>
                <c:pt idx="2629">
                  <c:v>50.14498901</c:v>
                </c:pt>
                <c:pt idx="2630">
                  <c:v>50.1444397</c:v>
                </c:pt>
                <c:pt idx="2631">
                  <c:v>50.14398193</c:v>
                </c:pt>
                <c:pt idx="2632">
                  <c:v>50.14343262</c:v>
                </c:pt>
                <c:pt idx="2633">
                  <c:v>50.14283752</c:v>
                </c:pt>
                <c:pt idx="2634">
                  <c:v>50.14253261</c:v>
                </c:pt>
                <c:pt idx="2635">
                  <c:v>50.14183044</c:v>
                </c:pt>
                <c:pt idx="2636">
                  <c:v>50.14151001</c:v>
                </c:pt>
                <c:pt idx="2637">
                  <c:v>50.14073181</c:v>
                </c:pt>
                <c:pt idx="2638">
                  <c:v>50.14043776</c:v>
                </c:pt>
                <c:pt idx="2639">
                  <c:v>50.1395874</c:v>
                </c:pt>
                <c:pt idx="2640">
                  <c:v>50.13935852</c:v>
                </c:pt>
                <c:pt idx="2641">
                  <c:v>50.13821411</c:v>
                </c:pt>
                <c:pt idx="2642">
                  <c:v>50.13684082</c:v>
                </c:pt>
                <c:pt idx="2643">
                  <c:v>50.13624806</c:v>
                </c:pt>
                <c:pt idx="2644">
                  <c:v>50.13582909</c:v>
                </c:pt>
                <c:pt idx="2645">
                  <c:v>50.13522391</c:v>
                </c:pt>
                <c:pt idx="2646">
                  <c:v>50.13459778</c:v>
                </c:pt>
                <c:pt idx="2647">
                  <c:v>50.13441467</c:v>
                </c:pt>
                <c:pt idx="2648">
                  <c:v>50.13312906</c:v>
                </c:pt>
                <c:pt idx="2649">
                  <c:v>50.13257043</c:v>
                </c:pt>
                <c:pt idx="2650">
                  <c:v>50.13182559</c:v>
                </c:pt>
                <c:pt idx="2651">
                  <c:v>50.13080144</c:v>
                </c:pt>
                <c:pt idx="2652">
                  <c:v>50.12991695</c:v>
                </c:pt>
                <c:pt idx="2653">
                  <c:v>50.12910461</c:v>
                </c:pt>
                <c:pt idx="2654">
                  <c:v>50.12866004</c:v>
                </c:pt>
                <c:pt idx="2655">
                  <c:v>50.12721692</c:v>
                </c:pt>
                <c:pt idx="2656">
                  <c:v>50.12658691</c:v>
                </c:pt>
                <c:pt idx="2657">
                  <c:v>50.12600656</c:v>
                </c:pt>
                <c:pt idx="2658">
                  <c:v>50.12558759</c:v>
                </c:pt>
                <c:pt idx="2659">
                  <c:v>50.12502897</c:v>
                </c:pt>
                <c:pt idx="2660">
                  <c:v>50.12451689</c:v>
                </c:pt>
                <c:pt idx="2661">
                  <c:v>50.12395826</c:v>
                </c:pt>
                <c:pt idx="2662">
                  <c:v>50.12333679</c:v>
                </c:pt>
                <c:pt idx="2663">
                  <c:v>50.12301636</c:v>
                </c:pt>
                <c:pt idx="2664">
                  <c:v>50.12232894</c:v>
                </c:pt>
                <c:pt idx="2665">
                  <c:v>50.12182617</c:v>
                </c:pt>
                <c:pt idx="2666">
                  <c:v>50.12121168</c:v>
                </c:pt>
                <c:pt idx="2667">
                  <c:v>50.12095642</c:v>
                </c:pt>
                <c:pt idx="2668">
                  <c:v>50.12017822</c:v>
                </c:pt>
                <c:pt idx="2669">
                  <c:v>50.11967546</c:v>
                </c:pt>
                <c:pt idx="2670">
                  <c:v>50.11934959</c:v>
                </c:pt>
                <c:pt idx="2671">
                  <c:v>50.11880493</c:v>
                </c:pt>
                <c:pt idx="2672">
                  <c:v>50.1177063</c:v>
                </c:pt>
                <c:pt idx="2673">
                  <c:v>50.11706543</c:v>
                </c:pt>
                <c:pt idx="2674">
                  <c:v>50.11595128</c:v>
                </c:pt>
                <c:pt idx="2675">
                  <c:v>50.1153717</c:v>
                </c:pt>
                <c:pt idx="2676">
                  <c:v>50.11399841</c:v>
                </c:pt>
                <c:pt idx="2677">
                  <c:v>50.11257935</c:v>
                </c:pt>
                <c:pt idx="2678">
                  <c:v>50.1118927</c:v>
                </c:pt>
                <c:pt idx="2679">
                  <c:v>50.11116028</c:v>
                </c:pt>
                <c:pt idx="2680">
                  <c:v>50.11041156</c:v>
                </c:pt>
                <c:pt idx="2681">
                  <c:v>50.10955811</c:v>
                </c:pt>
                <c:pt idx="2682">
                  <c:v>50.10877991</c:v>
                </c:pt>
                <c:pt idx="2683">
                  <c:v>50.10766498</c:v>
                </c:pt>
                <c:pt idx="2684">
                  <c:v>50.10644531</c:v>
                </c:pt>
                <c:pt idx="2685">
                  <c:v>50.10548401</c:v>
                </c:pt>
                <c:pt idx="2686">
                  <c:v>50.10473219</c:v>
                </c:pt>
                <c:pt idx="2687">
                  <c:v>50.10398735</c:v>
                </c:pt>
                <c:pt idx="2688">
                  <c:v>50.10127258</c:v>
                </c:pt>
                <c:pt idx="2689">
                  <c:v>50.1002655</c:v>
                </c:pt>
                <c:pt idx="2690">
                  <c:v>50.09844764</c:v>
                </c:pt>
                <c:pt idx="2691">
                  <c:v>50.09737694</c:v>
                </c:pt>
                <c:pt idx="2692">
                  <c:v>50.09639934</c:v>
                </c:pt>
                <c:pt idx="2693">
                  <c:v>50.09591675</c:v>
                </c:pt>
                <c:pt idx="2694">
                  <c:v>50.09421138</c:v>
                </c:pt>
                <c:pt idx="2695">
                  <c:v>50.0933075</c:v>
                </c:pt>
                <c:pt idx="2696">
                  <c:v>50.09281482</c:v>
                </c:pt>
                <c:pt idx="2697">
                  <c:v>50.0903941</c:v>
                </c:pt>
                <c:pt idx="2698">
                  <c:v>50.08909064</c:v>
                </c:pt>
                <c:pt idx="2699">
                  <c:v>50.08657682</c:v>
                </c:pt>
                <c:pt idx="2700">
                  <c:v>50.08569232</c:v>
                </c:pt>
                <c:pt idx="2701">
                  <c:v>50.08520508</c:v>
                </c:pt>
                <c:pt idx="2702">
                  <c:v>50.08406067</c:v>
                </c:pt>
                <c:pt idx="2703">
                  <c:v>50.08328247</c:v>
                </c:pt>
                <c:pt idx="2704">
                  <c:v>50.08285264</c:v>
                </c:pt>
                <c:pt idx="2705">
                  <c:v>50.08126986</c:v>
                </c:pt>
                <c:pt idx="2706">
                  <c:v>50.08052503</c:v>
                </c:pt>
                <c:pt idx="2707">
                  <c:v>50.0798733</c:v>
                </c:pt>
                <c:pt idx="2708">
                  <c:v>50.07926812</c:v>
                </c:pt>
                <c:pt idx="2709">
                  <c:v>50.07866294</c:v>
                </c:pt>
                <c:pt idx="2710">
                  <c:v>50.07820129</c:v>
                </c:pt>
                <c:pt idx="2711">
                  <c:v>50.07773189</c:v>
                </c:pt>
                <c:pt idx="2712">
                  <c:v>50.07728577</c:v>
                </c:pt>
                <c:pt idx="2713">
                  <c:v>50.07687378</c:v>
                </c:pt>
                <c:pt idx="2714">
                  <c:v>50.07633533</c:v>
                </c:pt>
                <c:pt idx="2715">
                  <c:v>50.07619567</c:v>
                </c:pt>
                <c:pt idx="2716">
                  <c:v>50.07582325</c:v>
                </c:pt>
                <c:pt idx="2717">
                  <c:v>50.07554394</c:v>
                </c:pt>
                <c:pt idx="2718">
                  <c:v>50.07531118</c:v>
                </c:pt>
                <c:pt idx="2719">
                  <c:v>50.07513428</c:v>
                </c:pt>
                <c:pt idx="2720">
                  <c:v>50.07499695</c:v>
                </c:pt>
                <c:pt idx="2721">
                  <c:v>50.07489221</c:v>
                </c:pt>
                <c:pt idx="2722">
                  <c:v>50.07485962</c:v>
                </c:pt>
                <c:pt idx="2723">
                  <c:v>50.07484565</c:v>
                </c:pt>
                <c:pt idx="2724">
                  <c:v>50.07484565</c:v>
                </c:pt>
                <c:pt idx="2725">
                  <c:v>50.07493876</c:v>
                </c:pt>
                <c:pt idx="2726">
                  <c:v>50.07503186</c:v>
                </c:pt>
                <c:pt idx="2727">
                  <c:v>50.07521807</c:v>
                </c:pt>
                <c:pt idx="2728">
                  <c:v>50.07545471</c:v>
                </c:pt>
                <c:pt idx="2729">
                  <c:v>50.07568359</c:v>
                </c:pt>
                <c:pt idx="2730">
                  <c:v>50.07624222</c:v>
                </c:pt>
                <c:pt idx="2731">
                  <c:v>50.07655334</c:v>
                </c:pt>
                <c:pt idx="2732">
                  <c:v>50.07687378</c:v>
                </c:pt>
                <c:pt idx="2733">
                  <c:v>50.07714844</c:v>
                </c:pt>
                <c:pt idx="2734">
                  <c:v>50.07746887</c:v>
                </c:pt>
                <c:pt idx="2735">
                  <c:v>50.0779181</c:v>
                </c:pt>
                <c:pt idx="2736">
                  <c:v>50.07833862</c:v>
                </c:pt>
                <c:pt idx="2737">
                  <c:v>50.07833862</c:v>
                </c:pt>
                <c:pt idx="2738">
                  <c:v>50.07926812</c:v>
                </c:pt>
                <c:pt idx="2739">
                  <c:v>50.07964053</c:v>
                </c:pt>
                <c:pt idx="2740">
                  <c:v>50.07978019</c:v>
                </c:pt>
                <c:pt idx="2741">
                  <c:v>50.08035278</c:v>
                </c:pt>
                <c:pt idx="2742">
                  <c:v>50.08080434</c:v>
                </c:pt>
                <c:pt idx="2743">
                  <c:v>50.08113098</c:v>
                </c:pt>
                <c:pt idx="2744">
                  <c:v>50.08154297</c:v>
                </c:pt>
                <c:pt idx="2745">
                  <c:v>50.08177185</c:v>
                </c:pt>
                <c:pt idx="2746">
                  <c:v>50.08209229</c:v>
                </c:pt>
                <c:pt idx="2747">
                  <c:v>50.08250427</c:v>
                </c:pt>
                <c:pt idx="2748">
                  <c:v>50.08289919</c:v>
                </c:pt>
                <c:pt idx="2749">
                  <c:v>50.08323669</c:v>
                </c:pt>
                <c:pt idx="2750">
                  <c:v>50.08337402</c:v>
                </c:pt>
                <c:pt idx="2751">
                  <c:v>50.08392334</c:v>
                </c:pt>
                <c:pt idx="2752">
                  <c:v>50.08424377</c:v>
                </c:pt>
                <c:pt idx="2753">
                  <c:v>50.08442688</c:v>
                </c:pt>
                <c:pt idx="2754">
                  <c:v>50.08502197</c:v>
                </c:pt>
                <c:pt idx="2755">
                  <c:v>50.08538818</c:v>
                </c:pt>
                <c:pt idx="2756">
                  <c:v>50.08612061</c:v>
                </c:pt>
                <c:pt idx="2757">
                  <c:v>50.08648371</c:v>
                </c:pt>
                <c:pt idx="2758">
                  <c:v>50.08690268</c:v>
                </c:pt>
                <c:pt idx="2759">
                  <c:v>50.08721924</c:v>
                </c:pt>
                <c:pt idx="2760">
                  <c:v>50.08753967</c:v>
                </c:pt>
                <c:pt idx="2761">
                  <c:v>50.08790588</c:v>
                </c:pt>
                <c:pt idx="2762">
                  <c:v>50.08804321</c:v>
                </c:pt>
                <c:pt idx="2763">
                  <c:v>50.08885788</c:v>
                </c:pt>
                <c:pt idx="2764">
                  <c:v>50.08923029</c:v>
                </c:pt>
                <c:pt idx="2765">
                  <c:v>50.08959961</c:v>
                </c:pt>
                <c:pt idx="2766">
                  <c:v>50.09005737</c:v>
                </c:pt>
                <c:pt idx="2767">
                  <c:v>50.09028625</c:v>
                </c:pt>
                <c:pt idx="2768">
                  <c:v>50.09065247</c:v>
                </c:pt>
                <c:pt idx="2769">
                  <c:v>50.09101868</c:v>
                </c:pt>
                <c:pt idx="2770">
                  <c:v>50.09141825</c:v>
                </c:pt>
                <c:pt idx="2771">
                  <c:v>50.09170532</c:v>
                </c:pt>
                <c:pt idx="2772">
                  <c:v>50.09216309</c:v>
                </c:pt>
                <c:pt idx="2773">
                  <c:v>50.09248352</c:v>
                </c:pt>
                <c:pt idx="2774">
                  <c:v>50.09280396</c:v>
                </c:pt>
                <c:pt idx="2775">
                  <c:v>50.09314068</c:v>
                </c:pt>
                <c:pt idx="2776">
                  <c:v>50.09335327</c:v>
                </c:pt>
                <c:pt idx="2777">
                  <c:v>50.09425794</c:v>
                </c:pt>
                <c:pt idx="2778">
                  <c:v>50.09453725</c:v>
                </c:pt>
                <c:pt idx="2779">
                  <c:v>50.09481812</c:v>
                </c:pt>
                <c:pt idx="2780">
                  <c:v>50.0952301</c:v>
                </c:pt>
                <c:pt idx="2781">
                  <c:v>50.09555054</c:v>
                </c:pt>
                <c:pt idx="2782">
                  <c:v>50.09602692</c:v>
                </c:pt>
                <c:pt idx="2783">
                  <c:v>50.09639934</c:v>
                </c:pt>
                <c:pt idx="2784">
                  <c:v>50.09660339</c:v>
                </c:pt>
                <c:pt idx="2785">
                  <c:v>50.09692383</c:v>
                </c:pt>
                <c:pt idx="2786">
                  <c:v>50.09733038</c:v>
                </c:pt>
                <c:pt idx="2787">
                  <c:v>50.09765625</c:v>
                </c:pt>
                <c:pt idx="2788">
                  <c:v>50.09802246</c:v>
                </c:pt>
                <c:pt idx="2789">
                  <c:v>50.09838867</c:v>
                </c:pt>
                <c:pt idx="2790">
                  <c:v>50.09875488</c:v>
                </c:pt>
                <c:pt idx="2791">
                  <c:v>50.09905282</c:v>
                </c:pt>
                <c:pt idx="2792">
                  <c:v>50.09919247</c:v>
                </c:pt>
                <c:pt idx="2793">
                  <c:v>50.09989929</c:v>
                </c:pt>
                <c:pt idx="2794">
                  <c:v>50.10017395</c:v>
                </c:pt>
                <c:pt idx="2795">
                  <c:v>50.10054249</c:v>
                </c:pt>
                <c:pt idx="2796">
                  <c:v>50.10086835</c:v>
                </c:pt>
                <c:pt idx="2797">
                  <c:v>50.10124077</c:v>
                </c:pt>
                <c:pt idx="2798">
                  <c:v>50.10191345</c:v>
                </c:pt>
                <c:pt idx="2799">
                  <c:v>50.10231147</c:v>
                </c:pt>
                <c:pt idx="2800">
                  <c:v>50.10254423</c:v>
                </c:pt>
                <c:pt idx="2801">
                  <c:v>50.10282898</c:v>
                </c:pt>
                <c:pt idx="2802">
                  <c:v>50.10324252</c:v>
                </c:pt>
                <c:pt idx="2803">
                  <c:v>50.10361494</c:v>
                </c:pt>
                <c:pt idx="2804">
                  <c:v>50.1039408</c:v>
                </c:pt>
                <c:pt idx="2805">
                  <c:v>50.10424805</c:v>
                </c:pt>
                <c:pt idx="2806">
                  <c:v>50.10459253</c:v>
                </c:pt>
                <c:pt idx="2807">
                  <c:v>50.10496495</c:v>
                </c:pt>
                <c:pt idx="2808">
                  <c:v>50.10539246</c:v>
                </c:pt>
                <c:pt idx="2809">
                  <c:v>50.10561668</c:v>
                </c:pt>
                <c:pt idx="2810">
                  <c:v>50.10598755</c:v>
                </c:pt>
                <c:pt idx="2811">
                  <c:v>50.10645462</c:v>
                </c:pt>
                <c:pt idx="2812">
                  <c:v>50.10676575</c:v>
                </c:pt>
                <c:pt idx="2813">
                  <c:v>50.1069667</c:v>
                </c:pt>
                <c:pt idx="2814">
                  <c:v>50.10743222</c:v>
                </c:pt>
                <c:pt idx="2815">
                  <c:v>50.1076355</c:v>
                </c:pt>
                <c:pt idx="2816">
                  <c:v>50.1084137</c:v>
                </c:pt>
                <c:pt idx="2817">
                  <c:v>50.10887534</c:v>
                </c:pt>
                <c:pt idx="2818">
                  <c:v>50.10887534</c:v>
                </c:pt>
                <c:pt idx="2819">
                  <c:v>50.10955811</c:v>
                </c:pt>
                <c:pt idx="2820">
                  <c:v>50.10983276</c:v>
                </c:pt>
                <c:pt idx="2821">
                  <c:v>50.11006165</c:v>
                </c:pt>
                <c:pt idx="2822">
                  <c:v>50.11051941</c:v>
                </c:pt>
                <c:pt idx="2823">
                  <c:v>50.1109314</c:v>
                </c:pt>
                <c:pt idx="2824">
                  <c:v>50.1109314</c:v>
                </c:pt>
                <c:pt idx="2825">
                  <c:v>50.11161804</c:v>
                </c:pt>
                <c:pt idx="2826">
                  <c:v>50.11194779</c:v>
                </c:pt>
                <c:pt idx="2827">
                  <c:v>50.11225891</c:v>
                </c:pt>
                <c:pt idx="2828">
                  <c:v>50.11262512</c:v>
                </c:pt>
                <c:pt idx="2829">
                  <c:v>50.11301849</c:v>
                </c:pt>
                <c:pt idx="2830">
                  <c:v>50.11301849</c:v>
                </c:pt>
                <c:pt idx="2831">
                  <c:v>50.11331177</c:v>
                </c:pt>
                <c:pt idx="2832">
                  <c:v>50.11404419</c:v>
                </c:pt>
                <c:pt idx="2833">
                  <c:v>50.11422885</c:v>
                </c:pt>
                <c:pt idx="2834">
                  <c:v>50.11455471</c:v>
                </c:pt>
                <c:pt idx="2835">
                  <c:v>50.11505127</c:v>
                </c:pt>
                <c:pt idx="2836">
                  <c:v>50.1153461</c:v>
                </c:pt>
                <c:pt idx="2837">
                  <c:v>50.11571852</c:v>
                </c:pt>
                <c:pt idx="2838">
                  <c:v>50.11604438</c:v>
                </c:pt>
                <c:pt idx="2839">
                  <c:v>50.11637025</c:v>
                </c:pt>
                <c:pt idx="2840">
                  <c:v>50.116745</c:v>
                </c:pt>
                <c:pt idx="2841">
                  <c:v>50.11716164</c:v>
                </c:pt>
                <c:pt idx="2842">
                  <c:v>50.11744095</c:v>
                </c:pt>
                <c:pt idx="2843">
                  <c:v>50.11775208</c:v>
                </c:pt>
                <c:pt idx="2844">
                  <c:v>50.11809268</c:v>
                </c:pt>
                <c:pt idx="2845">
                  <c:v>50.11841855</c:v>
                </c:pt>
                <c:pt idx="2846">
                  <c:v>50.11871338</c:v>
                </c:pt>
                <c:pt idx="2847">
                  <c:v>50.11912537</c:v>
                </c:pt>
                <c:pt idx="2848">
                  <c:v>50.1194458</c:v>
                </c:pt>
                <c:pt idx="2849">
                  <c:v>50.11976624</c:v>
                </c:pt>
                <c:pt idx="2850">
                  <c:v>50.12008667</c:v>
                </c:pt>
                <c:pt idx="2851">
                  <c:v>50.12037374</c:v>
                </c:pt>
                <c:pt idx="2852">
                  <c:v>50.12081909</c:v>
                </c:pt>
                <c:pt idx="2853">
                  <c:v>50.1210022</c:v>
                </c:pt>
                <c:pt idx="2854">
                  <c:v>50.12172376</c:v>
                </c:pt>
                <c:pt idx="2855">
                  <c:v>50.12210083</c:v>
                </c:pt>
                <c:pt idx="2856">
                  <c:v>50.12242126</c:v>
                </c:pt>
                <c:pt idx="2857">
                  <c:v>50.12278748</c:v>
                </c:pt>
                <c:pt idx="2858">
                  <c:v>50.12316688</c:v>
                </c:pt>
                <c:pt idx="2859">
                  <c:v>50.12349274</c:v>
                </c:pt>
                <c:pt idx="2860">
                  <c:v>50.12379456</c:v>
                </c:pt>
                <c:pt idx="2861">
                  <c:v>50.12416077</c:v>
                </c:pt>
                <c:pt idx="2862">
                  <c:v>50.12438965</c:v>
                </c:pt>
                <c:pt idx="2863">
                  <c:v>50.1247962</c:v>
                </c:pt>
                <c:pt idx="2864">
                  <c:v>50.1247962</c:v>
                </c:pt>
                <c:pt idx="2865">
                  <c:v>50.12544794</c:v>
                </c:pt>
                <c:pt idx="2866">
                  <c:v>50.12605312</c:v>
                </c:pt>
                <c:pt idx="2867">
                  <c:v>50.12637898</c:v>
                </c:pt>
                <c:pt idx="2868">
                  <c:v>50.12665829</c:v>
                </c:pt>
                <c:pt idx="2869">
                  <c:v>50.12704468</c:v>
                </c:pt>
                <c:pt idx="2870">
                  <c:v>50.12735658</c:v>
                </c:pt>
                <c:pt idx="2871">
                  <c:v>50.12758934</c:v>
                </c:pt>
                <c:pt idx="2872">
                  <c:v>50.12786865</c:v>
                </c:pt>
                <c:pt idx="2873">
                  <c:v>50.12818909</c:v>
                </c:pt>
                <c:pt idx="2874">
                  <c:v>50.12856694</c:v>
                </c:pt>
                <c:pt idx="2875">
                  <c:v>50.12884625</c:v>
                </c:pt>
                <c:pt idx="2876">
                  <c:v>50.12926522</c:v>
                </c:pt>
                <c:pt idx="2877">
                  <c:v>50.12949798</c:v>
                </c:pt>
                <c:pt idx="2878">
                  <c:v>50.12982385</c:v>
                </c:pt>
                <c:pt idx="2879">
                  <c:v>50.13002014</c:v>
                </c:pt>
                <c:pt idx="2880">
                  <c:v>50.13066179</c:v>
                </c:pt>
                <c:pt idx="2881">
                  <c:v>50.13157654</c:v>
                </c:pt>
                <c:pt idx="2882">
                  <c:v>50.13229111</c:v>
                </c:pt>
                <c:pt idx="2883">
                  <c:v>50.13244629</c:v>
                </c:pt>
                <c:pt idx="2884">
                  <c:v>50.13317561</c:v>
                </c:pt>
                <c:pt idx="2885">
                  <c:v>50.13364113</c:v>
                </c:pt>
                <c:pt idx="2886">
                  <c:v>50.13364113</c:v>
                </c:pt>
                <c:pt idx="2887">
                  <c:v>50.13447907</c:v>
                </c:pt>
                <c:pt idx="2888">
                  <c:v>50.13478088</c:v>
                </c:pt>
                <c:pt idx="2889">
                  <c:v>50.13542175</c:v>
                </c:pt>
                <c:pt idx="2890">
                  <c:v>50.13574219</c:v>
                </c:pt>
                <c:pt idx="2891">
                  <c:v>50.13671358</c:v>
                </c:pt>
                <c:pt idx="2892">
                  <c:v>50.13685323</c:v>
                </c:pt>
                <c:pt idx="2893">
                  <c:v>50.13731876</c:v>
                </c:pt>
                <c:pt idx="2894">
                  <c:v>50.13798523</c:v>
                </c:pt>
                <c:pt idx="2895">
                  <c:v>50.13812256</c:v>
                </c:pt>
                <c:pt idx="2896">
                  <c:v>50.13857567</c:v>
                </c:pt>
                <c:pt idx="2897">
                  <c:v>50.13890076</c:v>
                </c:pt>
                <c:pt idx="2898">
                  <c:v>50.13918085</c:v>
                </c:pt>
                <c:pt idx="2899">
                  <c:v>50.13918085</c:v>
                </c:pt>
                <c:pt idx="2900">
                  <c:v>50.13981628</c:v>
                </c:pt>
                <c:pt idx="2901">
                  <c:v>50.14015844</c:v>
                </c:pt>
                <c:pt idx="2902">
                  <c:v>50.14031982</c:v>
                </c:pt>
                <c:pt idx="2903">
                  <c:v>50.14077759</c:v>
                </c:pt>
                <c:pt idx="2904">
                  <c:v>50.14109802</c:v>
                </c:pt>
                <c:pt idx="2905">
                  <c:v>50.14122914</c:v>
                </c:pt>
                <c:pt idx="2906">
                  <c:v>50.14169312</c:v>
                </c:pt>
                <c:pt idx="2907">
                  <c:v>50.14197398</c:v>
                </c:pt>
                <c:pt idx="2908">
                  <c:v>50.14225329</c:v>
                </c:pt>
                <c:pt idx="2909">
                  <c:v>50.14262571</c:v>
                </c:pt>
                <c:pt idx="2910">
                  <c:v>50.14304468</c:v>
                </c:pt>
                <c:pt idx="2911">
                  <c:v>50.14361572</c:v>
                </c:pt>
                <c:pt idx="2912">
                  <c:v>50.14378952</c:v>
                </c:pt>
                <c:pt idx="2913">
                  <c:v>50.14453435</c:v>
                </c:pt>
                <c:pt idx="2914">
                  <c:v>50.14467401</c:v>
                </c:pt>
                <c:pt idx="2915">
                  <c:v>50.14486022</c:v>
                </c:pt>
                <c:pt idx="2916">
                  <c:v>50.14611713</c:v>
                </c:pt>
                <c:pt idx="2917">
                  <c:v>50.14690852</c:v>
                </c:pt>
                <c:pt idx="2918">
                  <c:v>50.14723438</c:v>
                </c:pt>
                <c:pt idx="2919">
                  <c:v>50.14764404</c:v>
                </c:pt>
                <c:pt idx="2920">
                  <c:v>50.14793267</c:v>
                </c:pt>
                <c:pt idx="2921">
                  <c:v>50.14805603</c:v>
                </c:pt>
                <c:pt idx="2922">
                  <c:v>50.14883423</c:v>
                </c:pt>
                <c:pt idx="2923">
                  <c:v>50.14910889</c:v>
                </c:pt>
                <c:pt idx="2924">
                  <c:v>50.14928268</c:v>
                </c:pt>
                <c:pt idx="2925">
                  <c:v>50.14998097</c:v>
                </c:pt>
                <c:pt idx="2926">
                  <c:v>50.15057373</c:v>
                </c:pt>
                <c:pt idx="2927">
                  <c:v>50.1507258</c:v>
                </c:pt>
                <c:pt idx="2928">
                  <c:v>50.15161029</c:v>
                </c:pt>
                <c:pt idx="2929">
                  <c:v>50.15193616</c:v>
                </c:pt>
                <c:pt idx="2930">
                  <c:v>50.15213013</c:v>
                </c:pt>
                <c:pt idx="2931">
                  <c:v>50.15245056</c:v>
                </c:pt>
                <c:pt idx="2932">
                  <c:v>50.15426377</c:v>
                </c:pt>
                <c:pt idx="2933">
                  <c:v>50.15468274</c:v>
                </c:pt>
                <c:pt idx="2934">
                  <c:v>50.15487671</c:v>
                </c:pt>
                <c:pt idx="2935">
                  <c:v>50.1552887</c:v>
                </c:pt>
                <c:pt idx="2936">
                  <c:v>50.15566034</c:v>
                </c:pt>
                <c:pt idx="2937">
                  <c:v>50.15579224</c:v>
                </c:pt>
                <c:pt idx="2938">
                  <c:v>50.15652466</c:v>
                </c:pt>
                <c:pt idx="2939">
                  <c:v>50.15684509</c:v>
                </c:pt>
                <c:pt idx="2940">
                  <c:v>50.15684509</c:v>
                </c:pt>
                <c:pt idx="2941">
                  <c:v>50.15730286</c:v>
                </c:pt>
                <c:pt idx="2942">
                  <c:v>50.15803528</c:v>
                </c:pt>
                <c:pt idx="2943">
                  <c:v>50.15831382</c:v>
                </c:pt>
                <c:pt idx="2944">
                  <c:v>50.15863968</c:v>
                </c:pt>
                <c:pt idx="2945">
                  <c:v>50.1591052</c:v>
                </c:pt>
                <c:pt idx="2946">
                  <c:v>50.15994314</c:v>
                </c:pt>
                <c:pt idx="2947">
                  <c:v>50.16009521</c:v>
                </c:pt>
                <c:pt idx="2948">
                  <c:v>50.16064453</c:v>
                </c:pt>
                <c:pt idx="2949">
                  <c:v>50.16110229</c:v>
                </c:pt>
                <c:pt idx="2950">
                  <c:v>50.16178894</c:v>
                </c:pt>
                <c:pt idx="2951">
                  <c:v>50.16178894</c:v>
                </c:pt>
                <c:pt idx="2952">
                  <c:v>50.16297913</c:v>
                </c:pt>
                <c:pt idx="2953">
                  <c:v>50.16311646</c:v>
                </c:pt>
                <c:pt idx="2954">
                  <c:v>50.16357422</c:v>
                </c:pt>
                <c:pt idx="2955">
                  <c:v>50.16357422</c:v>
                </c:pt>
                <c:pt idx="2956">
                  <c:v>50.16469147</c:v>
                </c:pt>
                <c:pt idx="2957">
                  <c:v>50.1653432</c:v>
                </c:pt>
                <c:pt idx="2958">
                  <c:v>50.16566907</c:v>
                </c:pt>
                <c:pt idx="2959">
                  <c:v>50.16576217</c:v>
                </c:pt>
                <c:pt idx="2960">
                  <c:v>50.16655356</c:v>
                </c:pt>
                <c:pt idx="2961">
                  <c:v>50.16715874</c:v>
                </c:pt>
                <c:pt idx="2962">
                  <c:v>50.1672984</c:v>
                </c:pt>
                <c:pt idx="2963">
                  <c:v>50.16832255</c:v>
                </c:pt>
                <c:pt idx="2964">
                  <c:v>50.16893005</c:v>
                </c:pt>
                <c:pt idx="2965">
                  <c:v>50.16953291</c:v>
                </c:pt>
                <c:pt idx="2966">
                  <c:v>50.16985877</c:v>
                </c:pt>
                <c:pt idx="2967">
                  <c:v>50.17004498</c:v>
                </c:pt>
                <c:pt idx="2968">
                  <c:v>50.1705105</c:v>
                </c:pt>
                <c:pt idx="2969">
                  <c:v>50.17078982</c:v>
                </c:pt>
                <c:pt idx="2970">
                  <c:v>50.17140198</c:v>
                </c:pt>
                <c:pt idx="2971">
                  <c:v>50.17167431</c:v>
                </c:pt>
                <c:pt idx="2972">
                  <c:v>50.17195362</c:v>
                </c:pt>
                <c:pt idx="2973">
                  <c:v>50.1725588</c:v>
                </c:pt>
                <c:pt idx="2974">
                  <c:v>50.1729126</c:v>
                </c:pt>
                <c:pt idx="2975">
                  <c:v>50.17316398</c:v>
                </c:pt>
                <c:pt idx="2976">
                  <c:v>50.17409502</c:v>
                </c:pt>
                <c:pt idx="2977">
                  <c:v>50.1746521</c:v>
                </c:pt>
                <c:pt idx="2978">
                  <c:v>50.17497952</c:v>
                </c:pt>
                <c:pt idx="2979">
                  <c:v>50.17553814</c:v>
                </c:pt>
                <c:pt idx="2980">
                  <c:v>50.17607117</c:v>
                </c:pt>
                <c:pt idx="2981">
                  <c:v>50.1766554</c:v>
                </c:pt>
                <c:pt idx="2982">
                  <c:v>50.17739868</c:v>
                </c:pt>
                <c:pt idx="2983">
                  <c:v>50.17753601</c:v>
                </c:pt>
                <c:pt idx="2984">
                  <c:v>50.17790222</c:v>
                </c:pt>
                <c:pt idx="2985">
                  <c:v>50.1781311</c:v>
                </c:pt>
                <c:pt idx="2986">
                  <c:v>50.17845154</c:v>
                </c:pt>
                <c:pt idx="2987">
                  <c:v>50.17881775</c:v>
                </c:pt>
                <c:pt idx="2988">
                  <c:v>50.17912267</c:v>
                </c:pt>
                <c:pt idx="2989">
                  <c:v>50.17930888</c:v>
                </c:pt>
                <c:pt idx="2990">
                  <c:v>50.17968129</c:v>
                </c:pt>
                <c:pt idx="2991">
                  <c:v>50.18000793</c:v>
                </c:pt>
                <c:pt idx="2992">
                  <c:v>50.18028259</c:v>
                </c:pt>
                <c:pt idx="2993">
                  <c:v>50.1804657</c:v>
                </c:pt>
                <c:pt idx="2994">
                  <c:v>50.18079855</c:v>
                </c:pt>
                <c:pt idx="2995">
                  <c:v>50.18131062</c:v>
                </c:pt>
                <c:pt idx="2996">
                  <c:v>50.18163649</c:v>
                </c:pt>
                <c:pt idx="2997">
                  <c:v>50.18188477</c:v>
                </c:pt>
                <c:pt idx="2998">
                  <c:v>50.18219511</c:v>
                </c:pt>
                <c:pt idx="2999">
                  <c:v>50.18252563</c:v>
                </c:pt>
                <c:pt idx="3000">
                  <c:v>50.1828934</c:v>
                </c:pt>
                <c:pt idx="3001">
                  <c:v>50.1831665</c:v>
                </c:pt>
                <c:pt idx="3002">
                  <c:v>50.18348694</c:v>
                </c:pt>
                <c:pt idx="3003">
                  <c:v>50.1837616</c:v>
                </c:pt>
                <c:pt idx="3004">
                  <c:v>50.18403625</c:v>
                </c:pt>
                <c:pt idx="3005">
                  <c:v>50.18431091</c:v>
                </c:pt>
                <c:pt idx="3006">
                  <c:v>50.18461583</c:v>
                </c:pt>
                <c:pt idx="3007">
                  <c:v>50.1849417</c:v>
                </c:pt>
                <c:pt idx="3008">
                  <c:v>50.18522644</c:v>
                </c:pt>
                <c:pt idx="3009">
                  <c:v>50.1855011</c:v>
                </c:pt>
                <c:pt idx="3010">
                  <c:v>50.18577576</c:v>
                </c:pt>
                <c:pt idx="3011">
                  <c:v>50.18600464</c:v>
                </c:pt>
                <c:pt idx="3012">
                  <c:v>50.18633826</c:v>
                </c:pt>
                <c:pt idx="3013">
                  <c:v>50.18661758</c:v>
                </c:pt>
                <c:pt idx="3014">
                  <c:v>50.18687439</c:v>
                </c:pt>
                <c:pt idx="3015">
                  <c:v>50.1871762</c:v>
                </c:pt>
                <c:pt idx="3016">
                  <c:v>50.18745552</c:v>
                </c:pt>
                <c:pt idx="3017">
                  <c:v>50.18778138</c:v>
                </c:pt>
                <c:pt idx="3018">
                  <c:v>50.1880188</c:v>
                </c:pt>
                <c:pt idx="3019">
                  <c:v>50.18829346</c:v>
                </c:pt>
                <c:pt idx="3020">
                  <c:v>50.18856812</c:v>
                </c:pt>
                <c:pt idx="3021">
                  <c:v>50.18884277</c:v>
                </c:pt>
                <c:pt idx="3022">
                  <c:v>50.18917795</c:v>
                </c:pt>
                <c:pt idx="3023">
                  <c:v>50.18943787</c:v>
                </c:pt>
                <c:pt idx="3024">
                  <c:v>50.18971252</c:v>
                </c:pt>
                <c:pt idx="3025">
                  <c:v>50.19003296</c:v>
                </c:pt>
                <c:pt idx="3026">
                  <c:v>50.19026184</c:v>
                </c:pt>
                <c:pt idx="3027">
                  <c:v>50.19058228</c:v>
                </c:pt>
                <c:pt idx="3028">
                  <c:v>50.19085693</c:v>
                </c:pt>
                <c:pt idx="3029">
                  <c:v>50.19108659</c:v>
                </c:pt>
                <c:pt idx="3030">
                  <c:v>50.19150556</c:v>
                </c:pt>
                <c:pt idx="3031">
                  <c:v>50.19169177</c:v>
                </c:pt>
                <c:pt idx="3032">
                  <c:v>50.19201764</c:v>
                </c:pt>
                <c:pt idx="3033">
                  <c:v>50.192276</c:v>
                </c:pt>
                <c:pt idx="3034">
                  <c:v>50.19250488</c:v>
                </c:pt>
                <c:pt idx="3035">
                  <c:v>50.19308834</c:v>
                </c:pt>
                <c:pt idx="3036">
                  <c:v>50.19337463</c:v>
                </c:pt>
                <c:pt idx="3037">
                  <c:v>50.19355774</c:v>
                </c:pt>
                <c:pt idx="3038">
                  <c:v>50.19392628</c:v>
                </c:pt>
                <c:pt idx="3039">
                  <c:v>50.19420559</c:v>
                </c:pt>
                <c:pt idx="3040">
                  <c:v>50.1944849</c:v>
                </c:pt>
                <c:pt idx="3041">
                  <c:v>50.19474792</c:v>
                </c:pt>
                <c:pt idx="3042">
                  <c:v>50.19497681</c:v>
                </c:pt>
                <c:pt idx="3043">
                  <c:v>50.19527629</c:v>
                </c:pt>
                <c:pt idx="3044">
                  <c:v>50.1955719</c:v>
                </c:pt>
                <c:pt idx="3045">
                  <c:v>50.19578837</c:v>
                </c:pt>
                <c:pt idx="3046">
                  <c:v>50.19593811</c:v>
                </c:pt>
                <c:pt idx="3047">
                  <c:v>50.19621277</c:v>
                </c:pt>
                <c:pt idx="3048">
                  <c:v>50.1965332</c:v>
                </c:pt>
                <c:pt idx="3049">
                  <c:v>50.19680786</c:v>
                </c:pt>
                <c:pt idx="3050">
                  <c:v>50.19708252</c:v>
                </c:pt>
                <c:pt idx="3051">
                  <c:v>50.19735718</c:v>
                </c:pt>
                <c:pt idx="3052">
                  <c:v>50.19758606</c:v>
                </c:pt>
                <c:pt idx="3053">
                  <c:v>50.19804382</c:v>
                </c:pt>
                <c:pt idx="3054">
                  <c:v>50.19844184</c:v>
                </c:pt>
                <c:pt idx="3055">
                  <c:v>50.19867461</c:v>
                </c:pt>
                <c:pt idx="3056">
                  <c:v>50.19867461</c:v>
                </c:pt>
                <c:pt idx="3057">
                  <c:v>50.19923323</c:v>
                </c:pt>
                <c:pt idx="3058">
                  <c:v>50.19946289</c:v>
                </c:pt>
                <c:pt idx="3059">
                  <c:v>50.19969177</c:v>
                </c:pt>
                <c:pt idx="3060">
                  <c:v>50.19997807</c:v>
                </c:pt>
                <c:pt idx="3061">
                  <c:v>50.20025738</c:v>
                </c:pt>
                <c:pt idx="3062">
                  <c:v>50.20046997</c:v>
                </c:pt>
                <c:pt idx="3063">
                  <c:v>50.20079041</c:v>
                </c:pt>
                <c:pt idx="3064">
                  <c:v>50.20100222</c:v>
                </c:pt>
                <c:pt idx="3065">
                  <c:v>50.20128153</c:v>
                </c:pt>
                <c:pt idx="3066">
                  <c:v>50.20152283</c:v>
                </c:pt>
                <c:pt idx="3067">
                  <c:v>50.20174705</c:v>
                </c:pt>
                <c:pt idx="3068">
                  <c:v>50.20202637</c:v>
                </c:pt>
                <c:pt idx="3069">
                  <c:v>50.20230568</c:v>
                </c:pt>
                <c:pt idx="3070">
                  <c:v>50.20258499</c:v>
                </c:pt>
                <c:pt idx="3071">
                  <c:v>50.20280457</c:v>
                </c:pt>
                <c:pt idx="3072">
                  <c:v>50.20307922</c:v>
                </c:pt>
                <c:pt idx="3073">
                  <c:v>50.20330811</c:v>
                </c:pt>
                <c:pt idx="3074">
                  <c:v>50.2036557</c:v>
                </c:pt>
                <c:pt idx="3075">
                  <c:v>50.20393501</c:v>
                </c:pt>
                <c:pt idx="3076">
                  <c:v>50.20416777</c:v>
                </c:pt>
                <c:pt idx="3077">
                  <c:v>50.20431519</c:v>
                </c:pt>
                <c:pt idx="3078">
                  <c:v>50.20463329</c:v>
                </c:pt>
                <c:pt idx="3079">
                  <c:v>50.2048645</c:v>
                </c:pt>
                <c:pt idx="3080">
                  <c:v>50.20519192</c:v>
                </c:pt>
                <c:pt idx="3081">
                  <c:v>50.20537813</c:v>
                </c:pt>
                <c:pt idx="3082">
                  <c:v>50.20570399</c:v>
                </c:pt>
                <c:pt idx="3083">
                  <c:v>50.20593676</c:v>
                </c:pt>
                <c:pt idx="3084">
                  <c:v>50.20623779</c:v>
                </c:pt>
                <c:pt idx="3085">
                  <c:v>50.20646667</c:v>
                </c:pt>
                <c:pt idx="3086">
                  <c:v>50.20674133</c:v>
                </c:pt>
                <c:pt idx="3087">
                  <c:v>50.20700746</c:v>
                </c:pt>
                <c:pt idx="3088">
                  <c:v>50.20724487</c:v>
                </c:pt>
                <c:pt idx="3089">
                  <c:v>50.20747298</c:v>
                </c:pt>
                <c:pt idx="3090">
                  <c:v>50.20783997</c:v>
                </c:pt>
                <c:pt idx="3091">
                  <c:v>50.2079385</c:v>
                </c:pt>
                <c:pt idx="3092">
                  <c:v>50.20825195</c:v>
                </c:pt>
                <c:pt idx="3093">
                  <c:v>50.20852661</c:v>
                </c:pt>
                <c:pt idx="3094">
                  <c:v>50.20880127</c:v>
                </c:pt>
                <c:pt idx="3095">
                  <c:v>50.20907593</c:v>
                </c:pt>
                <c:pt idx="3096">
                  <c:v>50.20933507</c:v>
                </c:pt>
                <c:pt idx="3097">
                  <c:v>50.20957947</c:v>
                </c:pt>
                <c:pt idx="3098">
                  <c:v>50.20985413</c:v>
                </c:pt>
                <c:pt idx="3099">
                  <c:v>50.21012878</c:v>
                </c:pt>
                <c:pt idx="3100">
                  <c:v>50.21040344</c:v>
                </c:pt>
                <c:pt idx="3101">
                  <c:v>50.2106781</c:v>
                </c:pt>
                <c:pt idx="3102">
                  <c:v>50.21095276</c:v>
                </c:pt>
                <c:pt idx="3103">
                  <c:v>50.21119716</c:v>
                </c:pt>
                <c:pt idx="3104">
                  <c:v>50.2114563</c:v>
                </c:pt>
                <c:pt idx="3105">
                  <c:v>50.21170923</c:v>
                </c:pt>
                <c:pt idx="3106">
                  <c:v>50.21205139</c:v>
                </c:pt>
                <c:pt idx="3107">
                  <c:v>50.21236096</c:v>
                </c:pt>
                <c:pt idx="3108">
                  <c:v>50.21259373</c:v>
                </c:pt>
                <c:pt idx="3109">
                  <c:v>50.21287304</c:v>
                </c:pt>
                <c:pt idx="3110">
                  <c:v>50.21315235</c:v>
                </c:pt>
                <c:pt idx="3111">
                  <c:v>50.21342468</c:v>
                </c:pt>
                <c:pt idx="3112">
                  <c:v>50.21385064</c:v>
                </c:pt>
                <c:pt idx="3113">
                  <c:v>50.21401978</c:v>
                </c:pt>
                <c:pt idx="3114">
                  <c:v>50.21434021</c:v>
                </c:pt>
                <c:pt idx="3115">
                  <c:v>50.21470642</c:v>
                </c:pt>
                <c:pt idx="3116">
                  <c:v>50.21496789</c:v>
                </c:pt>
                <c:pt idx="3117">
                  <c:v>50.21534031</c:v>
                </c:pt>
                <c:pt idx="3118">
                  <c:v>50.2157135</c:v>
                </c:pt>
                <c:pt idx="3119">
                  <c:v>50.21603859</c:v>
                </c:pt>
                <c:pt idx="3120">
                  <c:v>50.21644592</c:v>
                </c:pt>
                <c:pt idx="3121">
                  <c:v>50.21678343</c:v>
                </c:pt>
                <c:pt idx="3122">
                  <c:v>50.21722412</c:v>
                </c:pt>
                <c:pt idx="3123">
                  <c:v>50.21749878</c:v>
                </c:pt>
                <c:pt idx="3124">
                  <c:v>50.21790068</c:v>
                </c:pt>
                <c:pt idx="3125">
                  <c:v>50.2182731</c:v>
                </c:pt>
                <c:pt idx="3126">
                  <c:v>50.21869207</c:v>
                </c:pt>
                <c:pt idx="3127">
                  <c:v>50.21914673</c:v>
                </c:pt>
                <c:pt idx="3128">
                  <c:v>50.21955872</c:v>
                </c:pt>
                <c:pt idx="3129">
                  <c:v>50.21990243</c:v>
                </c:pt>
                <c:pt idx="3130">
                  <c:v>50.22027484</c:v>
                </c:pt>
                <c:pt idx="3131">
                  <c:v>50.2207489</c:v>
                </c:pt>
                <c:pt idx="3132">
                  <c:v>50.22111511</c:v>
                </c:pt>
                <c:pt idx="3133">
                  <c:v>50.22129822</c:v>
                </c:pt>
                <c:pt idx="3134">
                  <c:v>50.22162486</c:v>
                </c:pt>
                <c:pt idx="3135">
                  <c:v>50.22195072</c:v>
                </c:pt>
                <c:pt idx="3136">
                  <c:v>50.22221375</c:v>
                </c:pt>
                <c:pt idx="3137">
                  <c:v>50.22239685</c:v>
                </c:pt>
                <c:pt idx="3138">
                  <c:v>50.2225559</c:v>
                </c:pt>
                <c:pt idx="3139">
                  <c:v>50.22269556</c:v>
                </c:pt>
                <c:pt idx="3140">
                  <c:v>50.22280884</c:v>
                </c:pt>
                <c:pt idx="3141">
                  <c:v>50.22288177</c:v>
                </c:pt>
                <c:pt idx="3142">
                  <c:v>50.22288177</c:v>
                </c:pt>
                <c:pt idx="3143">
                  <c:v>50.22283522</c:v>
                </c:pt>
                <c:pt idx="3144">
                  <c:v>50.22280884</c:v>
                </c:pt>
                <c:pt idx="3145">
                  <c:v>50.22267151</c:v>
                </c:pt>
                <c:pt idx="3146">
                  <c:v>50.22253418</c:v>
                </c:pt>
                <c:pt idx="3147">
                  <c:v>50.22235107</c:v>
                </c:pt>
                <c:pt idx="3148">
                  <c:v>50.22218349</c:v>
                </c:pt>
                <c:pt idx="3149">
                  <c:v>50.22190417</c:v>
                </c:pt>
                <c:pt idx="3150">
                  <c:v>50.22157831</c:v>
                </c:pt>
                <c:pt idx="3151">
                  <c:v>50.22125244</c:v>
                </c:pt>
                <c:pt idx="3152">
                  <c:v>50.22092658</c:v>
                </c:pt>
                <c:pt idx="3153">
                  <c:v>50.22046105</c:v>
                </c:pt>
                <c:pt idx="3154">
                  <c:v>50.22006226</c:v>
                </c:pt>
                <c:pt idx="3155">
                  <c:v>50.21966967</c:v>
                </c:pt>
                <c:pt idx="3156">
                  <c:v>50.2191925</c:v>
                </c:pt>
                <c:pt idx="3157">
                  <c:v>50.21864319</c:v>
                </c:pt>
                <c:pt idx="3158">
                  <c:v>50.21813344</c:v>
                </c:pt>
                <c:pt idx="3159">
                  <c:v>50.21752826</c:v>
                </c:pt>
                <c:pt idx="3160">
                  <c:v>50.21659722</c:v>
                </c:pt>
                <c:pt idx="3161">
                  <c:v>50.21608514</c:v>
                </c:pt>
                <c:pt idx="3162">
                  <c:v>50.21530151</c:v>
                </c:pt>
                <c:pt idx="3163">
                  <c:v>50.21459547</c:v>
                </c:pt>
                <c:pt idx="3164">
                  <c:v>50.21392822</c:v>
                </c:pt>
                <c:pt idx="3165">
                  <c:v>50.2131989</c:v>
                </c:pt>
                <c:pt idx="3166">
                  <c:v>50.2124176</c:v>
                </c:pt>
                <c:pt idx="3167">
                  <c:v>50.21166268</c:v>
                </c:pt>
                <c:pt idx="3168">
                  <c:v>50.21082474</c:v>
                </c:pt>
                <c:pt idx="3169">
                  <c:v>50.20962524</c:v>
                </c:pt>
                <c:pt idx="3170">
                  <c:v>50.20914886</c:v>
                </c:pt>
                <c:pt idx="3171">
                  <c:v>50.20802307</c:v>
                </c:pt>
                <c:pt idx="3172">
                  <c:v>50.20691435</c:v>
                </c:pt>
                <c:pt idx="3173">
                  <c:v>50.20637512</c:v>
                </c:pt>
                <c:pt idx="3174">
                  <c:v>50.20541382</c:v>
                </c:pt>
                <c:pt idx="3175">
                  <c:v>50.20436096</c:v>
                </c:pt>
                <c:pt idx="3176">
                  <c:v>50.20346949</c:v>
                </c:pt>
                <c:pt idx="3177">
                  <c:v>50.20239258</c:v>
                </c:pt>
                <c:pt idx="3178">
                  <c:v>50.20118843</c:v>
                </c:pt>
                <c:pt idx="3179">
                  <c:v>50.20016428</c:v>
                </c:pt>
                <c:pt idx="3180">
                  <c:v>50.19923401</c:v>
                </c:pt>
                <c:pt idx="3181">
                  <c:v>50.1980896</c:v>
                </c:pt>
                <c:pt idx="3182">
                  <c:v>50.19695217</c:v>
                </c:pt>
                <c:pt idx="3183">
                  <c:v>50.19592802</c:v>
                </c:pt>
                <c:pt idx="3184">
                  <c:v>50.19485732</c:v>
                </c:pt>
                <c:pt idx="3185">
                  <c:v>50.19392628</c:v>
                </c:pt>
                <c:pt idx="3186">
                  <c:v>50.19285558</c:v>
                </c:pt>
                <c:pt idx="3187">
                  <c:v>50.19186401</c:v>
                </c:pt>
                <c:pt idx="3188">
                  <c:v>50.19067383</c:v>
                </c:pt>
                <c:pt idx="3189">
                  <c:v>50.18962097</c:v>
                </c:pt>
                <c:pt idx="3190">
                  <c:v>50.18861932</c:v>
                </c:pt>
                <c:pt idx="3191">
                  <c:v>50.18764173</c:v>
                </c:pt>
                <c:pt idx="3192">
                  <c:v>50.18657102</c:v>
                </c:pt>
                <c:pt idx="3193">
                  <c:v>50.18518066</c:v>
                </c:pt>
                <c:pt idx="3194">
                  <c:v>50.18444824</c:v>
                </c:pt>
                <c:pt idx="3195">
                  <c:v>50.18303305</c:v>
                </c:pt>
                <c:pt idx="3196">
                  <c:v>50.18206787</c:v>
                </c:pt>
                <c:pt idx="3197">
                  <c:v>50.18133545</c:v>
                </c:pt>
                <c:pt idx="3198">
                  <c:v>50.18028259</c:v>
                </c:pt>
                <c:pt idx="3199">
                  <c:v>50.17904663</c:v>
                </c:pt>
                <c:pt idx="3200">
                  <c:v>50.17805196</c:v>
                </c:pt>
                <c:pt idx="3201">
                  <c:v>50.17712402</c:v>
                </c:pt>
                <c:pt idx="3202">
                  <c:v>50.17623643</c:v>
                </c:pt>
                <c:pt idx="3203">
                  <c:v>50.17506409</c:v>
                </c:pt>
                <c:pt idx="3204">
                  <c:v>50.17418813</c:v>
                </c:pt>
                <c:pt idx="3205">
                  <c:v>50.17325708</c:v>
                </c:pt>
                <c:pt idx="3206">
                  <c:v>50.1723175</c:v>
                </c:pt>
                <c:pt idx="3207">
                  <c:v>50.17116223</c:v>
                </c:pt>
                <c:pt idx="3208">
                  <c:v>50.17071533</c:v>
                </c:pt>
                <c:pt idx="3209">
                  <c:v>50.16943359</c:v>
                </c:pt>
                <c:pt idx="3210">
                  <c:v>50.16856384</c:v>
                </c:pt>
                <c:pt idx="3211">
                  <c:v>50.16773987</c:v>
                </c:pt>
                <c:pt idx="3212">
                  <c:v>50.16732788</c:v>
                </c:pt>
                <c:pt idx="3213">
                  <c:v>50.16641391</c:v>
                </c:pt>
                <c:pt idx="3214">
                  <c:v>50.16562252</c:v>
                </c:pt>
                <c:pt idx="3215">
                  <c:v>50.16455182</c:v>
                </c:pt>
                <c:pt idx="3216">
                  <c:v>50.16384888</c:v>
                </c:pt>
                <c:pt idx="3217">
                  <c:v>50.1630249</c:v>
                </c:pt>
                <c:pt idx="3218">
                  <c:v>50.16233826</c:v>
                </c:pt>
                <c:pt idx="3219">
                  <c:v>50.16151428</c:v>
                </c:pt>
                <c:pt idx="3220">
                  <c:v>50.16073608</c:v>
                </c:pt>
                <c:pt idx="3221">
                  <c:v>50.15985004</c:v>
                </c:pt>
                <c:pt idx="3222">
                  <c:v>50.15896555</c:v>
                </c:pt>
                <c:pt idx="3223">
                  <c:v>50.15817416</c:v>
                </c:pt>
                <c:pt idx="3224">
                  <c:v>50.15756898</c:v>
                </c:pt>
                <c:pt idx="3225">
                  <c:v>50.15668449</c:v>
                </c:pt>
                <c:pt idx="3226">
                  <c:v>50.1558931</c:v>
                </c:pt>
                <c:pt idx="3227">
                  <c:v>50.15510171</c:v>
                </c:pt>
                <c:pt idx="3228">
                  <c:v>50.15421722</c:v>
                </c:pt>
                <c:pt idx="3229">
                  <c:v>50.15361204</c:v>
                </c:pt>
                <c:pt idx="3230">
                  <c:v>50.15286255</c:v>
                </c:pt>
                <c:pt idx="3231">
                  <c:v>50.15174995</c:v>
                </c:pt>
                <c:pt idx="3232">
                  <c:v>50.15100511</c:v>
                </c:pt>
                <c:pt idx="3233">
                  <c:v>50.15029907</c:v>
                </c:pt>
                <c:pt idx="3234">
                  <c:v>50.1494751</c:v>
                </c:pt>
                <c:pt idx="3235">
                  <c:v>50.14881716</c:v>
                </c:pt>
                <c:pt idx="3236">
                  <c:v>50.14811888</c:v>
                </c:pt>
                <c:pt idx="3237">
                  <c:v>50.14741516</c:v>
                </c:pt>
                <c:pt idx="3238">
                  <c:v>50.14672852</c:v>
                </c:pt>
                <c:pt idx="3239">
                  <c:v>50.14622498</c:v>
                </c:pt>
                <c:pt idx="3240">
                  <c:v>50.14551195</c:v>
                </c:pt>
                <c:pt idx="3241">
                  <c:v>50.14495332</c:v>
                </c:pt>
                <c:pt idx="3242">
                  <c:v>50.14434814</c:v>
                </c:pt>
                <c:pt idx="3243">
                  <c:v>50.14388262</c:v>
                </c:pt>
                <c:pt idx="3244">
                  <c:v>50.14315796</c:v>
                </c:pt>
                <c:pt idx="3245">
                  <c:v>50.14247131</c:v>
                </c:pt>
                <c:pt idx="3246">
                  <c:v>50.141922</c:v>
                </c:pt>
                <c:pt idx="3247">
                  <c:v>50.14151001</c:v>
                </c:pt>
                <c:pt idx="3248">
                  <c:v>50.14073181</c:v>
                </c:pt>
                <c:pt idx="3249">
                  <c:v>50.14022827</c:v>
                </c:pt>
                <c:pt idx="3250">
                  <c:v>50.13990784</c:v>
                </c:pt>
                <c:pt idx="3251">
                  <c:v>50.13936706</c:v>
                </c:pt>
                <c:pt idx="3252">
                  <c:v>50.13885498</c:v>
                </c:pt>
                <c:pt idx="3253">
                  <c:v>50.13825989</c:v>
                </c:pt>
                <c:pt idx="3254">
                  <c:v>50.13778428</c:v>
                </c:pt>
                <c:pt idx="3255">
                  <c:v>50.1372722</c:v>
                </c:pt>
                <c:pt idx="3256">
                  <c:v>50.13670349</c:v>
                </c:pt>
                <c:pt idx="3257">
                  <c:v>50.13619995</c:v>
                </c:pt>
                <c:pt idx="3258">
                  <c:v>50.13573598</c:v>
                </c:pt>
                <c:pt idx="3259">
                  <c:v>50.1353302</c:v>
                </c:pt>
                <c:pt idx="3260">
                  <c:v>50.13487244</c:v>
                </c:pt>
                <c:pt idx="3261">
                  <c:v>50.13429286</c:v>
                </c:pt>
                <c:pt idx="3262">
                  <c:v>50.13387389</c:v>
                </c:pt>
                <c:pt idx="3263">
                  <c:v>50.13345337</c:v>
                </c:pt>
                <c:pt idx="3264">
                  <c:v>50.13303595</c:v>
                </c:pt>
                <c:pt idx="3265">
                  <c:v>50.13267517</c:v>
                </c:pt>
                <c:pt idx="3266">
                  <c:v>50.13229111</c:v>
                </c:pt>
                <c:pt idx="3267">
                  <c:v>50.13187214</c:v>
                </c:pt>
                <c:pt idx="3268">
                  <c:v>50.13148499</c:v>
                </c:pt>
                <c:pt idx="3269">
                  <c:v>50.1310342</c:v>
                </c:pt>
                <c:pt idx="3270">
                  <c:v>50.13061523</c:v>
                </c:pt>
                <c:pt idx="3271">
                  <c:v>50.13015747</c:v>
                </c:pt>
                <c:pt idx="3272">
                  <c:v>50.12982385</c:v>
                </c:pt>
                <c:pt idx="3273">
                  <c:v>50.12940488</c:v>
                </c:pt>
                <c:pt idx="3274">
                  <c:v>50.12903246</c:v>
                </c:pt>
                <c:pt idx="3275">
                  <c:v>50.12864685</c:v>
                </c:pt>
                <c:pt idx="3276">
                  <c:v>50.12832642</c:v>
                </c:pt>
                <c:pt idx="3277">
                  <c:v>50.12800831</c:v>
                </c:pt>
                <c:pt idx="3278">
                  <c:v>50.12773132</c:v>
                </c:pt>
                <c:pt idx="3279">
                  <c:v>50.12731003</c:v>
                </c:pt>
                <c:pt idx="3280">
                  <c:v>50.1269989</c:v>
                </c:pt>
                <c:pt idx="3281">
                  <c:v>50.12677002</c:v>
                </c:pt>
                <c:pt idx="3282">
                  <c:v>50.12640381</c:v>
                </c:pt>
                <c:pt idx="3283">
                  <c:v>50.12605312</c:v>
                </c:pt>
                <c:pt idx="3284">
                  <c:v>50.12576294</c:v>
                </c:pt>
                <c:pt idx="3285">
                  <c:v>50.1254425</c:v>
                </c:pt>
                <c:pt idx="3286">
                  <c:v>50.12516862</c:v>
                </c:pt>
                <c:pt idx="3287">
                  <c:v>50.12484276</c:v>
                </c:pt>
                <c:pt idx="3288">
                  <c:v>50.1244812</c:v>
                </c:pt>
                <c:pt idx="3289">
                  <c:v>50.12419103</c:v>
                </c:pt>
                <c:pt idx="3290">
                  <c:v>50.12386516</c:v>
                </c:pt>
                <c:pt idx="3291">
                  <c:v>50.123703</c:v>
                </c:pt>
                <c:pt idx="3292">
                  <c:v>50.12339964</c:v>
                </c:pt>
                <c:pt idx="3293">
                  <c:v>50.12312032</c:v>
                </c:pt>
                <c:pt idx="3294">
                  <c:v>50.12274791</c:v>
                </c:pt>
                <c:pt idx="3295">
                  <c:v>50.12246704</c:v>
                </c:pt>
                <c:pt idx="3296">
                  <c:v>50.12223583</c:v>
                </c:pt>
                <c:pt idx="3297">
                  <c:v>50.12195652</c:v>
                </c:pt>
                <c:pt idx="3298">
                  <c:v>50.12163065</c:v>
                </c:pt>
                <c:pt idx="3299">
                  <c:v>50.12136841</c:v>
                </c:pt>
                <c:pt idx="3300">
                  <c:v>50.12109375</c:v>
                </c:pt>
                <c:pt idx="3301">
                  <c:v>50.12081909</c:v>
                </c:pt>
                <c:pt idx="3302">
                  <c:v>50.12055995</c:v>
                </c:pt>
                <c:pt idx="3303">
                  <c:v>50.12017822</c:v>
                </c:pt>
                <c:pt idx="3304">
                  <c:v>50.11986167</c:v>
                </c:pt>
                <c:pt idx="3305">
                  <c:v>50.11962891</c:v>
                </c:pt>
                <c:pt idx="3306">
                  <c:v>50.11948925</c:v>
                </c:pt>
                <c:pt idx="3307">
                  <c:v>50.11907028</c:v>
                </c:pt>
                <c:pt idx="3308">
                  <c:v>50.11888407</c:v>
                </c:pt>
                <c:pt idx="3309">
                  <c:v>50.11860476</c:v>
                </c:pt>
                <c:pt idx="3310">
                  <c:v>50.11830139</c:v>
                </c:pt>
                <c:pt idx="3311">
                  <c:v>50.11799958</c:v>
                </c:pt>
                <c:pt idx="3312">
                  <c:v>50.11772026</c:v>
                </c:pt>
                <c:pt idx="3313">
                  <c:v>50.11744095</c:v>
                </c:pt>
                <c:pt idx="3314">
                  <c:v>50.11711121</c:v>
                </c:pt>
                <c:pt idx="3315">
                  <c:v>50.11683655</c:v>
                </c:pt>
                <c:pt idx="3316">
                  <c:v>50.11655646</c:v>
                </c:pt>
                <c:pt idx="3317">
                  <c:v>50.11628723</c:v>
                </c:pt>
                <c:pt idx="3318">
                  <c:v>50.11601257</c:v>
                </c:pt>
                <c:pt idx="3319">
                  <c:v>50.11573792</c:v>
                </c:pt>
                <c:pt idx="3320">
                  <c:v>50.11557886</c:v>
                </c:pt>
                <c:pt idx="3321">
                  <c:v>50.11514282</c:v>
                </c:pt>
                <c:pt idx="3322">
                  <c:v>50.11491394</c:v>
                </c:pt>
                <c:pt idx="3323">
                  <c:v>50.11464782</c:v>
                </c:pt>
                <c:pt idx="3324">
                  <c:v>50.1143685</c:v>
                </c:pt>
                <c:pt idx="3325">
                  <c:v>50.11399841</c:v>
                </c:pt>
                <c:pt idx="3326">
                  <c:v>50.11371677</c:v>
                </c:pt>
                <c:pt idx="3327">
                  <c:v>50.11343746</c:v>
                </c:pt>
                <c:pt idx="3328">
                  <c:v>50.11315815</c:v>
                </c:pt>
                <c:pt idx="3329">
                  <c:v>50.11297194</c:v>
                </c:pt>
                <c:pt idx="3330">
                  <c:v>50.11264607</c:v>
                </c:pt>
                <c:pt idx="3331">
                  <c:v>50.11236676</c:v>
                </c:pt>
                <c:pt idx="3332">
                  <c:v>50.11208744</c:v>
                </c:pt>
                <c:pt idx="3333">
                  <c:v>50.11176158</c:v>
                </c:pt>
                <c:pt idx="3334">
                  <c:v>50.11148226</c:v>
                </c:pt>
                <c:pt idx="3335">
                  <c:v>50.11120295</c:v>
                </c:pt>
                <c:pt idx="3336">
                  <c:v>50.11088562</c:v>
                </c:pt>
                <c:pt idx="3337">
                  <c:v>50.11061096</c:v>
                </c:pt>
                <c:pt idx="3338">
                  <c:v>50.11038208</c:v>
                </c:pt>
                <c:pt idx="3339">
                  <c:v>50.11006165</c:v>
                </c:pt>
                <c:pt idx="3340">
                  <c:v>50.10985294</c:v>
                </c:pt>
                <c:pt idx="3341">
                  <c:v>50.10955811</c:v>
                </c:pt>
                <c:pt idx="3342">
                  <c:v>50.1092012</c:v>
                </c:pt>
                <c:pt idx="3343">
                  <c:v>50.10891724</c:v>
                </c:pt>
                <c:pt idx="3344">
                  <c:v>50.10868913</c:v>
                </c:pt>
                <c:pt idx="3345">
                  <c:v>50.1084137</c:v>
                </c:pt>
                <c:pt idx="3346">
                  <c:v>50.1081305</c:v>
                </c:pt>
                <c:pt idx="3347">
                  <c:v>50.1078186</c:v>
                </c:pt>
                <c:pt idx="3348">
                  <c:v>50.10752532</c:v>
                </c:pt>
                <c:pt idx="3349">
                  <c:v>50.10719946</c:v>
                </c:pt>
                <c:pt idx="3350">
                  <c:v>50.1069667</c:v>
                </c:pt>
                <c:pt idx="3351">
                  <c:v>50.10681152</c:v>
                </c:pt>
                <c:pt idx="3352">
                  <c:v>50.10649109</c:v>
                </c:pt>
                <c:pt idx="3353">
                  <c:v>50.10621643</c:v>
                </c:pt>
                <c:pt idx="3354">
                  <c:v>50.105896</c:v>
                </c:pt>
                <c:pt idx="3355">
                  <c:v>50.10566323</c:v>
                </c:pt>
                <c:pt idx="3356">
                  <c:v>50.10539246</c:v>
                </c:pt>
                <c:pt idx="3357">
                  <c:v>50.10510461</c:v>
                </c:pt>
                <c:pt idx="3358">
                  <c:v>50.10498047</c:v>
                </c:pt>
                <c:pt idx="3359">
                  <c:v>50.10456848</c:v>
                </c:pt>
                <c:pt idx="3360">
                  <c:v>50.10426667</c:v>
                </c:pt>
                <c:pt idx="3361">
                  <c:v>50.10397339</c:v>
                </c:pt>
                <c:pt idx="3362">
                  <c:v>50.10370804</c:v>
                </c:pt>
                <c:pt idx="3363">
                  <c:v>50.10347528</c:v>
                </c:pt>
                <c:pt idx="3364">
                  <c:v>50.10319519</c:v>
                </c:pt>
                <c:pt idx="3365">
                  <c:v>50.10292053</c:v>
                </c:pt>
                <c:pt idx="3366">
                  <c:v>50.10263734</c:v>
                </c:pt>
                <c:pt idx="3367">
                  <c:v>50.10235803</c:v>
                </c:pt>
                <c:pt idx="3368">
                  <c:v>50.10212526</c:v>
                </c:pt>
                <c:pt idx="3369">
                  <c:v>50.10184595</c:v>
                </c:pt>
                <c:pt idx="3370">
                  <c:v>50.10170629</c:v>
                </c:pt>
                <c:pt idx="3371">
                  <c:v>50.10063559</c:v>
                </c:pt>
                <c:pt idx="3372">
                  <c:v>50.10044938</c:v>
                </c:pt>
                <c:pt idx="3373">
                  <c:v>50.10021973</c:v>
                </c:pt>
                <c:pt idx="3374">
                  <c:v>50.09980774</c:v>
                </c:pt>
                <c:pt idx="3375">
                  <c:v>50.099658</c:v>
                </c:pt>
                <c:pt idx="3376">
                  <c:v>50.09937868</c:v>
                </c:pt>
                <c:pt idx="3377">
                  <c:v>50.09912109</c:v>
                </c:pt>
                <c:pt idx="3378">
                  <c:v>50.0987735</c:v>
                </c:pt>
                <c:pt idx="3379">
                  <c:v>50.09854074</c:v>
                </c:pt>
                <c:pt idx="3380">
                  <c:v>50.09844764</c:v>
                </c:pt>
                <c:pt idx="3381">
                  <c:v>50.09802867</c:v>
                </c:pt>
                <c:pt idx="3382">
                  <c:v>50.0977478</c:v>
                </c:pt>
                <c:pt idx="3383">
                  <c:v>50.09728383</c:v>
                </c:pt>
                <c:pt idx="3384">
                  <c:v>50.09687805</c:v>
                </c:pt>
                <c:pt idx="3385">
                  <c:v>50.09628296</c:v>
                </c:pt>
                <c:pt idx="3386">
                  <c:v>50.09577942</c:v>
                </c:pt>
                <c:pt idx="3387">
                  <c:v>50.09495544</c:v>
                </c:pt>
                <c:pt idx="3388">
                  <c:v>50.0944519</c:v>
                </c:pt>
                <c:pt idx="3389">
                  <c:v>50.09430449</c:v>
                </c:pt>
                <c:pt idx="3390">
                  <c:v>50.0933075</c:v>
                </c:pt>
                <c:pt idx="3391">
                  <c:v>50.09314068</c:v>
                </c:pt>
                <c:pt idx="3392">
                  <c:v>50.0925293</c:v>
                </c:pt>
                <c:pt idx="3393">
                  <c:v>50.09234929</c:v>
                </c:pt>
                <c:pt idx="3394">
                  <c:v>50.09197998</c:v>
                </c:pt>
                <c:pt idx="3395">
                  <c:v>50.09169756</c:v>
                </c:pt>
                <c:pt idx="3396">
                  <c:v>50.09143066</c:v>
                </c:pt>
                <c:pt idx="3397">
                  <c:v>50.09129333</c:v>
                </c:pt>
                <c:pt idx="3398">
                  <c:v>50.09056091</c:v>
                </c:pt>
                <c:pt idx="3399">
                  <c:v>50.08959961</c:v>
                </c:pt>
                <c:pt idx="3400">
                  <c:v>50.08923029</c:v>
                </c:pt>
                <c:pt idx="3401">
                  <c:v>50.08895098</c:v>
                </c:pt>
                <c:pt idx="3402">
                  <c:v>50.08877563</c:v>
                </c:pt>
                <c:pt idx="3403">
                  <c:v>50.08850098</c:v>
                </c:pt>
                <c:pt idx="3404">
                  <c:v>50.08815959</c:v>
                </c:pt>
                <c:pt idx="3405">
                  <c:v>50.08790588</c:v>
                </c:pt>
                <c:pt idx="3406">
                  <c:v>50.08732165</c:v>
                </c:pt>
                <c:pt idx="3407">
                  <c:v>50.08712769</c:v>
                </c:pt>
                <c:pt idx="3408">
                  <c:v>50.08685613</c:v>
                </c:pt>
                <c:pt idx="3409">
                  <c:v>50.08657837</c:v>
                </c:pt>
                <c:pt idx="3410">
                  <c:v>50.08648371</c:v>
                </c:pt>
                <c:pt idx="3411">
                  <c:v>50.08587853</c:v>
                </c:pt>
                <c:pt idx="3412">
                  <c:v>50.08541301</c:v>
                </c:pt>
                <c:pt idx="3413">
                  <c:v>50.08518025</c:v>
                </c:pt>
                <c:pt idx="3414">
                  <c:v>50.08466818</c:v>
                </c:pt>
                <c:pt idx="3415">
                  <c:v>50.0843811</c:v>
                </c:pt>
                <c:pt idx="3416">
                  <c:v>50.08410955</c:v>
                </c:pt>
                <c:pt idx="3417">
                  <c:v>50.08383024</c:v>
                </c:pt>
                <c:pt idx="3418">
                  <c:v>50.08355713</c:v>
                </c:pt>
                <c:pt idx="3419">
                  <c:v>50.08331816</c:v>
                </c:pt>
                <c:pt idx="3420">
                  <c:v>50.08305359</c:v>
                </c:pt>
                <c:pt idx="3421">
                  <c:v>50.08275953</c:v>
                </c:pt>
                <c:pt idx="3422">
                  <c:v>50.0824585</c:v>
                </c:pt>
                <c:pt idx="3423">
                  <c:v>50.08220091</c:v>
                </c:pt>
                <c:pt idx="3424">
                  <c:v>50.08192159</c:v>
                </c:pt>
                <c:pt idx="3425">
                  <c:v>50.08168883</c:v>
                </c:pt>
                <c:pt idx="3426">
                  <c:v>50.08140952</c:v>
                </c:pt>
                <c:pt idx="3427">
                  <c:v>50.08108521</c:v>
                </c:pt>
                <c:pt idx="3428">
                  <c:v>50.080944</c:v>
                </c:pt>
                <c:pt idx="3429">
                  <c:v>50.08057158</c:v>
                </c:pt>
                <c:pt idx="3430">
                  <c:v>50.08038537</c:v>
                </c:pt>
                <c:pt idx="3431">
                  <c:v>50.08003235</c:v>
                </c:pt>
                <c:pt idx="3432">
                  <c:v>50.07991985</c:v>
                </c:pt>
                <c:pt idx="3433">
                  <c:v>50.07950088</c:v>
                </c:pt>
                <c:pt idx="3434">
                  <c:v>50.07936122</c:v>
                </c:pt>
                <c:pt idx="3435">
                  <c:v>50.07902527</c:v>
                </c:pt>
                <c:pt idx="3436">
                  <c:v>50.07875061</c:v>
                </c:pt>
                <c:pt idx="3437">
                  <c:v>50.07852328</c:v>
                </c:pt>
                <c:pt idx="3438">
                  <c:v>50.07829285</c:v>
                </c:pt>
                <c:pt idx="3439">
                  <c:v>50.07788086</c:v>
                </c:pt>
                <c:pt idx="3440">
                  <c:v>50.07769775</c:v>
                </c:pt>
                <c:pt idx="3441">
                  <c:v>50.07740603</c:v>
                </c:pt>
                <c:pt idx="3442">
                  <c:v>50.07723999</c:v>
                </c:pt>
                <c:pt idx="3443">
                  <c:v>50.0769405</c:v>
                </c:pt>
                <c:pt idx="3444">
                  <c:v>50.07666119</c:v>
                </c:pt>
                <c:pt idx="3445">
                  <c:v>50.07638188</c:v>
                </c:pt>
                <c:pt idx="3446">
                  <c:v>50.07610256</c:v>
                </c:pt>
                <c:pt idx="3447">
                  <c:v>50.07582325</c:v>
                </c:pt>
                <c:pt idx="3448">
                  <c:v>50.07559204</c:v>
                </c:pt>
                <c:pt idx="3449">
                  <c:v>50.07531738</c:v>
                </c:pt>
                <c:pt idx="3450">
                  <c:v>50.07504272</c:v>
                </c:pt>
                <c:pt idx="3451">
                  <c:v>50.0747991</c:v>
                </c:pt>
                <c:pt idx="3452">
                  <c:v>50.07458496</c:v>
                </c:pt>
                <c:pt idx="3453">
                  <c:v>50.07426453</c:v>
                </c:pt>
                <c:pt idx="3454">
                  <c:v>50.07403564</c:v>
                </c:pt>
                <c:pt idx="3455">
                  <c:v>50.07376099</c:v>
                </c:pt>
                <c:pt idx="3456">
                  <c:v>50.07349564</c:v>
                </c:pt>
                <c:pt idx="3457">
                  <c:v>50.07326288</c:v>
                </c:pt>
                <c:pt idx="3458">
                  <c:v>50.07303012</c:v>
                </c:pt>
                <c:pt idx="3459">
                  <c:v>50.07279736</c:v>
                </c:pt>
                <c:pt idx="3460">
                  <c:v>50.07243347</c:v>
                </c:pt>
                <c:pt idx="3461">
                  <c:v>50.07225037</c:v>
                </c:pt>
                <c:pt idx="3462">
                  <c:v>50.07195941</c:v>
                </c:pt>
                <c:pt idx="3463">
                  <c:v>50.07170105</c:v>
                </c:pt>
                <c:pt idx="3464">
                  <c:v>50.07144734</c:v>
                </c:pt>
                <c:pt idx="3465">
                  <c:v>50.07121458</c:v>
                </c:pt>
                <c:pt idx="3466">
                  <c:v>50.0710144</c:v>
                </c:pt>
                <c:pt idx="3467">
                  <c:v>50.07073975</c:v>
                </c:pt>
                <c:pt idx="3468">
                  <c:v>50.07056285</c:v>
                </c:pt>
                <c:pt idx="3469">
                  <c:v>50.07028353</c:v>
                </c:pt>
                <c:pt idx="3470">
                  <c:v>50.0700531</c:v>
                </c:pt>
                <c:pt idx="3471">
                  <c:v>50.06982422</c:v>
                </c:pt>
                <c:pt idx="3472">
                  <c:v>50.06964111</c:v>
                </c:pt>
                <c:pt idx="3473">
                  <c:v>50.06939904</c:v>
                </c:pt>
                <c:pt idx="3474">
                  <c:v>50.06916628</c:v>
                </c:pt>
                <c:pt idx="3475">
                  <c:v>50.06893352</c:v>
                </c:pt>
                <c:pt idx="3476">
                  <c:v>50.06870076</c:v>
                </c:pt>
                <c:pt idx="3477">
                  <c:v>50.0684967</c:v>
                </c:pt>
                <c:pt idx="3478">
                  <c:v>50.06828179</c:v>
                </c:pt>
                <c:pt idx="3479">
                  <c:v>50.06808472</c:v>
                </c:pt>
                <c:pt idx="3480">
                  <c:v>50.06790161</c:v>
                </c:pt>
                <c:pt idx="3481">
                  <c:v>50.06767273</c:v>
                </c:pt>
                <c:pt idx="3482">
                  <c:v>50.06744385</c:v>
                </c:pt>
                <c:pt idx="3483">
                  <c:v>50.06725764</c:v>
                </c:pt>
                <c:pt idx="3484">
                  <c:v>50.06693177</c:v>
                </c:pt>
                <c:pt idx="3485">
                  <c:v>50.06683867</c:v>
                </c:pt>
                <c:pt idx="3486">
                  <c:v>50.06665246</c:v>
                </c:pt>
                <c:pt idx="3487">
                  <c:v>50.06632659</c:v>
                </c:pt>
                <c:pt idx="3488">
                  <c:v>50.06616211</c:v>
                </c:pt>
                <c:pt idx="3489">
                  <c:v>50.06595418</c:v>
                </c:pt>
                <c:pt idx="3490">
                  <c:v>50.06572141</c:v>
                </c:pt>
                <c:pt idx="3491">
                  <c:v>50.06553521</c:v>
                </c:pt>
                <c:pt idx="3492">
                  <c:v>50.06533813</c:v>
                </c:pt>
                <c:pt idx="3493">
                  <c:v>50.06511624</c:v>
                </c:pt>
                <c:pt idx="3494">
                  <c:v>50.06497658</c:v>
                </c:pt>
                <c:pt idx="3495">
                  <c:v>50.06474382</c:v>
                </c:pt>
                <c:pt idx="3496">
                  <c:v>50.06432485</c:v>
                </c:pt>
                <c:pt idx="3497">
                  <c:v>50.06414795</c:v>
                </c:pt>
                <c:pt idx="3498">
                  <c:v>50.06395243</c:v>
                </c:pt>
                <c:pt idx="3499">
                  <c:v>50.06378174</c:v>
                </c:pt>
                <c:pt idx="3500">
                  <c:v>50.06355286</c:v>
                </c:pt>
                <c:pt idx="3501">
                  <c:v>50.06334725</c:v>
                </c:pt>
                <c:pt idx="3502">
                  <c:v>50.06309509</c:v>
                </c:pt>
                <c:pt idx="3503">
                  <c:v>50.06286621</c:v>
                </c:pt>
                <c:pt idx="3504">
                  <c:v>50.06269552</c:v>
                </c:pt>
                <c:pt idx="3505">
                  <c:v>50.0625</c:v>
                </c:pt>
                <c:pt idx="3506">
                  <c:v>50.06227112</c:v>
                </c:pt>
                <c:pt idx="3507">
                  <c:v>50.06209034</c:v>
                </c:pt>
                <c:pt idx="3508">
                  <c:v>50.06190413</c:v>
                </c:pt>
                <c:pt idx="3509">
                  <c:v>50.0617218</c:v>
                </c:pt>
                <c:pt idx="3510">
                  <c:v>50.06144714</c:v>
                </c:pt>
                <c:pt idx="3511">
                  <c:v>50.0612524</c:v>
                </c:pt>
                <c:pt idx="3512">
                  <c:v>50.06101964</c:v>
                </c:pt>
                <c:pt idx="3513">
                  <c:v>50.06085205</c:v>
                </c:pt>
                <c:pt idx="3514">
                  <c:v>50.06071472</c:v>
                </c:pt>
                <c:pt idx="3515">
                  <c:v>50.06048584</c:v>
                </c:pt>
                <c:pt idx="3516">
                  <c:v>50.06025696</c:v>
                </c:pt>
                <c:pt idx="3517">
                  <c:v>50.06021118</c:v>
                </c:pt>
                <c:pt idx="3518">
                  <c:v>50.05989075</c:v>
                </c:pt>
                <c:pt idx="3519">
                  <c:v>50.05966962</c:v>
                </c:pt>
                <c:pt idx="3520">
                  <c:v>50.05947876</c:v>
                </c:pt>
                <c:pt idx="3521">
                  <c:v>50.05925065</c:v>
                </c:pt>
                <c:pt idx="3522">
                  <c:v>50.05906444</c:v>
                </c:pt>
                <c:pt idx="3523">
                  <c:v>50.05883789</c:v>
                </c:pt>
                <c:pt idx="3524">
                  <c:v>50.05865479</c:v>
                </c:pt>
                <c:pt idx="3525">
                  <c:v>50.0584259</c:v>
                </c:pt>
                <c:pt idx="3526">
                  <c:v>50.05810547</c:v>
                </c:pt>
                <c:pt idx="3527">
                  <c:v>50.05794719</c:v>
                </c:pt>
                <c:pt idx="3528">
                  <c:v>50.05776098</c:v>
                </c:pt>
                <c:pt idx="3529">
                  <c:v>50.05751038</c:v>
                </c:pt>
                <c:pt idx="3530">
                  <c:v>50.05729546</c:v>
                </c:pt>
                <c:pt idx="3531">
                  <c:v>50.0570627</c:v>
                </c:pt>
                <c:pt idx="3532">
                  <c:v>50.05696106</c:v>
                </c:pt>
                <c:pt idx="3533">
                  <c:v>50.05664373</c:v>
                </c:pt>
                <c:pt idx="3534">
                  <c:v>50.05650407</c:v>
                </c:pt>
                <c:pt idx="3535">
                  <c:v>50.05627441</c:v>
                </c:pt>
                <c:pt idx="3536">
                  <c:v>50.05604553</c:v>
                </c:pt>
                <c:pt idx="3537">
                  <c:v>50.05585234</c:v>
                </c:pt>
                <c:pt idx="3538">
                  <c:v>50.05571268</c:v>
                </c:pt>
                <c:pt idx="3539">
                  <c:v>50.05549622</c:v>
                </c:pt>
                <c:pt idx="3540">
                  <c:v>50.05526733</c:v>
                </c:pt>
                <c:pt idx="3541">
                  <c:v>50.05506095</c:v>
                </c:pt>
                <c:pt idx="3542">
                  <c:v>50.05487474</c:v>
                </c:pt>
                <c:pt idx="3543">
                  <c:v>50.05467224</c:v>
                </c:pt>
                <c:pt idx="3544">
                  <c:v>50.05440922</c:v>
                </c:pt>
                <c:pt idx="3545">
                  <c:v>50.05430603</c:v>
                </c:pt>
                <c:pt idx="3546">
                  <c:v>50.0540368</c:v>
                </c:pt>
                <c:pt idx="3547">
                  <c:v>50.05384827</c:v>
                </c:pt>
                <c:pt idx="3548">
                  <c:v>50.05357128</c:v>
                </c:pt>
                <c:pt idx="3549">
                  <c:v>50.05338507</c:v>
                </c:pt>
                <c:pt idx="3550">
                  <c:v>50.05315231</c:v>
                </c:pt>
                <c:pt idx="3551">
                  <c:v>50.05305921</c:v>
                </c:pt>
                <c:pt idx="3552">
                  <c:v>50.05282644</c:v>
                </c:pt>
                <c:pt idx="3553">
                  <c:v>50.0526123</c:v>
                </c:pt>
                <c:pt idx="3554">
                  <c:v>50.05222127</c:v>
                </c:pt>
                <c:pt idx="3555">
                  <c:v>50.0519885</c:v>
                </c:pt>
                <c:pt idx="3556">
                  <c:v>50.05169678</c:v>
                </c:pt>
                <c:pt idx="3557">
                  <c:v>50.05147643</c:v>
                </c:pt>
                <c:pt idx="3558">
                  <c:v>50.05124367</c:v>
                </c:pt>
                <c:pt idx="3559">
                  <c:v>50.05105746</c:v>
                </c:pt>
                <c:pt idx="3560">
                  <c:v>50.0508728</c:v>
                </c:pt>
                <c:pt idx="3561">
                  <c:v>50.05064392</c:v>
                </c:pt>
                <c:pt idx="3562">
                  <c:v>50.05046082</c:v>
                </c:pt>
                <c:pt idx="3563">
                  <c:v>50.05023193</c:v>
                </c:pt>
                <c:pt idx="3564">
                  <c:v>50.05004883</c:v>
                </c:pt>
                <c:pt idx="3565">
                  <c:v>50.04986572</c:v>
                </c:pt>
                <c:pt idx="3566">
                  <c:v>50.04963684</c:v>
                </c:pt>
                <c:pt idx="3567">
                  <c:v>50.04945374</c:v>
                </c:pt>
                <c:pt idx="3568">
                  <c:v>50.04922485</c:v>
                </c:pt>
                <c:pt idx="3569">
                  <c:v>50.0489502</c:v>
                </c:pt>
                <c:pt idx="3570">
                  <c:v>50.04876709</c:v>
                </c:pt>
                <c:pt idx="3571">
                  <c:v>50.04853821</c:v>
                </c:pt>
                <c:pt idx="3572">
                  <c:v>50.04830933</c:v>
                </c:pt>
                <c:pt idx="3573">
                  <c:v>50.04808044</c:v>
                </c:pt>
                <c:pt idx="3574">
                  <c:v>50.04789734</c:v>
                </c:pt>
                <c:pt idx="3575">
                  <c:v>50.0477057</c:v>
                </c:pt>
                <c:pt idx="3576">
                  <c:v>50.04747294</c:v>
                </c:pt>
                <c:pt idx="3577">
                  <c:v>50.04725647</c:v>
                </c:pt>
                <c:pt idx="3578">
                  <c:v>50.04711914</c:v>
                </c:pt>
                <c:pt idx="3579">
                  <c:v>50.04691431</c:v>
                </c:pt>
                <c:pt idx="3580">
                  <c:v>50.0466156</c:v>
                </c:pt>
                <c:pt idx="3581">
                  <c:v>50.04647827</c:v>
                </c:pt>
                <c:pt idx="3582">
                  <c:v>50.04626258</c:v>
                </c:pt>
                <c:pt idx="3583">
                  <c:v>50.04615784</c:v>
                </c:pt>
                <c:pt idx="3584">
                  <c:v>50.04584361</c:v>
                </c:pt>
                <c:pt idx="3585">
                  <c:v>50.04561085</c:v>
                </c:pt>
                <c:pt idx="3586">
                  <c:v>50.04537809</c:v>
                </c:pt>
                <c:pt idx="3587">
                  <c:v>50.0450592</c:v>
                </c:pt>
                <c:pt idx="3588">
                  <c:v>50.04460144</c:v>
                </c:pt>
                <c:pt idx="3589">
                  <c:v>50.04428101</c:v>
                </c:pt>
                <c:pt idx="3590">
                  <c:v>50.04405212</c:v>
                </c:pt>
                <c:pt idx="3591">
                  <c:v>50.04398152</c:v>
                </c:pt>
                <c:pt idx="3592">
                  <c:v>50.04290771</c:v>
                </c:pt>
                <c:pt idx="3593">
                  <c:v>50.04272461</c:v>
                </c:pt>
              </c:numCache>
            </c:numRef>
          </c:yVal>
        </c:ser>
        <c:ser>
          <c:idx val="1"/>
          <c:order val="1"/>
          <c:tx>
            <c:v>Candidate flight</c:v>
          </c:tx>
          <c:spPr>
            <a:ln xmlns:a="http://schemas.openxmlformats.org/drawingml/2006/main" w="23813">
              <a:solidFill>
                <a:srgbClr val="007F87"/>
              </a:solidFill>
            </a:ln>
          </c:spPr>
          <c:marker>
            <c:symbol val="none"/>
          </c:marker>
          <c:xVal>
            <c:numRef>
              <c:f>'Chart Data'!$C$2:$C$3859</c:f>
              <c:numCache>
                <c:formatCode>General</c:formatCode>
                <c:ptCount val="3858"/>
                <c:pt idx="0">
                  <c:v>-0.46051025</c:v>
                </c:pt>
                <c:pt idx="1">
                  <c:v>-0.46164848</c:v>
                </c:pt>
                <c:pt idx="2">
                  <c:v>-0.4637146</c:v>
                </c:pt>
                <c:pt idx="3">
                  <c:v>-0.46461775</c:v>
                </c:pt>
                <c:pt idx="4">
                  <c:v>-0.465657</c:v>
                </c:pt>
                <c:pt idx="5">
                  <c:v>-0.46721587</c:v>
                </c:pt>
                <c:pt idx="6">
                  <c:v>-0.46813965</c:v>
                </c:pt>
                <c:pt idx="7">
                  <c:v>-0.46922014</c:v>
                </c:pt>
                <c:pt idx="8">
                  <c:v>-0.47012329</c:v>
                </c:pt>
                <c:pt idx="9">
                  <c:v>-0.47404521</c:v>
                </c:pt>
                <c:pt idx="10">
                  <c:v>-0.4747133</c:v>
                </c:pt>
                <c:pt idx="11">
                  <c:v>-0.47604947</c:v>
                </c:pt>
                <c:pt idx="12">
                  <c:v>-0.47664333</c:v>
                </c:pt>
                <c:pt idx="13">
                  <c:v>-0.47916722</c:v>
                </c:pt>
                <c:pt idx="14">
                  <c:v>-0.47990954</c:v>
                </c:pt>
                <c:pt idx="15">
                  <c:v>-0.48080444</c:v>
                </c:pt>
                <c:pt idx="16">
                  <c:v>-0.48183957</c:v>
                </c:pt>
                <c:pt idx="17">
                  <c:v>-0.4838562</c:v>
                </c:pt>
                <c:pt idx="18">
                  <c:v>-0.48484802</c:v>
                </c:pt>
                <c:pt idx="19">
                  <c:v>-0.48599656</c:v>
                </c:pt>
                <c:pt idx="20">
                  <c:v>-0.48696157</c:v>
                </c:pt>
                <c:pt idx="21">
                  <c:v>-0.48814928</c:v>
                </c:pt>
                <c:pt idx="22">
                  <c:v>-0.48852044</c:v>
                </c:pt>
                <c:pt idx="23">
                  <c:v>-0.49022778</c:v>
                </c:pt>
                <c:pt idx="24">
                  <c:v>-0.49125671</c:v>
                </c:pt>
                <c:pt idx="25">
                  <c:v>-0.49245474</c:v>
                </c:pt>
                <c:pt idx="26">
                  <c:v>-0.49356821</c:v>
                </c:pt>
                <c:pt idx="27">
                  <c:v>-0.49484253</c:v>
                </c:pt>
                <c:pt idx="28">
                  <c:v>-0.49542401</c:v>
                </c:pt>
                <c:pt idx="29">
                  <c:v>-0.49653749</c:v>
                </c:pt>
                <c:pt idx="30">
                  <c:v>-0.49812317</c:v>
                </c:pt>
                <c:pt idx="31">
                  <c:v>-0.49869022</c:v>
                </c:pt>
                <c:pt idx="32">
                  <c:v>-0.50032332</c:v>
                </c:pt>
                <c:pt idx="33">
                  <c:v>-0.5014801</c:v>
                </c:pt>
                <c:pt idx="34">
                  <c:v>-0.50247605</c:v>
                </c:pt>
                <c:pt idx="35">
                  <c:v>-0.50396069</c:v>
                </c:pt>
                <c:pt idx="36">
                  <c:v>-0.50522263</c:v>
                </c:pt>
                <c:pt idx="37">
                  <c:v>-0.50582886</c:v>
                </c:pt>
                <c:pt idx="38">
                  <c:v>-0.50856307</c:v>
                </c:pt>
                <c:pt idx="39">
                  <c:v>-0.50982501</c:v>
                </c:pt>
                <c:pt idx="40">
                  <c:v>-0.51101272</c:v>
                </c:pt>
                <c:pt idx="41">
                  <c:v>-0.51220043</c:v>
                </c:pt>
                <c:pt idx="42">
                  <c:v>-0.51330566</c:v>
                </c:pt>
                <c:pt idx="43">
                  <c:v>-0.51450162</c:v>
                </c:pt>
                <c:pt idx="44">
                  <c:v>-0.51651001</c:v>
                </c:pt>
                <c:pt idx="45">
                  <c:v>-0.5176936</c:v>
                </c:pt>
                <c:pt idx="46">
                  <c:v>-0.51887512</c:v>
                </c:pt>
                <c:pt idx="47">
                  <c:v>-0.52021748</c:v>
                </c:pt>
                <c:pt idx="48">
                  <c:v>-0.52155366</c:v>
                </c:pt>
                <c:pt idx="49">
                  <c:v>-0.52229598</c:v>
                </c:pt>
                <c:pt idx="50">
                  <c:v>-0.52378062</c:v>
                </c:pt>
                <c:pt idx="51">
                  <c:v>-0.52520752</c:v>
                </c:pt>
                <c:pt idx="52">
                  <c:v>-0.52642822</c:v>
                </c:pt>
                <c:pt idx="53">
                  <c:v>-0.52787781</c:v>
                </c:pt>
                <c:pt idx="54">
                  <c:v>-0.52932739</c:v>
                </c:pt>
                <c:pt idx="55">
                  <c:v>-0.52994187</c:v>
                </c:pt>
                <c:pt idx="56">
                  <c:v>-0.53179767</c:v>
                </c:pt>
                <c:pt idx="57">
                  <c:v>-0.53237915</c:v>
                </c:pt>
                <c:pt idx="58">
                  <c:v>-0.5337277</c:v>
                </c:pt>
                <c:pt idx="59">
                  <c:v>-0.5353608</c:v>
                </c:pt>
                <c:pt idx="60">
                  <c:v>-0.53588867</c:v>
                </c:pt>
                <c:pt idx="61">
                  <c:v>-0.53703308</c:v>
                </c:pt>
                <c:pt idx="62">
                  <c:v>-0.53788469</c:v>
                </c:pt>
                <c:pt idx="63">
                  <c:v>-0.53916931</c:v>
                </c:pt>
                <c:pt idx="64">
                  <c:v>-0.54003741</c:v>
                </c:pt>
                <c:pt idx="65">
                  <c:v>-0.54092407</c:v>
                </c:pt>
                <c:pt idx="66">
                  <c:v>-0.54122512</c:v>
                </c:pt>
                <c:pt idx="67">
                  <c:v>-0.54222107</c:v>
                </c:pt>
                <c:pt idx="68">
                  <c:v>-0.54285823</c:v>
                </c:pt>
                <c:pt idx="69">
                  <c:v>-0.54345208</c:v>
                </c:pt>
                <c:pt idx="70">
                  <c:v>-0.54382324</c:v>
                </c:pt>
                <c:pt idx="71">
                  <c:v>-0.54434287</c:v>
                </c:pt>
                <c:pt idx="72">
                  <c:v>-0.54471403</c:v>
                </c:pt>
                <c:pt idx="73">
                  <c:v>-0.54508519</c:v>
                </c:pt>
                <c:pt idx="74">
                  <c:v>-0.54534912</c:v>
                </c:pt>
                <c:pt idx="75">
                  <c:v>-0.54553058</c:v>
                </c:pt>
                <c:pt idx="76">
                  <c:v>-0.54567904</c:v>
                </c:pt>
                <c:pt idx="77">
                  <c:v>-0.54575327</c:v>
                </c:pt>
                <c:pt idx="78">
                  <c:v>-0.5456543</c:v>
                </c:pt>
                <c:pt idx="79">
                  <c:v>-0.5456543</c:v>
                </c:pt>
                <c:pt idx="80">
                  <c:v>-0.54550171</c:v>
                </c:pt>
                <c:pt idx="81">
                  <c:v>-0.54534912</c:v>
                </c:pt>
                <c:pt idx="82">
                  <c:v>-0.54515942</c:v>
                </c:pt>
                <c:pt idx="83">
                  <c:v>-0.54493672</c:v>
                </c:pt>
                <c:pt idx="84">
                  <c:v>-0.54471403</c:v>
                </c:pt>
                <c:pt idx="85">
                  <c:v>-0.54458618</c:v>
                </c:pt>
                <c:pt idx="86">
                  <c:v>-0.54428101</c:v>
                </c:pt>
                <c:pt idx="87">
                  <c:v>-0.54405212</c:v>
                </c:pt>
                <c:pt idx="88">
                  <c:v>-0.54397583</c:v>
                </c:pt>
                <c:pt idx="89">
                  <c:v>-0.54359436</c:v>
                </c:pt>
                <c:pt idx="90">
                  <c:v>-0.54337785</c:v>
                </c:pt>
                <c:pt idx="91">
                  <c:v>-0.54321289</c:v>
                </c:pt>
                <c:pt idx="92">
                  <c:v>-0.54293246</c:v>
                </c:pt>
                <c:pt idx="93">
                  <c:v>-0.54275513</c:v>
                </c:pt>
                <c:pt idx="94">
                  <c:v>-0.54252625</c:v>
                </c:pt>
                <c:pt idx="95">
                  <c:v>-0.5423386</c:v>
                </c:pt>
                <c:pt idx="96">
                  <c:v>-0.54206848</c:v>
                </c:pt>
                <c:pt idx="97">
                  <c:v>-0.54191589</c:v>
                </c:pt>
                <c:pt idx="98">
                  <c:v>-0.54152205</c:v>
                </c:pt>
                <c:pt idx="99">
                  <c:v>-0.54122925</c:v>
                </c:pt>
                <c:pt idx="100">
                  <c:v>-0.54077148</c:v>
                </c:pt>
                <c:pt idx="101">
                  <c:v>-0.54031372</c:v>
                </c:pt>
                <c:pt idx="102">
                  <c:v>-0.53981472</c:v>
                </c:pt>
                <c:pt idx="103">
                  <c:v>-0.5390724</c:v>
                </c:pt>
                <c:pt idx="104">
                  <c:v>-0.53840637</c:v>
                </c:pt>
                <c:pt idx="105">
                  <c:v>-0.53773622</c:v>
                </c:pt>
                <c:pt idx="106">
                  <c:v>-0.53684544</c:v>
                </c:pt>
                <c:pt idx="107">
                  <c:v>-0.53596497</c:v>
                </c:pt>
                <c:pt idx="108">
                  <c:v>-0.53498964</c:v>
                </c:pt>
                <c:pt idx="109">
                  <c:v>-0.53405762</c:v>
                </c:pt>
                <c:pt idx="110">
                  <c:v>-0.53313384</c:v>
                </c:pt>
                <c:pt idx="111">
                  <c:v>-0.53215027</c:v>
                </c:pt>
                <c:pt idx="112">
                  <c:v>-0.53112958</c:v>
                </c:pt>
                <c:pt idx="113">
                  <c:v>-0.5300161</c:v>
                </c:pt>
                <c:pt idx="114">
                  <c:v>-0.52894592</c:v>
                </c:pt>
                <c:pt idx="115">
                  <c:v>-0.52778914</c:v>
                </c:pt>
                <c:pt idx="116">
                  <c:v>-0.52615604</c:v>
                </c:pt>
                <c:pt idx="117">
                  <c:v>-0.52497864</c:v>
                </c:pt>
                <c:pt idx="118">
                  <c:v>-0.5242157</c:v>
                </c:pt>
                <c:pt idx="119">
                  <c:v>-0.5228156</c:v>
                </c:pt>
                <c:pt idx="120">
                  <c:v>-0.52154541</c:v>
                </c:pt>
                <c:pt idx="121">
                  <c:v>-0.52024841</c:v>
                </c:pt>
                <c:pt idx="122">
                  <c:v>-0.51895142</c:v>
                </c:pt>
                <c:pt idx="123">
                  <c:v>-0.51739667</c:v>
                </c:pt>
                <c:pt idx="124">
                  <c:v>-0.51597595</c:v>
                </c:pt>
                <c:pt idx="125">
                  <c:v>-0.51479855</c:v>
                </c:pt>
                <c:pt idx="126">
                  <c:v>-0.51345825</c:v>
                </c:pt>
                <c:pt idx="127">
                  <c:v>-0.51208496</c:v>
                </c:pt>
                <c:pt idx="128">
                  <c:v>-0.51063538</c:v>
                </c:pt>
                <c:pt idx="129">
                  <c:v>-0.50933838</c:v>
                </c:pt>
                <c:pt idx="130">
                  <c:v>-0.50704956</c:v>
                </c:pt>
                <c:pt idx="131">
                  <c:v>-0.50581649</c:v>
                </c:pt>
                <c:pt idx="132">
                  <c:v>-0.50415039</c:v>
                </c:pt>
                <c:pt idx="133">
                  <c:v>-0.50292144</c:v>
                </c:pt>
                <c:pt idx="134">
                  <c:v>-0.50158526</c:v>
                </c:pt>
                <c:pt idx="135">
                  <c:v>-0.50018311</c:v>
                </c:pt>
                <c:pt idx="136">
                  <c:v>-0.49869022</c:v>
                </c:pt>
                <c:pt idx="137">
                  <c:v>-0.49720764</c:v>
                </c:pt>
                <c:pt idx="138">
                  <c:v>-0.49568176</c:v>
                </c:pt>
                <c:pt idx="139">
                  <c:v>-0.494459</c:v>
                </c:pt>
                <c:pt idx="140">
                  <c:v>-0.49324036</c:v>
                </c:pt>
                <c:pt idx="141">
                  <c:v>-0.49186088</c:v>
                </c:pt>
                <c:pt idx="142">
                  <c:v>-0.49026489</c:v>
                </c:pt>
                <c:pt idx="143">
                  <c:v>-0.48904007</c:v>
                </c:pt>
                <c:pt idx="144">
                  <c:v>-0.4876709</c:v>
                </c:pt>
                <c:pt idx="145">
                  <c:v>-0.48644195</c:v>
                </c:pt>
                <c:pt idx="146">
                  <c:v>-0.4851532</c:v>
                </c:pt>
                <c:pt idx="147">
                  <c:v>-0.4837696</c:v>
                </c:pt>
                <c:pt idx="148">
                  <c:v>-0.48194885</c:v>
                </c:pt>
                <c:pt idx="149">
                  <c:v>-0.48042916</c:v>
                </c:pt>
                <c:pt idx="150">
                  <c:v>-0.47958374</c:v>
                </c:pt>
                <c:pt idx="151">
                  <c:v>-0.47821045</c:v>
                </c:pt>
                <c:pt idx="152">
                  <c:v>-0.47683716</c:v>
                </c:pt>
                <c:pt idx="153">
                  <c:v>-0.47470093</c:v>
                </c:pt>
                <c:pt idx="154">
                  <c:v>-0.47345136</c:v>
                </c:pt>
                <c:pt idx="155">
                  <c:v>-0.47203064</c:v>
                </c:pt>
                <c:pt idx="156">
                  <c:v>-0.47096252</c:v>
                </c:pt>
                <c:pt idx="157">
                  <c:v>-0.4693686</c:v>
                </c:pt>
                <c:pt idx="158">
                  <c:v>-0.46788396</c:v>
                </c:pt>
                <c:pt idx="159">
                  <c:v>-0.46661377</c:v>
                </c:pt>
                <c:pt idx="160">
                  <c:v>-0.46516418</c:v>
                </c:pt>
                <c:pt idx="161">
                  <c:v>-0.4638012</c:v>
                </c:pt>
                <c:pt idx="162">
                  <c:v>-0.4623908</c:v>
                </c:pt>
                <c:pt idx="163">
                  <c:v>-0.46098039</c:v>
                </c:pt>
                <c:pt idx="164">
                  <c:v>-0.45971845</c:v>
                </c:pt>
                <c:pt idx="165">
                  <c:v>-0.45845032</c:v>
                </c:pt>
                <c:pt idx="166">
                  <c:v>-0.45719456</c:v>
                </c:pt>
                <c:pt idx="167">
                  <c:v>-0.45563569</c:v>
                </c:pt>
                <c:pt idx="168">
                  <c:v>-0.45422528</c:v>
                </c:pt>
                <c:pt idx="169">
                  <c:v>-0.45288911</c:v>
                </c:pt>
                <c:pt idx="170">
                  <c:v>-0.45150757</c:v>
                </c:pt>
                <c:pt idx="171">
                  <c:v>-0.45013428</c:v>
                </c:pt>
                <c:pt idx="172">
                  <c:v>-0.44868469</c:v>
                </c:pt>
                <c:pt idx="173">
                  <c:v>-0.44715881</c:v>
                </c:pt>
                <c:pt idx="174">
                  <c:v>-0.4459113</c:v>
                </c:pt>
                <c:pt idx="175">
                  <c:v>-0.44442667</c:v>
                </c:pt>
                <c:pt idx="176">
                  <c:v>-0.44301626</c:v>
                </c:pt>
                <c:pt idx="177">
                  <c:v>-0.44160585</c:v>
                </c:pt>
                <c:pt idx="178">
                  <c:v>-0.44012121</c:v>
                </c:pt>
                <c:pt idx="179">
                  <c:v>-0.43871081</c:v>
                </c:pt>
                <c:pt idx="180">
                  <c:v>-0.43739319</c:v>
                </c:pt>
                <c:pt idx="181">
                  <c:v>-0.43574153</c:v>
                </c:pt>
                <c:pt idx="182">
                  <c:v>-0.43440535</c:v>
                </c:pt>
                <c:pt idx="183">
                  <c:v>-0.4335022</c:v>
                </c:pt>
                <c:pt idx="184">
                  <c:v>-0.43159485</c:v>
                </c:pt>
                <c:pt idx="185">
                  <c:v>-0.43006897</c:v>
                </c:pt>
                <c:pt idx="186">
                  <c:v>-0.42892456</c:v>
                </c:pt>
                <c:pt idx="187">
                  <c:v>-0.42772448</c:v>
                </c:pt>
                <c:pt idx="188">
                  <c:v>-0.42616561</c:v>
                </c:pt>
                <c:pt idx="189">
                  <c:v>-0.42495728</c:v>
                </c:pt>
                <c:pt idx="190">
                  <c:v>-0.42371595</c:v>
                </c:pt>
                <c:pt idx="191">
                  <c:v>-0.42223131</c:v>
                </c:pt>
                <c:pt idx="192">
                  <c:v>-0.42082091</c:v>
                </c:pt>
                <c:pt idx="193">
                  <c:v>-0.41948473</c:v>
                </c:pt>
                <c:pt idx="194">
                  <c:v>-0.41822279</c:v>
                </c:pt>
                <c:pt idx="195">
                  <c:v>-0.41702271</c:v>
                </c:pt>
                <c:pt idx="196">
                  <c:v>-0.41564941</c:v>
                </c:pt>
                <c:pt idx="197">
                  <c:v>-0.4142885</c:v>
                </c:pt>
                <c:pt idx="198">
                  <c:v>-0.41275024</c:v>
                </c:pt>
                <c:pt idx="199">
                  <c:v>-0.41139345</c:v>
                </c:pt>
                <c:pt idx="200">
                  <c:v>-0.40992737</c:v>
                </c:pt>
                <c:pt idx="201">
                  <c:v>-0.40864687</c:v>
                </c:pt>
                <c:pt idx="202">
                  <c:v>-0.40716223</c:v>
                </c:pt>
                <c:pt idx="203">
                  <c:v>-0.40582605</c:v>
                </c:pt>
                <c:pt idx="204">
                  <c:v>-0.4044342</c:v>
                </c:pt>
                <c:pt idx="205">
                  <c:v>-0.40306091</c:v>
                </c:pt>
                <c:pt idx="206">
                  <c:v>-0.40168762</c:v>
                </c:pt>
                <c:pt idx="207">
                  <c:v>-0.40033289</c:v>
                </c:pt>
                <c:pt idx="208">
                  <c:v>-0.39899671</c:v>
                </c:pt>
                <c:pt idx="209">
                  <c:v>-0.39788323</c:v>
                </c:pt>
                <c:pt idx="210">
                  <c:v>-0.39627075</c:v>
                </c:pt>
                <c:pt idx="211">
                  <c:v>-0.39498819</c:v>
                </c:pt>
                <c:pt idx="212">
                  <c:v>-0.39321899</c:v>
                </c:pt>
                <c:pt idx="213">
                  <c:v>-0.39239007</c:v>
                </c:pt>
                <c:pt idx="214">
                  <c:v>-0.39093018</c:v>
                </c:pt>
                <c:pt idx="215">
                  <c:v>-0.38942079</c:v>
                </c:pt>
                <c:pt idx="216">
                  <c:v>-0.38772583</c:v>
                </c:pt>
                <c:pt idx="217">
                  <c:v>-0.38645151</c:v>
                </c:pt>
                <c:pt idx="218">
                  <c:v>-0.38496688</c:v>
                </c:pt>
                <c:pt idx="219">
                  <c:v>-0.38345337</c:v>
                </c:pt>
                <c:pt idx="220">
                  <c:v>-0.38192749</c:v>
                </c:pt>
                <c:pt idx="221">
                  <c:v>-0.3803645</c:v>
                </c:pt>
                <c:pt idx="222">
                  <c:v>-0.37880562</c:v>
                </c:pt>
                <c:pt idx="223">
                  <c:v>-0.37696838</c:v>
                </c:pt>
                <c:pt idx="224">
                  <c:v>-0.37531672</c:v>
                </c:pt>
                <c:pt idx="225">
                  <c:v>-0.37360939</c:v>
                </c:pt>
                <c:pt idx="226">
                  <c:v>-0.37269592</c:v>
                </c:pt>
                <c:pt idx="227">
                  <c:v>-0.37078857</c:v>
                </c:pt>
                <c:pt idx="228">
                  <c:v>-0.36878431</c:v>
                </c:pt>
                <c:pt idx="229">
                  <c:v>-0.36720276</c:v>
                </c:pt>
                <c:pt idx="230">
                  <c:v>-0.36462732</c:v>
                </c:pt>
                <c:pt idx="231">
                  <c:v>-0.36269729</c:v>
                </c:pt>
                <c:pt idx="232">
                  <c:v>-0.3606188</c:v>
                </c:pt>
                <c:pt idx="233">
                  <c:v>-0.35957336</c:v>
                </c:pt>
                <c:pt idx="234">
                  <c:v>-0.35742682</c:v>
                </c:pt>
                <c:pt idx="235">
                  <c:v>-0.35545349</c:v>
                </c:pt>
                <c:pt idx="236">
                  <c:v>-0.35364099</c:v>
                </c:pt>
                <c:pt idx="237">
                  <c:v>-0.35140991</c:v>
                </c:pt>
                <c:pt idx="238">
                  <c:v>-0.34933554</c:v>
                </c:pt>
                <c:pt idx="239">
                  <c:v>-0.3464405</c:v>
                </c:pt>
                <c:pt idx="240">
                  <c:v>-0.34538269</c:v>
                </c:pt>
                <c:pt idx="241">
                  <c:v>-0.34309387</c:v>
                </c:pt>
                <c:pt idx="242">
                  <c:v>-0.34072464</c:v>
                </c:pt>
                <c:pt idx="243">
                  <c:v>-0.33857191</c:v>
                </c:pt>
                <c:pt idx="244">
                  <c:v>-0.33638</c:v>
                </c:pt>
                <c:pt idx="245">
                  <c:v>-0.33404376</c:v>
                </c:pt>
                <c:pt idx="246">
                  <c:v>-0.33210754</c:v>
                </c:pt>
                <c:pt idx="247">
                  <c:v>-0.3301239</c:v>
                </c:pt>
                <c:pt idx="248">
                  <c:v>-0.32791138</c:v>
                </c:pt>
                <c:pt idx="249">
                  <c:v>-0.32595248</c:v>
                </c:pt>
                <c:pt idx="250">
                  <c:v>-0.32287598</c:v>
                </c:pt>
                <c:pt idx="251">
                  <c:v>-0.32073975</c:v>
                </c:pt>
                <c:pt idx="252">
                  <c:v>-0.31875198</c:v>
                </c:pt>
                <c:pt idx="253">
                  <c:v>-0.31637656</c:v>
                </c:pt>
                <c:pt idx="254">
                  <c:v>-0.31504038</c:v>
                </c:pt>
                <c:pt idx="255">
                  <c:v>-0.31196594</c:v>
                </c:pt>
                <c:pt idx="256">
                  <c:v>-0.30954722</c:v>
                </c:pt>
                <c:pt idx="257">
                  <c:v>-0.30761719</c:v>
                </c:pt>
                <c:pt idx="258">
                  <c:v>-0.30517578</c:v>
                </c:pt>
                <c:pt idx="259">
                  <c:v>-0.3032375</c:v>
                </c:pt>
                <c:pt idx="260">
                  <c:v>-0.30128479</c:v>
                </c:pt>
                <c:pt idx="261">
                  <c:v>-0.29884338</c:v>
                </c:pt>
                <c:pt idx="262">
                  <c:v>-0.29708862</c:v>
                </c:pt>
                <c:pt idx="263">
                  <c:v>-0.29472351</c:v>
                </c:pt>
                <c:pt idx="264">
                  <c:v>-0.29232541</c:v>
                </c:pt>
                <c:pt idx="265">
                  <c:v>-0.29037476</c:v>
                </c:pt>
                <c:pt idx="266">
                  <c:v>-0.28772303</c:v>
                </c:pt>
                <c:pt idx="267">
                  <c:v>-0.28663635</c:v>
                </c:pt>
                <c:pt idx="268">
                  <c:v>-0.28423412</c:v>
                </c:pt>
                <c:pt idx="269">
                  <c:v>-0.28205872</c:v>
                </c:pt>
                <c:pt idx="270">
                  <c:v>-0.27984619</c:v>
                </c:pt>
                <c:pt idx="271">
                  <c:v>-0.27770996</c:v>
                </c:pt>
                <c:pt idx="272">
                  <c:v>-0.27526855</c:v>
                </c:pt>
                <c:pt idx="273">
                  <c:v>-0.27313232</c:v>
                </c:pt>
                <c:pt idx="274">
                  <c:v>-0.27094661</c:v>
                </c:pt>
                <c:pt idx="275">
                  <c:v>-0.26827426</c:v>
                </c:pt>
                <c:pt idx="276">
                  <c:v>-0.26612153</c:v>
                </c:pt>
                <c:pt idx="277">
                  <c:v>-0.2639688</c:v>
                </c:pt>
                <c:pt idx="278">
                  <c:v>-0.26176453</c:v>
                </c:pt>
                <c:pt idx="279">
                  <c:v>-0.2596283</c:v>
                </c:pt>
                <c:pt idx="280">
                  <c:v>-0.25741577</c:v>
                </c:pt>
                <c:pt idx="281">
                  <c:v>-0.25550842</c:v>
                </c:pt>
                <c:pt idx="282">
                  <c:v>-0.2532959</c:v>
                </c:pt>
                <c:pt idx="283">
                  <c:v>-0.25093079</c:v>
                </c:pt>
                <c:pt idx="284">
                  <c:v>-0.24897395</c:v>
                </c:pt>
                <c:pt idx="285">
                  <c:v>-0.24682122</c:v>
                </c:pt>
                <c:pt idx="286">
                  <c:v>-0.24459839</c:v>
                </c:pt>
                <c:pt idx="287">
                  <c:v>-0.24246216</c:v>
                </c:pt>
                <c:pt idx="288">
                  <c:v>-0.24024963</c:v>
                </c:pt>
                <c:pt idx="289">
                  <c:v>-0.24024963</c:v>
                </c:pt>
                <c:pt idx="290">
                  <c:v>-0.23590913</c:v>
                </c:pt>
                <c:pt idx="291">
                  <c:v>-0.23353577</c:v>
                </c:pt>
                <c:pt idx="292">
                  <c:v>-0.23200989</c:v>
                </c:pt>
                <c:pt idx="293">
                  <c:v>-0.22987366</c:v>
                </c:pt>
                <c:pt idx="294">
                  <c:v>-0.22766113</c:v>
                </c:pt>
                <c:pt idx="295">
                  <c:v>-0.22507126</c:v>
                </c:pt>
                <c:pt idx="296">
                  <c:v>-0.22315979</c:v>
                </c:pt>
                <c:pt idx="297">
                  <c:v>-0.22098851</c:v>
                </c:pt>
                <c:pt idx="298">
                  <c:v>-0.21903992</c:v>
                </c:pt>
                <c:pt idx="299">
                  <c:v>-0.21659851</c:v>
                </c:pt>
                <c:pt idx="300">
                  <c:v>-0.21446228</c:v>
                </c:pt>
                <c:pt idx="301">
                  <c:v>-0.21252606</c:v>
                </c:pt>
                <c:pt idx="302">
                  <c:v>-0.21034241</c:v>
                </c:pt>
                <c:pt idx="303">
                  <c:v>-0.20820618</c:v>
                </c:pt>
                <c:pt idx="304">
                  <c:v>-0.20599365</c:v>
                </c:pt>
                <c:pt idx="305">
                  <c:v>-0.20384093</c:v>
                </c:pt>
                <c:pt idx="306">
                  <c:v>-0.20103455</c:v>
                </c:pt>
                <c:pt idx="307">
                  <c:v>-0.19968394</c:v>
                </c:pt>
                <c:pt idx="308">
                  <c:v>-0.19729614</c:v>
                </c:pt>
                <c:pt idx="309">
                  <c:v>-0.194265</c:v>
                </c:pt>
                <c:pt idx="310">
                  <c:v>-0.19211228</c:v>
                </c:pt>
                <c:pt idx="311">
                  <c:v>-0.19104004</c:v>
                </c:pt>
                <c:pt idx="312">
                  <c:v>-0.18859863</c:v>
                </c:pt>
                <c:pt idx="313">
                  <c:v>-0.18669335</c:v>
                </c:pt>
                <c:pt idx="314">
                  <c:v>-0.18364984</c:v>
                </c:pt>
                <c:pt idx="315">
                  <c:v>-0.1821652</c:v>
                </c:pt>
                <c:pt idx="316">
                  <c:v>-0.17993824</c:v>
                </c:pt>
                <c:pt idx="317">
                  <c:v>-0.17756282</c:v>
                </c:pt>
                <c:pt idx="318">
                  <c:v>-0.1751709</c:v>
                </c:pt>
                <c:pt idx="319">
                  <c:v>-0.17281197</c:v>
                </c:pt>
                <c:pt idx="320">
                  <c:v>-0.17088194</c:v>
                </c:pt>
                <c:pt idx="321">
                  <c:v>-0.16872922</c:v>
                </c:pt>
                <c:pt idx="322">
                  <c:v>-0.16650226</c:v>
                </c:pt>
                <c:pt idx="323">
                  <c:v>-0.16412683</c:v>
                </c:pt>
                <c:pt idx="324">
                  <c:v>-0.16220093</c:v>
                </c:pt>
                <c:pt idx="325">
                  <c:v>-0.15982138</c:v>
                </c:pt>
                <c:pt idx="326">
                  <c:v>-0.15744596</c:v>
                </c:pt>
                <c:pt idx="327">
                  <c:v>-0.15632629</c:v>
                </c:pt>
                <c:pt idx="328">
                  <c:v>-0.15395706</c:v>
                </c:pt>
                <c:pt idx="329">
                  <c:v>-0.15158164</c:v>
                </c:pt>
                <c:pt idx="330">
                  <c:v>-0.14942891</c:v>
                </c:pt>
                <c:pt idx="331">
                  <c:v>-0.14678955</c:v>
                </c:pt>
                <c:pt idx="332">
                  <c:v>-0.14465332</c:v>
                </c:pt>
                <c:pt idx="333">
                  <c:v>-0.1424408</c:v>
                </c:pt>
                <c:pt idx="334">
                  <c:v>-0.14029838</c:v>
                </c:pt>
                <c:pt idx="335">
                  <c:v>-0.13832092</c:v>
                </c:pt>
                <c:pt idx="336">
                  <c:v>-0.13656616</c:v>
                </c:pt>
                <c:pt idx="337">
                  <c:v>-0.13443406</c:v>
                </c:pt>
                <c:pt idx="338">
                  <c:v>-0.13206482</c:v>
                </c:pt>
                <c:pt idx="339">
                  <c:v>-0.12968321</c:v>
                </c:pt>
                <c:pt idx="340">
                  <c:v>-0.12730779</c:v>
                </c:pt>
                <c:pt idx="341">
                  <c:v>-0.12535095</c:v>
                </c:pt>
                <c:pt idx="342">
                  <c:v>-0.12313843</c:v>
                </c:pt>
                <c:pt idx="343">
                  <c:v>-0.12077332</c:v>
                </c:pt>
                <c:pt idx="344">
                  <c:v>-0.11901855</c:v>
                </c:pt>
                <c:pt idx="345">
                  <c:v>-0.11713801</c:v>
                </c:pt>
                <c:pt idx="346">
                  <c:v>-0.11497498</c:v>
                </c:pt>
                <c:pt idx="347">
                  <c:v>-0.11276245</c:v>
                </c:pt>
                <c:pt idx="348">
                  <c:v>-0.1108283</c:v>
                </c:pt>
                <c:pt idx="349">
                  <c:v>-0.10845287</c:v>
                </c:pt>
                <c:pt idx="350">
                  <c:v>-0.10540936</c:v>
                </c:pt>
                <c:pt idx="351">
                  <c:v>-0.10345459</c:v>
                </c:pt>
                <c:pt idx="352">
                  <c:v>-0.10108948</c:v>
                </c:pt>
                <c:pt idx="353">
                  <c:v>-0.09933472</c:v>
                </c:pt>
                <c:pt idx="354">
                  <c:v>-0.09739231</c:v>
                </c:pt>
                <c:pt idx="355">
                  <c:v>-0.09501689</c:v>
                </c:pt>
                <c:pt idx="356">
                  <c:v>-0.09330956</c:v>
                </c:pt>
                <c:pt idx="357">
                  <c:v>-0.09048462</c:v>
                </c:pt>
                <c:pt idx="358">
                  <c:v>-0.08857727</c:v>
                </c:pt>
                <c:pt idx="359">
                  <c:v>-0.08662868</c:v>
                </c:pt>
                <c:pt idx="360">
                  <c:v>-0.0844574</c:v>
                </c:pt>
                <c:pt idx="361">
                  <c:v>-0.08232117</c:v>
                </c:pt>
                <c:pt idx="362">
                  <c:v>-0.0803932</c:v>
                </c:pt>
                <c:pt idx="363">
                  <c:v>-0.07801778</c:v>
                </c:pt>
                <c:pt idx="364">
                  <c:v>-0.07606506</c:v>
                </c:pt>
                <c:pt idx="365">
                  <c:v>-0.07408348</c:v>
                </c:pt>
                <c:pt idx="366">
                  <c:v>-0.07089151</c:v>
                </c:pt>
                <c:pt idx="367">
                  <c:v>-0.06896973</c:v>
                </c:pt>
                <c:pt idx="368">
                  <c:v>-0.06703145</c:v>
                </c:pt>
                <c:pt idx="369">
                  <c:v>-0.06465603</c:v>
                </c:pt>
                <c:pt idx="370">
                  <c:v>-0.06271362</c:v>
                </c:pt>
                <c:pt idx="371">
                  <c:v>-0.06057327</c:v>
                </c:pt>
                <c:pt idx="372">
                  <c:v>-0.05842054</c:v>
                </c:pt>
                <c:pt idx="373">
                  <c:v>-0.05671321</c:v>
                </c:pt>
                <c:pt idx="374">
                  <c:v>-0.05409241</c:v>
                </c:pt>
                <c:pt idx="375">
                  <c:v>-0.05173967</c:v>
                </c:pt>
                <c:pt idx="376">
                  <c:v>-0.05003233</c:v>
                </c:pt>
                <c:pt idx="377">
                  <c:v>-0.04745483</c:v>
                </c:pt>
                <c:pt idx="378">
                  <c:v>-0.04550418</c:v>
                </c:pt>
                <c:pt idx="379">
                  <c:v>-0.04335146</c:v>
                </c:pt>
                <c:pt idx="380">
                  <c:v>-0.04097603</c:v>
                </c:pt>
                <c:pt idx="381">
                  <c:v>-0.03882331</c:v>
                </c:pt>
                <c:pt idx="382">
                  <c:v>-0.03692627</c:v>
                </c:pt>
                <c:pt idx="383">
                  <c:v>-0.03494263</c:v>
                </c:pt>
                <c:pt idx="384">
                  <c:v>-0.03303322</c:v>
                </c:pt>
                <c:pt idx="385">
                  <c:v>-0.0302124</c:v>
                </c:pt>
                <c:pt idx="386">
                  <c:v>-0.02805968</c:v>
                </c:pt>
                <c:pt idx="387">
                  <c:v>-0.02571106</c:v>
                </c:pt>
                <c:pt idx="388">
                  <c:v>-0.02464501</c:v>
                </c:pt>
                <c:pt idx="389">
                  <c:v>-0.02204895</c:v>
                </c:pt>
                <c:pt idx="390">
                  <c:v>-0.01991272</c:v>
                </c:pt>
                <c:pt idx="391">
                  <c:v>-0.01777649</c:v>
                </c:pt>
                <c:pt idx="392">
                  <c:v>-0.01558871</c:v>
                </c:pt>
                <c:pt idx="393">
                  <c:v>-0.01319885</c:v>
                </c:pt>
                <c:pt idx="394">
                  <c:v>-0.01106262</c:v>
                </c:pt>
                <c:pt idx="395">
                  <c:v>-0.00890783</c:v>
                </c:pt>
                <c:pt idx="396">
                  <c:v>-0.0072005</c:v>
                </c:pt>
                <c:pt idx="397">
                  <c:v>-0.00480652</c:v>
                </c:pt>
                <c:pt idx="398">
                  <c:v>-0.00244141</c:v>
                </c:pt>
                <c:pt idx="399">
                  <c:v>-0.00076294</c:v>
                </c:pt>
                <c:pt idx="400">
                  <c:v>0.0016331</c:v>
                </c:pt>
                <c:pt idx="401">
                  <c:v>0.00358582</c:v>
                </c:pt>
                <c:pt idx="402">
                  <c:v>0.00616125</c:v>
                </c:pt>
                <c:pt idx="403">
                  <c:v>0.00808716</c:v>
                </c:pt>
                <c:pt idx="404">
                  <c:v>0.01022339</c:v>
                </c:pt>
                <c:pt idx="405">
                  <c:v>0.0125885</c:v>
                </c:pt>
                <c:pt idx="406">
                  <c:v>0.01454946</c:v>
                </c:pt>
                <c:pt idx="407">
                  <c:v>0.0162568</c:v>
                </c:pt>
                <c:pt idx="408">
                  <c:v>0.01863222</c:v>
                </c:pt>
                <c:pt idx="409">
                  <c:v>0.02059937</c:v>
                </c:pt>
                <c:pt idx="410">
                  <c:v>0.0227356</c:v>
                </c:pt>
                <c:pt idx="411">
                  <c:v>0.02510071</c:v>
                </c:pt>
                <c:pt idx="412">
                  <c:v>0.02723694</c:v>
                </c:pt>
                <c:pt idx="413">
                  <c:v>0.03006394</c:v>
                </c:pt>
                <c:pt idx="414">
                  <c:v>0.03243936</c:v>
                </c:pt>
                <c:pt idx="415">
                  <c:v>0.03433228</c:v>
                </c:pt>
                <c:pt idx="416">
                  <c:v>0.03562927</c:v>
                </c:pt>
                <c:pt idx="417">
                  <c:v>0.03778406</c:v>
                </c:pt>
                <c:pt idx="418">
                  <c:v>0.04013062</c:v>
                </c:pt>
                <c:pt idx="419">
                  <c:v>0.04290607</c:v>
                </c:pt>
                <c:pt idx="420">
                  <c:v>0.04425049</c:v>
                </c:pt>
                <c:pt idx="421">
                  <c:v>0.04638672</c:v>
                </c:pt>
                <c:pt idx="422">
                  <c:v>0.04852295</c:v>
                </c:pt>
                <c:pt idx="423">
                  <c:v>0.05088806</c:v>
                </c:pt>
                <c:pt idx="424">
                  <c:v>0.05285315</c:v>
                </c:pt>
                <c:pt idx="425">
                  <c:v>0.05500587</c:v>
                </c:pt>
                <c:pt idx="426">
                  <c:v>0.0571586</c:v>
                </c:pt>
                <c:pt idx="427">
                  <c:v>0.05997941</c:v>
                </c:pt>
                <c:pt idx="428">
                  <c:v>0.06168675</c:v>
                </c:pt>
                <c:pt idx="429">
                  <c:v>0.06408691</c:v>
                </c:pt>
                <c:pt idx="430">
                  <c:v>0.06666029</c:v>
                </c:pt>
                <c:pt idx="431">
                  <c:v>0.06904602</c:v>
                </c:pt>
                <c:pt idx="432">
                  <c:v>0.07096574</c:v>
                </c:pt>
                <c:pt idx="433">
                  <c:v>0.07316589</c:v>
                </c:pt>
                <c:pt idx="434">
                  <c:v>0.07530212</c:v>
                </c:pt>
                <c:pt idx="435">
                  <c:v>0.07638467</c:v>
                </c:pt>
                <c:pt idx="436">
                  <c:v>0.07904053</c:v>
                </c:pt>
                <c:pt idx="437">
                  <c:v>0.08098705</c:v>
                </c:pt>
                <c:pt idx="438">
                  <c:v>0.08377075</c:v>
                </c:pt>
                <c:pt idx="439">
                  <c:v>0.08613586</c:v>
                </c:pt>
                <c:pt idx="440">
                  <c:v>0.08811332</c:v>
                </c:pt>
                <c:pt idx="441">
                  <c:v>0.0907135</c:v>
                </c:pt>
                <c:pt idx="442">
                  <c:v>0.09264147</c:v>
                </c:pt>
                <c:pt idx="443">
                  <c:v>0.0947942</c:v>
                </c:pt>
                <c:pt idx="444">
                  <c:v>0.09613037</c:v>
                </c:pt>
                <c:pt idx="445">
                  <c:v>0.0982666</c:v>
                </c:pt>
                <c:pt idx="446">
                  <c:v>0.10047913</c:v>
                </c:pt>
                <c:pt idx="447">
                  <c:v>0.10303394</c:v>
                </c:pt>
                <c:pt idx="448">
                  <c:v>0.10498047</c:v>
                </c:pt>
                <c:pt idx="449">
                  <c:v>0.10756209</c:v>
                </c:pt>
                <c:pt idx="450">
                  <c:v>0.10971482</c:v>
                </c:pt>
                <c:pt idx="451">
                  <c:v>0.11207581</c:v>
                </c:pt>
                <c:pt idx="452">
                  <c:v>0.11342641</c:v>
                </c:pt>
                <c:pt idx="453">
                  <c:v>0.11535645</c:v>
                </c:pt>
                <c:pt idx="454">
                  <c:v>0.11877111</c:v>
                </c:pt>
                <c:pt idx="455">
                  <c:v>0.11985779</c:v>
                </c:pt>
                <c:pt idx="456">
                  <c:v>0.12290955</c:v>
                </c:pt>
                <c:pt idx="457">
                  <c:v>0.1250066</c:v>
                </c:pt>
                <c:pt idx="458">
                  <c:v>0.12741089</c:v>
                </c:pt>
                <c:pt idx="459">
                  <c:v>0.12931205</c:v>
                </c:pt>
                <c:pt idx="460">
                  <c:v>0.13061523</c:v>
                </c:pt>
                <c:pt idx="461">
                  <c:v>0.13302365</c:v>
                </c:pt>
                <c:pt idx="462">
                  <c:v>0.13496399</c:v>
                </c:pt>
                <c:pt idx="463">
                  <c:v>0.1373291</c:v>
                </c:pt>
                <c:pt idx="464">
                  <c:v>0.13925913</c:v>
                </c:pt>
                <c:pt idx="465">
                  <c:v>0.14141186</c:v>
                </c:pt>
                <c:pt idx="466">
                  <c:v>0.14371305</c:v>
                </c:pt>
                <c:pt idx="467">
                  <c:v>0.14564514</c:v>
                </c:pt>
                <c:pt idx="468">
                  <c:v>0.14778137</c:v>
                </c:pt>
                <c:pt idx="469">
                  <c:v>0.1499176</c:v>
                </c:pt>
                <c:pt idx="470">
                  <c:v>0.15247242</c:v>
                </c:pt>
                <c:pt idx="471">
                  <c:v>0.15441895</c:v>
                </c:pt>
                <c:pt idx="472">
                  <c:v>0.15670364</c:v>
                </c:pt>
                <c:pt idx="473">
                  <c:v>0.15900483</c:v>
                </c:pt>
                <c:pt idx="474">
                  <c:v>0.16090393</c:v>
                </c:pt>
                <c:pt idx="475">
                  <c:v>0.16279066</c:v>
                </c:pt>
                <c:pt idx="476">
                  <c:v>0.16546301</c:v>
                </c:pt>
                <c:pt idx="477">
                  <c:v>0.16709611</c:v>
                </c:pt>
                <c:pt idx="478">
                  <c:v>0.16917461</c:v>
                </c:pt>
                <c:pt idx="479">
                  <c:v>0.17140157</c:v>
                </c:pt>
                <c:pt idx="480">
                  <c:v>0.17340583</c:v>
                </c:pt>
                <c:pt idx="481">
                  <c:v>0.17541009</c:v>
                </c:pt>
                <c:pt idx="482">
                  <c:v>0.17738342</c:v>
                </c:pt>
                <c:pt idx="483">
                  <c:v>0.17919592</c:v>
                </c:pt>
                <c:pt idx="484">
                  <c:v>0.18096924</c:v>
                </c:pt>
                <c:pt idx="485">
                  <c:v>0.18295288</c:v>
                </c:pt>
                <c:pt idx="486">
                  <c:v>0.18491178</c:v>
                </c:pt>
                <c:pt idx="487">
                  <c:v>0.18691604</c:v>
                </c:pt>
                <c:pt idx="488">
                  <c:v>0.18884607</c:v>
                </c:pt>
                <c:pt idx="489">
                  <c:v>0.1909988</c:v>
                </c:pt>
                <c:pt idx="490">
                  <c:v>0.19300306</c:v>
                </c:pt>
                <c:pt idx="491">
                  <c:v>0.19493309</c:v>
                </c:pt>
                <c:pt idx="492">
                  <c:v>0.19729614</c:v>
                </c:pt>
                <c:pt idx="493">
                  <c:v>0.19927979</c:v>
                </c:pt>
                <c:pt idx="494">
                  <c:v>0.20126343</c:v>
                </c:pt>
                <c:pt idx="495">
                  <c:v>0.20302437</c:v>
                </c:pt>
                <c:pt idx="496">
                  <c:v>0.2051771</c:v>
                </c:pt>
                <c:pt idx="497">
                  <c:v>0.20690918</c:v>
                </c:pt>
                <c:pt idx="498">
                  <c:v>0.2088887</c:v>
                </c:pt>
                <c:pt idx="499">
                  <c:v>0.21064758</c:v>
                </c:pt>
                <c:pt idx="500">
                  <c:v>0.2123776</c:v>
                </c:pt>
                <c:pt idx="501">
                  <c:v>0.21453033</c:v>
                </c:pt>
                <c:pt idx="502">
                  <c:v>0.21653459</c:v>
                </c:pt>
                <c:pt idx="503">
                  <c:v>0.21842957</c:v>
                </c:pt>
                <c:pt idx="504">
                  <c:v>0.22061735</c:v>
                </c:pt>
                <c:pt idx="505">
                  <c:v>0.22254738</c:v>
                </c:pt>
                <c:pt idx="506">
                  <c:v>0.2247001</c:v>
                </c:pt>
                <c:pt idx="507">
                  <c:v>0.22663013</c:v>
                </c:pt>
                <c:pt idx="508">
                  <c:v>0.22857666</c:v>
                </c:pt>
                <c:pt idx="509">
                  <c:v>0.22959941</c:v>
                </c:pt>
                <c:pt idx="510">
                  <c:v>0.23170471</c:v>
                </c:pt>
                <c:pt idx="511">
                  <c:v>0.23449872</c:v>
                </c:pt>
                <c:pt idx="512">
                  <c:v>0.23605759</c:v>
                </c:pt>
                <c:pt idx="513">
                  <c:v>0.23780823</c:v>
                </c:pt>
                <c:pt idx="514">
                  <c:v>0.23994446</c:v>
                </c:pt>
                <c:pt idx="515">
                  <c:v>0.24214461</c:v>
                </c:pt>
                <c:pt idx="516">
                  <c:v>0.24429321</c:v>
                </c:pt>
                <c:pt idx="517">
                  <c:v>0.24642944</c:v>
                </c:pt>
                <c:pt idx="518">
                  <c:v>0.24833679</c:v>
                </c:pt>
                <c:pt idx="519">
                  <c:v>0.24934511</c:v>
                </c:pt>
                <c:pt idx="520">
                  <c:v>0.25201746</c:v>
                </c:pt>
                <c:pt idx="521">
                  <c:v>0.2532794</c:v>
                </c:pt>
                <c:pt idx="522">
                  <c:v>0.2557373</c:v>
                </c:pt>
                <c:pt idx="523">
                  <c:v>0.25756836</c:v>
                </c:pt>
                <c:pt idx="524">
                  <c:v>0.25936642</c:v>
                </c:pt>
                <c:pt idx="525">
                  <c:v>0.26114799</c:v>
                </c:pt>
                <c:pt idx="526">
                  <c:v>0.26275635</c:v>
                </c:pt>
                <c:pt idx="527">
                  <c:v>0.26478535</c:v>
                </c:pt>
                <c:pt idx="528">
                  <c:v>0.26612153</c:v>
                </c:pt>
                <c:pt idx="529">
                  <c:v>0.26775463</c:v>
                </c:pt>
                <c:pt idx="530">
                  <c:v>0.26886811</c:v>
                </c:pt>
                <c:pt idx="531">
                  <c:v>0.27061462</c:v>
                </c:pt>
                <c:pt idx="532">
                  <c:v>0.27228278</c:v>
                </c:pt>
                <c:pt idx="533">
                  <c:v>0.27397156</c:v>
                </c:pt>
                <c:pt idx="534">
                  <c:v>0.27565002</c:v>
                </c:pt>
                <c:pt idx="535">
                  <c:v>0.27643977</c:v>
                </c:pt>
                <c:pt idx="536">
                  <c:v>0.27862549</c:v>
                </c:pt>
                <c:pt idx="537">
                  <c:v>0.28015137</c:v>
                </c:pt>
                <c:pt idx="538">
                  <c:v>0.28175354</c:v>
                </c:pt>
                <c:pt idx="539">
                  <c:v>0.28304641</c:v>
                </c:pt>
                <c:pt idx="540">
                  <c:v>0.28396606</c:v>
                </c:pt>
                <c:pt idx="541">
                  <c:v>0.28564453</c:v>
                </c:pt>
                <c:pt idx="542">
                  <c:v>0.28698071</c:v>
                </c:pt>
                <c:pt idx="543">
                  <c:v>0.28846535</c:v>
                </c:pt>
                <c:pt idx="544">
                  <c:v>0.29002422</c:v>
                </c:pt>
                <c:pt idx="545">
                  <c:v>0.29159546</c:v>
                </c:pt>
                <c:pt idx="546">
                  <c:v>0.29304504</c:v>
                </c:pt>
                <c:pt idx="547">
                  <c:v>0.29464722</c:v>
                </c:pt>
                <c:pt idx="548">
                  <c:v>0.2961731</c:v>
                </c:pt>
                <c:pt idx="549">
                  <c:v>0.29744741</c:v>
                </c:pt>
                <c:pt idx="550">
                  <c:v>0.29908051</c:v>
                </c:pt>
                <c:pt idx="551">
                  <c:v>0.30036926</c:v>
                </c:pt>
                <c:pt idx="552">
                  <c:v>0.30181885</c:v>
                </c:pt>
                <c:pt idx="553">
                  <c:v>0.30342102</c:v>
                </c:pt>
                <c:pt idx="554">
                  <c:v>0.30456543</c:v>
                </c:pt>
                <c:pt idx="555">
                  <c:v>0.30601501</c:v>
                </c:pt>
                <c:pt idx="556">
                  <c:v>0.30761719</c:v>
                </c:pt>
                <c:pt idx="557">
                  <c:v>0.30925029</c:v>
                </c:pt>
                <c:pt idx="558">
                  <c:v>0.3099823</c:v>
                </c:pt>
                <c:pt idx="559">
                  <c:v>0.31169994</c:v>
                </c:pt>
                <c:pt idx="560">
                  <c:v>0.31311035</c:v>
                </c:pt>
                <c:pt idx="561">
                  <c:v>0.31504038</c:v>
                </c:pt>
                <c:pt idx="562">
                  <c:v>0.31585693</c:v>
                </c:pt>
                <c:pt idx="563">
                  <c:v>0.31745911</c:v>
                </c:pt>
                <c:pt idx="564">
                  <c:v>0.31890044</c:v>
                </c:pt>
                <c:pt idx="565">
                  <c:v>0.32038508</c:v>
                </c:pt>
                <c:pt idx="566">
                  <c:v>0.32165527</c:v>
                </c:pt>
                <c:pt idx="567">
                  <c:v>0.32325745</c:v>
                </c:pt>
                <c:pt idx="568">
                  <c:v>0.32463074</c:v>
                </c:pt>
                <c:pt idx="569">
                  <c:v>0.32654633</c:v>
                </c:pt>
                <c:pt idx="570">
                  <c:v>0.32798767</c:v>
                </c:pt>
                <c:pt idx="571">
                  <c:v>0.32936096</c:v>
                </c:pt>
                <c:pt idx="572">
                  <c:v>0.33081055</c:v>
                </c:pt>
                <c:pt idx="573">
                  <c:v>0.3320395</c:v>
                </c:pt>
                <c:pt idx="574">
                  <c:v>0.33359837</c:v>
                </c:pt>
                <c:pt idx="575">
                  <c:v>0.33500878</c:v>
                </c:pt>
                <c:pt idx="576">
                  <c:v>0.33630371</c:v>
                </c:pt>
                <c:pt idx="577">
                  <c:v>0.337677</c:v>
                </c:pt>
                <c:pt idx="578">
                  <c:v>0.33927917</c:v>
                </c:pt>
                <c:pt idx="579">
                  <c:v>0.34065247</c:v>
                </c:pt>
                <c:pt idx="580">
                  <c:v>0.34206081</c:v>
                </c:pt>
                <c:pt idx="581">
                  <c:v>0.34347122</c:v>
                </c:pt>
                <c:pt idx="582">
                  <c:v>0.3445847</c:v>
                </c:pt>
                <c:pt idx="583">
                  <c:v>0.34614357</c:v>
                </c:pt>
                <c:pt idx="584">
                  <c:v>0.34733128</c:v>
                </c:pt>
                <c:pt idx="585">
                  <c:v>0.34874169</c:v>
                </c:pt>
                <c:pt idx="586">
                  <c:v>0.35011292</c:v>
                </c:pt>
                <c:pt idx="587">
                  <c:v>0.35193366</c:v>
                </c:pt>
                <c:pt idx="588">
                  <c:v>0.35326983</c:v>
                </c:pt>
                <c:pt idx="589">
                  <c:v>0.35453796</c:v>
                </c:pt>
                <c:pt idx="590">
                  <c:v>0.35609065</c:v>
                </c:pt>
                <c:pt idx="591">
                  <c:v>0.35772375</c:v>
                </c:pt>
                <c:pt idx="592">
                  <c:v>0.35883723</c:v>
                </c:pt>
                <c:pt idx="593">
                  <c:v>0.3604126</c:v>
                </c:pt>
                <c:pt idx="594">
                  <c:v>0.36201477</c:v>
                </c:pt>
                <c:pt idx="595">
                  <c:v>0.36346436</c:v>
                </c:pt>
                <c:pt idx="596">
                  <c:v>0.36485002</c:v>
                </c:pt>
                <c:pt idx="597">
                  <c:v>0.36628723</c:v>
                </c:pt>
                <c:pt idx="598">
                  <c:v>0.3675966</c:v>
                </c:pt>
                <c:pt idx="599">
                  <c:v>0.36908124</c:v>
                </c:pt>
                <c:pt idx="600">
                  <c:v>0.37078857</c:v>
                </c:pt>
                <c:pt idx="601">
                  <c:v>0.37227321</c:v>
                </c:pt>
                <c:pt idx="602">
                  <c:v>0.37361145</c:v>
                </c:pt>
                <c:pt idx="603">
                  <c:v>0.37528992</c:v>
                </c:pt>
                <c:pt idx="604">
                  <c:v>0.3768158</c:v>
                </c:pt>
                <c:pt idx="605">
                  <c:v>0.37834167</c:v>
                </c:pt>
                <c:pt idx="606">
                  <c:v>0.38002014</c:v>
                </c:pt>
                <c:pt idx="607">
                  <c:v>0.38154602</c:v>
                </c:pt>
                <c:pt idx="608">
                  <c:v>0.3830719</c:v>
                </c:pt>
                <c:pt idx="609">
                  <c:v>0.38482666</c:v>
                </c:pt>
                <c:pt idx="610">
                  <c:v>0.38642883</c:v>
                </c:pt>
                <c:pt idx="611">
                  <c:v>0.38778769</c:v>
                </c:pt>
                <c:pt idx="612">
                  <c:v>0.38956926</c:v>
                </c:pt>
                <c:pt idx="613">
                  <c:v>0.39039612</c:v>
                </c:pt>
                <c:pt idx="614">
                  <c:v>0.39260864</c:v>
                </c:pt>
                <c:pt idx="615">
                  <c:v>0.3943634</c:v>
                </c:pt>
                <c:pt idx="616">
                  <c:v>0.39580474</c:v>
                </c:pt>
                <c:pt idx="617">
                  <c:v>0.39726257</c:v>
                </c:pt>
                <c:pt idx="618">
                  <c:v>0.39892248</c:v>
                </c:pt>
                <c:pt idx="619">
                  <c:v>0.40039063</c:v>
                </c:pt>
                <c:pt idx="620">
                  <c:v>0.40189176</c:v>
                </c:pt>
                <c:pt idx="621">
                  <c:v>0.40374756</c:v>
                </c:pt>
                <c:pt idx="622">
                  <c:v>0.40538066</c:v>
                </c:pt>
                <c:pt idx="623">
                  <c:v>0.407088</c:v>
                </c:pt>
                <c:pt idx="624">
                  <c:v>0.40894379</c:v>
                </c:pt>
                <c:pt idx="625">
                  <c:v>0.41027997</c:v>
                </c:pt>
                <c:pt idx="626">
                  <c:v>0.4119873</c:v>
                </c:pt>
                <c:pt idx="627">
                  <c:v>0.41374207</c:v>
                </c:pt>
                <c:pt idx="628">
                  <c:v>0.41562467</c:v>
                </c:pt>
                <c:pt idx="629">
                  <c:v>0.41703508</c:v>
                </c:pt>
                <c:pt idx="630">
                  <c:v>0.41923523</c:v>
                </c:pt>
                <c:pt idx="631">
                  <c:v>0.42114258</c:v>
                </c:pt>
                <c:pt idx="632">
                  <c:v>0.42275094</c:v>
                </c:pt>
                <c:pt idx="633">
                  <c:v>0.42445827</c:v>
                </c:pt>
                <c:pt idx="634">
                  <c:v>0.42646253</c:v>
                </c:pt>
                <c:pt idx="635">
                  <c:v>0.42800903</c:v>
                </c:pt>
                <c:pt idx="636">
                  <c:v>0.42976379</c:v>
                </c:pt>
                <c:pt idx="637">
                  <c:v>0.43174744</c:v>
                </c:pt>
                <c:pt idx="638">
                  <c:v>0.43357849</c:v>
                </c:pt>
                <c:pt idx="639">
                  <c:v>0.43514767</c:v>
                </c:pt>
                <c:pt idx="640">
                  <c:v>0.43693542</c:v>
                </c:pt>
                <c:pt idx="641">
                  <c:v>0.43863657</c:v>
                </c:pt>
                <c:pt idx="642">
                  <c:v>0.44059753</c:v>
                </c:pt>
                <c:pt idx="643">
                  <c:v>0.44258118</c:v>
                </c:pt>
                <c:pt idx="644">
                  <c:v>0.44441223</c:v>
                </c:pt>
                <c:pt idx="645">
                  <c:v>0.44554014</c:v>
                </c:pt>
                <c:pt idx="646">
                  <c:v>0.44813826</c:v>
                </c:pt>
                <c:pt idx="647">
                  <c:v>0.44975281</c:v>
                </c:pt>
                <c:pt idx="648">
                  <c:v>0.45120239</c:v>
                </c:pt>
                <c:pt idx="649">
                  <c:v>0.4531118</c:v>
                </c:pt>
                <c:pt idx="650">
                  <c:v>0.45489337</c:v>
                </c:pt>
                <c:pt idx="651">
                  <c:v>0.45712033</c:v>
                </c:pt>
                <c:pt idx="652">
                  <c:v>0.45919882</c:v>
                </c:pt>
                <c:pt idx="653">
                  <c:v>0.46105462</c:v>
                </c:pt>
                <c:pt idx="654">
                  <c:v>0.46305888</c:v>
                </c:pt>
                <c:pt idx="655">
                  <c:v>0.46470642</c:v>
                </c:pt>
                <c:pt idx="656">
                  <c:v>0.46585083</c:v>
                </c:pt>
                <c:pt idx="657">
                  <c:v>0.46791077</c:v>
                </c:pt>
                <c:pt idx="658">
                  <c:v>0.47025938</c:v>
                </c:pt>
                <c:pt idx="659">
                  <c:v>0.47211518</c:v>
                </c:pt>
                <c:pt idx="660">
                  <c:v>0.47345136</c:v>
                </c:pt>
                <c:pt idx="661">
                  <c:v>0.47530716</c:v>
                </c:pt>
                <c:pt idx="662">
                  <c:v>0.47691345</c:v>
                </c:pt>
                <c:pt idx="663">
                  <c:v>0.47897339</c:v>
                </c:pt>
                <c:pt idx="664">
                  <c:v>0.48139417</c:v>
                </c:pt>
                <c:pt idx="665">
                  <c:v>0.48324997</c:v>
                </c:pt>
                <c:pt idx="666">
                  <c:v>0.4850769</c:v>
                </c:pt>
                <c:pt idx="667">
                  <c:v>0.48690796</c:v>
                </c:pt>
                <c:pt idx="668">
                  <c:v>0.48785235</c:v>
                </c:pt>
                <c:pt idx="669">
                  <c:v>0.49049377</c:v>
                </c:pt>
                <c:pt idx="670">
                  <c:v>0.49215781</c:v>
                </c:pt>
                <c:pt idx="671">
                  <c:v>0.49385071</c:v>
                </c:pt>
                <c:pt idx="672">
                  <c:v>0.49568176</c:v>
                </c:pt>
                <c:pt idx="673">
                  <c:v>0.49757674</c:v>
                </c:pt>
                <c:pt idx="674">
                  <c:v>0.49957275</c:v>
                </c:pt>
                <c:pt idx="675">
                  <c:v>0.50163269</c:v>
                </c:pt>
                <c:pt idx="676">
                  <c:v>0.50373799</c:v>
                </c:pt>
                <c:pt idx="677">
                  <c:v>0.50537109</c:v>
                </c:pt>
                <c:pt idx="678">
                  <c:v>0.50933838</c:v>
                </c:pt>
                <c:pt idx="679">
                  <c:v>0.51116943</c:v>
                </c:pt>
                <c:pt idx="680">
                  <c:v>0.51322937</c:v>
                </c:pt>
                <c:pt idx="681">
                  <c:v>0.51494701</c:v>
                </c:pt>
                <c:pt idx="682">
                  <c:v>0.51680281</c:v>
                </c:pt>
                <c:pt idx="683">
                  <c:v>0.51795959</c:v>
                </c:pt>
                <c:pt idx="684">
                  <c:v>0.51999479</c:v>
                </c:pt>
                <c:pt idx="685">
                  <c:v>0.52185059</c:v>
                </c:pt>
                <c:pt idx="686">
                  <c:v>0.52392908</c:v>
                </c:pt>
                <c:pt idx="687">
                  <c:v>0.52578488</c:v>
                </c:pt>
                <c:pt idx="688">
                  <c:v>0.52764068</c:v>
                </c:pt>
                <c:pt idx="689">
                  <c:v>0.52993774</c:v>
                </c:pt>
                <c:pt idx="690">
                  <c:v>0.53157497</c:v>
                </c:pt>
                <c:pt idx="691">
                  <c:v>0.533505</c:v>
                </c:pt>
                <c:pt idx="692">
                  <c:v>0.53535461</c:v>
                </c:pt>
                <c:pt idx="693">
                  <c:v>0.53726196</c:v>
                </c:pt>
                <c:pt idx="694">
                  <c:v>0.53871155</c:v>
                </c:pt>
                <c:pt idx="695">
                  <c:v>0.54063127</c:v>
                </c:pt>
                <c:pt idx="696">
                  <c:v>0.54248707</c:v>
                </c:pt>
                <c:pt idx="697">
                  <c:v>0.5444171</c:v>
                </c:pt>
                <c:pt idx="698">
                  <c:v>0.54626465</c:v>
                </c:pt>
                <c:pt idx="699">
                  <c:v>0.54798023</c:v>
                </c:pt>
                <c:pt idx="700">
                  <c:v>0.55005873</c:v>
                </c:pt>
                <c:pt idx="701">
                  <c:v>0.55198876</c:v>
                </c:pt>
                <c:pt idx="702">
                  <c:v>0.55366516</c:v>
                </c:pt>
                <c:pt idx="703">
                  <c:v>0.55557251</c:v>
                </c:pt>
                <c:pt idx="704">
                  <c:v>0.55763245</c:v>
                </c:pt>
                <c:pt idx="705">
                  <c:v>0.55953979</c:v>
                </c:pt>
                <c:pt idx="706">
                  <c:v>0.56144714</c:v>
                </c:pt>
                <c:pt idx="707">
                  <c:v>0.56334624</c:v>
                </c:pt>
                <c:pt idx="708">
                  <c:v>0.56527627</c:v>
                </c:pt>
                <c:pt idx="709">
                  <c:v>0.56694031</c:v>
                </c:pt>
                <c:pt idx="710">
                  <c:v>0.56900024</c:v>
                </c:pt>
                <c:pt idx="711">
                  <c:v>0.57076944</c:v>
                </c:pt>
                <c:pt idx="712">
                  <c:v>0.57336756</c:v>
                </c:pt>
                <c:pt idx="713">
                  <c:v>0.5745697</c:v>
                </c:pt>
                <c:pt idx="714">
                  <c:v>0.57663376</c:v>
                </c:pt>
                <c:pt idx="715">
                  <c:v>0.57893495</c:v>
                </c:pt>
                <c:pt idx="716">
                  <c:v>0.58082581</c:v>
                </c:pt>
                <c:pt idx="717">
                  <c:v>0.58286925</c:v>
                </c:pt>
                <c:pt idx="718">
                  <c:v>0.58479928</c:v>
                </c:pt>
                <c:pt idx="719">
                  <c:v>0.58687777</c:v>
                </c:pt>
                <c:pt idx="720">
                  <c:v>0.5888078</c:v>
                </c:pt>
                <c:pt idx="721">
                  <c:v>0.5897522</c:v>
                </c:pt>
                <c:pt idx="722">
                  <c:v>0.59199978</c:v>
                </c:pt>
                <c:pt idx="723">
                  <c:v>0.59392981</c:v>
                </c:pt>
                <c:pt idx="724">
                  <c:v>0.59570313</c:v>
                </c:pt>
                <c:pt idx="725">
                  <c:v>0.59776306</c:v>
                </c:pt>
                <c:pt idx="726">
                  <c:v>0.5994972</c:v>
                </c:pt>
                <c:pt idx="727">
                  <c:v>0.60142723</c:v>
                </c:pt>
                <c:pt idx="728">
                  <c:v>0.60379028</c:v>
                </c:pt>
                <c:pt idx="729">
                  <c:v>0.60569763</c:v>
                </c:pt>
                <c:pt idx="730">
                  <c:v>0.60760498</c:v>
                </c:pt>
                <c:pt idx="731">
                  <c:v>0.60959275</c:v>
                </c:pt>
                <c:pt idx="732">
                  <c:v>0.61164856</c:v>
                </c:pt>
                <c:pt idx="733">
                  <c:v>0.6136322</c:v>
                </c:pt>
                <c:pt idx="734">
                  <c:v>0.61538284</c:v>
                </c:pt>
                <c:pt idx="735">
                  <c:v>0.61746133</c:v>
                </c:pt>
                <c:pt idx="736">
                  <c:v>0.61864904</c:v>
                </c:pt>
                <c:pt idx="737">
                  <c:v>0.62057908</c:v>
                </c:pt>
                <c:pt idx="738">
                  <c:v>0.6227318</c:v>
                </c:pt>
                <c:pt idx="739">
                  <c:v>0.62446594</c:v>
                </c:pt>
                <c:pt idx="740">
                  <c:v>0.62733418</c:v>
                </c:pt>
                <c:pt idx="741">
                  <c:v>0.62828064</c:v>
                </c:pt>
                <c:pt idx="742">
                  <c:v>0.63060039</c:v>
                </c:pt>
                <c:pt idx="743">
                  <c:v>0.63232422</c:v>
                </c:pt>
                <c:pt idx="744">
                  <c:v>0.63499451</c:v>
                </c:pt>
                <c:pt idx="745">
                  <c:v>0.63601932</c:v>
                </c:pt>
                <c:pt idx="746">
                  <c:v>0.63809781</c:v>
                </c:pt>
                <c:pt idx="747">
                  <c:v>0.63987732</c:v>
                </c:pt>
                <c:pt idx="748">
                  <c:v>0.64178467</c:v>
                </c:pt>
                <c:pt idx="749">
                  <c:v>0.64468384</c:v>
                </c:pt>
                <c:pt idx="750">
                  <c:v>0.64641179</c:v>
                </c:pt>
                <c:pt idx="751">
                  <c:v>0.64841606</c:v>
                </c:pt>
                <c:pt idx="752">
                  <c:v>0.64956665</c:v>
                </c:pt>
                <c:pt idx="753">
                  <c:v>0.65231323</c:v>
                </c:pt>
                <c:pt idx="754">
                  <c:v>0.65324113</c:v>
                </c:pt>
                <c:pt idx="755">
                  <c:v>0.65559387</c:v>
                </c:pt>
                <c:pt idx="756">
                  <c:v>0.65814044</c:v>
                </c:pt>
                <c:pt idx="757">
                  <c:v>0.65986633</c:v>
                </c:pt>
                <c:pt idx="758">
                  <c:v>0.66185204</c:v>
                </c:pt>
                <c:pt idx="759">
                  <c:v>0.66378207</c:v>
                </c:pt>
                <c:pt idx="760">
                  <c:v>0.66578633</c:v>
                </c:pt>
                <c:pt idx="761">
                  <c:v>0.66772461</c:v>
                </c:pt>
                <c:pt idx="762">
                  <c:v>0.66970825</c:v>
                </c:pt>
                <c:pt idx="763">
                  <c:v>0.67142796</c:v>
                </c:pt>
                <c:pt idx="764">
                  <c:v>0.67382813</c:v>
                </c:pt>
                <c:pt idx="765">
                  <c:v>0.67558495</c:v>
                </c:pt>
                <c:pt idx="766">
                  <c:v>0.67751498</c:v>
                </c:pt>
                <c:pt idx="767">
                  <c:v>0.67951924</c:v>
                </c:pt>
                <c:pt idx="768">
                  <c:v>0.68167197</c:v>
                </c:pt>
                <c:pt idx="769">
                  <c:v>0.68367623</c:v>
                </c:pt>
                <c:pt idx="770">
                  <c:v>0.68560626</c:v>
                </c:pt>
                <c:pt idx="771">
                  <c:v>0.6867981</c:v>
                </c:pt>
                <c:pt idx="772">
                  <c:v>0.6889467</c:v>
                </c:pt>
                <c:pt idx="773">
                  <c:v>0.69095096</c:v>
                </c:pt>
                <c:pt idx="774">
                  <c:v>0.69310369</c:v>
                </c:pt>
                <c:pt idx="775">
                  <c:v>0.69488525</c:v>
                </c:pt>
                <c:pt idx="776">
                  <c:v>0.69703798</c:v>
                </c:pt>
                <c:pt idx="777">
                  <c:v>0.69900513</c:v>
                </c:pt>
                <c:pt idx="778">
                  <c:v>0.70098877</c:v>
                </c:pt>
                <c:pt idx="779">
                  <c:v>0.70275384</c:v>
                </c:pt>
                <c:pt idx="780">
                  <c:v>0.70490657</c:v>
                </c:pt>
                <c:pt idx="781">
                  <c:v>0.70646544</c:v>
                </c:pt>
                <c:pt idx="782">
                  <c:v>0.7084697</c:v>
                </c:pt>
                <c:pt idx="783">
                  <c:v>0.71062243</c:v>
                </c:pt>
                <c:pt idx="784">
                  <c:v>0.71281433</c:v>
                </c:pt>
                <c:pt idx="785">
                  <c:v>0.71479797</c:v>
                </c:pt>
                <c:pt idx="786">
                  <c:v>0.7169342</c:v>
                </c:pt>
                <c:pt idx="787">
                  <c:v>0.7191591</c:v>
                </c:pt>
                <c:pt idx="788">
                  <c:v>0.72108913</c:v>
                </c:pt>
                <c:pt idx="789">
                  <c:v>0.72227478</c:v>
                </c:pt>
                <c:pt idx="790">
                  <c:v>0.7245038</c:v>
                </c:pt>
                <c:pt idx="791">
                  <c:v>0.72643383</c:v>
                </c:pt>
                <c:pt idx="792">
                  <c:v>0.72845459</c:v>
                </c:pt>
                <c:pt idx="793">
                  <c:v>0.73043823</c:v>
                </c:pt>
                <c:pt idx="794">
                  <c:v>0.73234558</c:v>
                </c:pt>
                <c:pt idx="795">
                  <c:v>0.73432922</c:v>
                </c:pt>
                <c:pt idx="796">
                  <c:v>0.73675207</c:v>
                </c:pt>
                <c:pt idx="797">
                  <c:v>0.7386821</c:v>
                </c:pt>
                <c:pt idx="798">
                  <c:v>0.74024097</c:v>
                </c:pt>
                <c:pt idx="799">
                  <c:v>0.74246793</c:v>
                </c:pt>
                <c:pt idx="800">
                  <c:v>0.74439796</c:v>
                </c:pt>
                <c:pt idx="801">
                  <c:v>0.74676514</c:v>
                </c:pt>
                <c:pt idx="802">
                  <c:v>0.74855495</c:v>
                </c:pt>
                <c:pt idx="803">
                  <c:v>0.75073242</c:v>
                </c:pt>
                <c:pt idx="804">
                  <c:v>0.75271194</c:v>
                </c:pt>
                <c:pt idx="805">
                  <c:v>0.7547162</c:v>
                </c:pt>
                <c:pt idx="806">
                  <c:v>0.75664623</c:v>
                </c:pt>
                <c:pt idx="807">
                  <c:v>0.7585907</c:v>
                </c:pt>
                <c:pt idx="808">
                  <c:v>0.75942993</c:v>
                </c:pt>
                <c:pt idx="809">
                  <c:v>0.76217651</c:v>
                </c:pt>
                <c:pt idx="810">
                  <c:v>0.76414366</c:v>
                </c:pt>
                <c:pt idx="811">
                  <c:v>0.76607369</c:v>
                </c:pt>
                <c:pt idx="812">
                  <c:v>0.76807795</c:v>
                </c:pt>
                <c:pt idx="813">
                  <c:v>0.77003479</c:v>
                </c:pt>
                <c:pt idx="814">
                  <c:v>0.77194214</c:v>
                </c:pt>
                <c:pt idx="815">
                  <c:v>0.77371958</c:v>
                </c:pt>
                <c:pt idx="816">
                  <c:v>0.77568054</c:v>
                </c:pt>
                <c:pt idx="817">
                  <c:v>0.77766418</c:v>
                </c:pt>
                <c:pt idx="818">
                  <c:v>0.78017776</c:v>
                </c:pt>
                <c:pt idx="819">
                  <c:v>0.78233049</c:v>
                </c:pt>
                <c:pt idx="820">
                  <c:v>0.78330994</c:v>
                </c:pt>
                <c:pt idx="821">
                  <c:v>0.78529358</c:v>
                </c:pt>
                <c:pt idx="822">
                  <c:v>0.78819275</c:v>
                </c:pt>
                <c:pt idx="823">
                  <c:v>0.78997638</c:v>
                </c:pt>
                <c:pt idx="824">
                  <c:v>0.79175794</c:v>
                </c:pt>
                <c:pt idx="825">
                  <c:v>0.79368798</c:v>
                </c:pt>
                <c:pt idx="826">
                  <c:v>0.79569224</c:v>
                </c:pt>
                <c:pt idx="827">
                  <c:v>0.79742432</c:v>
                </c:pt>
                <c:pt idx="828">
                  <c:v>0.79963684</c:v>
                </c:pt>
                <c:pt idx="829">
                  <c:v>0.8014081</c:v>
                </c:pt>
                <c:pt idx="830">
                  <c:v>0.80322266</c:v>
                </c:pt>
                <c:pt idx="831">
                  <c:v>0.80535889</c:v>
                </c:pt>
                <c:pt idx="832">
                  <c:v>0.80712396</c:v>
                </c:pt>
                <c:pt idx="833">
                  <c:v>0.80912822</c:v>
                </c:pt>
                <c:pt idx="834">
                  <c:v>0.81115723</c:v>
                </c:pt>
                <c:pt idx="835">
                  <c:v>0.81335944</c:v>
                </c:pt>
                <c:pt idx="836">
                  <c:v>0.81512451</c:v>
                </c:pt>
                <c:pt idx="837">
                  <c:v>0.81751643</c:v>
                </c:pt>
                <c:pt idx="838">
                  <c:v>0.81952069</c:v>
                </c:pt>
                <c:pt idx="839">
                  <c:v>0.82130432</c:v>
                </c:pt>
                <c:pt idx="840">
                  <c:v>0.82330652</c:v>
                </c:pt>
                <c:pt idx="841">
                  <c:v>0.82557678</c:v>
                </c:pt>
                <c:pt idx="842">
                  <c:v>0.82756042</c:v>
                </c:pt>
                <c:pt idx="843">
                  <c:v>0.82977295</c:v>
                </c:pt>
                <c:pt idx="844">
                  <c:v>0.83154627</c:v>
                </c:pt>
                <c:pt idx="845">
                  <c:v>0.83381653</c:v>
                </c:pt>
                <c:pt idx="846">
                  <c:v>0.83518982</c:v>
                </c:pt>
                <c:pt idx="847">
                  <c:v>0.83703943</c:v>
                </c:pt>
                <c:pt idx="848">
                  <c:v>0.83904369</c:v>
                </c:pt>
                <c:pt idx="849">
                  <c:v>0.84201297</c:v>
                </c:pt>
                <c:pt idx="850">
                  <c:v>0.84388733</c:v>
                </c:pt>
                <c:pt idx="851">
                  <c:v>0.84565034</c:v>
                </c:pt>
                <c:pt idx="852">
                  <c:v>0.8480835</c:v>
                </c:pt>
                <c:pt idx="853">
                  <c:v>0.85014343</c:v>
                </c:pt>
                <c:pt idx="854">
                  <c:v>0.85196005</c:v>
                </c:pt>
                <c:pt idx="855">
                  <c:v>0.85418701</c:v>
                </c:pt>
                <c:pt idx="856">
                  <c:v>0.85601807</c:v>
                </c:pt>
                <c:pt idx="857">
                  <c:v>0.85700783</c:v>
                </c:pt>
                <c:pt idx="858">
                  <c:v>0.85945129</c:v>
                </c:pt>
                <c:pt idx="859">
                  <c:v>0.8620556</c:v>
                </c:pt>
                <c:pt idx="860">
                  <c:v>0.86405986</c:v>
                </c:pt>
                <c:pt idx="861">
                  <c:v>0.86532593</c:v>
                </c:pt>
                <c:pt idx="862">
                  <c:v>0.86829108</c:v>
                </c:pt>
                <c:pt idx="863">
                  <c:v>0.86929321</c:v>
                </c:pt>
                <c:pt idx="864">
                  <c:v>0.87215114</c:v>
                </c:pt>
                <c:pt idx="865">
                  <c:v>0.87394714</c:v>
                </c:pt>
                <c:pt idx="866">
                  <c:v>0.87578851</c:v>
                </c:pt>
                <c:pt idx="867">
                  <c:v>0.87776184</c:v>
                </c:pt>
                <c:pt idx="868">
                  <c:v>0.87974548</c:v>
                </c:pt>
                <c:pt idx="869">
                  <c:v>0.8815786</c:v>
                </c:pt>
                <c:pt idx="870">
                  <c:v>0.88401794</c:v>
                </c:pt>
                <c:pt idx="871">
                  <c:v>0.88580982</c:v>
                </c:pt>
                <c:pt idx="872">
                  <c:v>0.88781408</c:v>
                </c:pt>
                <c:pt idx="873">
                  <c:v>0.88981835</c:v>
                </c:pt>
                <c:pt idx="874">
                  <c:v>0.89187622</c:v>
                </c:pt>
                <c:pt idx="875">
                  <c:v>0.89347839</c:v>
                </c:pt>
                <c:pt idx="876">
                  <c:v>0.89576721</c:v>
                </c:pt>
                <c:pt idx="877">
                  <c:v>0.89850348</c:v>
                </c:pt>
                <c:pt idx="878">
                  <c:v>0.89958191</c:v>
                </c:pt>
                <c:pt idx="879">
                  <c:v>0.90221508</c:v>
                </c:pt>
                <c:pt idx="880">
                  <c:v>0.90423584</c:v>
                </c:pt>
                <c:pt idx="881">
                  <c:v>0.90681746</c:v>
                </c:pt>
                <c:pt idx="882">
                  <c:v>0.90911865</c:v>
                </c:pt>
                <c:pt idx="883">
                  <c:v>0.91239929</c:v>
                </c:pt>
                <c:pt idx="884">
                  <c:v>0.91392517</c:v>
                </c:pt>
                <c:pt idx="885">
                  <c:v>0.91565106</c:v>
                </c:pt>
                <c:pt idx="886">
                  <c:v>0.91964722</c:v>
                </c:pt>
                <c:pt idx="887">
                  <c:v>0.92216492</c:v>
                </c:pt>
                <c:pt idx="888">
                  <c:v>0.92351965</c:v>
                </c:pt>
                <c:pt idx="889">
                  <c:v>0.92745394</c:v>
                </c:pt>
                <c:pt idx="890">
                  <c:v>0.92987061</c:v>
                </c:pt>
                <c:pt idx="891">
                  <c:v>0.93279864</c:v>
                </c:pt>
                <c:pt idx="892">
                  <c:v>0.93584215</c:v>
                </c:pt>
                <c:pt idx="893">
                  <c:v>0.93833923</c:v>
                </c:pt>
                <c:pt idx="894">
                  <c:v>0.94081569</c:v>
                </c:pt>
                <c:pt idx="895">
                  <c:v>0.94311688</c:v>
                </c:pt>
                <c:pt idx="896">
                  <c:v>0.94596863</c:v>
                </c:pt>
                <c:pt idx="897">
                  <c:v>0.9488678</c:v>
                </c:pt>
                <c:pt idx="898">
                  <c:v>0.95176697</c:v>
                </c:pt>
                <c:pt idx="899">
                  <c:v>0.95436096</c:v>
                </c:pt>
                <c:pt idx="900">
                  <c:v>0.95733643</c:v>
                </c:pt>
                <c:pt idx="901">
                  <c:v>0.96056139</c:v>
                </c:pt>
                <c:pt idx="902">
                  <c:v>0.96359253</c:v>
                </c:pt>
                <c:pt idx="903">
                  <c:v>0.96627725</c:v>
                </c:pt>
                <c:pt idx="904">
                  <c:v>0.97050847</c:v>
                </c:pt>
                <c:pt idx="905">
                  <c:v>0.97351074</c:v>
                </c:pt>
                <c:pt idx="906">
                  <c:v>0.97541809</c:v>
                </c:pt>
                <c:pt idx="907">
                  <c:v>0.97815436</c:v>
                </c:pt>
                <c:pt idx="908">
                  <c:v>0.98243713</c:v>
                </c:pt>
                <c:pt idx="909">
                  <c:v>0.98556519</c:v>
                </c:pt>
                <c:pt idx="910">
                  <c:v>0.98832414</c:v>
                </c:pt>
                <c:pt idx="911">
                  <c:v>0.99114495</c:v>
                </c:pt>
                <c:pt idx="912">
                  <c:v>0.9942627</c:v>
                </c:pt>
                <c:pt idx="913">
                  <c:v>0.99738044</c:v>
                </c:pt>
                <c:pt idx="914">
                  <c:v>1.00020125</c:v>
                </c:pt>
                <c:pt idx="915">
                  <c:v>1.00331899</c:v>
                </c:pt>
                <c:pt idx="916">
                  <c:v>1.0068512</c:v>
                </c:pt>
                <c:pt idx="917">
                  <c:v>1.00962871</c:v>
                </c:pt>
                <c:pt idx="918">
                  <c:v>1.01311761</c:v>
                </c:pt>
                <c:pt idx="919">
                  <c:v>1.01630958</c:v>
                </c:pt>
                <c:pt idx="920">
                  <c:v>1.0191304</c:v>
                </c:pt>
                <c:pt idx="921">
                  <c:v>1.02358431</c:v>
                </c:pt>
                <c:pt idx="922">
                  <c:v>1.02358431</c:v>
                </c:pt>
                <c:pt idx="923">
                  <c:v>1.03019096</c:v>
                </c:pt>
                <c:pt idx="924">
                  <c:v>1.03302002</c:v>
                </c:pt>
                <c:pt idx="925">
                  <c:v>1.03590682</c:v>
                </c:pt>
                <c:pt idx="926">
                  <c:v>1.03904724</c:v>
                </c:pt>
                <c:pt idx="927">
                  <c:v>1.04217529</c:v>
                </c:pt>
                <c:pt idx="928">
                  <c:v>1.04530334</c:v>
                </c:pt>
                <c:pt idx="929">
                  <c:v>1.04837778</c:v>
                </c:pt>
                <c:pt idx="930">
                  <c:v>1.05178833</c:v>
                </c:pt>
                <c:pt idx="931">
                  <c:v>1.05361938</c:v>
                </c:pt>
                <c:pt idx="932">
                  <c:v>1.05552673</c:v>
                </c:pt>
                <c:pt idx="933">
                  <c:v>1.06040336</c:v>
                </c:pt>
                <c:pt idx="934">
                  <c:v>1.06315613</c:v>
                </c:pt>
                <c:pt idx="935">
                  <c:v>1.06651306</c:v>
                </c:pt>
                <c:pt idx="936">
                  <c:v>1.06990505</c:v>
                </c:pt>
                <c:pt idx="937">
                  <c:v>1.07322693</c:v>
                </c:pt>
                <c:pt idx="938">
                  <c:v>1.07473013</c:v>
                </c:pt>
                <c:pt idx="939">
                  <c:v>1.07841492</c:v>
                </c:pt>
                <c:pt idx="940">
                  <c:v>1.08111407</c:v>
                </c:pt>
                <c:pt idx="941">
                  <c:v>1.08564222</c:v>
                </c:pt>
                <c:pt idx="942">
                  <c:v>1.08690416</c:v>
                </c:pt>
                <c:pt idx="943">
                  <c:v>1.09138489</c:v>
                </c:pt>
                <c:pt idx="944">
                  <c:v>1.09352112</c:v>
                </c:pt>
                <c:pt idx="945">
                  <c:v>1.09596252</c:v>
                </c:pt>
                <c:pt idx="946">
                  <c:v>1.10048861</c:v>
                </c:pt>
                <c:pt idx="947">
                  <c:v>1.10206604</c:v>
                </c:pt>
                <c:pt idx="948">
                  <c:v>1.10656738</c:v>
                </c:pt>
                <c:pt idx="949">
                  <c:v>1.10806027</c:v>
                </c:pt>
                <c:pt idx="950">
                  <c:v>1.11266265</c:v>
                </c:pt>
                <c:pt idx="951">
                  <c:v>1.11444422</c:v>
                </c:pt>
                <c:pt idx="952">
                  <c:v>1.11874967</c:v>
                </c:pt>
                <c:pt idx="953">
                  <c:v>1.12209011</c:v>
                </c:pt>
                <c:pt idx="954">
                  <c:v>1.12358093</c:v>
                </c:pt>
                <c:pt idx="955">
                  <c:v>1.12663269</c:v>
                </c:pt>
                <c:pt idx="956">
                  <c:v>1.12960815</c:v>
                </c:pt>
                <c:pt idx="957">
                  <c:v>1.13389299</c:v>
                </c:pt>
                <c:pt idx="958">
                  <c:v>1.1366272</c:v>
                </c:pt>
                <c:pt idx="959">
                  <c:v>1.13967896</c:v>
                </c:pt>
                <c:pt idx="960">
                  <c:v>1.14303589</c:v>
                </c:pt>
                <c:pt idx="961">
                  <c:v>1.14450816</c:v>
                </c:pt>
                <c:pt idx="962">
                  <c:v>1.14944458</c:v>
                </c:pt>
                <c:pt idx="963">
                  <c:v>1.15215405</c:v>
                </c:pt>
                <c:pt idx="964">
                  <c:v>1.1546037</c:v>
                </c:pt>
                <c:pt idx="965">
                  <c:v>1.15730286</c:v>
                </c:pt>
                <c:pt idx="966">
                  <c:v>1.16065979</c:v>
                </c:pt>
                <c:pt idx="967">
                  <c:v>1.16336307</c:v>
                </c:pt>
                <c:pt idx="968">
                  <c:v>1.16670351</c:v>
                </c:pt>
                <c:pt idx="969">
                  <c:v>1.16915316</c:v>
                </c:pt>
                <c:pt idx="970">
                  <c:v>1.17248535</c:v>
                </c:pt>
                <c:pt idx="971">
                  <c:v>1.17584229</c:v>
                </c:pt>
                <c:pt idx="972">
                  <c:v>1.17858062</c:v>
                </c:pt>
                <c:pt idx="973">
                  <c:v>1.18125916</c:v>
                </c:pt>
                <c:pt idx="974">
                  <c:v>1.18461609</c:v>
                </c:pt>
                <c:pt idx="975">
                  <c:v>1.18793384</c:v>
                </c:pt>
                <c:pt idx="976">
                  <c:v>1.1907196</c:v>
                </c:pt>
                <c:pt idx="977">
                  <c:v>1.19372394</c:v>
                </c:pt>
                <c:pt idx="978">
                  <c:v>1.19773865</c:v>
                </c:pt>
                <c:pt idx="979">
                  <c:v>1.20047904</c:v>
                </c:pt>
                <c:pt idx="980">
                  <c:v>1.20381948</c:v>
                </c:pt>
                <c:pt idx="981">
                  <c:v>1.20626914</c:v>
                </c:pt>
                <c:pt idx="982">
                  <c:v>1.20960957</c:v>
                </c:pt>
                <c:pt idx="983">
                  <c:v>1.21205923</c:v>
                </c:pt>
                <c:pt idx="984">
                  <c:v>1.21482849</c:v>
                </c:pt>
                <c:pt idx="985">
                  <c:v>1.21818542</c:v>
                </c:pt>
                <c:pt idx="986">
                  <c:v>1.22156092</c:v>
                </c:pt>
                <c:pt idx="987">
                  <c:v>1.22428894</c:v>
                </c:pt>
                <c:pt idx="988">
                  <c:v>1.22735101</c:v>
                </c:pt>
                <c:pt idx="989">
                  <c:v>1.23016357</c:v>
                </c:pt>
                <c:pt idx="990">
                  <c:v>1.23410612</c:v>
                </c:pt>
                <c:pt idx="991">
                  <c:v>1.23752078</c:v>
                </c:pt>
                <c:pt idx="992">
                  <c:v>1.24056429</c:v>
                </c:pt>
                <c:pt idx="993">
                  <c:v>1.2436078</c:v>
                </c:pt>
                <c:pt idx="994">
                  <c:v>1.24549866</c:v>
                </c:pt>
                <c:pt idx="995">
                  <c:v>1.24887827</c:v>
                </c:pt>
                <c:pt idx="996">
                  <c:v>1.25192178</c:v>
                </c:pt>
                <c:pt idx="997">
                  <c:v>1.25533645</c:v>
                </c:pt>
                <c:pt idx="998">
                  <c:v>1.25652416</c:v>
                </c:pt>
                <c:pt idx="999">
                  <c:v>1.27619563</c:v>
                </c:pt>
                <c:pt idx="1000">
                  <c:v>1.28042685</c:v>
                </c:pt>
                <c:pt idx="1001">
                  <c:v>1.28354459</c:v>
                </c:pt>
                <c:pt idx="1002">
                  <c:v>1.28662109</c:v>
                </c:pt>
                <c:pt idx="1003">
                  <c:v>1.28992854</c:v>
                </c:pt>
                <c:pt idx="1004">
                  <c:v>1.29150391</c:v>
                </c:pt>
                <c:pt idx="1005">
                  <c:v>1.29486084</c:v>
                </c:pt>
                <c:pt idx="1006">
                  <c:v>1.2979126</c:v>
                </c:pt>
                <c:pt idx="1007">
                  <c:v>1.3009891</c:v>
                </c:pt>
                <c:pt idx="1008">
                  <c:v>1.30403261</c:v>
                </c:pt>
                <c:pt idx="1009">
                  <c:v>1.30683899</c:v>
                </c:pt>
                <c:pt idx="1010">
                  <c:v>1.31019592</c:v>
                </c:pt>
                <c:pt idx="1011">
                  <c:v>1.3135343</c:v>
                </c:pt>
                <c:pt idx="1012">
                  <c:v>1.31665204</c:v>
                </c:pt>
                <c:pt idx="1013">
                  <c:v>1.31973267</c:v>
                </c:pt>
                <c:pt idx="1014">
                  <c:v>1.32244213</c:v>
                </c:pt>
                <c:pt idx="1015">
                  <c:v>1.32555987</c:v>
                </c:pt>
                <c:pt idx="1016">
                  <c:v>1.32800953</c:v>
                </c:pt>
                <c:pt idx="1017">
                  <c:v>1.33293152</c:v>
                </c:pt>
                <c:pt idx="1018">
                  <c:v>1.33415222</c:v>
                </c:pt>
                <c:pt idx="1019">
                  <c:v>1.33720398</c:v>
                </c:pt>
                <c:pt idx="1020">
                  <c:v>1.34056091</c:v>
                </c:pt>
                <c:pt idx="1021">
                  <c:v>1.3439694</c:v>
                </c:pt>
                <c:pt idx="1022">
                  <c:v>1.34674072</c:v>
                </c:pt>
                <c:pt idx="1023">
                  <c:v>1.34983372</c:v>
                </c:pt>
                <c:pt idx="1024">
                  <c:v>1.35413917</c:v>
                </c:pt>
                <c:pt idx="1025">
                  <c:v>1.35696411</c:v>
                </c:pt>
                <c:pt idx="1026">
                  <c:v>1.36001587</c:v>
                </c:pt>
                <c:pt idx="1027">
                  <c:v>1.36312124</c:v>
                </c:pt>
                <c:pt idx="1028">
                  <c:v>1.36564513</c:v>
                </c:pt>
                <c:pt idx="1029">
                  <c:v>1.36901855</c:v>
                </c:pt>
                <c:pt idx="1030">
                  <c:v>1.37184143</c:v>
                </c:pt>
                <c:pt idx="1031">
                  <c:v>1.37588913</c:v>
                </c:pt>
                <c:pt idx="1032">
                  <c:v>1.37893677</c:v>
                </c:pt>
                <c:pt idx="1033">
                  <c:v>1.38206482</c:v>
                </c:pt>
                <c:pt idx="1034">
                  <c:v>1.3848712</c:v>
                </c:pt>
                <c:pt idx="1035">
                  <c:v>1.38793945</c:v>
                </c:pt>
                <c:pt idx="1036">
                  <c:v>1.39140361</c:v>
                </c:pt>
                <c:pt idx="1037">
                  <c:v>1.39419556</c:v>
                </c:pt>
                <c:pt idx="1038">
                  <c:v>1.39694214</c:v>
                </c:pt>
                <c:pt idx="1039">
                  <c:v>1.40007019</c:v>
                </c:pt>
                <c:pt idx="1040">
                  <c:v>1.40283533</c:v>
                </c:pt>
                <c:pt idx="1041">
                  <c:v>1.40655518</c:v>
                </c:pt>
                <c:pt idx="1042">
                  <c:v>1.40968323</c:v>
                </c:pt>
                <c:pt idx="1043">
                  <c:v>1.41281128</c:v>
                </c:pt>
                <c:pt idx="1044">
                  <c:v>1.41590015</c:v>
                </c:pt>
                <c:pt idx="1045">
                  <c:v>1.41868591</c:v>
                </c:pt>
                <c:pt idx="1046">
                  <c:v>1.42181396</c:v>
                </c:pt>
                <c:pt idx="1047">
                  <c:v>1.42488222</c:v>
                </c:pt>
                <c:pt idx="1048">
                  <c:v>1.42799996</c:v>
                </c:pt>
                <c:pt idx="1049">
                  <c:v>1.43081665</c:v>
                </c:pt>
                <c:pt idx="1050">
                  <c:v>1.43424988</c:v>
                </c:pt>
                <c:pt idx="1051">
                  <c:v>1.43737793</c:v>
                </c:pt>
                <c:pt idx="1052">
                  <c:v>1.44042969</c:v>
                </c:pt>
                <c:pt idx="1053">
                  <c:v>1.44393921</c:v>
                </c:pt>
                <c:pt idx="1054">
                  <c:v>1.44706726</c:v>
                </c:pt>
                <c:pt idx="1055">
                  <c:v>1.45019531</c:v>
                </c:pt>
                <c:pt idx="1056">
                  <c:v>1.45332336</c:v>
                </c:pt>
                <c:pt idx="1057">
                  <c:v>1.45675659</c:v>
                </c:pt>
                <c:pt idx="1058">
                  <c:v>1.45962277</c:v>
                </c:pt>
                <c:pt idx="1059">
                  <c:v>1.46247864</c:v>
                </c:pt>
                <c:pt idx="1060">
                  <c:v>1.46563556</c:v>
                </c:pt>
                <c:pt idx="1061">
                  <c:v>1.46858215</c:v>
                </c:pt>
                <c:pt idx="1062">
                  <c:v>1.47209374</c:v>
                </c:pt>
                <c:pt idx="1063">
                  <c:v>1.47565687</c:v>
                </c:pt>
                <c:pt idx="1064">
                  <c:v>1.47892308</c:v>
                </c:pt>
                <c:pt idx="1065">
                  <c:v>1.4818573</c:v>
                </c:pt>
                <c:pt idx="1066">
                  <c:v>1.48544312</c:v>
                </c:pt>
                <c:pt idx="1067">
                  <c:v>1.48842477</c:v>
                </c:pt>
                <c:pt idx="1068">
                  <c:v>1.49200439</c:v>
                </c:pt>
                <c:pt idx="1069">
                  <c:v>1.4956665</c:v>
                </c:pt>
                <c:pt idx="1070">
                  <c:v>1.4973326</c:v>
                </c:pt>
                <c:pt idx="1071">
                  <c:v>1.50100708</c:v>
                </c:pt>
                <c:pt idx="1072">
                  <c:v>1.50474548</c:v>
                </c:pt>
                <c:pt idx="1073">
                  <c:v>1.50772507</c:v>
                </c:pt>
                <c:pt idx="1074">
                  <c:v>1.512146</c:v>
                </c:pt>
                <c:pt idx="1075">
                  <c:v>1.51551943</c:v>
                </c:pt>
                <c:pt idx="1076">
                  <c:v>1.5189341</c:v>
                </c:pt>
                <c:pt idx="1077">
                  <c:v>1.52267456</c:v>
                </c:pt>
                <c:pt idx="1078">
                  <c:v>1.52576343</c:v>
                </c:pt>
                <c:pt idx="1079">
                  <c:v>1.52923584</c:v>
                </c:pt>
                <c:pt idx="1080">
                  <c:v>1.53266907</c:v>
                </c:pt>
                <c:pt idx="1081">
                  <c:v>1.53610229</c:v>
                </c:pt>
                <c:pt idx="1082">
                  <c:v>1.5398407</c:v>
                </c:pt>
                <c:pt idx="1083">
                  <c:v>1.54298525</c:v>
                </c:pt>
                <c:pt idx="1084">
                  <c:v>1.5460968</c:v>
                </c:pt>
                <c:pt idx="1085">
                  <c:v>1.5499115</c:v>
                </c:pt>
                <c:pt idx="1086">
                  <c:v>1.55300656</c:v>
                </c:pt>
                <c:pt idx="1087">
                  <c:v>1.5561676</c:v>
                </c:pt>
                <c:pt idx="1088">
                  <c:v>1.5599823</c:v>
                </c:pt>
                <c:pt idx="1089">
                  <c:v>1.56341553</c:v>
                </c:pt>
                <c:pt idx="1090">
                  <c:v>1.56651677</c:v>
                </c:pt>
                <c:pt idx="1091">
                  <c:v>1.5700531</c:v>
                </c:pt>
                <c:pt idx="1092">
                  <c:v>1.57493591</c:v>
                </c:pt>
                <c:pt idx="1093">
                  <c:v>1.57735464</c:v>
                </c:pt>
                <c:pt idx="1094">
                  <c:v>1.58081055</c:v>
                </c:pt>
                <c:pt idx="1095">
                  <c:v>1.58396128</c:v>
                </c:pt>
                <c:pt idx="1096">
                  <c:v>1.58851624</c:v>
                </c:pt>
                <c:pt idx="1097">
                  <c:v>1.59064216</c:v>
                </c:pt>
                <c:pt idx="1098">
                  <c:v>1.59554146</c:v>
                </c:pt>
                <c:pt idx="1099">
                  <c:v>1.59903037</c:v>
                </c:pt>
                <c:pt idx="1100">
                  <c:v>1.60118103</c:v>
                </c:pt>
                <c:pt idx="1101">
                  <c:v>1.60504315</c:v>
                </c:pt>
                <c:pt idx="1102">
                  <c:v>1.60820007</c:v>
                </c:pt>
                <c:pt idx="1103">
                  <c:v>1.61209106</c:v>
                </c:pt>
                <c:pt idx="1104">
                  <c:v>1.61560059</c:v>
                </c:pt>
                <c:pt idx="1105">
                  <c:v>1.6191864</c:v>
                </c:pt>
                <c:pt idx="1106">
                  <c:v>1.62307739</c:v>
                </c:pt>
                <c:pt idx="1107">
                  <c:v>1.62627349</c:v>
                </c:pt>
                <c:pt idx="1108">
                  <c:v>1.62940979</c:v>
                </c:pt>
                <c:pt idx="1109">
                  <c:v>1.63369668</c:v>
                </c:pt>
                <c:pt idx="1110">
                  <c:v>1.63725982</c:v>
                </c:pt>
                <c:pt idx="1111">
                  <c:v>1.64082295</c:v>
                </c:pt>
                <c:pt idx="1112">
                  <c:v>1.64401493</c:v>
                </c:pt>
                <c:pt idx="1113">
                  <c:v>1.64757806</c:v>
                </c:pt>
                <c:pt idx="1114">
                  <c:v>1.65121542</c:v>
                </c:pt>
                <c:pt idx="1115">
                  <c:v>1.6544074</c:v>
                </c:pt>
                <c:pt idx="1116">
                  <c:v>1.65945517</c:v>
                </c:pt>
                <c:pt idx="1117">
                  <c:v>1.66122437</c:v>
                </c:pt>
                <c:pt idx="1118">
                  <c:v>1.66554219</c:v>
                </c:pt>
                <c:pt idx="1119">
                  <c:v>1.66910532</c:v>
                </c:pt>
                <c:pt idx="1120">
                  <c:v>1.67266846</c:v>
                </c:pt>
                <c:pt idx="1121">
                  <c:v>1.67667698</c:v>
                </c:pt>
                <c:pt idx="1122">
                  <c:v>1.67984009</c:v>
                </c:pt>
                <c:pt idx="1123">
                  <c:v>1.6835022</c:v>
                </c:pt>
                <c:pt idx="1124">
                  <c:v>1.68706945</c:v>
                </c:pt>
                <c:pt idx="1125">
                  <c:v>1.69137491</c:v>
                </c:pt>
                <c:pt idx="1126">
                  <c:v>1.69570923</c:v>
                </c:pt>
                <c:pt idx="1127">
                  <c:v>1.69894657</c:v>
                </c:pt>
                <c:pt idx="1128">
                  <c:v>1.7025097</c:v>
                </c:pt>
                <c:pt idx="1129">
                  <c:v>1.70614707</c:v>
                </c:pt>
                <c:pt idx="1130">
                  <c:v>1.70933904</c:v>
                </c:pt>
                <c:pt idx="1131">
                  <c:v>1.71257019</c:v>
                </c:pt>
                <c:pt idx="1132">
                  <c:v>1.71579722</c:v>
                </c:pt>
                <c:pt idx="1133">
                  <c:v>1.71980574</c:v>
                </c:pt>
                <c:pt idx="1134">
                  <c:v>1.72302246</c:v>
                </c:pt>
                <c:pt idx="1135">
                  <c:v>1.72626392</c:v>
                </c:pt>
                <c:pt idx="1136">
                  <c:v>1.73126221</c:v>
                </c:pt>
                <c:pt idx="1137">
                  <c:v>1.73484802</c:v>
                </c:pt>
                <c:pt idx="1138">
                  <c:v>1.73851013</c:v>
                </c:pt>
                <c:pt idx="1139">
                  <c:v>1.74247742</c:v>
                </c:pt>
                <c:pt idx="1140">
                  <c:v>1.74571269</c:v>
                </c:pt>
                <c:pt idx="1141">
                  <c:v>1.74927583</c:v>
                </c:pt>
                <c:pt idx="1142">
                  <c:v>1.75321012</c:v>
                </c:pt>
                <c:pt idx="1143">
                  <c:v>1.75506592</c:v>
                </c:pt>
                <c:pt idx="1144">
                  <c:v>1.76010132</c:v>
                </c:pt>
                <c:pt idx="1145">
                  <c:v>1.7640686</c:v>
                </c:pt>
                <c:pt idx="1146">
                  <c:v>1.76696777</c:v>
                </c:pt>
                <c:pt idx="1147">
                  <c:v>1.77020924</c:v>
                </c:pt>
                <c:pt idx="1148">
                  <c:v>1.77414353</c:v>
                </c:pt>
                <c:pt idx="1149">
                  <c:v>1.77742004</c:v>
                </c:pt>
                <c:pt idx="1150">
                  <c:v>1.78097287</c:v>
                </c:pt>
                <c:pt idx="1151">
                  <c:v>1.78421021</c:v>
                </c:pt>
                <c:pt idx="1152">
                  <c:v>1.78750528</c:v>
                </c:pt>
                <c:pt idx="1153">
                  <c:v>1.79143957</c:v>
                </c:pt>
                <c:pt idx="1154">
                  <c:v>1.79473877</c:v>
                </c:pt>
                <c:pt idx="1155">
                  <c:v>1.79977417</c:v>
                </c:pt>
                <c:pt idx="1156">
                  <c:v>1.80190628</c:v>
                </c:pt>
                <c:pt idx="1157">
                  <c:v>1.80587769</c:v>
                </c:pt>
                <c:pt idx="1158">
                  <c:v>1.81096257</c:v>
                </c:pt>
                <c:pt idx="1159">
                  <c:v>1.81282043</c:v>
                </c:pt>
                <c:pt idx="1160">
                  <c:v>1.81640625</c:v>
                </c:pt>
                <c:pt idx="1161">
                  <c:v>1.82076119</c:v>
                </c:pt>
                <c:pt idx="1162">
                  <c:v>1.82403564</c:v>
                </c:pt>
                <c:pt idx="1163">
                  <c:v>1.82762146</c:v>
                </c:pt>
                <c:pt idx="1164">
                  <c:v>1.83271253</c:v>
                </c:pt>
                <c:pt idx="1165">
                  <c:v>1.8359375</c:v>
                </c:pt>
                <c:pt idx="1166">
                  <c:v>1.83924495</c:v>
                </c:pt>
                <c:pt idx="1167">
                  <c:v>1.84251115</c:v>
                </c:pt>
                <c:pt idx="1168">
                  <c:v>1.84614852</c:v>
                </c:pt>
                <c:pt idx="1169">
                  <c:v>1.84904356</c:v>
                </c:pt>
                <c:pt idx="1170">
                  <c:v>1.85297786</c:v>
                </c:pt>
                <c:pt idx="1171">
                  <c:v>1.85661522</c:v>
                </c:pt>
                <c:pt idx="1172">
                  <c:v>1.86062375</c:v>
                </c:pt>
                <c:pt idx="1173">
                  <c:v>1.86386108</c:v>
                </c:pt>
                <c:pt idx="1174">
                  <c:v>1.86789848</c:v>
                </c:pt>
                <c:pt idx="1175">
                  <c:v>1.87116468</c:v>
                </c:pt>
                <c:pt idx="1176">
                  <c:v>1.87591553</c:v>
                </c:pt>
                <c:pt idx="1177">
                  <c:v>1.87805176</c:v>
                </c:pt>
                <c:pt idx="1178">
                  <c:v>1.88311603</c:v>
                </c:pt>
                <c:pt idx="1179">
                  <c:v>1.88713074</c:v>
                </c:pt>
                <c:pt idx="1180">
                  <c:v>1.88898035</c:v>
                </c:pt>
                <c:pt idx="1181">
                  <c:v>1.89298888</c:v>
                </c:pt>
                <c:pt idx="1182">
                  <c:v>1.89476013</c:v>
                </c:pt>
                <c:pt idx="1183">
                  <c:v>1.90063477</c:v>
                </c:pt>
                <c:pt idx="1184">
                  <c:v>1.90427213</c:v>
                </c:pt>
                <c:pt idx="1185">
                  <c:v>1.91228918</c:v>
                </c:pt>
                <c:pt idx="1186">
                  <c:v>1.91629771</c:v>
                </c:pt>
                <c:pt idx="1187">
                  <c:v>1.91955566</c:v>
                </c:pt>
                <c:pt idx="1188">
                  <c:v>1.92176819</c:v>
                </c:pt>
                <c:pt idx="1189">
                  <c:v>1.92573547</c:v>
                </c:pt>
                <c:pt idx="1190">
                  <c:v>1.92863464</c:v>
                </c:pt>
                <c:pt idx="1191">
                  <c:v>1.93270297</c:v>
                </c:pt>
                <c:pt idx="1192">
                  <c:v>1.93634033</c:v>
                </c:pt>
                <c:pt idx="1193">
                  <c:v>1.9418335</c:v>
                </c:pt>
                <c:pt idx="1194">
                  <c:v>1.9443512</c:v>
                </c:pt>
                <c:pt idx="1195">
                  <c:v>1.94839478</c:v>
                </c:pt>
                <c:pt idx="1196">
                  <c:v>1.95137024</c:v>
                </c:pt>
                <c:pt idx="1197">
                  <c:v>1.95460139</c:v>
                </c:pt>
                <c:pt idx="1198">
                  <c:v>1.96016879</c:v>
                </c:pt>
                <c:pt idx="1199">
                  <c:v>1.96157919</c:v>
                </c:pt>
                <c:pt idx="1200">
                  <c:v>1.96563721</c:v>
                </c:pt>
                <c:pt idx="1201">
                  <c:v>1.96968079</c:v>
                </c:pt>
                <c:pt idx="1202">
                  <c:v>1.9733429</c:v>
                </c:pt>
                <c:pt idx="1203">
                  <c:v>1.9773906</c:v>
                </c:pt>
                <c:pt idx="1204">
                  <c:v>1.98181152</c:v>
                </c:pt>
                <c:pt idx="1205">
                  <c:v>1.98518495</c:v>
                </c:pt>
                <c:pt idx="1206">
                  <c:v>1.98921204</c:v>
                </c:pt>
                <c:pt idx="1207">
                  <c:v>1.99325562</c:v>
                </c:pt>
                <c:pt idx="1208">
                  <c:v>1.99623108</c:v>
                </c:pt>
                <c:pt idx="1209">
                  <c:v>2.00025404</c:v>
                </c:pt>
                <c:pt idx="1210">
                  <c:v>2.00393677</c:v>
                </c:pt>
                <c:pt idx="1211">
                  <c:v>2.00767517</c:v>
                </c:pt>
                <c:pt idx="1212">
                  <c:v>2.01057434</c:v>
                </c:pt>
                <c:pt idx="1213">
                  <c:v>2.01393127</c:v>
                </c:pt>
                <c:pt idx="1214">
                  <c:v>2.01759338</c:v>
                </c:pt>
                <c:pt idx="1215">
                  <c:v>2.02163696</c:v>
                </c:pt>
                <c:pt idx="1216">
                  <c:v>2.02529907</c:v>
                </c:pt>
                <c:pt idx="1217">
                  <c:v>2.02935296</c:v>
                </c:pt>
                <c:pt idx="1218">
                  <c:v>2.03308105</c:v>
                </c:pt>
                <c:pt idx="1219">
                  <c:v>2.03707308</c:v>
                </c:pt>
                <c:pt idx="1220">
                  <c:v>2.04040527</c:v>
                </c:pt>
                <c:pt idx="1221">
                  <c:v>2.04299927</c:v>
                </c:pt>
                <c:pt idx="1222">
                  <c:v>2.04702016</c:v>
                </c:pt>
                <c:pt idx="1223">
                  <c:v>2.05032349</c:v>
                </c:pt>
                <c:pt idx="1224">
                  <c:v>2.05399797</c:v>
                </c:pt>
                <c:pt idx="1225">
                  <c:v>2.05802917</c:v>
                </c:pt>
                <c:pt idx="1226">
                  <c:v>2.06283157</c:v>
                </c:pt>
                <c:pt idx="1227">
                  <c:v>2.0664978</c:v>
                </c:pt>
                <c:pt idx="1228">
                  <c:v>2.07015991</c:v>
                </c:pt>
                <c:pt idx="1229">
                  <c:v>2.07382202</c:v>
                </c:pt>
                <c:pt idx="1230">
                  <c:v>2.07752949</c:v>
                </c:pt>
                <c:pt idx="1231">
                  <c:v>2.08084106</c:v>
                </c:pt>
                <c:pt idx="1232">
                  <c:v>2.08488464</c:v>
                </c:pt>
                <c:pt idx="1233">
                  <c:v>2.0882189</c:v>
                </c:pt>
                <c:pt idx="1234">
                  <c:v>2.09228516</c:v>
                </c:pt>
                <c:pt idx="1235">
                  <c:v>2.09556786</c:v>
                </c:pt>
                <c:pt idx="1236">
                  <c:v>2.0993042</c:v>
                </c:pt>
                <c:pt idx="1237">
                  <c:v>2.10261989</c:v>
                </c:pt>
                <c:pt idx="1238">
                  <c:v>2.10670471</c:v>
                </c:pt>
                <c:pt idx="1239">
                  <c:v>2.11074829</c:v>
                </c:pt>
                <c:pt idx="1240">
                  <c:v>2.11372375</c:v>
                </c:pt>
                <c:pt idx="1241">
                  <c:v>2.11739205</c:v>
                </c:pt>
                <c:pt idx="1242">
                  <c:v>2.12110365</c:v>
                </c:pt>
                <c:pt idx="1243">
                  <c:v>2.12440491</c:v>
                </c:pt>
                <c:pt idx="1244">
                  <c:v>2.12852478</c:v>
                </c:pt>
                <c:pt idx="1245">
                  <c:v>2.13186728</c:v>
                </c:pt>
                <c:pt idx="1246">
                  <c:v>2.13557888</c:v>
                </c:pt>
                <c:pt idx="1247">
                  <c:v>2.13928223</c:v>
                </c:pt>
                <c:pt idx="1248">
                  <c:v>2.14302063</c:v>
                </c:pt>
                <c:pt idx="1249">
                  <c:v>2.14668274</c:v>
                </c:pt>
                <c:pt idx="1250">
                  <c:v>2.15080261</c:v>
                </c:pt>
                <c:pt idx="1251">
                  <c:v>2.15413686</c:v>
                </c:pt>
                <c:pt idx="1252">
                  <c:v>2.15784846</c:v>
                </c:pt>
                <c:pt idx="1253">
                  <c:v>2.16156006</c:v>
                </c:pt>
                <c:pt idx="1254">
                  <c:v>2.16564282</c:v>
                </c:pt>
                <c:pt idx="1255">
                  <c:v>2.16972351</c:v>
                </c:pt>
                <c:pt idx="1256">
                  <c:v>2.17384338</c:v>
                </c:pt>
                <c:pt idx="1257">
                  <c:v>2.17605591</c:v>
                </c:pt>
                <c:pt idx="1258">
                  <c:v>2.18048921</c:v>
                </c:pt>
                <c:pt idx="1259">
                  <c:v>2.18528748</c:v>
                </c:pt>
                <c:pt idx="1260">
                  <c:v>2.18717008</c:v>
                </c:pt>
                <c:pt idx="1261">
                  <c:v>2.19570675</c:v>
                </c:pt>
                <c:pt idx="1262">
                  <c:v>2.19902039</c:v>
                </c:pt>
                <c:pt idx="1263">
                  <c:v>2.20237732</c:v>
                </c:pt>
                <c:pt idx="1264">
                  <c:v>2.20611572</c:v>
                </c:pt>
                <c:pt idx="1265">
                  <c:v>2.2101593</c:v>
                </c:pt>
                <c:pt idx="1266">
                  <c:v>2.21352242</c:v>
                </c:pt>
                <c:pt idx="1267">
                  <c:v>2.21832275</c:v>
                </c:pt>
                <c:pt idx="1268">
                  <c:v>2.22053528</c:v>
                </c:pt>
                <c:pt idx="1269">
                  <c:v>2.22457886</c:v>
                </c:pt>
                <c:pt idx="1270">
                  <c:v>2.22643878</c:v>
                </c:pt>
                <c:pt idx="1271">
                  <c:v>2.24380906</c:v>
                </c:pt>
                <c:pt idx="1272">
                  <c:v>2.24789181</c:v>
                </c:pt>
                <c:pt idx="1273">
                  <c:v>2.25152918</c:v>
                </c:pt>
                <c:pt idx="1274">
                  <c:v>2.25524078</c:v>
                </c:pt>
                <c:pt idx="1275">
                  <c:v>2.25891113</c:v>
                </c:pt>
                <c:pt idx="1276">
                  <c:v>2.26221858</c:v>
                </c:pt>
                <c:pt idx="1277">
                  <c:v>2.26554871</c:v>
                </c:pt>
                <c:pt idx="1278">
                  <c:v>2.26927061</c:v>
                </c:pt>
                <c:pt idx="1279">
                  <c:v>2.27256775</c:v>
                </c:pt>
                <c:pt idx="1280">
                  <c:v>2.27587726</c:v>
                </c:pt>
                <c:pt idx="1281">
                  <c:v>2.2795105</c:v>
                </c:pt>
                <c:pt idx="1282">
                  <c:v>2.28508202</c:v>
                </c:pt>
                <c:pt idx="1283">
                  <c:v>2.28797706</c:v>
                </c:pt>
                <c:pt idx="1284">
                  <c:v>2.29057518</c:v>
                </c:pt>
                <c:pt idx="1285">
                  <c:v>2.2946167</c:v>
                </c:pt>
                <c:pt idx="1286">
                  <c:v>2.29784991</c:v>
                </c:pt>
                <c:pt idx="1287">
                  <c:v>2.30193267</c:v>
                </c:pt>
                <c:pt idx="1288">
                  <c:v>2.30482772</c:v>
                </c:pt>
                <c:pt idx="1289">
                  <c:v>2.30880737</c:v>
                </c:pt>
                <c:pt idx="1290">
                  <c:v>2.31430054</c:v>
                </c:pt>
                <c:pt idx="1291">
                  <c:v>2.31611097</c:v>
                </c:pt>
                <c:pt idx="1292">
                  <c:v>2.32017517</c:v>
                </c:pt>
                <c:pt idx="1293">
                  <c:v>2.32414246</c:v>
                </c:pt>
                <c:pt idx="1294">
                  <c:v>2.32739423</c:v>
                </c:pt>
                <c:pt idx="1295">
                  <c:v>2.33215332</c:v>
                </c:pt>
                <c:pt idx="1296">
                  <c:v>2.33570821</c:v>
                </c:pt>
                <c:pt idx="1297">
                  <c:v>2.33934557</c:v>
                </c:pt>
                <c:pt idx="1298">
                  <c:v>2.34224062</c:v>
                </c:pt>
                <c:pt idx="1299">
                  <c:v>2.34657288</c:v>
                </c:pt>
                <c:pt idx="1300">
                  <c:v>2.34947205</c:v>
                </c:pt>
                <c:pt idx="1301">
                  <c:v>2.35305786</c:v>
                </c:pt>
                <c:pt idx="1302">
                  <c:v>2.3573097</c:v>
                </c:pt>
                <c:pt idx="1303">
                  <c:v>2.36020475</c:v>
                </c:pt>
                <c:pt idx="1304">
                  <c:v>2.36450195</c:v>
                </c:pt>
                <c:pt idx="1305">
                  <c:v>2.36663818</c:v>
                </c:pt>
                <c:pt idx="1306">
                  <c:v>2.37052299</c:v>
                </c:pt>
                <c:pt idx="1307">
                  <c:v>2.37408612</c:v>
                </c:pt>
                <c:pt idx="1308">
                  <c:v>2.37802042</c:v>
                </c:pt>
                <c:pt idx="1309">
                  <c:v>2.38189697</c:v>
                </c:pt>
                <c:pt idx="1310">
                  <c:v>2.38548279</c:v>
                </c:pt>
                <c:pt idx="1311">
                  <c:v>2.38937378</c:v>
                </c:pt>
                <c:pt idx="1312">
                  <c:v>2.3928833</c:v>
                </c:pt>
                <c:pt idx="1313">
                  <c:v>2.39570618</c:v>
                </c:pt>
                <c:pt idx="1314">
                  <c:v>2.39959717</c:v>
                </c:pt>
                <c:pt idx="1315">
                  <c:v>2.40273965</c:v>
                </c:pt>
                <c:pt idx="1316">
                  <c:v>2.40623474</c:v>
                </c:pt>
                <c:pt idx="1317">
                  <c:v>2.40974426</c:v>
                </c:pt>
                <c:pt idx="1318">
                  <c:v>2.41317749</c:v>
                </c:pt>
                <c:pt idx="1319">
                  <c:v>2.41600037</c:v>
                </c:pt>
                <c:pt idx="1320">
                  <c:v>2.42118835</c:v>
                </c:pt>
                <c:pt idx="1321">
                  <c:v>2.42293074</c:v>
                </c:pt>
                <c:pt idx="1322">
                  <c:v>2.42675781</c:v>
                </c:pt>
                <c:pt idx="1323">
                  <c:v>2.43020547</c:v>
                </c:pt>
                <c:pt idx="1324">
                  <c:v>2.43469238</c:v>
                </c:pt>
                <c:pt idx="1325">
                  <c:v>2.43667603</c:v>
                </c:pt>
                <c:pt idx="1326">
                  <c:v>2.44015255</c:v>
                </c:pt>
                <c:pt idx="1327">
                  <c:v>2.44356722</c:v>
                </c:pt>
                <c:pt idx="1328">
                  <c:v>2.44698189</c:v>
                </c:pt>
                <c:pt idx="1329">
                  <c:v>2.45069349</c:v>
                </c:pt>
                <c:pt idx="1330">
                  <c:v>2.45410816</c:v>
                </c:pt>
                <c:pt idx="1331">
                  <c:v>2.4571991</c:v>
                </c:pt>
                <c:pt idx="1332">
                  <c:v>2.46123443</c:v>
                </c:pt>
                <c:pt idx="1333">
                  <c:v>2.4646491</c:v>
                </c:pt>
                <c:pt idx="1334">
                  <c:v>2.46765137</c:v>
                </c:pt>
                <c:pt idx="1335">
                  <c:v>2.4710083</c:v>
                </c:pt>
                <c:pt idx="1336">
                  <c:v>2.47437348</c:v>
                </c:pt>
                <c:pt idx="1337">
                  <c:v>2.47741699</c:v>
                </c:pt>
                <c:pt idx="1338">
                  <c:v>2.48149975</c:v>
                </c:pt>
                <c:pt idx="1339">
                  <c:v>2.48484019</c:v>
                </c:pt>
                <c:pt idx="1340">
                  <c:v>2.48855591</c:v>
                </c:pt>
                <c:pt idx="1341">
                  <c:v>2.49092102</c:v>
                </c:pt>
                <c:pt idx="1342">
                  <c:v>2.49427795</c:v>
                </c:pt>
                <c:pt idx="1343">
                  <c:v>2.49797924</c:v>
                </c:pt>
                <c:pt idx="1344">
                  <c:v>2.50169084</c:v>
                </c:pt>
                <c:pt idx="1345">
                  <c:v>2.50473022</c:v>
                </c:pt>
                <c:pt idx="1346">
                  <c:v>2.50808716</c:v>
                </c:pt>
                <c:pt idx="1347">
                  <c:v>2.51148946</c:v>
                </c:pt>
                <c:pt idx="1348">
                  <c:v>2.51482989</c:v>
                </c:pt>
                <c:pt idx="1349">
                  <c:v>2.51853943</c:v>
                </c:pt>
                <c:pt idx="1350">
                  <c:v>2.52188193</c:v>
                </c:pt>
                <c:pt idx="1351">
                  <c:v>2.52494812</c:v>
                </c:pt>
                <c:pt idx="1352">
                  <c:v>2.52830505</c:v>
                </c:pt>
                <c:pt idx="1353">
                  <c:v>2.53168055</c:v>
                </c:pt>
                <c:pt idx="1354">
                  <c:v>2.53509521</c:v>
                </c:pt>
                <c:pt idx="1355">
                  <c:v>2.53845215</c:v>
                </c:pt>
                <c:pt idx="1356">
                  <c:v>2.54180908</c:v>
                </c:pt>
                <c:pt idx="1357">
                  <c:v>2.5448196</c:v>
                </c:pt>
                <c:pt idx="1358">
                  <c:v>2.54823427</c:v>
                </c:pt>
                <c:pt idx="1359">
                  <c:v>2.55194587</c:v>
                </c:pt>
                <c:pt idx="1360">
                  <c:v>2.55561829</c:v>
                </c:pt>
                <c:pt idx="1361">
                  <c:v>2.55836487</c:v>
                </c:pt>
                <c:pt idx="1362">
                  <c:v>2.56202698</c:v>
                </c:pt>
                <c:pt idx="1363">
                  <c:v>2.56546021</c:v>
                </c:pt>
                <c:pt idx="1364">
                  <c:v>2.56849959</c:v>
                </c:pt>
                <c:pt idx="1365">
                  <c:v>2.5718689</c:v>
                </c:pt>
                <c:pt idx="1366">
                  <c:v>2.57555163</c:v>
                </c:pt>
                <c:pt idx="1367">
                  <c:v>2.5789663</c:v>
                </c:pt>
                <c:pt idx="1368">
                  <c:v>2.58232117</c:v>
                </c:pt>
                <c:pt idx="1369">
                  <c:v>2.58535024</c:v>
                </c:pt>
                <c:pt idx="1370">
                  <c:v>2.5894165</c:v>
                </c:pt>
                <c:pt idx="1371">
                  <c:v>2.59247651</c:v>
                </c:pt>
                <c:pt idx="1372">
                  <c:v>2.59581695</c:v>
                </c:pt>
                <c:pt idx="1373">
                  <c:v>2.59952854</c:v>
                </c:pt>
                <c:pt idx="1374">
                  <c:v>2.60294321</c:v>
                </c:pt>
                <c:pt idx="1375">
                  <c:v>2.60597229</c:v>
                </c:pt>
                <c:pt idx="1376">
                  <c:v>2.6096344</c:v>
                </c:pt>
                <c:pt idx="1377">
                  <c:v>2.61306763</c:v>
                </c:pt>
                <c:pt idx="1378">
                  <c:v>2.6163792</c:v>
                </c:pt>
                <c:pt idx="1379">
                  <c:v>2.62008667</c:v>
                </c:pt>
                <c:pt idx="1380">
                  <c:v>2.6235199</c:v>
                </c:pt>
                <c:pt idx="1381">
                  <c:v>2.62718201</c:v>
                </c:pt>
                <c:pt idx="1382">
                  <c:v>2.63018634</c:v>
                </c:pt>
                <c:pt idx="1383">
                  <c:v>2.63360101</c:v>
                </c:pt>
                <c:pt idx="1384">
                  <c:v>2.63694763</c:v>
                </c:pt>
                <c:pt idx="1385">
                  <c:v>2.63961792</c:v>
                </c:pt>
                <c:pt idx="1386">
                  <c:v>2.64265731</c:v>
                </c:pt>
                <c:pt idx="1387">
                  <c:v>2.6463689</c:v>
                </c:pt>
                <c:pt idx="1388">
                  <c:v>2.6499939</c:v>
                </c:pt>
                <c:pt idx="1389">
                  <c:v>2.65335083</c:v>
                </c:pt>
                <c:pt idx="1390">
                  <c:v>2.65742946</c:v>
                </c:pt>
                <c:pt idx="1391">
                  <c:v>2.66044617</c:v>
                </c:pt>
                <c:pt idx="1392">
                  <c:v>2.66311646</c:v>
                </c:pt>
                <c:pt idx="1393">
                  <c:v>2.66609192</c:v>
                </c:pt>
                <c:pt idx="1394">
                  <c:v>2.66944885</c:v>
                </c:pt>
                <c:pt idx="1395">
                  <c:v>2.67346356</c:v>
                </c:pt>
                <c:pt idx="1396">
                  <c:v>2.6764679</c:v>
                </c:pt>
                <c:pt idx="1397">
                  <c:v>2.67955058</c:v>
                </c:pt>
                <c:pt idx="1398">
                  <c:v>2.68385604</c:v>
                </c:pt>
                <c:pt idx="1399">
                  <c:v>2.68692017</c:v>
                </c:pt>
                <c:pt idx="1400">
                  <c:v>2.68986882</c:v>
                </c:pt>
                <c:pt idx="1401">
                  <c:v>2.69424438</c:v>
                </c:pt>
                <c:pt idx="1402">
                  <c:v>2.69625277</c:v>
                </c:pt>
                <c:pt idx="1403">
                  <c:v>2.70092938</c:v>
                </c:pt>
                <c:pt idx="1404">
                  <c:v>2.70401001</c:v>
                </c:pt>
                <c:pt idx="1405">
                  <c:v>2.70767212</c:v>
                </c:pt>
                <c:pt idx="1406">
                  <c:v>2.70965576</c:v>
                </c:pt>
                <c:pt idx="1407">
                  <c:v>2.71438599</c:v>
                </c:pt>
                <c:pt idx="1408">
                  <c:v>2.71636963</c:v>
                </c:pt>
                <c:pt idx="1409">
                  <c:v>2.7197843</c:v>
                </c:pt>
                <c:pt idx="1410">
                  <c:v>2.72446091</c:v>
                </c:pt>
                <c:pt idx="1411">
                  <c:v>2.72817251</c:v>
                </c:pt>
                <c:pt idx="1412">
                  <c:v>2.72987366</c:v>
                </c:pt>
                <c:pt idx="1413">
                  <c:v>2.73323059</c:v>
                </c:pt>
                <c:pt idx="1414">
                  <c:v>2.73826599</c:v>
                </c:pt>
                <c:pt idx="1415">
                  <c:v>2.74162292</c:v>
                </c:pt>
                <c:pt idx="1416">
                  <c:v>2.744652</c:v>
                </c:pt>
                <c:pt idx="1417">
                  <c:v>2.74772644</c:v>
                </c:pt>
                <c:pt idx="1418">
                  <c:v>2.75138855</c:v>
                </c:pt>
                <c:pt idx="1419">
                  <c:v>2.75445062</c:v>
                </c:pt>
                <c:pt idx="1420">
                  <c:v>2.75749207</c:v>
                </c:pt>
                <c:pt idx="1421">
                  <c:v>2.76083457</c:v>
                </c:pt>
                <c:pt idx="1422">
                  <c:v>2.76358115</c:v>
                </c:pt>
                <c:pt idx="1423">
                  <c:v>2.76692158</c:v>
                </c:pt>
                <c:pt idx="1424">
                  <c:v>2.77204359</c:v>
                </c:pt>
                <c:pt idx="1425">
                  <c:v>2.77471594</c:v>
                </c:pt>
                <c:pt idx="1426">
                  <c:v>2.77778625</c:v>
                </c:pt>
                <c:pt idx="1427">
                  <c:v>2.78114319</c:v>
                </c:pt>
                <c:pt idx="1428">
                  <c:v>2.78458879</c:v>
                </c:pt>
                <c:pt idx="1429">
                  <c:v>2.78859731</c:v>
                </c:pt>
                <c:pt idx="1430">
                  <c:v>2.79030465</c:v>
                </c:pt>
                <c:pt idx="1431">
                  <c:v>2.79572358</c:v>
                </c:pt>
                <c:pt idx="1432">
                  <c:v>2.79884338</c:v>
                </c:pt>
                <c:pt idx="1433">
                  <c:v>2.8012085</c:v>
                </c:pt>
                <c:pt idx="1434">
                  <c:v>2.80559643</c:v>
                </c:pt>
                <c:pt idx="1435">
                  <c:v>2.8090111</c:v>
                </c:pt>
                <c:pt idx="1436">
                  <c:v>2.81138652</c:v>
                </c:pt>
                <c:pt idx="1437">
                  <c:v>2.81480119</c:v>
                </c:pt>
                <c:pt idx="1438">
                  <c:v>2.81821586</c:v>
                </c:pt>
                <c:pt idx="1439">
                  <c:v>2.82192746</c:v>
                </c:pt>
                <c:pt idx="1440">
                  <c:v>2.82467404</c:v>
                </c:pt>
                <c:pt idx="1441">
                  <c:v>2.82949912</c:v>
                </c:pt>
                <c:pt idx="1442">
                  <c:v>2.83149719</c:v>
                </c:pt>
                <c:pt idx="1443">
                  <c:v>2.83528921</c:v>
                </c:pt>
                <c:pt idx="1444">
                  <c:v>2.83866882</c:v>
                </c:pt>
                <c:pt idx="1445">
                  <c:v>2.84315779</c:v>
                </c:pt>
                <c:pt idx="1446">
                  <c:v>2.84622192</c:v>
                </c:pt>
                <c:pt idx="1447">
                  <c:v>2.84961597</c:v>
                </c:pt>
                <c:pt idx="1448">
                  <c:v>2.85270691</c:v>
                </c:pt>
                <c:pt idx="1449">
                  <c:v>2.85644531</c:v>
                </c:pt>
                <c:pt idx="1450">
                  <c:v>2.86023114</c:v>
                </c:pt>
                <c:pt idx="1451">
                  <c:v>2.86364581</c:v>
                </c:pt>
                <c:pt idx="1452">
                  <c:v>2.86565007</c:v>
                </c:pt>
                <c:pt idx="1453">
                  <c:v>2.86979675</c:v>
                </c:pt>
                <c:pt idx="1454">
                  <c:v>2.87322998</c:v>
                </c:pt>
                <c:pt idx="1455">
                  <c:v>2.87626524</c:v>
                </c:pt>
                <c:pt idx="1456">
                  <c:v>2.87971497</c:v>
                </c:pt>
                <c:pt idx="1457">
                  <c:v>2.88272342</c:v>
                </c:pt>
                <c:pt idx="1458">
                  <c:v>2.88650513</c:v>
                </c:pt>
                <c:pt idx="1459">
                  <c:v>2.89059201</c:v>
                </c:pt>
                <c:pt idx="1460">
                  <c:v>2.89333859</c:v>
                </c:pt>
                <c:pt idx="1461">
                  <c:v>2.89675326</c:v>
                </c:pt>
                <c:pt idx="1462">
                  <c:v>2.90016793</c:v>
                </c:pt>
                <c:pt idx="1463">
                  <c:v>2.90496826</c:v>
                </c:pt>
                <c:pt idx="1464">
                  <c:v>2.90662611</c:v>
                </c:pt>
                <c:pt idx="1465">
                  <c:v>2.91137695</c:v>
                </c:pt>
                <c:pt idx="1466">
                  <c:v>2.91481018</c:v>
                </c:pt>
                <c:pt idx="1467">
                  <c:v>2.91783513</c:v>
                </c:pt>
                <c:pt idx="1468">
                  <c:v>2.92162096</c:v>
                </c:pt>
                <c:pt idx="1469">
                  <c:v>2.9246521</c:v>
                </c:pt>
                <c:pt idx="1470">
                  <c:v>2.92808533</c:v>
                </c:pt>
                <c:pt idx="1471">
                  <c:v>2.93113708</c:v>
                </c:pt>
                <c:pt idx="1472">
                  <c:v>2.93525696</c:v>
                </c:pt>
                <c:pt idx="1473">
                  <c:v>2.93691274</c:v>
                </c:pt>
                <c:pt idx="1474">
                  <c:v>2.9410553</c:v>
                </c:pt>
                <c:pt idx="1475">
                  <c:v>2.94441223</c:v>
                </c:pt>
                <c:pt idx="1476">
                  <c:v>2.94745368</c:v>
                </c:pt>
                <c:pt idx="1477">
                  <c:v>2.95158386</c:v>
                </c:pt>
                <c:pt idx="1478">
                  <c:v>2.95457995</c:v>
                </c:pt>
                <c:pt idx="1479">
                  <c:v>2.95837402</c:v>
                </c:pt>
                <c:pt idx="1480">
                  <c:v>2.96178044</c:v>
                </c:pt>
                <c:pt idx="1481">
                  <c:v>2.96512088</c:v>
                </c:pt>
                <c:pt idx="1482">
                  <c:v>2.96821594</c:v>
                </c:pt>
                <c:pt idx="1483">
                  <c:v>2.97157906</c:v>
                </c:pt>
                <c:pt idx="1484">
                  <c:v>2.97462463</c:v>
                </c:pt>
                <c:pt idx="1485">
                  <c:v>2.97935486</c:v>
                </c:pt>
                <c:pt idx="1486">
                  <c:v>2.98309326</c:v>
                </c:pt>
                <c:pt idx="1487">
                  <c:v>2.98439026</c:v>
                </c:pt>
                <c:pt idx="1488">
                  <c:v>2.98917203</c:v>
                </c:pt>
                <c:pt idx="1489">
                  <c:v>2.99217224</c:v>
                </c:pt>
                <c:pt idx="1490">
                  <c:v>2.99552917</c:v>
                </c:pt>
                <c:pt idx="1491">
                  <c:v>2.99889642</c:v>
                </c:pt>
                <c:pt idx="1492">
                  <c:v>3.00231109</c:v>
                </c:pt>
                <c:pt idx="1493">
                  <c:v>3.00565153</c:v>
                </c:pt>
                <c:pt idx="1494">
                  <c:v>3.00869504</c:v>
                </c:pt>
                <c:pt idx="1495">
                  <c:v>3.01300049</c:v>
                </c:pt>
                <c:pt idx="1496">
                  <c:v>3.016044</c:v>
                </c:pt>
                <c:pt idx="1497">
                  <c:v>3.0197556</c:v>
                </c:pt>
                <c:pt idx="1498">
                  <c:v>3.02276611</c:v>
                </c:pt>
                <c:pt idx="1499">
                  <c:v>3.02643647</c:v>
                </c:pt>
                <c:pt idx="1500">
                  <c:v>3.02848816</c:v>
                </c:pt>
                <c:pt idx="1501">
                  <c:v>3.0317688</c:v>
                </c:pt>
                <c:pt idx="1502">
                  <c:v>3.03549277</c:v>
                </c:pt>
                <c:pt idx="1503">
                  <c:v>3.03913013</c:v>
                </c:pt>
                <c:pt idx="1504">
                  <c:v>3.04214478</c:v>
                </c:pt>
                <c:pt idx="1505">
                  <c:v>3.04581101</c:v>
                </c:pt>
                <c:pt idx="1506">
                  <c:v>3.04885452</c:v>
                </c:pt>
                <c:pt idx="1507">
                  <c:v>3.05219496</c:v>
                </c:pt>
                <c:pt idx="1508">
                  <c:v>3.05587769</c:v>
                </c:pt>
                <c:pt idx="1509">
                  <c:v>3.05917276</c:v>
                </c:pt>
                <c:pt idx="1510">
                  <c:v>3.06221008</c:v>
                </c:pt>
                <c:pt idx="1511">
                  <c:v>3.06556702</c:v>
                </c:pt>
                <c:pt idx="1512">
                  <c:v>3.06956523</c:v>
                </c:pt>
                <c:pt idx="1513">
                  <c:v>3.07216335</c:v>
                </c:pt>
                <c:pt idx="1514">
                  <c:v>3.07617188</c:v>
                </c:pt>
                <c:pt idx="1515">
                  <c:v>3.07988347</c:v>
                </c:pt>
                <c:pt idx="1516">
                  <c:v>3.08288574</c:v>
                </c:pt>
                <c:pt idx="1517">
                  <c:v>3.08619319</c:v>
                </c:pt>
                <c:pt idx="1518">
                  <c:v>3.08886554</c:v>
                </c:pt>
                <c:pt idx="1519">
                  <c:v>3.09213174</c:v>
                </c:pt>
                <c:pt idx="1520">
                  <c:v>3.09547424</c:v>
                </c:pt>
                <c:pt idx="1521">
                  <c:v>3.09910955</c:v>
                </c:pt>
                <c:pt idx="1522">
                  <c:v>3.10244998</c:v>
                </c:pt>
                <c:pt idx="1523">
                  <c:v>3.10608735</c:v>
                </c:pt>
                <c:pt idx="1524">
                  <c:v>3.10942779</c:v>
                </c:pt>
                <c:pt idx="1525">
                  <c:v>3.11340332</c:v>
                </c:pt>
                <c:pt idx="1526">
                  <c:v>3.11506942</c:v>
                </c:pt>
                <c:pt idx="1527">
                  <c:v>3.11833562</c:v>
                </c:pt>
                <c:pt idx="1528">
                  <c:v>3.12164307</c:v>
                </c:pt>
                <c:pt idx="1529">
                  <c:v>3.125</c:v>
                </c:pt>
                <c:pt idx="1530">
                  <c:v>3.12865386</c:v>
                </c:pt>
                <c:pt idx="1531">
                  <c:v>3.13229123</c:v>
                </c:pt>
                <c:pt idx="1532">
                  <c:v>3.13591003</c:v>
                </c:pt>
                <c:pt idx="1533">
                  <c:v>3.13889787</c:v>
                </c:pt>
                <c:pt idx="1534">
                  <c:v>3.14253524</c:v>
                </c:pt>
                <c:pt idx="1535">
                  <c:v>3.14552307</c:v>
                </c:pt>
                <c:pt idx="1536">
                  <c:v>3.14888</c:v>
                </c:pt>
                <c:pt idx="1537">
                  <c:v>3.15218539</c:v>
                </c:pt>
                <c:pt idx="1538">
                  <c:v>3.15513611</c:v>
                </c:pt>
                <c:pt idx="1539">
                  <c:v>3.15946012</c:v>
                </c:pt>
                <c:pt idx="1540">
                  <c:v>3.16280056</c:v>
                </c:pt>
                <c:pt idx="1541">
                  <c:v>3.16474915</c:v>
                </c:pt>
                <c:pt idx="1542">
                  <c:v>3.16836795</c:v>
                </c:pt>
                <c:pt idx="1543">
                  <c:v>3.1710403</c:v>
                </c:pt>
                <c:pt idx="1544">
                  <c:v>3.17466736</c:v>
                </c:pt>
                <c:pt idx="1545">
                  <c:v>3.17962646</c:v>
                </c:pt>
                <c:pt idx="1546">
                  <c:v>3.1829834</c:v>
                </c:pt>
                <c:pt idx="1547">
                  <c:v>3.18462475</c:v>
                </c:pt>
                <c:pt idx="1548">
                  <c:v>3.18862915</c:v>
                </c:pt>
                <c:pt idx="1549">
                  <c:v>3.19190979</c:v>
                </c:pt>
                <c:pt idx="1550">
                  <c:v>3.19526672</c:v>
                </c:pt>
                <c:pt idx="1551">
                  <c:v>3.19885254</c:v>
                </c:pt>
                <c:pt idx="1552">
                  <c:v>3.20184656</c:v>
                </c:pt>
                <c:pt idx="1553">
                  <c:v>3.205187</c:v>
                </c:pt>
                <c:pt idx="1554">
                  <c:v>3.20854187</c:v>
                </c:pt>
                <c:pt idx="1555">
                  <c:v>3.2121648</c:v>
                </c:pt>
                <c:pt idx="1556">
                  <c:v>3.21578979</c:v>
                </c:pt>
                <c:pt idx="1557">
                  <c:v>3.2191426</c:v>
                </c:pt>
                <c:pt idx="1558">
                  <c:v>3.22212219</c:v>
                </c:pt>
                <c:pt idx="1559">
                  <c:v>3.22545232</c:v>
                </c:pt>
                <c:pt idx="1560">
                  <c:v>3.22879276</c:v>
                </c:pt>
                <c:pt idx="1561">
                  <c:v>3.23242188</c:v>
                </c:pt>
                <c:pt idx="1562">
                  <c:v>3.23577056</c:v>
                </c:pt>
                <c:pt idx="1563">
                  <c:v>3.23777482</c:v>
                </c:pt>
                <c:pt idx="1564">
                  <c:v>3.24111526</c:v>
                </c:pt>
                <c:pt idx="1565">
                  <c:v>3.24475263</c:v>
                </c:pt>
                <c:pt idx="1566">
                  <c:v>3.24775696</c:v>
                </c:pt>
                <c:pt idx="1567">
                  <c:v>3.25210159</c:v>
                </c:pt>
                <c:pt idx="1568">
                  <c:v>3.25538635</c:v>
                </c:pt>
                <c:pt idx="1569">
                  <c:v>3.25874329</c:v>
                </c:pt>
                <c:pt idx="1570">
                  <c:v>3.26241983</c:v>
                </c:pt>
                <c:pt idx="1571">
                  <c:v>3.26538911</c:v>
                </c:pt>
                <c:pt idx="1572">
                  <c:v>3.26872954</c:v>
                </c:pt>
                <c:pt idx="1573">
                  <c:v>3.27199575</c:v>
                </c:pt>
                <c:pt idx="1574">
                  <c:v>3.27570735</c:v>
                </c:pt>
                <c:pt idx="1575">
                  <c:v>3.27897355</c:v>
                </c:pt>
                <c:pt idx="1576">
                  <c:v>3.28231399</c:v>
                </c:pt>
                <c:pt idx="1577">
                  <c:v>3.28595136</c:v>
                </c:pt>
                <c:pt idx="1578">
                  <c:v>3.28728753</c:v>
                </c:pt>
                <c:pt idx="1579">
                  <c:v>3.29223633</c:v>
                </c:pt>
                <c:pt idx="1580">
                  <c:v>3.29552728</c:v>
                </c:pt>
                <c:pt idx="1581">
                  <c:v>3.29886772</c:v>
                </c:pt>
                <c:pt idx="1582">
                  <c:v>3.30184937</c:v>
                </c:pt>
                <c:pt idx="1583">
                  <c:v>3.30547436</c:v>
                </c:pt>
                <c:pt idx="1584">
                  <c:v>3.31207275</c:v>
                </c:pt>
                <c:pt idx="1585">
                  <c:v>3.31505028</c:v>
                </c:pt>
                <c:pt idx="1586">
                  <c:v>3.31832886</c:v>
                </c:pt>
                <c:pt idx="1587">
                  <c:v>3.32168579</c:v>
                </c:pt>
                <c:pt idx="1588">
                  <c:v>3.3246262</c:v>
                </c:pt>
                <c:pt idx="1589">
                  <c:v>3.32862854</c:v>
                </c:pt>
                <c:pt idx="1590">
                  <c:v>3.331604</c:v>
                </c:pt>
                <c:pt idx="1591">
                  <c:v>3.33487021</c:v>
                </c:pt>
                <c:pt idx="1592">
                  <c:v>3.3371714</c:v>
                </c:pt>
                <c:pt idx="1593">
                  <c:v>3.34083557</c:v>
                </c:pt>
                <c:pt idx="1594">
                  <c:v>3.34444613</c:v>
                </c:pt>
                <c:pt idx="1595">
                  <c:v>3.3480835</c:v>
                </c:pt>
                <c:pt idx="1596">
                  <c:v>3.35105896</c:v>
                </c:pt>
                <c:pt idx="1597">
                  <c:v>3.35402205</c:v>
                </c:pt>
                <c:pt idx="1598">
                  <c:v>3.35765942</c:v>
                </c:pt>
                <c:pt idx="1599">
                  <c:v>3.36128235</c:v>
                </c:pt>
                <c:pt idx="1600">
                  <c:v>3.36456299</c:v>
                </c:pt>
                <c:pt idx="1601">
                  <c:v>3.3682251</c:v>
                </c:pt>
                <c:pt idx="1602">
                  <c:v>3.37150574</c:v>
                </c:pt>
                <c:pt idx="1603">
                  <c:v>3.37509155</c:v>
                </c:pt>
                <c:pt idx="1604">
                  <c:v>3.37673703</c:v>
                </c:pt>
                <c:pt idx="1605">
                  <c:v>3.38007747</c:v>
                </c:pt>
                <c:pt idx="1606">
                  <c:v>3.38371483</c:v>
                </c:pt>
                <c:pt idx="1607">
                  <c:v>3.38698104</c:v>
                </c:pt>
                <c:pt idx="1608">
                  <c:v>3.38996887</c:v>
                </c:pt>
                <c:pt idx="1609">
                  <c:v>3.39395884</c:v>
                </c:pt>
                <c:pt idx="1610">
                  <c:v>3.39759827</c:v>
                </c:pt>
                <c:pt idx="1611">
                  <c:v>3.40026855</c:v>
                </c:pt>
                <c:pt idx="1612">
                  <c:v>3.40385437</c:v>
                </c:pt>
                <c:pt idx="1613">
                  <c:v>3.4068752</c:v>
                </c:pt>
                <c:pt idx="1614">
                  <c:v>3.40988159</c:v>
                </c:pt>
                <c:pt idx="1615">
                  <c:v>3.41346741</c:v>
                </c:pt>
                <c:pt idx="1616">
                  <c:v>3.41682434</c:v>
                </c:pt>
                <c:pt idx="1617">
                  <c:v>3.42112773</c:v>
                </c:pt>
                <c:pt idx="1618">
                  <c:v>3.42445374</c:v>
                </c:pt>
                <c:pt idx="1619">
                  <c:v>3.42781067</c:v>
                </c:pt>
                <c:pt idx="1620">
                  <c:v>3.43077788</c:v>
                </c:pt>
                <c:pt idx="1621">
                  <c:v>3.43406677</c:v>
                </c:pt>
                <c:pt idx="1622">
                  <c:v>3.43742371</c:v>
                </c:pt>
                <c:pt idx="1623">
                  <c:v>3.44042804</c:v>
                </c:pt>
                <c:pt idx="1624">
                  <c:v>3.44406128</c:v>
                </c:pt>
                <c:pt idx="1625">
                  <c:v>3.44772339</c:v>
                </c:pt>
                <c:pt idx="1626">
                  <c:v>3.45039368</c:v>
                </c:pt>
                <c:pt idx="1627">
                  <c:v>3.45371556</c:v>
                </c:pt>
                <c:pt idx="1628">
                  <c:v>3.45705599</c:v>
                </c:pt>
                <c:pt idx="1629">
                  <c:v>3.46039643</c:v>
                </c:pt>
                <c:pt idx="1630">
                  <c:v>3.4640338</c:v>
                </c:pt>
                <c:pt idx="1631">
                  <c:v>3.46702576</c:v>
                </c:pt>
                <c:pt idx="1632">
                  <c:v>3.47004658</c:v>
                </c:pt>
                <c:pt idx="1633">
                  <c:v>3.47465515</c:v>
                </c:pt>
                <c:pt idx="1634">
                  <c:v>3.4763563</c:v>
                </c:pt>
                <c:pt idx="1635">
                  <c:v>3.48103291</c:v>
                </c:pt>
                <c:pt idx="1636">
                  <c:v>3.48467028</c:v>
                </c:pt>
                <c:pt idx="1637">
                  <c:v>3.48667454</c:v>
                </c:pt>
                <c:pt idx="1638">
                  <c:v>3.4903717</c:v>
                </c:pt>
                <c:pt idx="1639">
                  <c:v>3.49365234</c:v>
                </c:pt>
                <c:pt idx="1640">
                  <c:v>3.49766087</c:v>
                </c:pt>
                <c:pt idx="1641">
                  <c:v>3.50067139</c:v>
                </c:pt>
                <c:pt idx="1642">
                  <c:v>3.50402832</c:v>
                </c:pt>
                <c:pt idx="1643">
                  <c:v>3.50738525</c:v>
                </c:pt>
                <c:pt idx="1644">
                  <c:v>3.51072569</c:v>
                </c:pt>
                <c:pt idx="1645">
                  <c:v>3.51371765</c:v>
                </c:pt>
                <c:pt idx="1646">
                  <c:v>3.51703541</c:v>
                </c:pt>
                <c:pt idx="1647">
                  <c:v>3.52073669</c:v>
                </c:pt>
                <c:pt idx="1648">
                  <c:v>3.52401733</c:v>
                </c:pt>
                <c:pt idx="1649">
                  <c:v>3.52668762</c:v>
                </c:pt>
                <c:pt idx="1650">
                  <c:v>3.5314364</c:v>
                </c:pt>
                <c:pt idx="1651">
                  <c:v>3.53336644</c:v>
                </c:pt>
                <c:pt idx="1652">
                  <c:v>3.53670687</c:v>
                </c:pt>
                <c:pt idx="1653">
                  <c:v>3.54004731</c:v>
                </c:pt>
                <c:pt idx="1654">
                  <c:v>3.54375891</c:v>
                </c:pt>
                <c:pt idx="1655">
                  <c:v>3.54675293</c:v>
                </c:pt>
                <c:pt idx="1656">
                  <c:v>3.5497717</c:v>
                </c:pt>
                <c:pt idx="1657">
                  <c:v>3.55348329</c:v>
                </c:pt>
                <c:pt idx="1658">
                  <c:v>3.55615564</c:v>
                </c:pt>
                <c:pt idx="1659">
                  <c:v>3.56016417</c:v>
                </c:pt>
                <c:pt idx="1660">
                  <c:v>3.56380153</c:v>
                </c:pt>
                <c:pt idx="1661">
                  <c:v>3.56819153</c:v>
                </c:pt>
                <c:pt idx="1662">
                  <c:v>3.5711505</c:v>
                </c:pt>
                <c:pt idx="1663">
                  <c:v>3.57419401</c:v>
                </c:pt>
                <c:pt idx="1664">
                  <c:v>3.57788086</c:v>
                </c:pt>
                <c:pt idx="1665">
                  <c:v>3.58087488</c:v>
                </c:pt>
                <c:pt idx="1666">
                  <c:v>3.58421326</c:v>
                </c:pt>
                <c:pt idx="1667">
                  <c:v>3.58725883</c:v>
                </c:pt>
                <c:pt idx="1668">
                  <c:v>3.59059927</c:v>
                </c:pt>
                <c:pt idx="1669">
                  <c:v>3.59458923</c:v>
                </c:pt>
                <c:pt idx="1670">
                  <c:v>3.59624089</c:v>
                </c:pt>
                <c:pt idx="1671">
                  <c:v>3.60099174</c:v>
                </c:pt>
                <c:pt idx="1672">
                  <c:v>3.6046291</c:v>
                </c:pt>
                <c:pt idx="1673">
                  <c:v>3.60796954</c:v>
                </c:pt>
                <c:pt idx="1674">
                  <c:v>3.61130998</c:v>
                </c:pt>
                <c:pt idx="1675">
                  <c:v>3.61473083</c:v>
                </c:pt>
                <c:pt idx="1676">
                  <c:v>3.61740112</c:v>
                </c:pt>
                <c:pt idx="1677">
                  <c:v>3.62075806</c:v>
                </c:pt>
                <c:pt idx="1678">
                  <c:v>3.62407787</c:v>
                </c:pt>
                <c:pt idx="1679">
                  <c:v>3.62709045</c:v>
                </c:pt>
                <c:pt idx="1680">
                  <c:v>3.63075256</c:v>
                </c:pt>
                <c:pt idx="1681">
                  <c:v>3.63380226</c:v>
                </c:pt>
                <c:pt idx="1682">
                  <c:v>3.63677979</c:v>
                </c:pt>
                <c:pt idx="1683">
                  <c:v>3.64051819</c:v>
                </c:pt>
                <c:pt idx="1684">
                  <c:v>3.64387512</c:v>
                </c:pt>
                <c:pt idx="1685">
                  <c:v>3.64686708</c:v>
                </c:pt>
                <c:pt idx="1686">
                  <c:v>3.65057868</c:v>
                </c:pt>
                <c:pt idx="1687">
                  <c:v>3.65356445</c:v>
                </c:pt>
                <c:pt idx="1688">
                  <c:v>3.65725955</c:v>
                </c:pt>
                <c:pt idx="1689">
                  <c:v>3.66097115</c:v>
                </c:pt>
                <c:pt idx="1690">
                  <c:v>3.66394043</c:v>
                </c:pt>
                <c:pt idx="1691">
                  <c:v>3.66767883</c:v>
                </c:pt>
                <c:pt idx="1692">
                  <c:v>3.67203171</c:v>
                </c:pt>
                <c:pt idx="1693">
                  <c:v>3.67370605</c:v>
                </c:pt>
                <c:pt idx="1694">
                  <c:v>3.67767334</c:v>
                </c:pt>
                <c:pt idx="1695">
                  <c:v>3.6807251</c:v>
                </c:pt>
                <c:pt idx="1696">
                  <c:v>3.68408203</c:v>
                </c:pt>
                <c:pt idx="1697">
                  <c:v>3.68843079</c:v>
                </c:pt>
                <c:pt idx="1698">
                  <c:v>3.69148048</c:v>
                </c:pt>
                <c:pt idx="1699">
                  <c:v>3.69482092</c:v>
                </c:pt>
                <c:pt idx="1700">
                  <c:v>3.69819641</c:v>
                </c:pt>
                <c:pt idx="1701">
                  <c:v>3.70155334</c:v>
                </c:pt>
                <c:pt idx="1702">
                  <c:v>3.70491028</c:v>
                </c:pt>
                <c:pt idx="1703">
                  <c:v>3.70857239</c:v>
                </c:pt>
                <c:pt idx="1704">
                  <c:v>3.71192932</c:v>
                </c:pt>
                <c:pt idx="1705">
                  <c:v>3.71493778</c:v>
                </c:pt>
                <c:pt idx="1706">
                  <c:v>3.71833801</c:v>
                </c:pt>
                <c:pt idx="1707">
                  <c:v>3.72132172</c:v>
                </c:pt>
                <c:pt idx="1708">
                  <c:v>3.72399407</c:v>
                </c:pt>
                <c:pt idx="1709">
                  <c:v>3.72904185</c:v>
                </c:pt>
                <c:pt idx="1710">
                  <c:v>3.73207092</c:v>
                </c:pt>
                <c:pt idx="1711">
                  <c:v>3.73542786</c:v>
                </c:pt>
                <c:pt idx="1712">
                  <c:v>3.73908997</c:v>
                </c:pt>
                <c:pt idx="1713">
                  <c:v>3.74183655</c:v>
                </c:pt>
                <c:pt idx="1714">
                  <c:v>3.74519348</c:v>
                </c:pt>
                <c:pt idx="1715">
                  <c:v>3.74816895</c:v>
                </c:pt>
                <c:pt idx="1716">
                  <c:v>3.75221252</c:v>
                </c:pt>
                <c:pt idx="1717">
                  <c:v>3.75524572</c:v>
                </c:pt>
                <c:pt idx="1718">
                  <c:v>3.75895732</c:v>
                </c:pt>
                <c:pt idx="1719">
                  <c:v>3.76229776</c:v>
                </c:pt>
                <c:pt idx="1720">
                  <c:v>3.76396179</c:v>
                </c:pt>
                <c:pt idx="1721">
                  <c:v>3.76801362</c:v>
                </c:pt>
                <c:pt idx="1722">
                  <c:v>3.77235413</c:v>
                </c:pt>
                <c:pt idx="1723">
                  <c:v>3.77402641</c:v>
                </c:pt>
                <c:pt idx="1724">
                  <c:v>3.77944946</c:v>
                </c:pt>
                <c:pt idx="1725">
                  <c:v>3.78107844</c:v>
                </c:pt>
                <c:pt idx="1726">
                  <c:v>3.78479004</c:v>
                </c:pt>
                <c:pt idx="1727">
                  <c:v>3.78946665</c:v>
                </c:pt>
                <c:pt idx="1728">
                  <c:v>3.79221323</c:v>
                </c:pt>
                <c:pt idx="1729">
                  <c:v>3.7958506</c:v>
                </c:pt>
                <c:pt idx="1730">
                  <c:v>3.79926527</c:v>
                </c:pt>
                <c:pt idx="1731">
                  <c:v>3.80226135</c:v>
                </c:pt>
                <c:pt idx="1732">
                  <c:v>3.80599976</c:v>
                </c:pt>
                <c:pt idx="1733">
                  <c:v>3.80898965</c:v>
                </c:pt>
                <c:pt idx="1734">
                  <c:v>3.81233009</c:v>
                </c:pt>
                <c:pt idx="1735">
                  <c:v>3.81568909</c:v>
                </c:pt>
                <c:pt idx="1736">
                  <c:v>3.81945636</c:v>
                </c:pt>
                <c:pt idx="1737">
                  <c:v>3.8227968</c:v>
                </c:pt>
                <c:pt idx="1738">
                  <c:v>3.82613723</c:v>
                </c:pt>
                <c:pt idx="1739">
                  <c:v>3.82949829</c:v>
                </c:pt>
                <c:pt idx="1740">
                  <c:v>3.83252118</c:v>
                </c:pt>
                <c:pt idx="1741">
                  <c:v>3.83593585</c:v>
                </c:pt>
                <c:pt idx="1742">
                  <c:v>3.83926392</c:v>
                </c:pt>
                <c:pt idx="1743">
                  <c:v>3.84262085</c:v>
                </c:pt>
                <c:pt idx="1744">
                  <c:v>3.84536743</c:v>
                </c:pt>
                <c:pt idx="1745">
                  <c:v>3.84902954</c:v>
                </c:pt>
                <c:pt idx="1746">
                  <c:v>3.85238647</c:v>
                </c:pt>
                <c:pt idx="1747">
                  <c:v>3.85574341</c:v>
                </c:pt>
                <c:pt idx="1748">
                  <c:v>3.85909622</c:v>
                </c:pt>
                <c:pt idx="1749">
                  <c:v>3.86251089</c:v>
                </c:pt>
                <c:pt idx="1750">
                  <c:v>3.86518324</c:v>
                </c:pt>
                <c:pt idx="1751">
                  <c:v>3.86924744</c:v>
                </c:pt>
                <c:pt idx="1752">
                  <c:v>3.87260437</c:v>
                </c:pt>
                <c:pt idx="1753">
                  <c:v>3.8759613</c:v>
                </c:pt>
                <c:pt idx="1754">
                  <c:v>3.87962341</c:v>
                </c:pt>
                <c:pt idx="1755">
                  <c:v>3.88237</c:v>
                </c:pt>
                <c:pt idx="1756">
                  <c:v>3.88572693</c:v>
                </c:pt>
                <c:pt idx="1757">
                  <c:v>3.88908592</c:v>
                </c:pt>
                <c:pt idx="1758">
                  <c:v>3.89242636</c:v>
                </c:pt>
                <c:pt idx="1759">
                  <c:v>3.89678955</c:v>
                </c:pt>
                <c:pt idx="1760">
                  <c:v>3.89915466</c:v>
                </c:pt>
                <c:pt idx="1761">
                  <c:v>3.90281883</c:v>
                </c:pt>
                <c:pt idx="1762">
                  <c:v>3.9062335</c:v>
                </c:pt>
                <c:pt idx="1763">
                  <c:v>3.9099451</c:v>
                </c:pt>
                <c:pt idx="1764">
                  <c:v>3.91365051</c:v>
                </c:pt>
                <c:pt idx="1765">
                  <c:v>3.9163208</c:v>
                </c:pt>
                <c:pt idx="1766">
                  <c:v>3.92033757</c:v>
                </c:pt>
                <c:pt idx="1767">
                  <c:v>3.92367801</c:v>
                </c:pt>
                <c:pt idx="1768">
                  <c:v>3.92669678</c:v>
                </c:pt>
                <c:pt idx="1769">
                  <c:v>3.93043518</c:v>
                </c:pt>
                <c:pt idx="1770">
                  <c:v>3.93379211</c:v>
                </c:pt>
                <c:pt idx="1771">
                  <c:v>3.93714905</c:v>
                </c:pt>
                <c:pt idx="1772">
                  <c:v>3.9401575</c:v>
                </c:pt>
                <c:pt idx="1773">
                  <c:v>3.94355774</c:v>
                </c:pt>
                <c:pt idx="1774">
                  <c:v>3.94691467</c:v>
                </c:pt>
                <c:pt idx="1775">
                  <c:v>3.94958496</c:v>
                </c:pt>
                <c:pt idx="1776">
                  <c:v>3.9529254</c:v>
                </c:pt>
                <c:pt idx="1777">
                  <c:v>3.95626584</c:v>
                </c:pt>
                <c:pt idx="1778">
                  <c:v>3.96064758</c:v>
                </c:pt>
                <c:pt idx="1779">
                  <c:v>3.96406019</c:v>
                </c:pt>
                <c:pt idx="1780">
                  <c:v>3.96673254</c:v>
                </c:pt>
                <c:pt idx="1781">
                  <c:v>3.97007298</c:v>
                </c:pt>
                <c:pt idx="1782">
                  <c:v>3.97415161</c:v>
                </c:pt>
                <c:pt idx="1783">
                  <c:v>3.9768219</c:v>
                </c:pt>
                <c:pt idx="1784">
                  <c:v>3.98053968</c:v>
                </c:pt>
                <c:pt idx="1785">
                  <c:v>3.98353577</c:v>
                </c:pt>
                <c:pt idx="1786">
                  <c:v>3.98658752</c:v>
                </c:pt>
                <c:pt idx="1787">
                  <c:v>3.98994446</c:v>
                </c:pt>
                <c:pt idx="1788">
                  <c:v>3.99330139</c:v>
                </c:pt>
                <c:pt idx="1789">
                  <c:v>3.9969635</c:v>
                </c:pt>
                <c:pt idx="1790">
                  <c:v>4.00065654</c:v>
                </c:pt>
                <c:pt idx="1791">
                  <c:v>4.00367737</c:v>
                </c:pt>
                <c:pt idx="1792">
                  <c:v>4.00704049</c:v>
                </c:pt>
                <c:pt idx="1793">
                  <c:v>4.01077271</c:v>
                </c:pt>
                <c:pt idx="1794">
                  <c:v>4.01412964</c:v>
                </c:pt>
                <c:pt idx="1795">
                  <c:v>4.01743296</c:v>
                </c:pt>
                <c:pt idx="1796">
                  <c:v>4.02046204</c:v>
                </c:pt>
                <c:pt idx="1797">
                  <c:v>4.02381897</c:v>
                </c:pt>
                <c:pt idx="1798">
                  <c:v>4.02715735</c:v>
                </c:pt>
                <c:pt idx="1799">
                  <c:v>4.03057201</c:v>
                </c:pt>
                <c:pt idx="1800">
                  <c:v>4.03427124</c:v>
                </c:pt>
                <c:pt idx="1801">
                  <c:v>4.03793335</c:v>
                </c:pt>
                <c:pt idx="1802">
                  <c:v>4.04129028</c:v>
                </c:pt>
                <c:pt idx="1803">
                  <c:v>4.04430493</c:v>
                </c:pt>
                <c:pt idx="1804">
                  <c:v>4.04762268</c:v>
                </c:pt>
                <c:pt idx="1805">
                  <c:v>4.05068887</c:v>
                </c:pt>
                <c:pt idx="1806">
                  <c:v>4.05336122</c:v>
                </c:pt>
                <c:pt idx="1807">
                  <c:v>4.05670166</c:v>
                </c:pt>
                <c:pt idx="1808">
                  <c:v>4.06005859</c:v>
                </c:pt>
                <c:pt idx="1809">
                  <c:v>4.06478882</c:v>
                </c:pt>
                <c:pt idx="1810">
                  <c:v>4.06707764</c:v>
                </c:pt>
                <c:pt idx="1811">
                  <c:v>4.07013764</c:v>
                </c:pt>
                <c:pt idx="1812">
                  <c:v>4.07310486</c:v>
                </c:pt>
                <c:pt idx="1813">
                  <c:v>4.07852585</c:v>
                </c:pt>
                <c:pt idx="1814">
                  <c:v>4.08053012</c:v>
                </c:pt>
                <c:pt idx="1815">
                  <c:v>4.08485413</c:v>
                </c:pt>
                <c:pt idx="1816">
                  <c:v>4.08787908</c:v>
                </c:pt>
                <c:pt idx="1817">
                  <c:v>4.09159068</c:v>
                </c:pt>
                <c:pt idx="1818">
                  <c:v>4.09454346</c:v>
                </c:pt>
                <c:pt idx="1819">
                  <c:v>4.09827155</c:v>
                </c:pt>
                <c:pt idx="1820">
                  <c:v>4.10124083</c:v>
                </c:pt>
                <c:pt idx="1821">
                  <c:v>4.1046555</c:v>
                </c:pt>
                <c:pt idx="1822">
                  <c:v>4.10799594</c:v>
                </c:pt>
                <c:pt idx="1823">
                  <c:v>4.11094666</c:v>
                </c:pt>
                <c:pt idx="1824">
                  <c:v>4.11468506</c:v>
                </c:pt>
                <c:pt idx="1825">
                  <c:v>4.11831418</c:v>
                </c:pt>
                <c:pt idx="1826">
                  <c:v>4.12033081</c:v>
                </c:pt>
                <c:pt idx="1827">
                  <c:v>4.12368774</c:v>
                </c:pt>
                <c:pt idx="1828">
                  <c:v>4.12737047</c:v>
                </c:pt>
                <c:pt idx="1829">
                  <c:v>4.13070679</c:v>
                </c:pt>
                <c:pt idx="1830">
                  <c:v>4.13406372</c:v>
                </c:pt>
                <c:pt idx="1831">
                  <c:v>4.13742065</c:v>
                </c:pt>
                <c:pt idx="1832">
                  <c:v>4.14073222</c:v>
                </c:pt>
                <c:pt idx="1833">
                  <c:v>4.1444397</c:v>
                </c:pt>
                <c:pt idx="1834">
                  <c:v>4.14808119</c:v>
                </c:pt>
                <c:pt idx="1835">
                  <c:v>4.15179278</c:v>
                </c:pt>
                <c:pt idx="1836">
                  <c:v>4.15481567</c:v>
                </c:pt>
                <c:pt idx="1837">
                  <c:v>4.15847366</c:v>
                </c:pt>
                <c:pt idx="1838">
                  <c:v>4.16183472</c:v>
                </c:pt>
                <c:pt idx="1839">
                  <c:v>4.16485761</c:v>
                </c:pt>
                <c:pt idx="1840">
                  <c:v>4.16847229</c:v>
                </c:pt>
                <c:pt idx="1841">
                  <c:v>4.17183541</c:v>
                </c:pt>
                <c:pt idx="1842">
                  <c:v>4.17488098</c:v>
                </c:pt>
                <c:pt idx="1843">
                  <c:v>4.17686462</c:v>
                </c:pt>
                <c:pt idx="1844">
                  <c:v>4.18089171</c:v>
                </c:pt>
                <c:pt idx="1845">
                  <c:v>4.18423214</c:v>
                </c:pt>
                <c:pt idx="1846">
                  <c:v>4.18716431</c:v>
                </c:pt>
                <c:pt idx="1847">
                  <c:v>4.19120995</c:v>
                </c:pt>
                <c:pt idx="1848">
                  <c:v>4.19455039</c:v>
                </c:pt>
                <c:pt idx="1849">
                  <c:v>4.19784546</c:v>
                </c:pt>
                <c:pt idx="1850">
                  <c:v>4.20152819</c:v>
                </c:pt>
                <c:pt idx="1851">
                  <c:v>4.20524597</c:v>
                </c:pt>
                <c:pt idx="1852">
                  <c:v>4.20791626</c:v>
                </c:pt>
                <c:pt idx="1853">
                  <c:v>4.21157837</c:v>
                </c:pt>
                <c:pt idx="1854">
                  <c:v>4.21451878</c:v>
                </c:pt>
                <c:pt idx="1855">
                  <c:v>4.21719113</c:v>
                </c:pt>
                <c:pt idx="1856">
                  <c:v>4.22090273</c:v>
                </c:pt>
                <c:pt idx="1857">
                  <c:v>4.22424316</c:v>
                </c:pt>
                <c:pt idx="1858">
                  <c:v>4.22790527</c:v>
                </c:pt>
                <c:pt idx="1859">
                  <c:v>4.23156738</c:v>
                </c:pt>
                <c:pt idx="1860">
                  <c:v>4.23484802</c:v>
                </c:pt>
                <c:pt idx="1861">
                  <c:v>4.2384957</c:v>
                </c:pt>
                <c:pt idx="1862">
                  <c:v>4.24186707</c:v>
                </c:pt>
                <c:pt idx="1863">
                  <c:v>4.24487965</c:v>
                </c:pt>
                <c:pt idx="1864">
                  <c:v>4.24814585</c:v>
                </c:pt>
                <c:pt idx="1865">
                  <c:v>4.2514801</c:v>
                </c:pt>
                <c:pt idx="1866">
                  <c:v>4.25483704</c:v>
                </c:pt>
                <c:pt idx="1867">
                  <c:v>4.25750732</c:v>
                </c:pt>
                <c:pt idx="1868">
                  <c:v>4.2615076</c:v>
                </c:pt>
                <c:pt idx="1869">
                  <c:v>4.26513672</c:v>
                </c:pt>
                <c:pt idx="1870">
                  <c:v>4.26780701</c:v>
                </c:pt>
                <c:pt idx="1871">
                  <c:v>4.27175161</c:v>
                </c:pt>
                <c:pt idx="1872">
                  <c:v>4.2754364</c:v>
                </c:pt>
                <c:pt idx="1873">
                  <c:v>4.27810669</c:v>
                </c:pt>
                <c:pt idx="1874">
                  <c:v>4.2817688</c:v>
                </c:pt>
                <c:pt idx="1875">
                  <c:v>4.28504944</c:v>
                </c:pt>
                <c:pt idx="1876">
                  <c:v>4.28840637</c:v>
                </c:pt>
                <c:pt idx="1877">
                  <c:v>4.29172</c:v>
                </c:pt>
                <c:pt idx="1878">
                  <c:v>4.29506044</c:v>
                </c:pt>
                <c:pt idx="1879">
                  <c:v>4.29801941</c:v>
                </c:pt>
                <c:pt idx="1880">
                  <c:v>4.30099487</c:v>
                </c:pt>
                <c:pt idx="1881">
                  <c:v>4.30435181</c:v>
                </c:pt>
                <c:pt idx="1882">
                  <c:v>4.30827373</c:v>
                </c:pt>
                <c:pt idx="1883">
                  <c:v>4.31129456</c:v>
                </c:pt>
                <c:pt idx="1884">
                  <c:v>4.3145752</c:v>
                </c:pt>
                <c:pt idx="1885">
                  <c:v>4.31793213</c:v>
                </c:pt>
                <c:pt idx="1886">
                  <c:v>4.32090759</c:v>
                </c:pt>
                <c:pt idx="1887">
                  <c:v>4.32453052</c:v>
                </c:pt>
                <c:pt idx="1888">
                  <c:v>4.32785034</c:v>
                </c:pt>
                <c:pt idx="1889">
                  <c:v>4.33120728</c:v>
                </c:pt>
                <c:pt idx="1890">
                  <c:v>4.33448792</c:v>
                </c:pt>
                <c:pt idx="1891">
                  <c:v>4.33815002</c:v>
                </c:pt>
                <c:pt idx="1892">
                  <c:v>4.34143066</c:v>
                </c:pt>
                <c:pt idx="1893">
                  <c:v>4.3447876</c:v>
                </c:pt>
                <c:pt idx="1894">
                  <c:v>4.34776306</c:v>
                </c:pt>
                <c:pt idx="1895">
                  <c:v>4.3510437</c:v>
                </c:pt>
                <c:pt idx="1896">
                  <c:v>4.35474293</c:v>
                </c:pt>
                <c:pt idx="1897">
                  <c:v>4.35800913</c:v>
                </c:pt>
                <c:pt idx="1898">
                  <c:v>4.36134338</c:v>
                </c:pt>
                <c:pt idx="1899">
                  <c:v>4.36462402</c:v>
                </c:pt>
                <c:pt idx="1900">
                  <c:v>4.36767578</c:v>
                </c:pt>
                <c:pt idx="1901">
                  <c:v>4.37095642</c:v>
                </c:pt>
                <c:pt idx="1902">
                  <c:v>4.373969</c:v>
                </c:pt>
                <c:pt idx="1903">
                  <c:v>4.37723521</c:v>
                </c:pt>
                <c:pt idx="1904">
                  <c:v>4.38087257</c:v>
                </c:pt>
                <c:pt idx="1905">
                  <c:v>4.38453674</c:v>
                </c:pt>
                <c:pt idx="1906">
                  <c:v>4.38682556</c:v>
                </c:pt>
                <c:pt idx="1907">
                  <c:v>4.3901825</c:v>
                </c:pt>
                <c:pt idx="1908">
                  <c:v>4.39346313</c:v>
                </c:pt>
                <c:pt idx="1909">
                  <c:v>4.39683244</c:v>
                </c:pt>
                <c:pt idx="1910">
                  <c:v>4.40009865</c:v>
                </c:pt>
                <c:pt idx="1911">
                  <c:v>4.40444946</c:v>
                </c:pt>
                <c:pt idx="1912">
                  <c:v>4.40673828</c:v>
                </c:pt>
                <c:pt idx="1913">
                  <c:v>4.4097488</c:v>
                </c:pt>
                <c:pt idx="1914">
                  <c:v>4.41435118</c:v>
                </c:pt>
                <c:pt idx="1915">
                  <c:v>4.41764832</c:v>
                </c:pt>
                <c:pt idx="1916">
                  <c:v>4.41963196</c:v>
                </c:pt>
                <c:pt idx="1917">
                  <c:v>4.4229126</c:v>
                </c:pt>
                <c:pt idx="1918">
                  <c:v>4.42657471</c:v>
                </c:pt>
                <c:pt idx="1919">
                  <c:v>4.43023682</c:v>
                </c:pt>
                <c:pt idx="1920">
                  <c:v>4.43283493</c:v>
                </c:pt>
                <c:pt idx="1921">
                  <c:v>4.4364723</c:v>
                </c:pt>
                <c:pt idx="1922">
                  <c:v>4.44015503</c:v>
                </c:pt>
                <c:pt idx="1923">
                  <c:v>4.44343567</c:v>
                </c:pt>
                <c:pt idx="1924">
                  <c:v>4.44671631</c:v>
                </c:pt>
                <c:pt idx="1925">
                  <c:v>4.45005675</c:v>
                </c:pt>
                <c:pt idx="1926">
                  <c:v>4.45339718</c:v>
                </c:pt>
                <c:pt idx="1927">
                  <c:v>4.45666339</c:v>
                </c:pt>
                <c:pt idx="1928">
                  <c:v>4.45999146</c:v>
                </c:pt>
                <c:pt idx="1929">
                  <c:v>4.4629731</c:v>
                </c:pt>
                <c:pt idx="1930">
                  <c:v>4.46623931</c:v>
                </c:pt>
                <c:pt idx="1931">
                  <c:v>4.4695282</c:v>
                </c:pt>
                <c:pt idx="1932">
                  <c:v>4.47288513</c:v>
                </c:pt>
                <c:pt idx="1933">
                  <c:v>4.47648332</c:v>
                </c:pt>
                <c:pt idx="1934">
                  <c:v>4.47975159</c:v>
                </c:pt>
                <c:pt idx="1935">
                  <c:v>4.48371887</c:v>
                </c:pt>
                <c:pt idx="1936">
                  <c:v>4.48568808</c:v>
                </c:pt>
                <c:pt idx="1937">
                  <c:v>4.49066162</c:v>
                </c:pt>
                <c:pt idx="1938">
                  <c:v>4.4936309</c:v>
                </c:pt>
                <c:pt idx="1939">
                  <c:v>4.49691772</c:v>
                </c:pt>
                <c:pt idx="1940">
                  <c:v>4.49986638</c:v>
                </c:pt>
                <c:pt idx="1941">
                  <c:v>4.50320682</c:v>
                </c:pt>
                <c:pt idx="1942">
                  <c:v>4.50653076</c:v>
                </c:pt>
                <c:pt idx="1943">
                  <c:v>4.5094423</c:v>
                </c:pt>
                <c:pt idx="1944">
                  <c:v>4.5124054</c:v>
                </c:pt>
                <c:pt idx="1945">
                  <c:v>4.51701396</c:v>
                </c:pt>
                <c:pt idx="1946">
                  <c:v>4.5199585</c:v>
                </c:pt>
                <c:pt idx="1947">
                  <c:v>4.52331543</c:v>
                </c:pt>
                <c:pt idx="1948">
                  <c:v>4.52525371</c:v>
                </c:pt>
                <c:pt idx="1949">
                  <c:v>4.53018188</c:v>
                </c:pt>
                <c:pt idx="1950">
                  <c:v>4.53312229</c:v>
                </c:pt>
                <c:pt idx="1951">
                  <c:v>4.53675966</c:v>
                </c:pt>
                <c:pt idx="1952">
                  <c:v>4.53842163</c:v>
                </c:pt>
                <c:pt idx="1953">
                  <c:v>4.54330444</c:v>
                </c:pt>
                <c:pt idx="1954">
                  <c:v>4.54499941</c:v>
                </c:pt>
                <c:pt idx="1955">
                  <c:v>4.54856873</c:v>
                </c:pt>
                <c:pt idx="1956">
                  <c:v>4.5521999</c:v>
                </c:pt>
                <c:pt idx="1957">
                  <c:v>4.55516918</c:v>
                </c:pt>
                <c:pt idx="1958">
                  <c:v>4.55879211</c:v>
                </c:pt>
                <c:pt idx="1959">
                  <c:v>4.56207275</c:v>
                </c:pt>
                <c:pt idx="1960">
                  <c:v>4.56497192</c:v>
                </c:pt>
                <c:pt idx="1961">
                  <c:v>4.56793708</c:v>
                </c:pt>
                <c:pt idx="1962">
                  <c:v>4.57120328</c:v>
                </c:pt>
                <c:pt idx="1963">
                  <c:v>4.57519531</c:v>
                </c:pt>
                <c:pt idx="1964">
                  <c:v>4.57810685</c:v>
                </c:pt>
                <c:pt idx="1965">
                  <c:v>4.58107613</c:v>
                </c:pt>
                <c:pt idx="1966">
                  <c:v>4.58465576</c:v>
                </c:pt>
                <c:pt idx="1967">
                  <c:v>4.5879364</c:v>
                </c:pt>
                <c:pt idx="1968">
                  <c:v>4.59124591</c:v>
                </c:pt>
                <c:pt idx="1969">
                  <c:v>4.59487915</c:v>
                </c:pt>
                <c:pt idx="1970">
                  <c:v>4.59815979</c:v>
                </c:pt>
                <c:pt idx="1971">
                  <c:v>4.60208377</c:v>
                </c:pt>
                <c:pt idx="1972">
                  <c:v>4.60502625</c:v>
                </c:pt>
                <c:pt idx="1973">
                  <c:v>4.60830688</c:v>
                </c:pt>
                <c:pt idx="1974">
                  <c:v>4.61128235</c:v>
                </c:pt>
                <c:pt idx="1975">
                  <c:v>4.61456299</c:v>
                </c:pt>
                <c:pt idx="1976">
                  <c:v>4.61819211</c:v>
                </c:pt>
                <c:pt idx="1977">
                  <c:v>4.62142944</c:v>
                </c:pt>
                <c:pt idx="1978">
                  <c:v>4.62471008</c:v>
                </c:pt>
                <c:pt idx="1979">
                  <c:v>4.62799072</c:v>
                </c:pt>
                <c:pt idx="1980">
                  <c:v>4.63133116</c:v>
                </c:pt>
                <c:pt idx="1981">
                  <c:v>4.63424683</c:v>
                </c:pt>
                <c:pt idx="1982">
                  <c:v>4.63684082</c:v>
                </c:pt>
                <c:pt idx="1983">
                  <c:v>4.64046169</c:v>
                </c:pt>
                <c:pt idx="1984">
                  <c:v>4.64439392</c:v>
                </c:pt>
                <c:pt idx="1985">
                  <c:v>4.64775085</c:v>
                </c:pt>
                <c:pt idx="1986">
                  <c:v>4.65103149</c:v>
                </c:pt>
                <c:pt idx="1987">
                  <c:v>4.65461731</c:v>
                </c:pt>
                <c:pt idx="1988">
                  <c:v>4.65789795</c:v>
                </c:pt>
                <c:pt idx="1989">
                  <c:v>4.66117859</c:v>
                </c:pt>
                <c:pt idx="1990">
                  <c:v>4.66317667</c:v>
                </c:pt>
                <c:pt idx="1991">
                  <c:v>4.66674805</c:v>
                </c:pt>
                <c:pt idx="1992">
                  <c:v>4.66970908</c:v>
                </c:pt>
                <c:pt idx="1993">
                  <c:v>4.67330933</c:v>
                </c:pt>
                <c:pt idx="1994">
                  <c:v>4.67661265</c:v>
                </c:pt>
                <c:pt idx="1995">
                  <c:v>4.67987885</c:v>
                </c:pt>
                <c:pt idx="1996">
                  <c:v>4.68284607</c:v>
                </c:pt>
                <c:pt idx="1997">
                  <c:v>4.68611434</c:v>
                </c:pt>
                <c:pt idx="1998">
                  <c:v>4.69071672</c:v>
                </c:pt>
                <c:pt idx="1999">
                  <c:v>4.69264675</c:v>
                </c:pt>
                <c:pt idx="2000">
                  <c:v>4.69628411</c:v>
                </c:pt>
                <c:pt idx="2001">
                  <c:v>4.70021841</c:v>
                </c:pt>
                <c:pt idx="2002">
                  <c:v>4.70348461</c:v>
                </c:pt>
                <c:pt idx="2003">
                  <c:v>4.70741272</c:v>
                </c:pt>
                <c:pt idx="2004">
                  <c:v>4.71069336</c:v>
                </c:pt>
                <c:pt idx="2005">
                  <c:v>4.713974</c:v>
                </c:pt>
                <c:pt idx="2006">
                  <c:v>4.715271</c:v>
                </c:pt>
                <c:pt idx="2007">
                  <c:v>4.72048373</c:v>
                </c:pt>
                <c:pt idx="2008">
                  <c:v>4.72343445</c:v>
                </c:pt>
                <c:pt idx="2009">
                  <c:v>4.72640991</c:v>
                </c:pt>
                <c:pt idx="2010">
                  <c:v>4.72969055</c:v>
                </c:pt>
                <c:pt idx="2011">
                  <c:v>4.73258354</c:v>
                </c:pt>
                <c:pt idx="2012">
                  <c:v>4.73587036</c:v>
                </c:pt>
                <c:pt idx="2013">
                  <c:v>4.73881902</c:v>
                </c:pt>
                <c:pt idx="2014">
                  <c:v>4.74275331</c:v>
                </c:pt>
                <c:pt idx="2015">
                  <c:v>4.7450545</c:v>
                </c:pt>
                <c:pt idx="2016">
                  <c:v>4.74832071</c:v>
                </c:pt>
                <c:pt idx="2017">
                  <c:v>4.75195807</c:v>
                </c:pt>
                <c:pt idx="2018">
                  <c:v>4.75648622</c:v>
                </c:pt>
                <c:pt idx="2019">
                  <c:v>4.75915857</c:v>
                </c:pt>
                <c:pt idx="2020">
                  <c:v>4.76272171</c:v>
                </c:pt>
                <c:pt idx="2021">
                  <c:v>4.76598791</c:v>
                </c:pt>
                <c:pt idx="2022">
                  <c:v>4.76898193</c:v>
                </c:pt>
                <c:pt idx="2023">
                  <c:v>4.7722234</c:v>
                </c:pt>
                <c:pt idx="2024">
                  <c:v>4.77584839</c:v>
                </c:pt>
                <c:pt idx="2025">
                  <c:v>4.77912903</c:v>
                </c:pt>
                <c:pt idx="2026">
                  <c:v>4.78141785</c:v>
                </c:pt>
                <c:pt idx="2027">
                  <c:v>4.78565938</c:v>
                </c:pt>
                <c:pt idx="2028">
                  <c:v>4.78858948</c:v>
                </c:pt>
                <c:pt idx="2029">
                  <c:v>4.79217529</c:v>
                </c:pt>
                <c:pt idx="2030">
                  <c:v>4.79545799</c:v>
                </c:pt>
                <c:pt idx="2031">
                  <c:v>4.79805611</c:v>
                </c:pt>
                <c:pt idx="2032">
                  <c:v>4.80196501</c:v>
                </c:pt>
                <c:pt idx="2033">
                  <c:v>4.80495968</c:v>
                </c:pt>
                <c:pt idx="2034">
                  <c:v>4.80822589</c:v>
                </c:pt>
                <c:pt idx="2035">
                  <c:v>4.81143349</c:v>
                </c:pt>
                <c:pt idx="2036">
                  <c:v>4.81438714</c:v>
                </c:pt>
                <c:pt idx="2037">
                  <c:v>4.81765335</c:v>
                </c:pt>
                <c:pt idx="2038">
                  <c:v>4.82090197</c:v>
                </c:pt>
                <c:pt idx="2039">
                  <c:v>4.8238146</c:v>
                </c:pt>
                <c:pt idx="2040">
                  <c:v>4.8270808</c:v>
                </c:pt>
                <c:pt idx="2041">
                  <c:v>4.83034701</c:v>
                </c:pt>
                <c:pt idx="2042">
                  <c:v>4.83391014</c:v>
                </c:pt>
                <c:pt idx="2043">
                  <c:v>4.83687551</c:v>
                </c:pt>
                <c:pt idx="2044">
                  <c:v>4.84044255</c:v>
                </c:pt>
                <c:pt idx="2045">
                  <c:v>4.84366969</c:v>
                </c:pt>
                <c:pt idx="2046">
                  <c:v>4.84692222</c:v>
                </c:pt>
                <c:pt idx="2047">
                  <c:v>4.85024703</c:v>
                </c:pt>
                <c:pt idx="2048">
                  <c:v>4.85378868</c:v>
                </c:pt>
                <c:pt idx="2049">
                  <c:v>4.85669935</c:v>
                </c:pt>
                <c:pt idx="2050">
                  <c:v>4.85964323</c:v>
                </c:pt>
                <c:pt idx="2051">
                  <c:v>4.86318488</c:v>
                </c:pt>
                <c:pt idx="2052">
                  <c:v>4.86643741</c:v>
                </c:pt>
                <c:pt idx="2053">
                  <c:v>4.87034045</c:v>
                </c:pt>
                <c:pt idx="2054">
                  <c:v>4.87362423</c:v>
                </c:pt>
                <c:pt idx="2055">
                  <c:v>4.87689044</c:v>
                </c:pt>
                <c:pt idx="2056">
                  <c:v>4.88008241</c:v>
                </c:pt>
                <c:pt idx="2057">
                  <c:v>4.88204956</c:v>
                </c:pt>
                <c:pt idx="2058">
                  <c:v>4.88564981</c:v>
                </c:pt>
                <c:pt idx="2059">
                  <c:v>4.88920513</c:v>
                </c:pt>
                <c:pt idx="2060">
                  <c:v>4.89247915</c:v>
                </c:pt>
                <c:pt idx="2061">
                  <c:v>4.8953488</c:v>
                </c:pt>
                <c:pt idx="2062">
                  <c:v>4.89860133</c:v>
                </c:pt>
                <c:pt idx="2063">
                  <c:v>4.90183237</c:v>
                </c:pt>
                <c:pt idx="2064">
                  <c:v>4.90643476</c:v>
                </c:pt>
                <c:pt idx="2065">
                  <c:v>4.90799753</c:v>
                </c:pt>
                <c:pt idx="2066">
                  <c:v>4.91192792</c:v>
                </c:pt>
                <c:pt idx="2067">
                  <c:v>4.91511989</c:v>
                </c:pt>
                <c:pt idx="2068">
                  <c:v>4.9183861</c:v>
                </c:pt>
                <c:pt idx="2069">
                  <c:v>4.92165816</c:v>
                </c:pt>
                <c:pt idx="2070">
                  <c:v>4.92454735</c:v>
                </c:pt>
                <c:pt idx="2071">
                  <c:v>4.92809095</c:v>
                </c:pt>
                <c:pt idx="2072">
                  <c:v>4.93170487</c:v>
                </c:pt>
                <c:pt idx="2073">
                  <c:v>4.93464289</c:v>
                </c:pt>
                <c:pt idx="2074">
                  <c:v>4.93820994</c:v>
                </c:pt>
                <c:pt idx="2075">
                  <c:v>4.94110107</c:v>
                </c:pt>
                <c:pt idx="2076">
                  <c:v>4.94435361</c:v>
                </c:pt>
                <c:pt idx="2077">
                  <c:v>4.94760614</c:v>
                </c:pt>
                <c:pt idx="2078">
                  <c:v>4.95114778</c:v>
                </c:pt>
                <c:pt idx="2079">
                  <c:v>4.95409166</c:v>
                </c:pt>
                <c:pt idx="2080">
                  <c:v>4.95700234</c:v>
                </c:pt>
                <c:pt idx="2081">
                  <c:v>4.96025487</c:v>
                </c:pt>
                <c:pt idx="2082">
                  <c:v>4.96411298</c:v>
                </c:pt>
                <c:pt idx="2083">
                  <c:v>4.96737918</c:v>
                </c:pt>
                <c:pt idx="2084">
                  <c:v>4.97030158</c:v>
                </c:pt>
                <c:pt idx="2085">
                  <c:v>4.97355411</c:v>
                </c:pt>
                <c:pt idx="2086">
                  <c:v>4.97709575</c:v>
                </c:pt>
                <c:pt idx="2087">
                  <c:v>4.98034829</c:v>
                </c:pt>
                <c:pt idx="2088">
                  <c:v>4.98360082</c:v>
                </c:pt>
                <c:pt idx="2089">
                  <c:v>4.98749604</c:v>
                </c:pt>
                <c:pt idx="2090">
                  <c:v>4.99046727</c:v>
                </c:pt>
                <c:pt idx="2091">
                  <c:v>4.9937198</c:v>
                </c:pt>
                <c:pt idx="2092">
                  <c:v>4.99699773</c:v>
                </c:pt>
                <c:pt idx="2093">
                  <c:v>4.99993575</c:v>
                </c:pt>
                <c:pt idx="2094">
                  <c:v>5.00345591</c:v>
                </c:pt>
                <c:pt idx="2095">
                  <c:v>5.00612826</c:v>
                </c:pt>
                <c:pt idx="2096">
                  <c:v>5.00933195</c:v>
                </c:pt>
                <c:pt idx="2097">
                  <c:v>5.01258449</c:v>
                </c:pt>
                <c:pt idx="2098">
                  <c:v>5.0162238</c:v>
                </c:pt>
                <c:pt idx="2099">
                  <c:v>5.01945094</c:v>
                </c:pt>
                <c:pt idx="2100">
                  <c:v>5.02238506</c:v>
                </c:pt>
                <c:pt idx="2101">
                  <c:v>5.02565126</c:v>
                </c:pt>
                <c:pt idx="2102">
                  <c:v>5.02891942</c:v>
                </c:pt>
                <c:pt idx="2103">
                  <c:v>5.0324806</c:v>
                </c:pt>
                <c:pt idx="2104">
                  <c:v>5.03542448</c:v>
                </c:pt>
                <c:pt idx="2105">
                  <c:v>5.03901301</c:v>
                </c:pt>
                <c:pt idx="2106">
                  <c:v>5.04265038</c:v>
                </c:pt>
                <c:pt idx="2107">
                  <c:v>5.04554347</c:v>
                </c:pt>
                <c:pt idx="2108">
                  <c:v>5.0485147</c:v>
                </c:pt>
                <c:pt idx="2109">
                  <c:v>5.05212081</c:v>
                </c:pt>
                <c:pt idx="2110">
                  <c:v>5.05573473</c:v>
                </c:pt>
                <c:pt idx="2111">
                  <c:v>5.05868448</c:v>
                </c:pt>
                <c:pt idx="2112">
                  <c:v>5.06195068</c:v>
                </c:pt>
                <c:pt idx="2113">
                  <c:v>5.06520321</c:v>
                </c:pt>
                <c:pt idx="2114">
                  <c:v>5.06845575</c:v>
                </c:pt>
                <c:pt idx="2115">
                  <c:v>5.07178056</c:v>
                </c:pt>
                <c:pt idx="2116">
                  <c:v>5.07409347</c:v>
                </c:pt>
                <c:pt idx="2117">
                  <c:v>5.07864701</c:v>
                </c:pt>
                <c:pt idx="2118">
                  <c:v>5.08162215</c:v>
                </c:pt>
                <c:pt idx="2119">
                  <c:v>5.08525951</c:v>
                </c:pt>
                <c:pt idx="2120">
                  <c:v>5.08852572</c:v>
                </c:pt>
                <c:pt idx="2121">
                  <c:v>5.09112384</c:v>
                </c:pt>
                <c:pt idx="2122">
                  <c:v>5.09440372</c:v>
                </c:pt>
                <c:pt idx="2123">
                  <c:v>5.09772853</c:v>
                </c:pt>
                <c:pt idx="2124">
                  <c:v>5.10099669</c:v>
                </c:pt>
                <c:pt idx="2125">
                  <c:v>5.10433713</c:v>
                </c:pt>
                <c:pt idx="2126">
                  <c:v>5.10726929</c:v>
                </c:pt>
                <c:pt idx="2127">
                  <c:v>5.1112407</c:v>
                </c:pt>
                <c:pt idx="2128">
                  <c:v>5.1145069</c:v>
                </c:pt>
                <c:pt idx="2129">
                  <c:v>5.11784734</c:v>
                </c:pt>
                <c:pt idx="2130">
                  <c:v>5.12179726</c:v>
                </c:pt>
                <c:pt idx="2131">
                  <c:v>5.12439929</c:v>
                </c:pt>
                <c:pt idx="2132">
                  <c:v>5.1277241</c:v>
                </c:pt>
                <c:pt idx="2133">
                  <c:v>5.13104891</c:v>
                </c:pt>
                <c:pt idx="2134">
                  <c:v>5.13466283</c:v>
                </c:pt>
                <c:pt idx="2135">
                  <c:v>5.13833536</c:v>
                </c:pt>
                <c:pt idx="2136">
                  <c:v>5.14093347</c:v>
                </c:pt>
                <c:pt idx="2137">
                  <c:v>5.14457084</c:v>
                </c:pt>
                <c:pt idx="2138">
                  <c:v>5.14791128</c:v>
                </c:pt>
                <c:pt idx="2139">
                  <c:v>5.15058363</c:v>
                </c:pt>
                <c:pt idx="2140">
                  <c:v>5.15422099</c:v>
                </c:pt>
                <c:pt idx="2141">
                  <c:v>5.15721371</c:v>
                </c:pt>
                <c:pt idx="2142">
                  <c:v>5.16053852</c:v>
                </c:pt>
                <c:pt idx="2143">
                  <c:v>5.16379691</c:v>
                </c:pt>
                <c:pt idx="2144">
                  <c:v>5.16713735</c:v>
                </c:pt>
                <c:pt idx="2145">
                  <c:v>5.17010663</c:v>
                </c:pt>
                <c:pt idx="2146">
                  <c:v>5.17344707</c:v>
                </c:pt>
                <c:pt idx="2147">
                  <c:v>5.17678751</c:v>
                </c:pt>
                <c:pt idx="2148">
                  <c:v>5.1797646</c:v>
                </c:pt>
                <c:pt idx="2149">
                  <c:v>5.18337852</c:v>
                </c:pt>
                <c:pt idx="2150">
                  <c:v>5.18643766</c:v>
                </c:pt>
                <c:pt idx="2151">
                  <c:v>5.19104004</c:v>
                </c:pt>
                <c:pt idx="2152">
                  <c:v>5.19436485</c:v>
                </c:pt>
                <c:pt idx="2153">
                  <c:v>5.19768966</c:v>
                </c:pt>
                <c:pt idx="2154">
                  <c:v>5.20101447</c:v>
                </c:pt>
                <c:pt idx="2155">
                  <c:v>5.20306561</c:v>
                </c:pt>
                <c:pt idx="2156">
                  <c:v>5.20802548</c:v>
                </c:pt>
                <c:pt idx="2157">
                  <c:v>5.21100843</c:v>
                </c:pt>
                <c:pt idx="2158">
                  <c:v>5.21438599</c:v>
                </c:pt>
                <c:pt idx="2159">
                  <c:v>5.2177108</c:v>
                </c:pt>
                <c:pt idx="2160">
                  <c:v>5.22065859</c:v>
                </c:pt>
                <c:pt idx="2161">
                  <c:v>5.22472181</c:v>
                </c:pt>
                <c:pt idx="2162">
                  <c:v>5.22637445</c:v>
                </c:pt>
                <c:pt idx="2163">
                  <c:v>5.23072092</c:v>
                </c:pt>
                <c:pt idx="2164">
                  <c:v>5.23468842</c:v>
                </c:pt>
                <c:pt idx="2165">
                  <c:v>5.23635864</c:v>
                </c:pt>
                <c:pt idx="2166">
                  <c:v>5.24105674</c:v>
                </c:pt>
                <c:pt idx="2167">
                  <c:v>5.24433858</c:v>
                </c:pt>
                <c:pt idx="2168">
                  <c:v>5.24767901</c:v>
                </c:pt>
                <c:pt idx="2169">
                  <c:v>5.25101945</c:v>
                </c:pt>
                <c:pt idx="2170">
                  <c:v>5.25435598</c:v>
                </c:pt>
                <c:pt idx="2171">
                  <c:v>5.2574034</c:v>
                </c:pt>
                <c:pt idx="2172">
                  <c:v>5.2603551</c:v>
                </c:pt>
                <c:pt idx="2173">
                  <c:v>5.26367991</c:v>
                </c:pt>
                <c:pt idx="2174">
                  <c:v>5.26772164</c:v>
                </c:pt>
                <c:pt idx="2175">
                  <c:v>5.27069092</c:v>
                </c:pt>
                <c:pt idx="2176">
                  <c:v>5.27408801</c:v>
                </c:pt>
                <c:pt idx="2177">
                  <c:v>5.27777421</c:v>
                </c:pt>
                <c:pt idx="2178">
                  <c:v>5.28109902</c:v>
                </c:pt>
                <c:pt idx="2179">
                  <c:v>5.28442383</c:v>
                </c:pt>
                <c:pt idx="2180">
                  <c:v>5.28680902</c:v>
                </c:pt>
                <c:pt idx="2181">
                  <c:v>5.29043662</c:v>
                </c:pt>
                <c:pt idx="2182">
                  <c:v>5.29345864</c:v>
                </c:pt>
                <c:pt idx="2183">
                  <c:v>5.29682056</c:v>
                </c:pt>
                <c:pt idx="2184">
                  <c:v>5.30054193</c:v>
                </c:pt>
                <c:pt idx="2185">
                  <c:v>5.30357567</c:v>
                </c:pt>
                <c:pt idx="2186">
                  <c:v>5.30726383</c:v>
                </c:pt>
                <c:pt idx="2187">
                  <c:v>5.31129579</c:v>
                </c:pt>
                <c:pt idx="2188">
                  <c:v>5.31463623</c:v>
                </c:pt>
                <c:pt idx="2189">
                  <c:v>5.31767193</c:v>
                </c:pt>
                <c:pt idx="2190">
                  <c:v>5.32135813</c:v>
                </c:pt>
                <c:pt idx="2191">
                  <c:v>5.32475522</c:v>
                </c:pt>
                <c:pt idx="2192">
                  <c:v>5.32777529</c:v>
                </c:pt>
                <c:pt idx="2193">
                  <c:v>5.33148688</c:v>
                </c:pt>
                <c:pt idx="2194">
                  <c:v>5.33451281</c:v>
                </c:pt>
                <c:pt idx="2195">
                  <c:v>5.33783762</c:v>
                </c:pt>
                <c:pt idx="2196">
                  <c:v>5.3415961</c:v>
                </c:pt>
                <c:pt idx="2197">
                  <c:v>5.34492091</c:v>
                </c:pt>
                <c:pt idx="2198">
                  <c:v>5.348318</c:v>
                </c:pt>
                <c:pt idx="2199">
                  <c:v>5.35207648</c:v>
                </c:pt>
                <c:pt idx="2200">
                  <c:v>5.35509264</c:v>
                </c:pt>
                <c:pt idx="2201">
                  <c:v>5.35850926</c:v>
                </c:pt>
                <c:pt idx="2202">
                  <c:v>5.36183407</c:v>
                </c:pt>
                <c:pt idx="2203">
                  <c:v>5.36489126</c:v>
                </c:pt>
                <c:pt idx="2204">
                  <c:v>5.36898964</c:v>
                </c:pt>
                <c:pt idx="2205">
                  <c:v>5.37201753</c:v>
                </c:pt>
                <c:pt idx="2206">
                  <c:v>5.37578382</c:v>
                </c:pt>
                <c:pt idx="2207">
                  <c:v>5.37884686</c:v>
                </c:pt>
                <c:pt idx="2208">
                  <c:v>5.38255846</c:v>
                </c:pt>
                <c:pt idx="2209">
                  <c:v>5.38396887</c:v>
                </c:pt>
                <c:pt idx="2210">
                  <c:v>5.38770977</c:v>
                </c:pt>
                <c:pt idx="2211">
                  <c:v>5.39139597</c:v>
                </c:pt>
                <c:pt idx="2212">
                  <c:v>5.39450981</c:v>
                </c:pt>
                <c:pt idx="2213">
                  <c:v>5.39826243</c:v>
                </c:pt>
                <c:pt idx="2214">
                  <c:v>5.40163607</c:v>
                </c:pt>
                <c:pt idx="2215">
                  <c:v>5.40638692</c:v>
                </c:pt>
                <c:pt idx="2216">
                  <c:v>5.4091335</c:v>
                </c:pt>
                <c:pt idx="2217">
                  <c:v>5.41221217</c:v>
                </c:pt>
                <c:pt idx="2218">
                  <c:v>5.41936774</c:v>
                </c:pt>
                <c:pt idx="2219">
                  <c:v>5.42276483</c:v>
                </c:pt>
                <c:pt idx="2220">
                  <c:v>5.42620685</c:v>
                </c:pt>
                <c:pt idx="2221">
                  <c:v>5.42999268</c:v>
                </c:pt>
                <c:pt idx="2222">
                  <c:v>5.43303619</c:v>
                </c:pt>
                <c:pt idx="2223">
                  <c:v>5.43645086</c:v>
                </c:pt>
                <c:pt idx="2224">
                  <c:v>5.43989483</c:v>
                </c:pt>
                <c:pt idx="2225">
                  <c:v>5.44298327</c:v>
                </c:pt>
                <c:pt idx="2226">
                  <c:v>5.44572985</c:v>
                </c:pt>
                <c:pt idx="2227">
                  <c:v>5.44944145</c:v>
                </c:pt>
                <c:pt idx="2228">
                  <c:v>5.45293035</c:v>
                </c:pt>
                <c:pt idx="2229">
                  <c:v>5.45594065</c:v>
                </c:pt>
                <c:pt idx="2230">
                  <c:v>5.45938853</c:v>
                </c:pt>
                <c:pt idx="2231">
                  <c:v>5.4628032</c:v>
                </c:pt>
                <c:pt idx="2232">
                  <c:v>5.46621787</c:v>
                </c:pt>
                <c:pt idx="2233">
                  <c:v>5.47032406</c:v>
                </c:pt>
                <c:pt idx="2234">
                  <c:v>5.47341836</c:v>
                </c:pt>
                <c:pt idx="2235">
                  <c:v>5.47719052</c:v>
                </c:pt>
                <c:pt idx="2236">
                  <c:v>5.48065989</c:v>
                </c:pt>
                <c:pt idx="2237">
                  <c:v>5.48441837</c:v>
                </c:pt>
                <c:pt idx="2238">
                  <c:v>5.48752243</c:v>
                </c:pt>
                <c:pt idx="2239">
                  <c:v>5.49157394</c:v>
                </c:pt>
                <c:pt idx="2240">
                  <c:v>5.49331253</c:v>
                </c:pt>
                <c:pt idx="2241">
                  <c:v>5.49746952</c:v>
                </c:pt>
                <c:pt idx="2242">
                  <c:v>5.50118111</c:v>
                </c:pt>
                <c:pt idx="2243">
                  <c:v>5.50429495</c:v>
                </c:pt>
                <c:pt idx="2244">
                  <c:v>5.50769204</c:v>
                </c:pt>
                <c:pt idx="2245">
                  <c:v>5.5111614</c:v>
                </c:pt>
                <c:pt idx="2246">
                  <c:v>5.5146171</c:v>
                </c:pt>
                <c:pt idx="2247">
                  <c:v>5.51936794</c:v>
                </c:pt>
                <c:pt idx="2248">
                  <c:v>5.52250912</c:v>
                </c:pt>
                <c:pt idx="2249">
                  <c:v>5.52554482</c:v>
                </c:pt>
                <c:pt idx="2250">
                  <c:v>5.52931502</c:v>
                </c:pt>
                <c:pt idx="2251">
                  <c:v>5.53103798</c:v>
                </c:pt>
                <c:pt idx="2252">
                  <c:v>5.53450735</c:v>
                </c:pt>
                <c:pt idx="2253">
                  <c:v>5.53859401</c:v>
                </c:pt>
                <c:pt idx="2254">
                  <c:v>5.54303621</c:v>
                </c:pt>
                <c:pt idx="2255">
                  <c:v>5.54614418</c:v>
                </c:pt>
                <c:pt idx="2256">
                  <c:v>5.54920918</c:v>
                </c:pt>
                <c:pt idx="2257">
                  <c:v>5.55228785</c:v>
                </c:pt>
                <c:pt idx="2258">
                  <c:v>5.55544467</c:v>
                </c:pt>
                <c:pt idx="2259">
                  <c:v>5.55915626</c:v>
                </c:pt>
                <c:pt idx="2260">
                  <c:v>5.56226228</c:v>
                </c:pt>
                <c:pt idx="2261">
                  <c:v>5.56672792</c:v>
                </c:pt>
                <c:pt idx="2262">
                  <c:v>5.57021292</c:v>
                </c:pt>
                <c:pt idx="2263">
                  <c:v>5.57361</c:v>
                </c:pt>
                <c:pt idx="2264">
                  <c:v>5.57635659</c:v>
                </c:pt>
                <c:pt idx="2265">
                  <c:v>5.58046083</c:v>
                </c:pt>
                <c:pt idx="2266">
                  <c:v>5.58358443</c:v>
                </c:pt>
                <c:pt idx="2267">
                  <c:v>5.5870538</c:v>
                </c:pt>
                <c:pt idx="2268">
                  <c:v>5.59048214</c:v>
                </c:pt>
                <c:pt idx="2269">
                  <c:v>5.59428165</c:v>
                </c:pt>
                <c:pt idx="2270">
                  <c:v>5.59767874</c:v>
                </c:pt>
                <c:pt idx="2271">
                  <c:v>5.60109731</c:v>
                </c:pt>
                <c:pt idx="2272">
                  <c:v>5.60458621</c:v>
                </c:pt>
                <c:pt idx="2273">
                  <c:v>5.60837595</c:v>
                </c:pt>
                <c:pt idx="2274">
                  <c:v>5.61177304</c:v>
                </c:pt>
                <c:pt idx="2275">
                  <c:v>5.61553152</c:v>
                </c:pt>
                <c:pt idx="2276">
                  <c:v>5.61900089</c:v>
                </c:pt>
                <c:pt idx="2277">
                  <c:v>5.62174747</c:v>
                </c:pt>
                <c:pt idx="2278">
                  <c:v>5.62550595</c:v>
                </c:pt>
                <c:pt idx="2279">
                  <c:v>5.62856313</c:v>
                </c:pt>
                <c:pt idx="2280">
                  <c:v>5.6319778</c:v>
                </c:pt>
                <c:pt idx="2281">
                  <c:v>5.63509554</c:v>
                </c:pt>
                <c:pt idx="2282">
                  <c:v>5.63880519</c:v>
                </c:pt>
                <c:pt idx="2283">
                  <c:v>5.64259297</c:v>
                </c:pt>
                <c:pt idx="2284">
                  <c:v>5.6463788</c:v>
                </c:pt>
                <c:pt idx="2285">
                  <c:v>5.64805683</c:v>
                </c:pt>
                <c:pt idx="2286">
                  <c:v>5.65320814</c:v>
                </c:pt>
                <c:pt idx="2287">
                  <c:v>5.65588049</c:v>
                </c:pt>
                <c:pt idx="2288">
                  <c:v>5.65998278</c:v>
                </c:pt>
                <c:pt idx="2289">
                  <c:v>5.66308099</c:v>
                </c:pt>
                <c:pt idx="2290">
                  <c:v>5.66642143</c:v>
                </c:pt>
                <c:pt idx="2291">
                  <c:v>5.67020726</c:v>
                </c:pt>
                <c:pt idx="2292">
                  <c:v>5.67154343</c:v>
                </c:pt>
                <c:pt idx="2293">
                  <c:v>5.67523354</c:v>
                </c:pt>
                <c:pt idx="2294">
                  <c:v>5.67899202</c:v>
                </c:pt>
                <c:pt idx="2295">
                  <c:v>5.68275245</c:v>
                </c:pt>
                <c:pt idx="2296">
                  <c:v>5.68609289</c:v>
                </c:pt>
                <c:pt idx="2297">
                  <c:v>5.68980449</c:v>
                </c:pt>
                <c:pt idx="2298">
                  <c:v>5.69255107</c:v>
                </c:pt>
                <c:pt idx="2299">
                  <c:v>5.69589151</c:v>
                </c:pt>
                <c:pt idx="2300">
                  <c:v>5.70067556</c:v>
                </c:pt>
                <c:pt idx="2301">
                  <c:v>5.70368586</c:v>
                </c:pt>
                <c:pt idx="2302">
                  <c:v>5.70674695</c:v>
                </c:pt>
                <c:pt idx="2303">
                  <c:v>5.71043316</c:v>
                </c:pt>
                <c:pt idx="2304">
                  <c:v>5.71348448</c:v>
                </c:pt>
                <c:pt idx="2305">
                  <c:v>5.71715505</c:v>
                </c:pt>
                <c:pt idx="2306">
                  <c:v>5.72053652</c:v>
                </c:pt>
                <c:pt idx="2307">
                  <c:v>5.72387695</c:v>
                </c:pt>
                <c:pt idx="2308">
                  <c:v>5.72721739</c:v>
                </c:pt>
                <c:pt idx="2309">
                  <c:v>5.72922556</c:v>
                </c:pt>
                <c:pt idx="2310">
                  <c:v>5.73293325</c:v>
                </c:pt>
                <c:pt idx="2311">
                  <c:v>5.73594746</c:v>
                </c:pt>
                <c:pt idx="2312">
                  <c:v>5.73961413</c:v>
                </c:pt>
                <c:pt idx="2313">
                  <c:v>5.74265764</c:v>
                </c:pt>
                <c:pt idx="2314">
                  <c:v>5.74599807</c:v>
                </c:pt>
                <c:pt idx="2315">
                  <c:v>5.74968037</c:v>
                </c:pt>
                <c:pt idx="2316">
                  <c:v>5.7537182</c:v>
                </c:pt>
                <c:pt idx="2317">
                  <c:v>5.75639055</c:v>
                </c:pt>
                <c:pt idx="2318">
                  <c:v>5.76073898</c:v>
                </c:pt>
                <c:pt idx="2319">
                  <c:v>5.76411067</c:v>
                </c:pt>
                <c:pt idx="2320">
                  <c:v>5.76737687</c:v>
                </c:pt>
                <c:pt idx="2321">
                  <c:v>5.77071731</c:v>
                </c:pt>
                <c:pt idx="2322">
                  <c:v>5.7737491</c:v>
                </c:pt>
                <c:pt idx="2323">
                  <c:v>5.7774353</c:v>
                </c:pt>
                <c:pt idx="2324">
                  <c:v>5.7804417</c:v>
                </c:pt>
                <c:pt idx="2325">
                  <c:v>5.7841572</c:v>
                </c:pt>
                <c:pt idx="2326">
                  <c:v>5.78615756</c:v>
                </c:pt>
                <c:pt idx="2327">
                  <c:v>5.79116821</c:v>
                </c:pt>
                <c:pt idx="2328">
                  <c:v>5.79417461</c:v>
                </c:pt>
                <c:pt idx="2329">
                  <c:v>5.79615543</c:v>
                </c:pt>
                <c:pt idx="2330">
                  <c:v>5.79948024</c:v>
                </c:pt>
                <c:pt idx="2331">
                  <c:v>5.80248858</c:v>
                </c:pt>
                <c:pt idx="2332">
                  <c:v>5.80753636</c:v>
                </c:pt>
                <c:pt idx="2333">
                  <c:v>5.81053884</c:v>
                </c:pt>
                <c:pt idx="2334">
                  <c:v>5.81354914</c:v>
                </c:pt>
                <c:pt idx="2335">
                  <c:v>5.81726074</c:v>
                </c:pt>
                <c:pt idx="2336">
                  <c:v>5.81993309</c:v>
                </c:pt>
                <c:pt idx="2337">
                  <c:v>5.82362125</c:v>
                </c:pt>
                <c:pt idx="2338">
                  <c:v>5.82698513</c:v>
                </c:pt>
                <c:pt idx="2339">
                  <c:v>5.83032556</c:v>
                </c:pt>
                <c:pt idx="2340">
                  <c:v>5.833666</c:v>
                </c:pt>
                <c:pt idx="2341">
                  <c:v>5.83771555</c:v>
                </c:pt>
                <c:pt idx="2342">
                  <c:v>5.84111264</c:v>
                </c:pt>
                <c:pt idx="2343">
                  <c:v>5.84443745</c:v>
                </c:pt>
                <c:pt idx="2344">
                  <c:v>5.84646125</c:v>
                </c:pt>
                <c:pt idx="2345">
                  <c:v>5.85014745</c:v>
                </c:pt>
                <c:pt idx="2346">
                  <c:v>5.85484555</c:v>
                </c:pt>
                <c:pt idx="2347">
                  <c:v>5.85751985</c:v>
                </c:pt>
                <c:pt idx="2348">
                  <c:v>5.86157721</c:v>
                </c:pt>
                <c:pt idx="2349">
                  <c:v>5.86460314</c:v>
                </c:pt>
                <c:pt idx="2350">
                  <c:v>5.86759</c:v>
                </c:pt>
                <c:pt idx="2351">
                  <c:v>5.87161416</c:v>
                </c:pt>
                <c:pt idx="2352">
                  <c:v>5.87428846</c:v>
                </c:pt>
                <c:pt idx="2353">
                  <c:v>5.87768555</c:v>
                </c:pt>
                <c:pt idx="2354">
                  <c:v>5.88072124</c:v>
                </c:pt>
                <c:pt idx="2355">
                  <c:v>5.88404605</c:v>
                </c:pt>
                <c:pt idx="2356">
                  <c:v>5.88703877</c:v>
                </c:pt>
                <c:pt idx="2357">
                  <c:v>5.89112934</c:v>
                </c:pt>
                <c:pt idx="2358">
                  <c:v>5.89475889</c:v>
                </c:pt>
                <c:pt idx="2359">
                  <c:v>5.89777896</c:v>
                </c:pt>
                <c:pt idx="2360">
                  <c:v>5.90146516</c:v>
                </c:pt>
                <c:pt idx="2361">
                  <c:v>5.90486225</c:v>
                </c:pt>
                <c:pt idx="2362">
                  <c:v>5.90753656</c:v>
                </c:pt>
                <c:pt idx="2363">
                  <c:v>5.91122276</c:v>
                </c:pt>
                <c:pt idx="2364">
                  <c:v>5.91420766</c:v>
                </c:pt>
                <c:pt idx="2365">
                  <c:v>5.91762233</c:v>
                </c:pt>
                <c:pt idx="2366">
                  <c:v>5.92090807</c:v>
                </c:pt>
                <c:pt idx="2367">
                  <c:v>5.92430516</c:v>
                </c:pt>
                <c:pt idx="2368">
                  <c:v>5.92794057</c:v>
                </c:pt>
                <c:pt idx="2369">
                  <c:v>5.93098408</c:v>
                </c:pt>
                <c:pt idx="2370">
                  <c:v>5.93432452</c:v>
                </c:pt>
                <c:pt idx="2371">
                  <c:v>5.93803807</c:v>
                </c:pt>
                <c:pt idx="2372">
                  <c:v>5.9410054</c:v>
                </c:pt>
                <c:pt idx="2373">
                  <c:v>5.94471699</c:v>
                </c:pt>
                <c:pt idx="2374">
                  <c:v>5.94805743</c:v>
                </c:pt>
                <c:pt idx="2375">
                  <c:v>5.95139787</c:v>
                </c:pt>
                <c:pt idx="2376">
                  <c:v>5.95510947</c:v>
                </c:pt>
                <c:pt idx="2377">
                  <c:v>5.95805921</c:v>
                </c:pt>
                <c:pt idx="2378">
                  <c:v>5.96112226</c:v>
                </c:pt>
                <c:pt idx="2379">
                  <c:v>5.96409153</c:v>
                </c:pt>
                <c:pt idx="2380">
                  <c:v>5.96743197</c:v>
                </c:pt>
                <c:pt idx="2381">
                  <c:v>5.97077241</c:v>
                </c:pt>
                <c:pt idx="2382">
                  <c:v>5.97417731</c:v>
                </c:pt>
                <c:pt idx="2383">
                  <c:v>5.97782444</c:v>
                </c:pt>
                <c:pt idx="2384">
                  <c:v>5.98116488</c:v>
                </c:pt>
                <c:pt idx="2385">
                  <c:v>5.98451313</c:v>
                </c:pt>
                <c:pt idx="2386">
                  <c:v>5.988885</c:v>
                </c:pt>
                <c:pt idx="2387">
                  <c:v>5.99058452</c:v>
                </c:pt>
                <c:pt idx="2388">
                  <c:v>5.99393278</c:v>
                </c:pt>
                <c:pt idx="2389">
                  <c:v>5.99727321</c:v>
                </c:pt>
                <c:pt idx="2390">
                  <c:v>6.00061365</c:v>
                </c:pt>
                <c:pt idx="2391">
                  <c:v>6.00395604</c:v>
                </c:pt>
                <c:pt idx="2392">
                  <c:v>6.00865414</c:v>
                </c:pt>
                <c:pt idx="2393">
                  <c:v>6.01167421</c:v>
                </c:pt>
                <c:pt idx="2394">
                  <c:v>6.01501465</c:v>
                </c:pt>
                <c:pt idx="2395">
                  <c:v>6.01768895</c:v>
                </c:pt>
                <c:pt idx="2396">
                  <c:v>6.02101376</c:v>
                </c:pt>
                <c:pt idx="2397">
                  <c:v>6.02503596</c:v>
                </c:pt>
                <c:pt idx="2398">
                  <c:v>6.02867528</c:v>
                </c:pt>
                <c:pt idx="2399">
                  <c:v>6.03207237</c:v>
                </c:pt>
                <c:pt idx="2400">
                  <c:v>6.0337211</c:v>
                </c:pt>
                <c:pt idx="2401">
                  <c:v>6.03802655</c:v>
                </c:pt>
                <c:pt idx="2402">
                  <c:v>6.0410349</c:v>
                </c:pt>
                <c:pt idx="2403">
                  <c:v>6.04435971</c:v>
                </c:pt>
                <c:pt idx="2404">
                  <c:v>6.04804591</c:v>
                </c:pt>
                <c:pt idx="2405">
                  <c:v>6.05072021</c:v>
                </c:pt>
                <c:pt idx="2406">
                  <c:v>6.05443181</c:v>
                </c:pt>
                <c:pt idx="2407">
                  <c:v>6.05773123</c:v>
                </c:pt>
                <c:pt idx="2408">
                  <c:v>6.06112832</c:v>
                </c:pt>
                <c:pt idx="2409">
                  <c:v>6.06408197</c:v>
                </c:pt>
                <c:pt idx="2410">
                  <c:v>6.06779356</c:v>
                </c:pt>
                <c:pt idx="2411">
                  <c:v>6.07081363</c:v>
                </c:pt>
                <c:pt idx="2412">
                  <c:v>6.07543945</c:v>
                </c:pt>
                <c:pt idx="2413">
                  <c:v>6.07877989</c:v>
                </c:pt>
                <c:pt idx="2414">
                  <c:v>6.08212033</c:v>
                </c:pt>
                <c:pt idx="2415">
                  <c:v>6.08519705</c:v>
                </c:pt>
                <c:pt idx="2416">
                  <c:v>6.08852186</c:v>
                </c:pt>
                <c:pt idx="2417">
                  <c:v>6.09184471</c:v>
                </c:pt>
                <c:pt idx="2418">
                  <c:v>6.09553287</c:v>
                </c:pt>
                <c:pt idx="2419">
                  <c:v>6.09885768</c:v>
                </c:pt>
                <c:pt idx="2420">
                  <c:v>6.10189337</c:v>
                </c:pt>
                <c:pt idx="2421">
                  <c:v>6.10456768</c:v>
                </c:pt>
                <c:pt idx="2422">
                  <c:v>6.10758189</c:v>
                </c:pt>
                <c:pt idx="2423">
                  <c:v>6.11165097</c:v>
                </c:pt>
                <c:pt idx="2424">
                  <c:v>6.11530201</c:v>
                </c:pt>
                <c:pt idx="2425">
                  <c:v>6.11797436</c:v>
                </c:pt>
                <c:pt idx="2426">
                  <c:v>6.12101787</c:v>
                </c:pt>
                <c:pt idx="2427">
                  <c:v>6.12466109</c:v>
                </c:pt>
                <c:pt idx="2428">
                  <c:v>6.12805818</c:v>
                </c:pt>
                <c:pt idx="2429">
                  <c:v>6.13103918</c:v>
                </c:pt>
                <c:pt idx="2430">
                  <c:v>6.13608695</c:v>
                </c:pt>
                <c:pt idx="2431">
                  <c:v>6.13911679</c:v>
                </c:pt>
                <c:pt idx="2432">
                  <c:v>6.1424416</c:v>
                </c:pt>
                <c:pt idx="2433">
                  <c:v>6.14581134</c:v>
                </c:pt>
                <c:pt idx="2434">
                  <c:v>6.14915178</c:v>
                </c:pt>
                <c:pt idx="2435">
                  <c:v>6.15182413</c:v>
                </c:pt>
                <c:pt idx="2436">
                  <c:v>6.15516261</c:v>
                </c:pt>
                <c:pt idx="2437">
                  <c:v>6.15783691</c:v>
                </c:pt>
                <c:pt idx="2438">
                  <c:v>6.16253501</c:v>
                </c:pt>
                <c:pt idx="2439">
                  <c:v>6.1649202</c:v>
                </c:pt>
                <c:pt idx="2440">
                  <c:v>6.16793246</c:v>
                </c:pt>
                <c:pt idx="2441">
                  <c:v>6.17156982</c:v>
                </c:pt>
                <c:pt idx="2442">
                  <c:v>6.17498449</c:v>
                </c:pt>
                <c:pt idx="2443">
                  <c:v>6.17832493</c:v>
                </c:pt>
                <c:pt idx="2444">
                  <c:v>6.18197792</c:v>
                </c:pt>
                <c:pt idx="2445">
                  <c:v>6.18537697</c:v>
                </c:pt>
                <c:pt idx="2446">
                  <c:v>6.18833843</c:v>
                </c:pt>
                <c:pt idx="2447">
                  <c:v>6.19205784</c:v>
                </c:pt>
                <c:pt idx="2448">
                  <c:v>6.19576944</c:v>
                </c:pt>
                <c:pt idx="2449">
                  <c:v>6.19874653</c:v>
                </c:pt>
                <c:pt idx="2450">
                  <c:v>6.20214362</c:v>
                </c:pt>
                <c:pt idx="2451">
                  <c:v>6.20582982</c:v>
                </c:pt>
                <c:pt idx="2452">
                  <c:v>6.20883426</c:v>
                </c:pt>
                <c:pt idx="2453">
                  <c:v>6.21182893</c:v>
                </c:pt>
                <c:pt idx="2454">
                  <c:v>6.21551514</c:v>
                </c:pt>
                <c:pt idx="2455">
                  <c:v>6.21922673</c:v>
                </c:pt>
                <c:pt idx="2456">
                  <c:v>6.22256717</c:v>
                </c:pt>
                <c:pt idx="2457">
                  <c:v>6.22556184</c:v>
                </c:pt>
                <c:pt idx="2458">
                  <c:v>6.22895893</c:v>
                </c:pt>
                <c:pt idx="2459">
                  <c:v>6.23264514</c:v>
                </c:pt>
                <c:pt idx="2460">
                  <c:v>6.23596995</c:v>
                </c:pt>
                <c:pt idx="2461">
                  <c:v>6.23864425</c:v>
                </c:pt>
                <c:pt idx="2462">
                  <c:v>6.24201594</c:v>
                </c:pt>
                <c:pt idx="2463">
                  <c:v>6.24535638</c:v>
                </c:pt>
                <c:pt idx="2464">
                  <c:v>6.24869682</c:v>
                </c:pt>
                <c:pt idx="2465">
                  <c:v>6.25338906</c:v>
                </c:pt>
                <c:pt idx="2466">
                  <c:v>6.25641694</c:v>
                </c:pt>
                <c:pt idx="2467">
                  <c:v>6.25938817</c:v>
                </c:pt>
                <c:pt idx="2468">
                  <c:v>6.26272665</c:v>
                </c:pt>
                <c:pt idx="2469">
                  <c:v>6.26614132</c:v>
                </c:pt>
                <c:pt idx="2470">
                  <c:v>6.26914576</c:v>
                </c:pt>
                <c:pt idx="2471">
                  <c:v>6.27311913</c:v>
                </c:pt>
                <c:pt idx="2472">
                  <c:v>6.27680728</c:v>
                </c:pt>
                <c:pt idx="2473">
                  <c:v>6.27846383</c:v>
                </c:pt>
                <c:pt idx="2474">
                  <c:v>6.28217542</c:v>
                </c:pt>
                <c:pt idx="2475">
                  <c:v>6.28685204</c:v>
                </c:pt>
                <c:pt idx="2476">
                  <c:v>6.28988969</c:v>
                </c:pt>
                <c:pt idx="2477">
                  <c:v>6.2932145</c:v>
                </c:pt>
                <c:pt idx="2478">
                  <c:v>6.2969007</c:v>
                </c:pt>
                <c:pt idx="2479">
                  <c:v>6.29991686</c:v>
                </c:pt>
                <c:pt idx="2480">
                  <c:v>6.30289981</c:v>
                </c:pt>
                <c:pt idx="2481">
                  <c:v>6.30658601</c:v>
                </c:pt>
                <c:pt idx="2482">
                  <c:v>6.3099831</c:v>
                </c:pt>
                <c:pt idx="2483">
                  <c:v>6.31298168</c:v>
                </c:pt>
                <c:pt idx="2484">
                  <c:v>6.31598222</c:v>
                </c:pt>
                <c:pt idx="2485">
                  <c:v>6.31901791</c:v>
                </c:pt>
                <c:pt idx="2486">
                  <c:v>6.32299323</c:v>
                </c:pt>
                <c:pt idx="2487">
                  <c:v>6.32631804</c:v>
                </c:pt>
                <c:pt idx="2488">
                  <c:v>6.32968387</c:v>
                </c:pt>
                <c:pt idx="2489">
                  <c:v>6.33340133</c:v>
                </c:pt>
                <c:pt idx="2490">
                  <c:v>6.33607563</c:v>
                </c:pt>
                <c:pt idx="2491">
                  <c:v>6.34007634</c:v>
                </c:pt>
                <c:pt idx="2492">
                  <c:v>6.34308664</c:v>
                </c:pt>
                <c:pt idx="2493">
                  <c:v>6.34641145</c:v>
                </c:pt>
                <c:pt idx="2494">
                  <c:v>6.34942957</c:v>
                </c:pt>
                <c:pt idx="2495">
                  <c:v>6.35342247</c:v>
                </c:pt>
                <c:pt idx="2496">
                  <c:v>6.35674728</c:v>
                </c:pt>
                <c:pt idx="2497">
                  <c:v>6.35841163</c:v>
                </c:pt>
                <c:pt idx="2498">
                  <c:v>6.36245728</c:v>
                </c:pt>
                <c:pt idx="2499">
                  <c:v>6.36578209</c:v>
                </c:pt>
                <c:pt idx="2500">
                  <c:v>6.36947219</c:v>
                </c:pt>
                <c:pt idx="2501">
                  <c:v>6.37310956</c:v>
                </c:pt>
                <c:pt idx="2502">
                  <c:v>6.37645</c:v>
                </c:pt>
                <c:pt idx="2503">
                  <c:v>6.379515</c:v>
                </c:pt>
                <c:pt idx="2504">
                  <c:v>6.38283394</c:v>
                </c:pt>
                <c:pt idx="2505">
                  <c:v>6.38617438</c:v>
                </c:pt>
                <c:pt idx="2506">
                  <c:v>6.38985082</c:v>
                </c:pt>
                <c:pt idx="2507">
                  <c:v>6.39285526</c:v>
                </c:pt>
                <c:pt idx="2508">
                  <c:v>6.39656685</c:v>
                </c:pt>
                <c:pt idx="2509">
                  <c:v>6.39953613</c:v>
                </c:pt>
                <c:pt idx="2510">
                  <c:v>6.40293322</c:v>
                </c:pt>
                <c:pt idx="2511">
                  <c:v>6.40621701</c:v>
                </c:pt>
                <c:pt idx="2512">
                  <c:v>6.40963168</c:v>
                </c:pt>
                <c:pt idx="2513">
                  <c:v>6.41261854</c:v>
                </c:pt>
                <c:pt idx="2514">
                  <c:v>6.41594139</c:v>
                </c:pt>
                <c:pt idx="2515">
                  <c:v>6.41897904</c:v>
                </c:pt>
                <c:pt idx="2516">
                  <c:v>6.42262227</c:v>
                </c:pt>
                <c:pt idx="2517">
                  <c:v>6.42562866</c:v>
                </c:pt>
                <c:pt idx="2518">
                  <c:v>6.42931486</c:v>
                </c:pt>
                <c:pt idx="2519">
                  <c:v>6.43301474</c:v>
                </c:pt>
                <c:pt idx="2520">
                  <c:v>6.43635518</c:v>
                </c:pt>
                <c:pt idx="2521">
                  <c:v>6.43999254</c:v>
                </c:pt>
                <c:pt idx="2522">
                  <c:v>6.44304777</c:v>
                </c:pt>
                <c:pt idx="2523">
                  <c:v>6.44600533</c:v>
                </c:pt>
                <c:pt idx="2524">
                  <c:v>6.4503479</c:v>
                </c:pt>
                <c:pt idx="2525">
                  <c:v>6.45372545</c:v>
                </c:pt>
                <c:pt idx="2526">
                  <c:v>6.45670841</c:v>
                </c:pt>
                <c:pt idx="2527">
                  <c:v>6.46040633</c:v>
                </c:pt>
                <c:pt idx="2528">
                  <c:v>6.46335803</c:v>
                </c:pt>
                <c:pt idx="2529">
                  <c:v>6.46671604</c:v>
                </c:pt>
                <c:pt idx="2530">
                  <c:v>6.46971853</c:v>
                </c:pt>
                <c:pt idx="2531">
                  <c:v>6.47302576</c:v>
                </c:pt>
                <c:pt idx="2532">
                  <c:v>6.4763662</c:v>
                </c:pt>
                <c:pt idx="2533">
                  <c:v>6.47933157</c:v>
                </c:pt>
                <c:pt idx="2534">
                  <c:v>6.48267591</c:v>
                </c:pt>
                <c:pt idx="2535">
                  <c:v>6.48727829</c:v>
                </c:pt>
                <c:pt idx="2536">
                  <c:v>6.48894461</c:v>
                </c:pt>
                <c:pt idx="2537">
                  <c:v>6.49195491</c:v>
                </c:pt>
                <c:pt idx="2538">
                  <c:v>6.49559227</c:v>
                </c:pt>
                <c:pt idx="2539">
                  <c:v>6.50019465</c:v>
                </c:pt>
                <c:pt idx="2540">
                  <c:v>6.50346086</c:v>
                </c:pt>
                <c:pt idx="2541">
                  <c:v>6.50709822</c:v>
                </c:pt>
                <c:pt idx="2542">
                  <c:v>6.51043866</c:v>
                </c:pt>
                <c:pt idx="2543">
                  <c:v>6.51207372</c:v>
                </c:pt>
                <c:pt idx="2544">
                  <c:v>6.51533797</c:v>
                </c:pt>
                <c:pt idx="2545">
                  <c:v>6.51901245</c:v>
                </c:pt>
                <c:pt idx="2546">
                  <c:v>6.52363827</c:v>
                </c:pt>
                <c:pt idx="2547">
                  <c:v>6.52654699</c:v>
                </c:pt>
                <c:pt idx="2548">
                  <c:v>6.52884818</c:v>
                </c:pt>
                <c:pt idx="2549">
                  <c:v>6.53180574</c:v>
                </c:pt>
                <c:pt idx="2550">
                  <c:v>6.53643156</c:v>
                </c:pt>
                <c:pt idx="2551">
                  <c:v>6.54004549</c:v>
                </c:pt>
                <c:pt idx="2552">
                  <c:v>6.54169031</c:v>
                </c:pt>
                <c:pt idx="2553">
                  <c:v>6.54532182</c:v>
                </c:pt>
                <c:pt idx="2554">
                  <c:v>6.54857435</c:v>
                </c:pt>
                <c:pt idx="2555">
                  <c:v>6.55186009</c:v>
                </c:pt>
                <c:pt idx="2556">
                  <c:v>6.55551308</c:v>
                </c:pt>
                <c:pt idx="2557">
                  <c:v>6.55811511</c:v>
                </c:pt>
                <c:pt idx="2558">
                  <c:v>6.56143992</c:v>
                </c:pt>
                <c:pt idx="2559">
                  <c:v>6.56635485</c:v>
                </c:pt>
                <c:pt idx="2560">
                  <c:v>6.56895688</c:v>
                </c:pt>
                <c:pt idx="2561">
                  <c:v>6.5725708</c:v>
                </c:pt>
                <c:pt idx="2562">
                  <c:v>6.57583701</c:v>
                </c:pt>
                <c:pt idx="2563">
                  <c:v>6.57914814</c:v>
                </c:pt>
                <c:pt idx="2564">
                  <c:v>6.58240067</c:v>
                </c:pt>
                <c:pt idx="2565">
                  <c:v>6.5856532</c:v>
                </c:pt>
                <c:pt idx="2566">
                  <c:v>6.58796612</c:v>
                </c:pt>
                <c:pt idx="2567">
                  <c:v>6.59224227</c:v>
                </c:pt>
                <c:pt idx="2568">
                  <c:v>6.59512168</c:v>
                </c:pt>
                <c:pt idx="2569">
                  <c:v>6.59907161</c:v>
                </c:pt>
                <c:pt idx="2570">
                  <c:v>6.60233781</c:v>
                </c:pt>
                <c:pt idx="2571">
                  <c:v>6.60493593</c:v>
                </c:pt>
                <c:pt idx="2572">
                  <c:v>6.60820409</c:v>
                </c:pt>
                <c:pt idx="2573">
                  <c:v>6.61145662</c:v>
                </c:pt>
                <c:pt idx="2574">
                  <c:v>6.61503147</c:v>
                </c:pt>
                <c:pt idx="2575">
                  <c:v>6.61792652</c:v>
                </c:pt>
                <c:pt idx="2576">
                  <c:v>6.62150333</c:v>
                </c:pt>
                <c:pt idx="2577">
                  <c:v>6.6243847</c:v>
                </c:pt>
                <c:pt idx="2578">
                  <c:v>6.627647</c:v>
                </c:pt>
                <c:pt idx="2579">
                  <c:v>6.63147776</c:v>
                </c:pt>
                <c:pt idx="2580">
                  <c:v>6.63407978</c:v>
                </c:pt>
                <c:pt idx="2581">
                  <c:v>6.63762143</c:v>
                </c:pt>
                <c:pt idx="2582">
                  <c:v>6.64080168</c:v>
                </c:pt>
                <c:pt idx="2583">
                  <c:v>6.64375924</c:v>
                </c:pt>
                <c:pt idx="2584">
                  <c:v>6.64694535</c:v>
                </c:pt>
                <c:pt idx="2585">
                  <c:v>6.6501256</c:v>
                </c:pt>
                <c:pt idx="2586">
                  <c:v>6.65303823</c:v>
                </c:pt>
                <c:pt idx="2587">
                  <c:v>6.6562302</c:v>
                </c:pt>
                <c:pt idx="2588">
                  <c:v>6.66002775</c:v>
                </c:pt>
                <c:pt idx="2589">
                  <c:v>6.66164914</c:v>
                </c:pt>
                <c:pt idx="2590">
                  <c:v>6.66638826</c:v>
                </c:pt>
                <c:pt idx="2591">
                  <c:v>6.66959196</c:v>
                </c:pt>
                <c:pt idx="2592">
                  <c:v>6.6727097</c:v>
                </c:pt>
                <c:pt idx="2593">
                  <c:v>6.67556763</c:v>
                </c:pt>
                <c:pt idx="2594">
                  <c:v>6.67872248</c:v>
                </c:pt>
                <c:pt idx="2595">
                  <c:v>6.68221725</c:v>
                </c:pt>
                <c:pt idx="2596">
                  <c:v>6.6850322</c:v>
                </c:pt>
                <c:pt idx="2597">
                  <c:v>6.68821636</c:v>
                </c:pt>
                <c:pt idx="2598">
                  <c:v>6.69104499</c:v>
                </c:pt>
                <c:pt idx="2599">
                  <c:v>6.69416273</c:v>
                </c:pt>
                <c:pt idx="2600">
                  <c:v>6.6975774</c:v>
                </c:pt>
                <c:pt idx="2601">
                  <c:v>6.70043142</c:v>
                </c:pt>
                <c:pt idx="2602">
                  <c:v>6.7035394</c:v>
                </c:pt>
                <c:pt idx="2603">
                  <c:v>6.70633677</c:v>
                </c:pt>
                <c:pt idx="2604">
                  <c:v>6.70975144</c:v>
                </c:pt>
                <c:pt idx="2605">
                  <c:v>6.71322471</c:v>
                </c:pt>
                <c:pt idx="2606">
                  <c:v>6.71606115</c:v>
                </c:pt>
                <c:pt idx="2607">
                  <c:v>6.71880774</c:v>
                </c:pt>
                <c:pt idx="2608">
                  <c:v>6.72160902</c:v>
                </c:pt>
                <c:pt idx="2609">
                  <c:v>6.72504322</c:v>
                </c:pt>
                <c:pt idx="2610">
                  <c:v>6.72818636</c:v>
                </c:pt>
                <c:pt idx="2611">
                  <c:v>6.72971983</c:v>
                </c:pt>
                <c:pt idx="2612">
                  <c:v>6.73722117</c:v>
                </c:pt>
                <c:pt idx="2613">
                  <c:v>6.74063193</c:v>
                </c:pt>
                <c:pt idx="2614">
                  <c:v>6.74473813</c:v>
                </c:pt>
                <c:pt idx="2615">
                  <c:v>6.7478461</c:v>
                </c:pt>
                <c:pt idx="2616">
                  <c:v>6.75095017</c:v>
                </c:pt>
                <c:pt idx="2617">
                  <c:v>6.75280597</c:v>
                </c:pt>
                <c:pt idx="2618">
                  <c:v>6.75745914</c:v>
                </c:pt>
                <c:pt idx="2619">
                  <c:v>6.75876015</c:v>
                </c:pt>
                <c:pt idx="2620">
                  <c:v>6.76215724</c:v>
                </c:pt>
                <c:pt idx="2621">
                  <c:v>6.76656623</c:v>
                </c:pt>
                <c:pt idx="2622">
                  <c:v>6.7696742</c:v>
                </c:pt>
                <c:pt idx="2623">
                  <c:v>6.77307129</c:v>
                </c:pt>
                <c:pt idx="2624">
                  <c:v>6.7758921</c:v>
                </c:pt>
                <c:pt idx="2625">
                  <c:v>6.77870901</c:v>
                </c:pt>
                <c:pt idx="2626">
                  <c:v>6.78212759</c:v>
                </c:pt>
                <c:pt idx="2627">
                  <c:v>6.7849484</c:v>
                </c:pt>
                <c:pt idx="2628">
                  <c:v>6.78774382</c:v>
                </c:pt>
                <c:pt idx="2629">
                  <c:v>6.79059003</c:v>
                </c:pt>
                <c:pt idx="2630">
                  <c:v>6.79467279</c:v>
                </c:pt>
                <c:pt idx="2631">
                  <c:v>6.79742913</c:v>
                </c:pt>
                <c:pt idx="2632">
                  <c:v>6.80060939</c:v>
                </c:pt>
                <c:pt idx="2633">
                  <c:v>6.80400648</c:v>
                </c:pt>
                <c:pt idx="2634">
                  <c:v>6.80711445</c:v>
                </c:pt>
                <c:pt idx="2635">
                  <c:v>6.80996457</c:v>
                </c:pt>
                <c:pt idx="2636">
                  <c:v>6.81311356</c:v>
                </c:pt>
                <c:pt idx="2637">
                  <c:v>6.81590312</c:v>
                </c:pt>
                <c:pt idx="2638">
                  <c:v>6.81902086</c:v>
                </c:pt>
                <c:pt idx="2639">
                  <c:v>6.82243553</c:v>
                </c:pt>
                <c:pt idx="2640">
                  <c:v>6.82555328</c:v>
                </c:pt>
                <c:pt idx="2641">
                  <c:v>6.82836432</c:v>
                </c:pt>
                <c:pt idx="2642">
                  <c:v>6.83178876</c:v>
                </c:pt>
                <c:pt idx="2643">
                  <c:v>6.83520343</c:v>
                </c:pt>
                <c:pt idx="2644">
                  <c:v>6.83674863</c:v>
                </c:pt>
                <c:pt idx="2645">
                  <c:v>6.84043483</c:v>
                </c:pt>
                <c:pt idx="2646">
                  <c:v>6.84383192</c:v>
                </c:pt>
                <c:pt idx="2647">
                  <c:v>6.84663515</c:v>
                </c:pt>
                <c:pt idx="2648">
                  <c:v>6.84975289</c:v>
                </c:pt>
                <c:pt idx="2649">
                  <c:v>6.85409546</c:v>
                </c:pt>
                <c:pt idx="2650">
                  <c:v>6.85655293</c:v>
                </c:pt>
                <c:pt idx="2651">
                  <c:v>6.85958862</c:v>
                </c:pt>
                <c:pt idx="2652">
                  <c:v>6.86298571</c:v>
                </c:pt>
                <c:pt idx="2653">
                  <c:v>6.86544318</c:v>
                </c:pt>
                <c:pt idx="2654">
                  <c:v>6.86855115</c:v>
                </c:pt>
                <c:pt idx="2655">
                  <c:v>6.87224517</c:v>
                </c:pt>
                <c:pt idx="2656">
                  <c:v>6.87469482</c:v>
                </c:pt>
                <c:pt idx="2657">
                  <c:v>6.87773833</c:v>
                </c:pt>
                <c:pt idx="2658">
                  <c:v>6.88078184</c:v>
                </c:pt>
                <c:pt idx="2659">
                  <c:v>6.88419651</c:v>
                </c:pt>
                <c:pt idx="2660">
                  <c:v>6.88690989</c:v>
                </c:pt>
                <c:pt idx="2661">
                  <c:v>6.88968968</c:v>
                </c:pt>
                <c:pt idx="2662">
                  <c:v>6.89334267</c:v>
                </c:pt>
                <c:pt idx="2663">
                  <c:v>6.89580014</c:v>
                </c:pt>
                <c:pt idx="2664">
                  <c:v>6.89852328</c:v>
                </c:pt>
                <c:pt idx="2665">
                  <c:v>6.90158242</c:v>
                </c:pt>
                <c:pt idx="2666">
                  <c:v>6.90338938</c:v>
                </c:pt>
                <c:pt idx="2667">
                  <c:v>6.90765381</c:v>
                </c:pt>
                <c:pt idx="2668">
                  <c:v>6.9110509</c:v>
                </c:pt>
                <c:pt idx="2669">
                  <c:v>6.91408659</c:v>
                </c:pt>
                <c:pt idx="2670">
                  <c:v>6.91797205</c:v>
                </c:pt>
                <c:pt idx="2671">
                  <c:v>6.92071863</c:v>
                </c:pt>
                <c:pt idx="2672">
                  <c:v>6.92376214</c:v>
                </c:pt>
                <c:pt idx="2673">
                  <c:v>6.92651849</c:v>
                </c:pt>
                <c:pt idx="2674">
                  <c:v>6.93014609</c:v>
                </c:pt>
                <c:pt idx="2675">
                  <c:v>6.93345722</c:v>
                </c:pt>
                <c:pt idx="2676">
                  <c:v>6.93615888</c:v>
                </c:pt>
                <c:pt idx="2677">
                  <c:v>6.93920239</c:v>
                </c:pt>
                <c:pt idx="2678">
                  <c:v>6.94220292</c:v>
                </c:pt>
                <c:pt idx="2679">
                  <c:v>6.94491825</c:v>
                </c:pt>
                <c:pt idx="2680">
                  <c:v>6.9476238</c:v>
                </c:pt>
                <c:pt idx="2681">
                  <c:v>6.95058722</c:v>
                </c:pt>
                <c:pt idx="2682">
                  <c:v>6.9533338</c:v>
                </c:pt>
                <c:pt idx="2683">
                  <c:v>6.95629722</c:v>
                </c:pt>
                <c:pt idx="2684">
                  <c:v>6.95933292</c:v>
                </c:pt>
                <c:pt idx="2685">
                  <c:v>6.96265773</c:v>
                </c:pt>
                <c:pt idx="2686">
                  <c:v>6.96533203</c:v>
                </c:pt>
                <c:pt idx="2687">
                  <c:v>6.96923507</c:v>
                </c:pt>
                <c:pt idx="2688">
                  <c:v>6.97227076</c:v>
                </c:pt>
                <c:pt idx="2689">
                  <c:v>6.97559557</c:v>
                </c:pt>
                <c:pt idx="2690">
                  <c:v>6.97706068</c:v>
                </c:pt>
                <c:pt idx="2691">
                  <c:v>6.97978773</c:v>
                </c:pt>
                <c:pt idx="2692">
                  <c:v>6.98665418</c:v>
                </c:pt>
                <c:pt idx="2693">
                  <c:v>6.98938318</c:v>
                </c:pt>
                <c:pt idx="2694">
                  <c:v>6.99235246</c:v>
                </c:pt>
                <c:pt idx="2695">
                  <c:v>6.9956929</c:v>
                </c:pt>
                <c:pt idx="2696">
                  <c:v>6.99866218</c:v>
                </c:pt>
                <c:pt idx="2697">
                  <c:v>7.00170569</c:v>
                </c:pt>
                <c:pt idx="2698">
                  <c:v>7.00497189</c:v>
                </c:pt>
                <c:pt idx="2699">
                  <c:v>7.00734731</c:v>
                </c:pt>
                <c:pt idx="2700">
                  <c:v>7.00912888</c:v>
                </c:pt>
                <c:pt idx="2701">
                  <c:v>7.01332494</c:v>
                </c:pt>
                <c:pt idx="2702">
                  <c:v>7.01662631</c:v>
                </c:pt>
                <c:pt idx="2703">
                  <c:v>7.01990228</c:v>
                </c:pt>
                <c:pt idx="2704">
                  <c:v>7.02286179</c:v>
                </c:pt>
                <c:pt idx="2705">
                  <c:v>7.02523721</c:v>
                </c:pt>
                <c:pt idx="2706">
                  <c:v>7.03240646</c:v>
                </c:pt>
                <c:pt idx="2707">
                  <c:v>7.03511006</c:v>
                </c:pt>
                <c:pt idx="2708">
                  <c:v>7.03775506</c:v>
                </c:pt>
                <c:pt idx="2709">
                  <c:v>7.04100759</c:v>
                </c:pt>
                <c:pt idx="2710">
                  <c:v>7.04397101</c:v>
                </c:pt>
                <c:pt idx="2711">
                  <c:v>7.04661601</c:v>
                </c:pt>
                <c:pt idx="2712">
                  <c:v>7.04958529</c:v>
                </c:pt>
                <c:pt idx="2713">
                  <c:v>7.05315038</c:v>
                </c:pt>
                <c:pt idx="2714">
                  <c:v>7.0561138</c:v>
                </c:pt>
                <c:pt idx="2715">
                  <c:v>7.05760234</c:v>
                </c:pt>
                <c:pt idx="2716">
                  <c:v>7.06117329</c:v>
                </c:pt>
                <c:pt idx="2717">
                  <c:v>7.06376359</c:v>
                </c:pt>
                <c:pt idx="2718">
                  <c:v>7.06644962</c:v>
                </c:pt>
                <c:pt idx="2719">
                  <c:v>7.07059293</c:v>
                </c:pt>
                <c:pt idx="2720">
                  <c:v>7.07356221</c:v>
                </c:pt>
                <c:pt idx="2721">
                  <c:v>7.07678544</c:v>
                </c:pt>
                <c:pt idx="2722">
                  <c:v>7.07823882</c:v>
                </c:pt>
                <c:pt idx="2723">
                  <c:v>7.08177265</c:v>
                </c:pt>
                <c:pt idx="2724">
                  <c:v>7.08447431</c:v>
                </c:pt>
                <c:pt idx="2725">
                  <c:v>7.08856683</c:v>
                </c:pt>
                <c:pt idx="2726">
                  <c:v>7.09122941</c:v>
                </c:pt>
                <c:pt idx="2727">
                  <c:v>7.09419869</c:v>
                </c:pt>
                <c:pt idx="2728">
                  <c:v>7.09657411</c:v>
                </c:pt>
                <c:pt idx="2729">
                  <c:v>7.09857838</c:v>
                </c:pt>
                <c:pt idx="2730">
                  <c:v>7.1062985</c:v>
                </c:pt>
                <c:pt idx="2731">
                  <c:v>7.10889662</c:v>
                </c:pt>
                <c:pt idx="2732">
                  <c:v>7.11186589</c:v>
                </c:pt>
                <c:pt idx="2733">
                  <c:v>7.1145148</c:v>
                </c:pt>
                <c:pt idx="2734">
                  <c:v>7.11773022</c:v>
                </c:pt>
                <c:pt idx="2735">
                  <c:v>7.12099642</c:v>
                </c:pt>
                <c:pt idx="2736">
                  <c:v>7.1239657</c:v>
                </c:pt>
                <c:pt idx="2737">
                  <c:v>7.12658531</c:v>
                </c:pt>
                <c:pt idx="2738">
                  <c:v>7.12983784</c:v>
                </c:pt>
                <c:pt idx="2739">
                  <c:v>7.13272898</c:v>
                </c:pt>
                <c:pt idx="2740">
                  <c:v>7.13539742</c:v>
                </c:pt>
                <c:pt idx="2741">
                  <c:v>7.13866363</c:v>
                </c:pt>
                <c:pt idx="2742">
                  <c:v>7.14155867</c:v>
                </c:pt>
                <c:pt idx="2743">
                  <c:v>7.14422126</c:v>
                </c:pt>
                <c:pt idx="2744">
                  <c:v>7.14747379</c:v>
                </c:pt>
                <c:pt idx="2745">
                  <c:v>7.14890764</c:v>
                </c:pt>
                <c:pt idx="2746">
                  <c:v>7.15217189</c:v>
                </c:pt>
                <c:pt idx="2747">
                  <c:v>7.15506889</c:v>
                </c:pt>
                <c:pt idx="2748">
                  <c:v>7.15773733</c:v>
                </c:pt>
                <c:pt idx="2749">
                  <c:v>7.16212092</c:v>
                </c:pt>
                <c:pt idx="2750">
                  <c:v>7.16449634</c:v>
                </c:pt>
                <c:pt idx="2751">
                  <c:v>7.16800087</c:v>
                </c:pt>
                <c:pt idx="2752">
                  <c:v>7.1706576</c:v>
                </c:pt>
                <c:pt idx="2753">
                  <c:v>7.1732772</c:v>
                </c:pt>
                <c:pt idx="2754">
                  <c:v>7.17622499</c:v>
                </c:pt>
                <c:pt idx="2755">
                  <c:v>7.17884264</c:v>
                </c:pt>
                <c:pt idx="2756">
                  <c:v>7.18208932</c:v>
                </c:pt>
                <c:pt idx="2757">
                  <c:v>7.18498436</c:v>
                </c:pt>
                <c:pt idx="2758">
                  <c:v>7.18765671</c:v>
                </c:pt>
                <c:pt idx="2759">
                  <c:v>7.19026264</c:v>
                </c:pt>
                <c:pt idx="2760">
                  <c:v>7.19257556</c:v>
                </c:pt>
                <c:pt idx="2761">
                  <c:v>7.19730686</c:v>
                </c:pt>
                <c:pt idx="2762">
                  <c:v>7.20020191</c:v>
                </c:pt>
                <c:pt idx="2763">
                  <c:v>7.2028391</c:v>
                </c:pt>
                <c:pt idx="2764">
                  <c:v>7.20547238</c:v>
                </c:pt>
                <c:pt idx="2765">
                  <c:v>7.20840454</c:v>
                </c:pt>
                <c:pt idx="2766">
                  <c:v>7.21129568</c:v>
                </c:pt>
                <c:pt idx="2767">
                  <c:v>7.21418682</c:v>
                </c:pt>
                <c:pt idx="2768">
                  <c:v>7.21743935</c:v>
                </c:pt>
                <c:pt idx="2769">
                  <c:v>7.22033049</c:v>
                </c:pt>
                <c:pt idx="2770">
                  <c:v>7.22291689</c:v>
                </c:pt>
                <c:pt idx="2771">
                  <c:v>7.23109998</c:v>
                </c:pt>
                <c:pt idx="2772">
                  <c:v>7.23428023</c:v>
                </c:pt>
                <c:pt idx="2773">
                  <c:v>7.23687249</c:v>
                </c:pt>
                <c:pt idx="2774">
                  <c:v>7.23984177</c:v>
                </c:pt>
                <c:pt idx="2775">
                  <c:v>7.24273682</c:v>
                </c:pt>
                <c:pt idx="2776">
                  <c:v>7.24592879</c:v>
                </c:pt>
                <c:pt idx="2777">
                  <c:v>7.24882384</c:v>
                </c:pt>
                <c:pt idx="2778">
                  <c:v>7.25112503</c:v>
                </c:pt>
                <c:pt idx="2779">
                  <c:v>7.254317</c:v>
                </c:pt>
                <c:pt idx="2780">
                  <c:v>7.2575539</c:v>
                </c:pt>
                <c:pt idx="2781">
                  <c:v>7.26044504</c:v>
                </c:pt>
                <c:pt idx="2782">
                  <c:v>7.26329907</c:v>
                </c:pt>
                <c:pt idx="2783">
                  <c:v>7.26678797</c:v>
                </c:pt>
                <c:pt idx="2784">
                  <c:v>7.26968301</c:v>
                </c:pt>
                <c:pt idx="2785">
                  <c:v>7.27229871</c:v>
                </c:pt>
                <c:pt idx="2786">
                  <c:v>7.27547897</c:v>
                </c:pt>
                <c:pt idx="2787">
                  <c:v>7.27807122</c:v>
                </c:pt>
                <c:pt idx="2788">
                  <c:v>7.28096627</c:v>
                </c:pt>
                <c:pt idx="2789">
                  <c:v>7.28386327</c:v>
                </c:pt>
                <c:pt idx="2790">
                  <c:v>7.28697906</c:v>
                </c:pt>
                <c:pt idx="2791">
                  <c:v>7.28841681</c:v>
                </c:pt>
                <c:pt idx="2792">
                  <c:v>7.29299184</c:v>
                </c:pt>
                <c:pt idx="2793">
                  <c:v>7.29557238</c:v>
                </c:pt>
                <c:pt idx="2794">
                  <c:v>7.29818808</c:v>
                </c:pt>
                <c:pt idx="2795">
                  <c:v>7.30011811</c:v>
                </c:pt>
                <c:pt idx="2796">
                  <c:v>7.30446263</c:v>
                </c:pt>
                <c:pt idx="2797">
                  <c:v>7.30728149</c:v>
                </c:pt>
                <c:pt idx="2798">
                  <c:v>7.30952213</c:v>
                </c:pt>
                <c:pt idx="2799">
                  <c:v>7.31296024</c:v>
                </c:pt>
                <c:pt idx="2800">
                  <c:v>7.31552124</c:v>
                </c:pt>
                <c:pt idx="2801">
                  <c:v>7.31808224</c:v>
                </c:pt>
                <c:pt idx="2802">
                  <c:v>7.32058073</c:v>
                </c:pt>
                <c:pt idx="2803">
                  <c:v>7.32368871</c:v>
                </c:pt>
                <c:pt idx="2804">
                  <c:v>7.32624776</c:v>
                </c:pt>
                <c:pt idx="2805">
                  <c:v>7.32932643</c:v>
                </c:pt>
                <c:pt idx="2806">
                  <c:v>7.33270594</c:v>
                </c:pt>
                <c:pt idx="2807">
                  <c:v>7.33409681</c:v>
                </c:pt>
                <c:pt idx="2808">
                  <c:v>7.33691567</c:v>
                </c:pt>
                <c:pt idx="2809">
                  <c:v>7.34027759</c:v>
                </c:pt>
                <c:pt idx="2810">
                  <c:v>7.34361803</c:v>
                </c:pt>
                <c:pt idx="2811">
                  <c:v>7.34643885</c:v>
                </c:pt>
                <c:pt idx="2812">
                  <c:v>7.34948236</c:v>
                </c:pt>
                <c:pt idx="2813">
                  <c:v>7.35111546</c:v>
                </c:pt>
                <c:pt idx="2814">
                  <c:v>7.35419022</c:v>
                </c:pt>
                <c:pt idx="2815">
                  <c:v>7.35534668</c:v>
                </c:pt>
                <c:pt idx="2816">
                  <c:v>7.36062301</c:v>
                </c:pt>
                <c:pt idx="2817">
                  <c:v>7.37056423</c:v>
                </c:pt>
                <c:pt idx="2818">
                  <c:v>7.37413908</c:v>
                </c:pt>
                <c:pt idx="2819">
                  <c:v>7.37687394</c:v>
                </c:pt>
                <c:pt idx="2820">
                  <c:v>7.37941541</c:v>
                </c:pt>
                <c:pt idx="2821">
                  <c:v>7.38214441</c:v>
                </c:pt>
                <c:pt idx="2822">
                  <c:v>7.38461946</c:v>
                </c:pt>
                <c:pt idx="2823">
                  <c:v>7.39032946</c:v>
                </c:pt>
                <c:pt idx="2824">
                  <c:v>7.39558039</c:v>
                </c:pt>
                <c:pt idx="2825">
                  <c:v>7.39661964</c:v>
                </c:pt>
                <c:pt idx="2826">
                  <c:v>7.40181588</c:v>
                </c:pt>
                <c:pt idx="2827">
                  <c:v>7.40344898</c:v>
                </c:pt>
                <c:pt idx="2828">
                  <c:v>7.40724262</c:v>
                </c:pt>
                <c:pt idx="2829">
                  <c:v>7.40968446</c:v>
                </c:pt>
                <c:pt idx="2830">
                  <c:v>7.41215756</c:v>
                </c:pt>
                <c:pt idx="2831">
                  <c:v>7.41540032</c:v>
                </c:pt>
                <c:pt idx="2832">
                  <c:v>7.4167111</c:v>
                </c:pt>
                <c:pt idx="2833">
                  <c:v>7.41996364</c:v>
                </c:pt>
                <c:pt idx="2834">
                  <c:v>7.42297198</c:v>
                </c:pt>
                <c:pt idx="2835">
                  <c:v>7.42809399</c:v>
                </c:pt>
                <c:pt idx="2836">
                  <c:v>7.43102224</c:v>
                </c:pt>
                <c:pt idx="2837">
                  <c:v>7.43373562</c:v>
                </c:pt>
                <c:pt idx="2838">
                  <c:v>7.43665996</c:v>
                </c:pt>
                <c:pt idx="2839">
                  <c:v>7.43832237</c:v>
                </c:pt>
                <c:pt idx="2840">
                  <c:v>7.44204959</c:v>
                </c:pt>
                <c:pt idx="2841">
                  <c:v>7.44472194</c:v>
                </c:pt>
                <c:pt idx="2842">
                  <c:v>7.44635505</c:v>
                </c:pt>
                <c:pt idx="2843">
                  <c:v>7.45192244</c:v>
                </c:pt>
                <c:pt idx="2844">
                  <c:v>7.45303592</c:v>
                </c:pt>
                <c:pt idx="2845">
                  <c:v>7.46000591</c:v>
                </c:pt>
                <c:pt idx="2846">
                  <c:v>7.46268021</c:v>
                </c:pt>
                <c:pt idx="2847">
                  <c:v>7.46402225</c:v>
                </c:pt>
                <c:pt idx="2848">
                  <c:v>7.46773971</c:v>
                </c:pt>
                <c:pt idx="2849">
                  <c:v>7.47174237</c:v>
                </c:pt>
                <c:pt idx="2850">
                  <c:v>7.47417249</c:v>
                </c:pt>
                <c:pt idx="2851">
                  <c:v>7.47656745</c:v>
                </c:pt>
                <c:pt idx="2852">
                  <c:v>7.47923198</c:v>
                </c:pt>
                <c:pt idx="2853">
                  <c:v>7.48089439</c:v>
                </c:pt>
                <c:pt idx="2854">
                  <c:v>7.49208193</c:v>
                </c:pt>
                <c:pt idx="2855">
                  <c:v>7.49475428</c:v>
                </c:pt>
                <c:pt idx="2856">
                  <c:v>7.5003959</c:v>
                </c:pt>
                <c:pt idx="2857">
                  <c:v>7.50306825</c:v>
                </c:pt>
                <c:pt idx="2858">
                  <c:v>7.50522098</c:v>
                </c:pt>
                <c:pt idx="2859">
                  <c:v>7.50811603</c:v>
                </c:pt>
                <c:pt idx="2860">
                  <c:v>7.50974913</c:v>
                </c:pt>
                <c:pt idx="2861">
                  <c:v>7.51428705</c:v>
                </c:pt>
                <c:pt idx="2862">
                  <c:v>7.51717818</c:v>
                </c:pt>
                <c:pt idx="2863">
                  <c:v>7.5185085</c:v>
                </c:pt>
                <c:pt idx="2864">
                  <c:v>7.5222201</c:v>
                </c:pt>
                <c:pt idx="2865">
                  <c:v>7.52778749</c:v>
                </c:pt>
                <c:pt idx="2866">
                  <c:v>7.53038561</c:v>
                </c:pt>
                <c:pt idx="2867">
                  <c:v>7.53170616</c:v>
                </c:pt>
                <c:pt idx="2868">
                  <c:v>7.53491376</c:v>
                </c:pt>
                <c:pt idx="2869">
                  <c:v>7.53647263</c:v>
                </c:pt>
                <c:pt idx="2870">
                  <c:v>7.54045185</c:v>
                </c:pt>
                <c:pt idx="2871">
                  <c:v>7.54330197</c:v>
                </c:pt>
                <c:pt idx="2872">
                  <c:v>7.54493312</c:v>
                </c:pt>
                <c:pt idx="2873">
                  <c:v>7.55302635</c:v>
                </c:pt>
                <c:pt idx="2874">
                  <c:v>7.55413983</c:v>
                </c:pt>
                <c:pt idx="2875">
                  <c:v>7.56090666</c:v>
                </c:pt>
                <c:pt idx="2876">
                  <c:v>7.56460654</c:v>
                </c:pt>
                <c:pt idx="2877">
                  <c:v>7.56727889</c:v>
                </c:pt>
                <c:pt idx="2878">
                  <c:v>7.56958008</c:v>
                </c:pt>
                <c:pt idx="2879">
                  <c:v>7.5719555</c:v>
                </c:pt>
                <c:pt idx="2880">
                  <c:v>7.5772416</c:v>
                </c:pt>
                <c:pt idx="2881">
                  <c:v>7.57984362</c:v>
                </c:pt>
                <c:pt idx="2882">
                  <c:v>7.58273476</c:v>
                </c:pt>
                <c:pt idx="2883">
                  <c:v>7.58801109</c:v>
                </c:pt>
                <c:pt idx="2884">
                  <c:v>7.58902299</c:v>
                </c:pt>
                <c:pt idx="2885">
                  <c:v>7.59350425</c:v>
                </c:pt>
                <c:pt idx="2886">
                  <c:v>7.59719046</c:v>
                </c:pt>
                <c:pt idx="2887">
                  <c:v>7.60326185</c:v>
                </c:pt>
                <c:pt idx="2888">
                  <c:v>7.60454333</c:v>
                </c:pt>
                <c:pt idx="2889">
                  <c:v>7.60824906</c:v>
                </c:pt>
                <c:pt idx="2890">
                  <c:v>7.61641653</c:v>
                </c:pt>
                <c:pt idx="2891">
                  <c:v>7.61879586</c:v>
                </c:pt>
                <c:pt idx="2892">
                  <c:v>7.62010273</c:v>
                </c:pt>
                <c:pt idx="2893">
                  <c:v>7.62384363</c:v>
                </c:pt>
                <c:pt idx="2894">
                  <c:v>7.62986033</c:v>
                </c:pt>
                <c:pt idx="2895">
                  <c:v>7.63252877</c:v>
                </c:pt>
                <c:pt idx="2896">
                  <c:v>7.63356802</c:v>
                </c:pt>
                <c:pt idx="2897">
                  <c:v>7.63752184</c:v>
                </c:pt>
                <c:pt idx="2898">
                  <c:v>7.64069428</c:v>
                </c:pt>
                <c:pt idx="2899">
                  <c:v>7.6432924</c:v>
                </c:pt>
                <c:pt idx="2900">
                  <c:v>7.64596475</c:v>
                </c:pt>
                <c:pt idx="2901">
                  <c:v>7.64720716</c:v>
                </c:pt>
                <c:pt idx="2902">
                  <c:v>7.65145792</c:v>
                </c:pt>
                <c:pt idx="2903">
                  <c:v>7.6527726</c:v>
                </c:pt>
                <c:pt idx="2904">
                  <c:v>7.6556149</c:v>
                </c:pt>
                <c:pt idx="2905">
                  <c:v>7.66137374</c:v>
                </c:pt>
                <c:pt idx="2906">
                  <c:v>7.66599956</c:v>
                </c:pt>
                <c:pt idx="2907">
                  <c:v>7.66912512</c:v>
                </c:pt>
                <c:pt idx="2908">
                  <c:v>7.6719264</c:v>
                </c:pt>
                <c:pt idx="2909">
                  <c:v>7.67417289</c:v>
                </c:pt>
                <c:pt idx="2910">
                  <c:v>7.67669678</c:v>
                </c:pt>
                <c:pt idx="2911">
                  <c:v>7.68144762</c:v>
                </c:pt>
                <c:pt idx="2912">
                  <c:v>7.68493652</c:v>
                </c:pt>
                <c:pt idx="2913">
                  <c:v>7.69414128</c:v>
                </c:pt>
                <c:pt idx="2914">
                  <c:v>7.69503207</c:v>
                </c:pt>
                <c:pt idx="2915">
                  <c:v>7.70141602</c:v>
                </c:pt>
                <c:pt idx="2916">
                  <c:v>7.70505338</c:v>
                </c:pt>
                <c:pt idx="2917">
                  <c:v>7.70734285</c:v>
                </c:pt>
                <c:pt idx="2918">
                  <c:v>7.71059538</c:v>
                </c:pt>
                <c:pt idx="2919">
                  <c:v>7.71173426</c:v>
                </c:pt>
                <c:pt idx="2920">
                  <c:v>7.71514893</c:v>
                </c:pt>
                <c:pt idx="2921">
                  <c:v>7.7162331</c:v>
                </c:pt>
                <c:pt idx="2922">
                  <c:v>7.71871206</c:v>
                </c:pt>
                <c:pt idx="2923">
                  <c:v>7.72078665</c:v>
                </c:pt>
                <c:pt idx="2924">
                  <c:v>7.72620949</c:v>
                </c:pt>
                <c:pt idx="2925">
                  <c:v>7.72999532</c:v>
                </c:pt>
                <c:pt idx="2926">
                  <c:v>7.73112247</c:v>
                </c:pt>
                <c:pt idx="2927">
                  <c:v>7.73517006</c:v>
                </c:pt>
                <c:pt idx="2928">
                  <c:v>7.73762753</c:v>
                </c:pt>
                <c:pt idx="2929">
                  <c:v>7.74434943</c:v>
                </c:pt>
                <c:pt idx="2930">
                  <c:v>7.74751405</c:v>
                </c:pt>
                <c:pt idx="2931">
                  <c:v>7.74974101</c:v>
                </c:pt>
                <c:pt idx="2932">
                  <c:v>7.7576096</c:v>
                </c:pt>
                <c:pt idx="2933">
                  <c:v>7.76256361</c:v>
                </c:pt>
                <c:pt idx="2934">
                  <c:v>7.76547819</c:v>
                </c:pt>
                <c:pt idx="2935">
                  <c:v>7.77311626</c:v>
                </c:pt>
                <c:pt idx="2936">
                  <c:v>7.77601912</c:v>
                </c:pt>
                <c:pt idx="2937">
                  <c:v>7.78210614</c:v>
                </c:pt>
                <c:pt idx="2938">
                  <c:v>7.78431943</c:v>
                </c:pt>
                <c:pt idx="2939">
                  <c:v>7.78633736</c:v>
                </c:pt>
                <c:pt idx="2940">
                  <c:v>7.78856432</c:v>
                </c:pt>
                <c:pt idx="2941">
                  <c:v>7.79104132</c:v>
                </c:pt>
                <c:pt idx="2942">
                  <c:v>7.79349879</c:v>
                </c:pt>
                <c:pt idx="2943">
                  <c:v>7.79546789</c:v>
                </c:pt>
                <c:pt idx="2944">
                  <c:v>7.79977335</c:v>
                </c:pt>
                <c:pt idx="2945">
                  <c:v>7.80224449</c:v>
                </c:pt>
                <c:pt idx="2946">
                  <c:v>7.80422726</c:v>
                </c:pt>
                <c:pt idx="2947">
                  <c:v>7.80667692</c:v>
                </c:pt>
                <c:pt idx="2948">
                  <c:v>7.80890387</c:v>
                </c:pt>
                <c:pt idx="2949">
                  <c:v>7.80979466</c:v>
                </c:pt>
                <c:pt idx="2950">
                  <c:v>7.81561601</c:v>
                </c:pt>
                <c:pt idx="2951">
                  <c:v>7.81766324</c:v>
                </c:pt>
                <c:pt idx="2952">
                  <c:v>7.8198902</c:v>
                </c:pt>
                <c:pt idx="2953">
                  <c:v>7.82212107</c:v>
                </c:pt>
                <c:pt idx="2954">
                  <c:v>7.8243617</c:v>
                </c:pt>
                <c:pt idx="2955">
                  <c:v>7.82566271</c:v>
                </c:pt>
                <c:pt idx="2956">
                  <c:v>7.82902073</c:v>
                </c:pt>
                <c:pt idx="2957">
                  <c:v>7.83147039</c:v>
                </c:pt>
                <c:pt idx="2958">
                  <c:v>7.83570942</c:v>
                </c:pt>
                <c:pt idx="2959">
                  <c:v>7.83823917</c:v>
                </c:pt>
                <c:pt idx="2960">
                  <c:v>7.84022976</c:v>
                </c:pt>
                <c:pt idx="2961">
                  <c:v>7.84245671</c:v>
                </c:pt>
                <c:pt idx="2962">
                  <c:v>7.84468367</c:v>
                </c:pt>
                <c:pt idx="2963">
                  <c:v>7.84713333</c:v>
                </c:pt>
                <c:pt idx="2964">
                  <c:v>7.85114185</c:v>
                </c:pt>
                <c:pt idx="2965">
                  <c:v>7.85341765</c:v>
                </c:pt>
                <c:pt idx="2966">
                  <c:v>7.85455652</c:v>
                </c:pt>
                <c:pt idx="2967">
                  <c:v>7.86079005</c:v>
                </c:pt>
                <c:pt idx="2968">
                  <c:v>7.86190548</c:v>
                </c:pt>
                <c:pt idx="2969">
                  <c:v>7.86635549</c:v>
                </c:pt>
                <c:pt idx="2970">
                  <c:v>7.87103601</c:v>
                </c:pt>
                <c:pt idx="2971">
                  <c:v>7.87571263</c:v>
                </c:pt>
                <c:pt idx="2972">
                  <c:v>7.87660341</c:v>
                </c:pt>
                <c:pt idx="2973">
                  <c:v>7.88781243</c:v>
                </c:pt>
                <c:pt idx="2974">
                  <c:v>7.89107864</c:v>
                </c:pt>
                <c:pt idx="2975">
                  <c:v>7.89382131</c:v>
                </c:pt>
                <c:pt idx="2976">
                  <c:v>7.89597795</c:v>
                </c:pt>
                <c:pt idx="2977">
                  <c:v>7.89835337</c:v>
                </c:pt>
                <c:pt idx="2978">
                  <c:v>7.9019165</c:v>
                </c:pt>
                <c:pt idx="2979">
                  <c:v>7.90592503</c:v>
                </c:pt>
                <c:pt idx="2980">
                  <c:v>7.90837468</c:v>
                </c:pt>
                <c:pt idx="2981">
                  <c:v>7.90993355</c:v>
                </c:pt>
                <c:pt idx="2982">
                  <c:v>7.91651676</c:v>
                </c:pt>
                <c:pt idx="2983">
                  <c:v>7.9190465</c:v>
                </c:pt>
                <c:pt idx="2984">
                  <c:v>7.92143951</c:v>
                </c:pt>
                <c:pt idx="2985">
                  <c:v>7.92670802</c:v>
                </c:pt>
                <c:pt idx="2986">
                  <c:v>7.93502005</c:v>
                </c:pt>
                <c:pt idx="2987">
                  <c:v>7.93747361</c:v>
                </c:pt>
                <c:pt idx="2988">
                  <c:v>7.9402241</c:v>
                </c:pt>
                <c:pt idx="2989">
                  <c:v>7.94266984</c:v>
                </c:pt>
                <c:pt idx="2990">
                  <c:v>7.94549066</c:v>
                </c:pt>
                <c:pt idx="2991">
                  <c:v>7.94853417</c:v>
                </c:pt>
                <c:pt idx="2992">
                  <c:v>7.95446295</c:v>
                </c:pt>
                <c:pt idx="2993">
                  <c:v>7.95641447</c:v>
                </c:pt>
                <c:pt idx="2994">
                  <c:v>7.95900087</c:v>
                </c:pt>
                <c:pt idx="2995">
                  <c:v>7.96205219</c:v>
                </c:pt>
                <c:pt idx="2996">
                  <c:v>7.96320865</c:v>
                </c:pt>
                <c:pt idx="2997">
                  <c:v>7.97065529</c:v>
                </c:pt>
                <c:pt idx="2998">
                  <c:v>7.9734761</c:v>
                </c:pt>
                <c:pt idx="2999">
                  <c:v>7.97636333</c:v>
                </c:pt>
                <c:pt idx="3000">
                  <c:v>7.97889503</c:v>
                </c:pt>
                <c:pt idx="3001">
                  <c:v>7.98171585</c:v>
                </c:pt>
                <c:pt idx="3002">
                  <c:v>7.98290356</c:v>
                </c:pt>
                <c:pt idx="3003">
                  <c:v>7.98884211</c:v>
                </c:pt>
                <c:pt idx="3004">
                  <c:v>7.99025252</c:v>
                </c:pt>
                <c:pt idx="3005">
                  <c:v>7.99426105</c:v>
                </c:pt>
                <c:pt idx="3006">
                  <c:v>7.99674586</c:v>
                </c:pt>
                <c:pt idx="3007">
                  <c:v>7.99930882</c:v>
                </c:pt>
                <c:pt idx="3008">
                  <c:v>8.00209447</c:v>
                </c:pt>
                <c:pt idx="3009">
                  <c:v>8.00457929</c:v>
                </c:pt>
                <c:pt idx="3010">
                  <c:v>8.010889</c:v>
                </c:pt>
                <c:pt idx="3011">
                  <c:v>8.010889</c:v>
                </c:pt>
                <c:pt idx="3012">
                  <c:v>8.01553827</c:v>
                </c:pt>
                <c:pt idx="3013">
                  <c:v>8.01883182</c:v>
                </c:pt>
                <c:pt idx="3014">
                  <c:v>8.02124827</c:v>
                </c:pt>
                <c:pt idx="3015">
                  <c:v>8.02662617</c:v>
                </c:pt>
                <c:pt idx="3016">
                  <c:v>8.03180092</c:v>
                </c:pt>
                <c:pt idx="3017">
                  <c:v>8.03743864</c:v>
                </c:pt>
                <c:pt idx="3018">
                  <c:v>8.03991369</c:v>
                </c:pt>
                <c:pt idx="3019">
                  <c:v>8.04307636</c:v>
                </c:pt>
                <c:pt idx="3020">
                  <c:v>8.04555532</c:v>
                </c:pt>
                <c:pt idx="3021">
                  <c:v>8.04791902</c:v>
                </c:pt>
                <c:pt idx="3022">
                  <c:v>8.05060309</c:v>
                </c:pt>
                <c:pt idx="3023">
                  <c:v>8.05680927</c:v>
                </c:pt>
                <c:pt idx="3024">
                  <c:v>8.05839745</c:v>
                </c:pt>
                <c:pt idx="3025">
                  <c:v>8.06218328</c:v>
                </c:pt>
                <c:pt idx="3026">
                  <c:v>8.06461535</c:v>
                </c:pt>
                <c:pt idx="3027">
                  <c:v>8.06730528</c:v>
                </c:pt>
                <c:pt idx="3028">
                  <c:v>8.06997763</c:v>
                </c:pt>
                <c:pt idx="3029">
                  <c:v>8.07242143</c:v>
                </c:pt>
                <c:pt idx="3030">
                  <c:v>8.07509964</c:v>
                </c:pt>
                <c:pt idx="3031">
                  <c:v>8.07748092</c:v>
                </c:pt>
                <c:pt idx="3032">
                  <c:v>8.08044434</c:v>
                </c:pt>
                <c:pt idx="3033">
                  <c:v>8.08311669</c:v>
                </c:pt>
                <c:pt idx="3034">
                  <c:v>8.08556634</c:v>
                </c:pt>
                <c:pt idx="3035">
                  <c:v>8.08823869</c:v>
                </c:pt>
                <c:pt idx="3036">
                  <c:v>8.09091104</c:v>
                </c:pt>
                <c:pt idx="3037">
                  <c:v>8.09359902</c:v>
                </c:pt>
                <c:pt idx="3038">
                  <c:v>8.09627332</c:v>
                </c:pt>
                <c:pt idx="3039">
                  <c:v>8.09894763</c:v>
                </c:pt>
                <c:pt idx="3040">
                  <c:v>8.10167467</c:v>
                </c:pt>
                <c:pt idx="3041">
                  <c:v>8.10538627</c:v>
                </c:pt>
                <c:pt idx="3042">
                  <c:v>8.10783788</c:v>
                </c:pt>
                <c:pt idx="3043">
                  <c:v>8.1108013</c:v>
                </c:pt>
                <c:pt idx="3044">
                  <c:v>8.11318062</c:v>
                </c:pt>
                <c:pt idx="3045">
                  <c:v>8.11557167</c:v>
                </c:pt>
                <c:pt idx="3046">
                  <c:v>8.11831826</c:v>
                </c:pt>
                <c:pt idx="3047">
                  <c:v>8.12070345</c:v>
                </c:pt>
                <c:pt idx="3048">
                  <c:v>8.12312771</c:v>
                </c:pt>
                <c:pt idx="3049">
                  <c:v>8.12609698</c:v>
                </c:pt>
                <c:pt idx="3050">
                  <c:v>8.12876933</c:v>
                </c:pt>
                <c:pt idx="3051">
                  <c:v>8.13196131</c:v>
                </c:pt>
                <c:pt idx="3052">
                  <c:v>8.13465319</c:v>
                </c:pt>
                <c:pt idx="3053">
                  <c:v>8.13739977</c:v>
                </c:pt>
                <c:pt idx="3054">
                  <c:v>8.13975566</c:v>
                </c:pt>
                <c:pt idx="3055">
                  <c:v>8.14217015</c:v>
                </c:pt>
                <c:pt idx="3056">
                  <c:v>8.14487767</c:v>
                </c:pt>
                <c:pt idx="3057">
                  <c:v>8.14814387</c:v>
                </c:pt>
                <c:pt idx="3058">
                  <c:v>8.15077129</c:v>
                </c:pt>
                <c:pt idx="3059">
                  <c:v>8.1537855</c:v>
                </c:pt>
                <c:pt idx="3060">
                  <c:v>8.15619218</c:v>
                </c:pt>
                <c:pt idx="3061">
                  <c:v>8.15749319</c:v>
                </c:pt>
                <c:pt idx="3062">
                  <c:v>8.16046637</c:v>
                </c:pt>
                <c:pt idx="3063">
                  <c:v>8.16313872</c:v>
                </c:pt>
                <c:pt idx="3064">
                  <c:v>8.16963597</c:v>
                </c:pt>
                <c:pt idx="3065">
                  <c:v>8.17204656</c:v>
                </c:pt>
                <c:pt idx="3066">
                  <c:v>8.17501584</c:v>
                </c:pt>
                <c:pt idx="3067">
                  <c:v>8.17768819</c:v>
                </c:pt>
                <c:pt idx="3068">
                  <c:v>8.17903218</c:v>
                </c:pt>
                <c:pt idx="3069">
                  <c:v>8.18575407</c:v>
                </c:pt>
                <c:pt idx="3070">
                  <c:v>8.18815489</c:v>
                </c:pt>
                <c:pt idx="3071">
                  <c:v>8.19088584</c:v>
                </c:pt>
                <c:pt idx="3072">
                  <c:v>8.1932769</c:v>
                </c:pt>
                <c:pt idx="3073">
                  <c:v>8.19594925</c:v>
                </c:pt>
                <c:pt idx="3074">
                  <c:v>8.19891852</c:v>
                </c:pt>
                <c:pt idx="3075">
                  <c:v>8.20187217</c:v>
                </c:pt>
                <c:pt idx="3076">
                  <c:v>8.20322398</c:v>
                </c:pt>
                <c:pt idx="3077">
                  <c:v>8.20730673</c:v>
                </c:pt>
                <c:pt idx="3078">
                  <c:v>8.20945946</c:v>
                </c:pt>
                <c:pt idx="3079">
                  <c:v>8.21271394</c:v>
                </c:pt>
                <c:pt idx="3080">
                  <c:v>8.21562071</c:v>
                </c:pt>
                <c:pt idx="3081">
                  <c:v>8.21725381</c:v>
                </c:pt>
                <c:pt idx="3082">
                  <c:v>8.22073685</c:v>
                </c:pt>
                <c:pt idx="3083">
                  <c:v>8.22237582</c:v>
                </c:pt>
                <c:pt idx="3084">
                  <c:v>8.22616165</c:v>
                </c:pt>
                <c:pt idx="3085">
                  <c:v>8.22883204</c:v>
                </c:pt>
                <c:pt idx="3086">
                  <c:v>8.23128365</c:v>
                </c:pt>
                <c:pt idx="3087">
                  <c:v>8.23425293</c:v>
                </c:pt>
                <c:pt idx="3088">
                  <c:v>8.23613217</c:v>
                </c:pt>
                <c:pt idx="3089">
                  <c:v>8.23907801</c:v>
                </c:pt>
                <c:pt idx="3090">
                  <c:v>8.24175036</c:v>
                </c:pt>
                <c:pt idx="3091">
                  <c:v>8.25273668</c:v>
                </c:pt>
                <c:pt idx="3092">
                  <c:v>8.25459248</c:v>
                </c:pt>
                <c:pt idx="3093">
                  <c:v>8.25837831</c:v>
                </c:pt>
                <c:pt idx="3094">
                  <c:v>8.26105066</c:v>
                </c:pt>
                <c:pt idx="3095">
                  <c:v>8.26374255</c:v>
                </c:pt>
                <c:pt idx="3096">
                  <c:v>8.26374255</c:v>
                </c:pt>
                <c:pt idx="3097">
                  <c:v>8.26851293</c:v>
                </c:pt>
                <c:pt idx="3098">
                  <c:v>8.27389279</c:v>
                </c:pt>
                <c:pt idx="3099">
                  <c:v>8.276319</c:v>
                </c:pt>
                <c:pt idx="3100">
                  <c:v>8.27921014</c:v>
                </c:pt>
                <c:pt idx="3101">
                  <c:v>8.2840528</c:v>
                </c:pt>
                <c:pt idx="3102">
                  <c:v>8.28651027</c:v>
                </c:pt>
                <c:pt idx="3103">
                  <c:v>8.29185887</c:v>
                </c:pt>
                <c:pt idx="3104">
                  <c:v>8.2983151</c:v>
                </c:pt>
                <c:pt idx="3105">
                  <c:v>8.3018333</c:v>
                </c:pt>
                <c:pt idx="3106">
                  <c:v>8.31144634</c:v>
                </c:pt>
                <c:pt idx="3107">
                  <c:v>8.31412064</c:v>
                </c:pt>
                <c:pt idx="3108">
                  <c:v>8.31657616</c:v>
                </c:pt>
                <c:pt idx="3109">
                  <c:v>8.31843196</c:v>
                </c:pt>
                <c:pt idx="3110">
                  <c:v>8.32489014</c:v>
                </c:pt>
                <c:pt idx="3111">
                  <c:v>8.32674594</c:v>
                </c:pt>
                <c:pt idx="3112">
                  <c:v>8.33023874</c:v>
                </c:pt>
                <c:pt idx="3113">
                  <c:v>8.33350104</c:v>
                </c:pt>
                <c:pt idx="3114">
                  <c:v>8.33617339</c:v>
                </c:pt>
                <c:pt idx="3115">
                  <c:v>8.33884574</c:v>
                </c:pt>
                <c:pt idx="3116">
                  <c:v>8.34181502</c:v>
                </c:pt>
                <c:pt idx="3117">
                  <c:v>8.34426077</c:v>
                </c:pt>
                <c:pt idx="3118">
                  <c:v>8.34585089</c:v>
                </c:pt>
                <c:pt idx="3119">
                  <c:v>8.34881431</c:v>
                </c:pt>
                <c:pt idx="3120">
                  <c:v>8.35124248</c:v>
                </c:pt>
                <c:pt idx="3121">
                  <c:v>8.35416292</c:v>
                </c:pt>
                <c:pt idx="3122">
                  <c:v>8.35688411</c:v>
                </c:pt>
                <c:pt idx="3123">
                  <c:v>8.35955646</c:v>
                </c:pt>
                <c:pt idx="3124">
                  <c:v>8.36252573</c:v>
                </c:pt>
                <c:pt idx="3125">
                  <c:v>8.36493241</c:v>
                </c:pt>
                <c:pt idx="3126">
                  <c:v>8.36652254</c:v>
                </c:pt>
                <c:pt idx="3127">
                  <c:v>8.37324444</c:v>
                </c:pt>
                <c:pt idx="3128">
                  <c:v>8.37591874</c:v>
                </c:pt>
                <c:pt idx="3129">
                  <c:v>8.37833714</c:v>
                </c:pt>
                <c:pt idx="3130">
                  <c:v>8.37967722</c:v>
                </c:pt>
                <c:pt idx="3131">
                  <c:v>8.38345914</c:v>
                </c:pt>
                <c:pt idx="3132">
                  <c:v>8.38639912</c:v>
                </c:pt>
                <c:pt idx="3133">
                  <c:v>8.38929026</c:v>
                </c:pt>
                <c:pt idx="3134">
                  <c:v>8.39169889</c:v>
                </c:pt>
                <c:pt idx="3135">
                  <c:v>8.39709633</c:v>
                </c:pt>
                <c:pt idx="3136">
                  <c:v>8.40350177</c:v>
                </c:pt>
                <c:pt idx="3137">
                  <c:v>8.40591431</c:v>
                </c:pt>
                <c:pt idx="3138">
                  <c:v>8.40721337</c:v>
                </c:pt>
                <c:pt idx="3139">
                  <c:v>8.41122189</c:v>
                </c:pt>
                <c:pt idx="3140">
                  <c:v>8.4136481</c:v>
                </c:pt>
                <c:pt idx="3141">
                  <c:v>8.4187076</c:v>
                </c:pt>
                <c:pt idx="3142">
                  <c:v>8.42109474</c:v>
                </c:pt>
                <c:pt idx="3143">
                  <c:v>8.42272784</c:v>
                </c:pt>
                <c:pt idx="3144">
                  <c:v>8.42784985</c:v>
                </c:pt>
                <c:pt idx="3145">
                  <c:v>8.43186228</c:v>
                </c:pt>
                <c:pt idx="3146">
                  <c:v>8.4375</c:v>
                </c:pt>
                <c:pt idx="3147">
                  <c:v>8.4385119</c:v>
                </c:pt>
                <c:pt idx="3148">
                  <c:v>8.44313772</c:v>
                </c:pt>
                <c:pt idx="3149">
                  <c:v>8.44581202</c:v>
                </c:pt>
                <c:pt idx="3150">
                  <c:v>8.44715015</c:v>
                </c:pt>
                <c:pt idx="3151">
                  <c:v>8.45115868</c:v>
                </c:pt>
                <c:pt idx="3152">
                  <c:v>8.45354582</c:v>
                </c:pt>
                <c:pt idx="3153">
                  <c:v>8.45598375</c:v>
                </c:pt>
                <c:pt idx="3154">
                  <c:v>8.46185785</c:v>
                </c:pt>
                <c:pt idx="3155">
                  <c:v>8.46460443</c:v>
                </c:pt>
                <c:pt idx="3156">
                  <c:v>8.46749557</c:v>
                </c:pt>
                <c:pt idx="3157">
                  <c:v>8.47024215</c:v>
                </c:pt>
                <c:pt idx="3158">
                  <c:v>8.47291645</c:v>
                </c:pt>
                <c:pt idx="3159">
                  <c:v>8.47479569</c:v>
                </c:pt>
                <c:pt idx="3160">
                  <c:v>8.47747</c:v>
                </c:pt>
                <c:pt idx="3161">
                  <c:v>8.4801443</c:v>
                </c:pt>
                <c:pt idx="3162">
                  <c:v>8.48202354</c:v>
                </c:pt>
                <c:pt idx="3163">
                  <c:v>8.48552807</c:v>
                </c:pt>
                <c:pt idx="3164">
                  <c:v>8.48820042</c:v>
                </c:pt>
                <c:pt idx="3165">
                  <c:v>8.49084151</c:v>
                </c:pt>
                <c:pt idx="3166">
                  <c:v>8.4935881</c:v>
                </c:pt>
                <c:pt idx="3167">
                  <c:v>8.49703402</c:v>
                </c:pt>
                <c:pt idx="3168">
                  <c:v>8.49973177</c:v>
                </c:pt>
                <c:pt idx="3169">
                  <c:v>8.50190012</c:v>
                </c:pt>
                <c:pt idx="3170">
                  <c:v>8.50457442</c:v>
                </c:pt>
                <c:pt idx="3171">
                  <c:v>8.50779765</c:v>
                </c:pt>
                <c:pt idx="3172">
                  <c:v>8.51047</c:v>
                </c:pt>
                <c:pt idx="3173">
                  <c:v>8.51047</c:v>
                </c:pt>
                <c:pt idx="3174">
                  <c:v>8.51584987</c:v>
                </c:pt>
                <c:pt idx="3175">
                  <c:v>8.52383175</c:v>
                </c:pt>
                <c:pt idx="3176">
                  <c:v>8.52517379</c:v>
                </c:pt>
                <c:pt idx="3177">
                  <c:v>8.52917645</c:v>
                </c:pt>
                <c:pt idx="3178">
                  <c:v>8.53214573</c:v>
                </c:pt>
                <c:pt idx="3179">
                  <c:v>8.53481808</c:v>
                </c:pt>
                <c:pt idx="3180">
                  <c:v>8.53616012</c:v>
                </c:pt>
                <c:pt idx="3181">
                  <c:v>8.54179784</c:v>
                </c:pt>
                <c:pt idx="3182">
                  <c:v>8.54528479</c:v>
                </c:pt>
                <c:pt idx="3183">
                  <c:v>8.54714059</c:v>
                </c:pt>
                <c:pt idx="3184">
                  <c:v>8.54953164</c:v>
                </c:pt>
                <c:pt idx="3185">
                  <c:v>8.55248529</c:v>
                </c:pt>
                <c:pt idx="3186">
                  <c:v>8.55509708</c:v>
                </c:pt>
                <c:pt idx="3187">
                  <c:v>8.5566872</c:v>
                </c:pt>
                <c:pt idx="3188">
                  <c:v>8.56311999</c:v>
                </c:pt>
                <c:pt idx="3189">
                  <c:v>8.56601113</c:v>
                </c:pt>
                <c:pt idx="3190">
                  <c:v>8.56733167</c:v>
                </c:pt>
                <c:pt idx="3191">
                  <c:v>8.57049239</c:v>
                </c:pt>
                <c:pt idx="3192">
                  <c:v>8.57653644</c:v>
                </c:pt>
                <c:pt idx="3193">
                  <c:v>8.57916581</c:v>
                </c:pt>
                <c:pt idx="3194">
                  <c:v>8.58184011</c:v>
                </c:pt>
                <c:pt idx="3195">
                  <c:v>8.58393619</c:v>
                </c:pt>
                <c:pt idx="3196">
                  <c:v>8.58707737</c:v>
                </c:pt>
                <c:pt idx="3197">
                  <c:v>8.5899353</c:v>
                </c:pt>
                <c:pt idx="3198">
                  <c:v>8.59253733</c:v>
                </c:pt>
                <c:pt idx="3199">
                  <c:v>8.59516865</c:v>
                </c:pt>
                <c:pt idx="3200">
                  <c:v>8.59776677</c:v>
                </c:pt>
                <c:pt idx="3201">
                  <c:v>8.60496923</c:v>
                </c:pt>
                <c:pt idx="3202">
                  <c:v>8.60757125</c:v>
                </c:pt>
                <c:pt idx="3203">
                  <c:v>8.610101</c:v>
                </c:pt>
                <c:pt idx="3204">
                  <c:v>8.61268739</c:v>
                </c:pt>
                <c:pt idx="3205">
                  <c:v>8.61521128</c:v>
                </c:pt>
                <c:pt idx="3206">
                  <c:v>8.61805163</c:v>
                </c:pt>
                <c:pt idx="3207">
                  <c:v>8.6210756</c:v>
                </c:pt>
                <c:pt idx="3208">
                  <c:v>8.62359949</c:v>
                </c:pt>
                <c:pt idx="3209">
                  <c:v>8.62612338</c:v>
                </c:pt>
                <c:pt idx="3210">
                  <c:v>8.62612338</c:v>
                </c:pt>
                <c:pt idx="3211">
                  <c:v>8.63113403</c:v>
                </c:pt>
                <c:pt idx="3212">
                  <c:v>8.63265188</c:v>
                </c:pt>
                <c:pt idx="3213">
                  <c:v>8.63510935</c:v>
                </c:pt>
                <c:pt idx="3214">
                  <c:v>8.63778365</c:v>
                </c:pt>
                <c:pt idx="3215">
                  <c:v>8.64024112</c:v>
                </c:pt>
                <c:pt idx="3216">
                  <c:v>8.64269859</c:v>
                </c:pt>
                <c:pt idx="3217">
                  <c:v>8.64537289</c:v>
                </c:pt>
                <c:pt idx="3218">
                  <c:v>8.64809603</c:v>
                </c:pt>
                <c:pt idx="3219">
                  <c:v>8.65047146</c:v>
                </c:pt>
                <c:pt idx="3220">
                  <c:v>8.65217879</c:v>
                </c:pt>
                <c:pt idx="3221">
                  <c:v>8.65551923</c:v>
                </c:pt>
                <c:pt idx="3222">
                  <c:v>8.65672061</c:v>
                </c:pt>
                <c:pt idx="3223">
                  <c:v>8.66049277</c:v>
                </c:pt>
                <c:pt idx="3224">
                  <c:v>8.6624228</c:v>
                </c:pt>
                <c:pt idx="3225">
                  <c:v>8.66524947</c:v>
                </c:pt>
                <c:pt idx="3226">
                  <c:v>8.66635709</c:v>
                </c:pt>
                <c:pt idx="3227">
                  <c:v>8.66873251</c:v>
                </c:pt>
                <c:pt idx="3228">
                  <c:v>8.67132087</c:v>
                </c:pt>
                <c:pt idx="3229">
                  <c:v>8.67341694</c:v>
                </c:pt>
                <c:pt idx="3230">
                  <c:v>8.67593301</c:v>
                </c:pt>
                <c:pt idx="3231">
                  <c:v>8.67847643</c:v>
                </c:pt>
                <c:pt idx="3232">
                  <c:v>8.68057251</c:v>
                </c:pt>
                <c:pt idx="3233">
                  <c:v>8.68261389</c:v>
                </c:pt>
                <c:pt idx="3234">
                  <c:v>8.68736473</c:v>
                </c:pt>
                <c:pt idx="3235">
                  <c:v>8.68966592</c:v>
                </c:pt>
                <c:pt idx="3236">
                  <c:v>8.69218981</c:v>
                </c:pt>
                <c:pt idx="3237">
                  <c:v>8.69466681</c:v>
                </c:pt>
                <c:pt idx="3238">
                  <c:v>8.69690745</c:v>
                </c:pt>
                <c:pt idx="3239">
                  <c:v>8.69909338</c:v>
                </c:pt>
                <c:pt idx="3240">
                  <c:v>8.70117188</c:v>
                </c:pt>
                <c:pt idx="3241">
                  <c:v>8.70362153</c:v>
                </c:pt>
                <c:pt idx="3242">
                  <c:v>8.70607118</c:v>
                </c:pt>
                <c:pt idx="3243">
                  <c:v>8.708472</c:v>
                </c:pt>
                <c:pt idx="3244">
                  <c:v>8.70963432</c:v>
                </c:pt>
                <c:pt idx="3245">
                  <c:v>8.71178704</c:v>
                </c:pt>
                <c:pt idx="3246">
                  <c:v>8.71447111</c:v>
                </c:pt>
                <c:pt idx="3247">
                  <c:v>8.71671175</c:v>
                </c:pt>
                <c:pt idx="3248">
                  <c:v>8.7188801</c:v>
                </c:pt>
                <c:pt idx="3249">
                  <c:v>8.72133757</c:v>
                </c:pt>
                <c:pt idx="3250">
                  <c:v>8.72350592</c:v>
                </c:pt>
                <c:pt idx="3251">
                  <c:v>8.72566842</c:v>
                </c:pt>
                <c:pt idx="3252">
                  <c:v>8.72789538</c:v>
                </c:pt>
                <c:pt idx="3253">
                  <c:v>8.7300481</c:v>
                </c:pt>
                <c:pt idx="3254">
                  <c:v>8.73227506</c:v>
                </c:pt>
                <c:pt idx="3255">
                  <c:v>8.73441997</c:v>
                </c:pt>
                <c:pt idx="3256">
                  <c:v>8.73658833</c:v>
                </c:pt>
                <c:pt idx="3257">
                  <c:v>8.73853985</c:v>
                </c:pt>
                <c:pt idx="3258">
                  <c:v>8.7407082</c:v>
                </c:pt>
                <c:pt idx="3259">
                  <c:v>8.74244288</c:v>
                </c:pt>
                <c:pt idx="3260">
                  <c:v>8.74355832</c:v>
                </c:pt>
                <c:pt idx="3261">
                  <c:v>8.74675029</c:v>
                </c:pt>
                <c:pt idx="3262">
                  <c:v>8.74897725</c:v>
                </c:pt>
                <c:pt idx="3263">
                  <c:v>8.754152</c:v>
                </c:pt>
                <c:pt idx="3264">
                  <c:v>8.75632035</c:v>
                </c:pt>
                <c:pt idx="3265">
                  <c:v>8.75870554</c:v>
                </c:pt>
                <c:pt idx="3266">
                  <c:v>8.76087389</c:v>
                </c:pt>
                <c:pt idx="3267">
                  <c:v>8.76087389</c:v>
                </c:pt>
                <c:pt idx="3268">
                  <c:v>8.7645601</c:v>
                </c:pt>
                <c:pt idx="3269">
                  <c:v>8.76649599</c:v>
                </c:pt>
                <c:pt idx="3270">
                  <c:v>8.7692582</c:v>
                </c:pt>
                <c:pt idx="3271">
                  <c:v>8.77146953</c:v>
                </c:pt>
                <c:pt idx="3272">
                  <c:v>8.77388402</c:v>
                </c:pt>
                <c:pt idx="3273">
                  <c:v>8.7756187</c:v>
                </c:pt>
                <c:pt idx="3274">
                  <c:v>8.77800389</c:v>
                </c:pt>
                <c:pt idx="3275">
                  <c:v>8.78017225</c:v>
                </c:pt>
                <c:pt idx="3276">
                  <c:v>8.78147326</c:v>
                </c:pt>
                <c:pt idx="3277">
                  <c:v>8.78579629</c:v>
                </c:pt>
                <c:pt idx="3278">
                  <c:v>8.7900744</c:v>
                </c:pt>
                <c:pt idx="3279">
                  <c:v>8.79311009</c:v>
                </c:pt>
                <c:pt idx="3280">
                  <c:v>8.79441111</c:v>
                </c:pt>
                <c:pt idx="3281">
                  <c:v>8.79878689</c:v>
                </c:pt>
                <c:pt idx="3282">
                  <c:v>8.80116231</c:v>
                </c:pt>
                <c:pt idx="3283">
                  <c:v>8.80331503</c:v>
                </c:pt>
                <c:pt idx="3284">
                  <c:v>8.80546776</c:v>
                </c:pt>
                <c:pt idx="3285">
                  <c:v>8.80742123</c:v>
                </c:pt>
                <c:pt idx="3286">
                  <c:v>8.80980642</c:v>
                </c:pt>
                <c:pt idx="3287">
                  <c:v>8.81259403</c:v>
                </c:pt>
                <c:pt idx="3288">
                  <c:v>8.81479364</c:v>
                </c:pt>
                <c:pt idx="3289">
                  <c:v>8.81696199</c:v>
                </c:pt>
                <c:pt idx="3290">
                  <c:v>8.81913035</c:v>
                </c:pt>
                <c:pt idx="3291">
                  <c:v>8.82100959</c:v>
                </c:pt>
                <c:pt idx="3292">
                  <c:v>8.82317794</c:v>
                </c:pt>
                <c:pt idx="3293">
                  <c:v>8.82513923</c:v>
                </c:pt>
                <c:pt idx="3294">
                  <c:v>8.82708098</c:v>
                </c:pt>
                <c:pt idx="3295">
                  <c:v>8.82946617</c:v>
                </c:pt>
                <c:pt idx="3296">
                  <c:v>8.83137471</c:v>
                </c:pt>
                <c:pt idx="3297">
                  <c:v>8.8333692</c:v>
                </c:pt>
                <c:pt idx="3298">
                  <c:v>8.83568212</c:v>
                </c:pt>
                <c:pt idx="3299">
                  <c:v>8.83850098</c:v>
                </c:pt>
                <c:pt idx="3300">
                  <c:v>8.8404525</c:v>
                </c:pt>
                <c:pt idx="3301">
                  <c:v>8.84283769</c:v>
                </c:pt>
                <c:pt idx="3302">
                  <c:v>8.84481069</c:v>
                </c:pt>
                <c:pt idx="3303">
                  <c:v>8.84696342</c:v>
                </c:pt>
                <c:pt idx="3304">
                  <c:v>8.84933884</c:v>
                </c:pt>
                <c:pt idx="3305">
                  <c:v>8.85149157</c:v>
                </c:pt>
                <c:pt idx="3306">
                  <c:v>8.85371853</c:v>
                </c:pt>
                <c:pt idx="3307">
                  <c:v>8.85475777</c:v>
                </c:pt>
                <c:pt idx="3308">
                  <c:v>8.85735589</c:v>
                </c:pt>
                <c:pt idx="3309">
                  <c:v>8.86040135</c:v>
                </c:pt>
                <c:pt idx="3310">
                  <c:v>8.86151288</c:v>
                </c:pt>
                <c:pt idx="3311">
                  <c:v>8.86366561</c:v>
                </c:pt>
                <c:pt idx="3312">
                  <c:v>8.86604103</c:v>
                </c:pt>
                <c:pt idx="3313">
                  <c:v>8.86819376</c:v>
                </c:pt>
                <c:pt idx="3314">
                  <c:v>8.87034648</c:v>
                </c:pt>
                <c:pt idx="3315">
                  <c:v>8.8727219</c:v>
                </c:pt>
                <c:pt idx="3316">
                  <c:v>8.87532002</c:v>
                </c:pt>
                <c:pt idx="3317">
                  <c:v>8.87658197</c:v>
                </c:pt>
                <c:pt idx="3318">
                  <c:v>8.87895739</c:v>
                </c:pt>
                <c:pt idx="3319">
                  <c:v>8.88136211</c:v>
                </c:pt>
                <c:pt idx="3320">
                  <c:v>8.88345819</c:v>
                </c:pt>
                <c:pt idx="3321">
                  <c:v>8.88541557</c:v>
                </c:pt>
                <c:pt idx="3322">
                  <c:v>8.88801173</c:v>
                </c:pt>
                <c:pt idx="3323">
                  <c:v>8.89010781</c:v>
                </c:pt>
                <c:pt idx="3324">
                  <c:v>8.89224491</c:v>
                </c:pt>
                <c:pt idx="3325">
                  <c:v>8.89439763</c:v>
                </c:pt>
                <c:pt idx="3326">
                  <c:v>8.89610497</c:v>
                </c:pt>
                <c:pt idx="3327">
                  <c:v>8.89863667</c:v>
                </c:pt>
                <c:pt idx="3328">
                  <c:v>8.90055888</c:v>
                </c:pt>
                <c:pt idx="3329">
                  <c:v>8.9029011</c:v>
                </c:pt>
                <c:pt idx="3330">
                  <c:v>8.90528629</c:v>
                </c:pt>
                <c:pt idx="3331">
                  <c:v>8.90738236</c:v>
                </c:pt>
                <c:pt idx="3332">
                  <c:v>8.90842747</c:v>
                </c:pt>
                <c:pt idx="3333">
                  <c:v>8.91092401</c:v>
                </c:pt>
                <c:pt idx="3334">
                  <c:v>8.91288139</c:v>
                </c:pt>
                <c:pt idx="3335">
                  <c:v>8.91585067</c:v>
                </c:pt>
                <c:pt idx="3336">
                  <c:v>8.91793502</c:v>
                </c:pt>
                <c:pt idx="3337">
                  <c:v>8.9200311</c:v>
                </c:pt>
                <c:pt idx="3338">
                  <c:v>8.9216935</c:v>
                </c:pt>
                <c:pt idx="3339">
                  <c:v>8.92379348</c:v>
                </c:pt>
                <c:pt idx="3340">
                  <c:v>8.92587198</c:v>
                </c:pt>
                <c:pt idx="3341">
                  <c:v>8.9280247</c:v>
                </c:pt>
                <c:pt idx="3342">
                  <c:v>8.93032589</c:v>
                </c:pt>
                <c:pt idx="3343">
                  <c:v>8.93240439</c:v>
                </c:pt>
                <c:pt idx="3344">
                  <c:v>8.93470363</c:v>
                </c:pt>
                <c:pt idx="3345">
                  <c:v>8.93701654</c:v>
                </c:pt>
                <c:pt idx="3346">
                  <c:v>8.9389368</c:v>
                </c:pt>
                <c:pt idx="3347">
                  <c:v>8.9408473</c:v>
                </c:pt>
                <c:pt idx="3348">
                  <c:v>8.94294337</c:v>
                </c:pt>
                <c:pt idx="3349">
                  <c:v>8.94509805</c:v>
                </c:pt>
                <c:pt idx="3350">
                  <c:v>8.94699097</c:v>
                </c:pt>
                <c:pt idx="3351">
                  <c:v>8.94918081</c:v>
                </c:pt>
                <c:pt idx="3352">
                  <c:v>8.95133354</c:v>
                </c:pt>
                <c:pt idx="3353">
                  <c:v>8.95327919</c:v>
                </c:pt>
                <c:pt idx="3354">
                  <c:v>8.95559211</c:v>
                </c:pt>
                <c:pt idx="3355">
                  <c:v>8.95776046</c:v>
                </c:pt>
                <c:pt idx="3356">
                  <c:v>8.96009291</c:v>
                </c:pt>
                <c:pt idx="3357">
                  <c:v>8.96246833</c:v>
                </c:pt>
                <c:pt idx="3358">
                  <c:v>8.96441008</c:v>
                </c:pt>
                <c:pt idx="3359">
                  <c:v>8.96650615</c:v>
                </c:pt>
                <c:pt idx="3360">
                  <c:v>8.96900074</c:v>
                </c:pt>
                <c:pt idx="3361">
                  <c:v>8.9700478</c:v>
                </c:pt>
                <c:pt idx="3362">
                  <c:v>8.97234118</c:v>
                </c:pt>
                <c:pt idx="3363">
                  <c:v>8.9747459</c:v>
                </c:pt>
                <c:pt idx="3364">
                  <c:v>8.97640831</c:v>
                </c:pt>
                <c:pt idx="3365">
                  <c:v>8.97902205</c:v>
                </c:pt>
                <c:pt idx="3366">
                  <c:v>8.98117478</c:v>
                </c:pt>
                <c:pt idx="3367">
                  <c:v>8.9819171</c:v>
                </c:pt>
                <c:pt idx="3368">
                  <c:v>8.98421438</c:v>
                </c:pt>
                <c:pt idx="3369">
                  <c:v>8.98592562</c:v>
                </c:pt>
                <c:pt idx="3370">
                  <c:v>8.98778142</c:v>
                </c:pt>
                <c:pt idx="3371">
                  <c:v>8.98978568</c:v>
                </c:pt>
                <c:pt idx="3372">
                  <c:v>8.99156725</c:v>
                </c:pt>
                <c:pt idx="3373">
                  <c:v>8.99334882</c:v>
                </c:pt>
                <c:pt idx="3374">
                  <c:v>8.99483932</c:v>
                </c:pt>
                <c:pt idx="3375">
                  <c:v>8.99671856</c:v>
                </c:pt>
                <c:pt idx="3376">
                  <c:v>8.99830868</c:v>
                </c:pt>
                <c:pt idx="3377">
                  <c:v>9.00011565</c:v>
                </c:pt>
                <c:pt idx="3378">
                  <c:v>9.0014401</c:v>
                </c:pt>
                <c:pt idx="3379">
                  <c:v>9.00292474</c:v>
                </c:pt>
                <c:pt idx="3380">
                  <c:v>9.00455784</c:v>
                </c:pt>
                <c:pt idx="3381">
                  <c:v>9.00619094</c:v>
                </c:pt>
                <c:pt idx="3382">
                  <c:v>9.00712666</c:v>
                </c:pt>
                <c:pt idx="3383">
                  <c:v>9.0084179</c:v>
                </c:pt>
                <c:pt idx="3384">
                  <c:v>9.00960561</c:v>
                </c:pt>
                <c:pt idx="3385">
                  <c:v>9.01117425</c:v>
                </c:pt>
                <c:pt idx="3386">
                  <c:v>9.01175834</c:v>
                </c:pt>
                <c:pt idx="3387">
                  <c:v>9.01331721</c:v>
                </c:pt>
                <c:pt idx="3388">
                  <c:v>9.01428223</c:v>
                </c:pt>
                <c:pt idx="3389">
                  <c:v>9.01522185</c:v>
                </c:pt>
                <c:pt idx="3390">
                  <c:v>9.01594463</c:v>
                </c:pt>
                <c:pt idx="3391">
                  <c:v>9.01681197</c:v>
                </c:pt>
                <c:pt idx="3392">
                  <c:v>9.01754843</c:v>
                </c:pt>
                <c:pt idx="3393">
                  <c:v>9.0184021</c:v>
                </c:pt>
                <c:pt idx="3394">
                  <c:v>9.0191073</c:v>
                </c:pt>
                <c:pt idx="3395">
                  <c:v>9.01992385</c:v>
                </c:pt>
                <c:pt idx="3396">
                  <c:v>9.02081464</c:v>
                </c:pt>
                <c:pt idx="3397">
                  <c:v>9.02172691</c:v>
                </c:pt>
                <c:pt idx="3398">
                  <c:v>9.02244774</c:v>
                </c:pt>
                <c:pt idx="3399">
                  <c:v>9.02353387</c:v>
                </c:pt>
                <c:pt idx="3400">
                  <c:v>9.02422931</c:v>
                </c:pt>
                <c:pt idx="3401">
                  <c:v>9.02490716</c:v>
                </c:pt>
                <c:pt idx="3402">
                  <c:v>9.02555767</c:v>
                </c:pt>
                <c:pt idx="3403">
                  <c:v>9.02620817</c:v>
                </c:pt>
                <c:pt idx="3404">
                  <c:v>9.02690166</c:v>
                </c:pt>
                <c:pt idx="3405">
                  <c:v>9.02750919</c:v>
                </c:pt>
                <c:pt idx="3406">
                  <c:v>9.0277983</c:v>
                </c:pt>
                <c:pt idx="3407">
                  <c:v>9.02830425</c:v>
                </c:pt>
                <c:pt idx="3408">
                  <c:v>9.02875746</c:v>
                </c:pt>
                <c:pt idx="3409">
                  <c:v>9.02912862</c:v>
                </c:pt>
                <c:pt idx="3410">
                  <c:v>9.02938843</c:v>
                </c:pt>
                <c:pt idx="3411">
                  <c:v>9.02964824</c:v>
                </c:pt>
                <c:pt idx="3412">
                  <c:v>9.0298221</c:v>
                </c:pt>
                <c:pt idx="3413">
                  <c:v>9.02987094</c:v>
                </c:pt>
                <c:pt idx="3414">
                  <c:v>9.02994517</c:v>
                </c:pt>
                <c:pt idx="3415">
                  <c:v>9.02989438</c:v>
                </c:pt>
                <c:pt idx="3416">
                  <c:v>9.0297967</c:v>
                </c:pt>
                <c:pt idx="3417">
                  <c:v>9.02972247</c:v>
                </c:pt>
                <c:pt idx="3418">
                  <c:v>9.02949978</c:v>
                </c:pt>
                <c:pt idx="3419">
                  <c:v>9.02927708</c:v>
                </c:pt>
                <c:pt idx="3420">
                  <c:v>9.02902704</c:v>
                </c:pt>
                <c:pt idx="3421">
                  <c:v>9.02859336</c:v>
                </c:pt>
                <c:pt idx="3422">
                  <c:v>9.02815969</c:v>
                </c:pt>
                <c:pt idx="3423">
                  <c:v>9.02771821</c:v>
                </c:pt>
                <c:pt idx="3424">
                  <c:v>9.02719859</c:v>
                </c:pt>
                <c:pt idx="3425">
                  <c:v>9.02660473</c:v>
                </c:pt>
                <c:pt idx="3426">
                  <c:v>9.02615934</c:v>
                </c:pt>
                <c:pt idx="3427">
                  <c:v>9.02549125</c:v>
                </c:pt>
                <c:pt idx="3428">
                  <c:v>9.02476261</c:v>
                </c:pt>
                <c:pt idx="3429">
                  <c:v>9.02400661</c:v>
                </c:pt>
                <c:pt idx="3430">
                  <c:v>9.02319006</c:v>
                </c:pt>
                <c:pt idx="3431">
                  <c:v>9.02244969</c:v>
                </c:pt>
                <c:pt idx="3432">
                  <c:v>9.02148273</c:v>
                </c:pt>
                <c:pt idx="3433">
                  <c:v>9.02059194</c:v>
                </c:pt>
                <c:pt idx="3434">
                  <c:v>9.01962693</c:v>
                </c:pt>
                <c:pt idx="3435">
                  <c:v>9.01858768</c:v>
                </c:pt>
                <c:pt idx="3436">
                  <c:v>9.01762266</c:v>
                </c:pt>
                <c:pt idx="3437">
                  <c:v>9.01643495</c:v>
                </c:pt>
                <c:pt idx="3438">
                  <c:v>9.01551096</c:v>
                </c:pt>
                <c:pt idx="3439">
                  <c:v>9.01457915</c:v>
                </c:pt>
                <c:pt idx="3440">
                  <c:v>9.01363172</c:v>
                </c:pt>
                <c:pt idx="3441">
                  <c:v>9.01257489</c:v>
                </c:pt>
                <c:pt idx="3442">
                  <c:v>9.01153564</c:v>
                </c:pt>
                <c:pt idx="3443">
                  <c:v>9.01005101</c:v>
                </c:pt>
                <c:pt idx="3444">
                  <c:v>9.0090059</c:v>
                </c:pt>
                <c:pt idx="3445">
                  <c:v>9.00784944</c:v>
                </c:pt>
                <c:pt idx="3446">
                  <c:v>9.0069821</c:v>
                </c:pt>
                <c:pt idx="3447">
                  <c:v>9.00596825</c:v>
                </c:pt>
                <c:pt idx="3448">
                  <c:v>9.00448361</c:v>
                </c:pt>
                <c:pt idx="3449">
                  <c:v>9.0032959</c:v>
                </c:pt>
                <c:pt idx="3450">
                  <c:v>9.00199489</c:v>
                </c:pt>
                <c:pt idx="3451">
                  <c:v>9.00092048</c:v>
                </c:pt>
                <c:pt idx="3452">
                  <c:v>8.99939286</c:v>
                </c:pt>
                <c:pt idx="3453">
                  <c:v>8.99809185</c:v>
                </c:pt>
                <c:pt idx="3454">
                  <c:v>8.99661502</c:v>
                </c:pt>
                <c:pt idx="3455">
                  <c:v>8.99542731</c:v>
                </c:pt>
                <c:pt idx="3456">
                  <c:v>8.99426109</c:v>
                </c:pt>
                <c:pt idx="3457">
                  <c:v>8.99305189</c:v>
                </c:pt>
                <c:pt idx="3458">
                  <c:v>8.99165906</c:v>
                </c:pt>
                <c:pt idx="3459">
                  <c:v>8.99045377</c:v>
                </c:pt>
                <c:pt idx="3460">
                  <c:v>8.9891176</c:v>
                </c:pt>
                <c:pt idx="3461">
                  <c:v>8.98775603</c:v>
                </c:pt>
                <c:pt idx="3462">
                  <c:v>8.98622255</c:v>
                </c:pt>
                <c:pt idx="3463">
                  <c:v>8.98500944</c:v>
                </c:pt>
                <c:pt idx="3464">
                  <c:v>8.9834916</c:v>
                </c:pt>
                <c:pt idx="3465">
                  <c:v>8.98154008</c:v>
                </c:pt>
                <c:pt idx="3466">
                  <c:v>8.9804559</c:v>
                </c:pt>
                <c:pt idx="3467">
                  <c:v>8.97961591</c:v>
                </c:pt>
                <c:pt idx="3468">
                  <c:v>8.97768588</c:v>
                </c:pt>
                <c:pt idx="3469">
                  <c:v>8.97627547</c:v>
                </c:pt>
                <c:pt idx="3470">
                  <c:v>8.97479083</c:v>
                </c:pt>
                <c:pt idx="3471">
                  <c:v>8.97338042</c:v>
                </c:pt>
                <c:pt idx="3472">
                  <c:v>8.9720716</c:v>
                </c:pt>
                <c:pt idx="3473">
                  <c:v>8.97085654</c:v>
                </c:pt>
                <c:pt idx="3474">
                  <c:v>8.96918046</c:v>
                </c:pt>
                <c:pt idx="3475">
                  <c:v>8.96773489</c:v>
                </c:pt>
                <c:pt idx="3476">
                  <c:v>8.96692224</c:v>
                </c:pt>
                <c:pt idx="3477">
                  <c:v>8.96542198</c:v>
                </c:pt>
                <c:pt idx="3478">
                  <c:v>8.96410143</c:v>
                </c:pt>
                <c:pt idx="3479">
                  <c:v>8.96216945</c:v>
                </c:pt>
                <c:pt idx="3480">
                  <c:v>8.96079616</c:v>
                </c:pt>
                <c:pt idx="3481">
                  <c:v>8.95927635</c:v>
                </c:pt>
                <c:pt idx="3482">
                  <c:v>8.95855552</c:v>
                </c:pt>
                <c:pt idx="3483">
                  <c:v>8.95690093</c:v>
                </c:pt>
                <c:pt idx="3484">
                  <c:v>8.95556476</c:v>
                </c:pt>
                <c:pt idx="3485">
                  <c:v>8.95414654</c:v>
                </c:pt>
                <c:pt idx="3486">
                  <c:v>8.95306236</c:v>
                </c:pt>
                <c:pt idx="3487">
                  <c:v>8.95168907</c:v>
                </c:pt>
                <c:pt idx="3488">
                  <c:v>8.95017122</c:v>
                </c:pt>
                <c:pt idx="3489">
                  <c:v>8.94836426</c:v>
                </c:pt>
                <c:pt idx="3490">
                  <c:v>8.94713552</c:v>
                </c:pt>
                <c:pt idx="3491">
                  <c:v>8.94569191</c:v>
                </c:pt>
                <c:pt idx="3492">
                  <c:v>8.94446122</c:v>
                </c:pt>
                <c:pt idx="3493">
                  <c:v>8.94294533</c:v>
                </c:pt>
                <c:pt idx="3494">
                  <c:v>8.94146069</c:v>
                </c:pt>
                <c:pt idx="3495">
                  <c:v>8.93990768</c:v>
                </c:pt>
                <c:pt idx="3496">
                  <c:v>8.93923373</c:v>
                </c:pt>
                <c:pt idx="3497">
                  <c:v>8.93759477</c:v>
                </c:pt>
                <c:pt idx="3498">
                  <c:v>8.93622147</c:v>
                </c:pt>
                <c:pt idx="3499">
                  <c:v>8.93470363</c:v>
                </c:pt>
                <c:pt idx="3500">
                  <c:v>8.93333034</c:v>
                </c:pt>
                <c:pt idx="3501">
                  <c:v>8.93195704</c:v>
                </c:pt>
                <c:pt idx="3502">
                  <c:v>8.93025166</c:v>
                </c:pt>
                <c:pt idx="3503">
                  <c:v>8.92906591</c:v>
                </c:pt>
                <c:pt idx="3504">
                  <c:v>8.92769261</c:v>
                </c:pt>
                <c:pt idx="3505">
                  <c:v>8.9263916</c:v>
                </c:pt>
                <c:pt idx="3506">
                  <c:v>8.92501831</c:v>
                </c:pt>
                <c:pt idx="3507">
                  <c:v>8.92379348</c:v>
                </c:pt>
                <c:pt idx="3508">
                  <c:v>8.92241629</c:v>
                </c:pt>
                <c:pt idx="3509">
                  <c:v>8.92119537</c:v>
                </c:pt>
                <c:pt idx="3510">
                  <c:v>8.91995882</c:v>
                </c:pt>
                <c:pt idx="3511">
                  <c:v>8.91852302</c:v>
                </c:pt>
                <c:pt idx="3512">
                  <c:v>8.9169954</c:v>
                </c:pt>
                <c:pt idx="3513">
                  <c:v>8.91577643</c:v>
                </c:pt>
                <c:pt idx="3514">
                  <c:v>8.91421756</c:v>
                </c:pt>
                <c:pt idx="3515">
                  <c:v>8.91280716</c:v>
                </c:pt>
                <c:pt idx="3516">
                  <c:v>8.91139675</c:v>
                </c:pt>
                <c:pt idx="3517">
                  <c:v>8.90969527</c:v>
                </c:pt>
                <c:pt idx="3518">
                  <c:v>8.9086111</c:v>
                </c:pt>
                <c:pt idx="3519">
                  <c:v>8.90731399</c:v>
                </c:pt>
                <c:pt idx="3520">
                  <c:v>8.9052355</c:v>
                </c:pt>
                <c:pt idx="3521">
                  <c:v>8.90441895</c:v>
                </c:pt>
                <c:pt idx="3522">
                  <c:v>8.90311793</c:v>
                </c:pt>
                <c:pt idx="3523">
                  <c:v>8.90160008</c:v>
                </c:pt>
                <c:pt idx="3524">
                  <c:v>8.90015452</c:v>
                </c:pt>
                <c:pt idx="3525">
                  <c:v>8.89833193</c:v>
                </c:pt>
                <c:pt idx="3526">
                  <c:v>8.89704654</c:v>
                </c:pt>
                <c:pt idx="3527">
                  <c:v>8.89565958</c:v>
                </c:pt>
                <c:pt idx="3528">
                  <c:v>8.8945461</c:v>
                </c:pt>
                <c:pt idx="3529">
                  <c:v>8.89270983</c:v>
                </c:pt>
                <c:pt idx="3530">
                  <c:v>8.89187375</c:v>
                </c:pt>
                <c:pt idx="3531">
                  <c:v>8.89046334</c:v>
                </c:pt>
                <c:pt idx="3532">
                  <c:v>8.88831061</c:v>
                </c:pt>
                <c:pt idx="3533">
                  <c:v>8.88707211</c:v>
                </c:pt>
                <c:pt idx="3534">
                  <c:v>8.88578673</c:v>
                </c:pt>
                <c:pt idx="3535">
                  <c:v>8.88432553</c:v>
                </c:pt>
                <c:pt idx="3536">
                  <c:v>8.88324135</c:v>
                </c:pt>
                <c:pt idx="3537">
                  <c:v>8.88162974</c:v>
                </c:pt>
                <c:pt idx="3538">
                  <c:v>8.88020566</c:v>
                </c:pt>
                <c:pt idx="3539">
                  <c:v>8.87888316</c:v>
                </c:pt>
                <c:pt idx="3540">
                  <c:v>8.87731452</c:v>
                </c:pt>
                <c:pt idx="3541">
                  <c:v>8.87591388</c:v>
                </c:pt>
                <c:pt idx="3542">
                  <c:v>8.87442924</c:v>
                </c:pt>
                <c:pt idx="3543">
                  <c:v>8.87283325</c:v>
                </c:pt>
                <c:pt idx="3544">
                  <c:v>8.87124313</c:v>
                </c:pt>
                <c:pt idx="3545">
                  <c:v>8.86997532</c:v>
                </c:pt>
                <c:pt idx="3546">
                  <c:v>8.86871338</c:v>
                </c:pt>
                <c:pt idx="3547">
                  <c:v>8.86741237</c:v>
                </c:pt>
                <c:pt idx="3548">
                  <c:v>8.86538857</c:v>
                </c:pt>
                <c:pt idx="3549">
                  <c:v>8.86488262</c:v>
                </c:pt>
                <c:pt idx="3550">
                  <c:v>8.86314598</c:v>
                </c:pt>
                <c:pt idx="3551">
                  <c:v>8.86184692</c:v>
                </c:pt>
                <c:pt idx="3552">
                  <c:v>8.85989541</c:v>
                </c:pt>
                <c:pt idx="3553">
                  <c:v>8.85859439</c:v>
                </c:pt>
                <c:pt idx="3554">
                  <c:v>8.85735589</c:v>
                </c:pt>
                <c:pt idx="3555">
                  <c:v>8.85606465</c:v>
                </c:pt>
                <c:pt idx="3556">
                  <c:v>8.85438661</c:v>
                </c:pt>
                <c:pt idx="3557">
                  <c:v>8.85297621</c:v>
                </c:pt>
                <c:pt idx="3558">
                  <c:v>8.8515658</c:v>
                </c:pt>
                <c:pt idx="3559">
                  <c:v>8.85013781</c:v>
                </c:pt>
                <c:pt idx="3560">
                  <c:v>8.84898136</c:v>
                </c:pt>
                <c:pt idx="3561">
                  <c:v>8.84739123</c:v>
                </c:pt>
                <c:pt idx="3562">
                  <c:v>8.84614687</c:v>
                </c:pt>
                <c:pt idx="3563">
                  <c:v>8.84486148</c:v>
                </c:pt>
                <c:pt idx="3564">
                  <c:v>8.84317759</c:v>
                </c:pt>
                <c:pt idx="3565">
                  <c:v>8.84198988</c:v>
                </c:pt>
                <c:pt idx="3566">
                  <c:v>8.84005985</c:v>
                </c:pt>
                <c:pt idx="3567">
                  <c:v>8.83909483</c:v>
                </c:pt>
                <c:pt idx="3568">
                  <c:v>8.83768443</c:v>
                </c:pt>
                <c:pt idx="3569">
                  <c:v>8.8364049</c:v>
                </c:pt>
                <c:pt idx="3570">
                  <c:v>8.83430883</c:v>
                </c:pt>
                <c:pt idx="3571">
                  <c:v>8.83293553</c:v>
                </c:pt>
                <c:pt idx="3572">
                  <c:v>8.83219126</c:v>
                </c:pt>
                <c:pt idx="3573">
                  <c:v>8.83070662</c:v>
                </c:pt>
                <c:pt idx="3574">
                  <c:v>8.82917705</c:v>
                </c:pt>
                <c:pt idx="3575">
                  <c:v>8.82780376</c:v>
                </c:pt>
                <c:pt idx="3576">
                  <c:v>8.8264754</c:v>
                </c:pt>
                <c:pt idx="3577">
                  <c:v>8.82527402</c:v>
                </c:pt>
                <c:pt idx="3578">
                  <c:v>8.82380305</c:v>
                </c:pt>
                <c:pt idx="3579">
                  <c:v>8.82245516</c:v>
                </c:pt>
                <c:pt idx="3580">
                  <c:v>8.82108186</c:v>
                </c:pt>
                <c:pt idx="3581">
                  <c:v>8.81992541</c:v>
                </c:pt>
                <c:pt idx="3582">
                  <c:v>8.81855212</c:v>
                </c:pt>
                <c:pt idx="3583">
                  <c:v>8.81725111</c:v>
                </c:pt>
                <c:pt idx="3584">
                  <c:v>8.81580554</c:v>
                </c:pt>
                <c:pt idx="3585">
                  <c:v>8.81428769</c:v>
                </c:pt>
                <c:pt idx="3586">
                  <c:v>8.81298668</c:v>
                </c:pt>
                <c:pt idx="3587">
                  <c:v>8.81170324</c:v>
                </c:pt>
                <c:pt idx="3588">
                  <c:v>8.81052921</c:v>
                </c:pt>
                <c:pt idx="3589">
                  <c:v>8.80910513</c:v>
                </c:pt>
                <c:pt idx="3590">
                  <c:v>8.8078549</c:v>
                </c:pt>
                <c:pt idx="3591">
                  <c:v>8.80655389</c:v>
                </c:pt>
                <c:pt idx="3592">
                  <c:v>8.80546776</c:v>
                </c:pt>
                <c:pt idx="3593">
                  <c:v>8.80405735</c:v>
                </c:pt>
                <c:pt idx="3594">
                  <c:v>8.80272313</c:v>
                </c:pt>
                <c:pt idx="3595">
                  <c:v>8.80205309</c:v>
                </c:pt>
                <c:pt idx="3596">
                  <c:v>8.80062706</c:v>
                </c:pt>
                <c:pt idx="3597">
                  <c:v>8.79939832</c:v>
                </c:pt>
                <c:pt idx="3598">
                  <c:v>8.79838642</c:v>
                </c:pt>
                <c:pt idx="3599">
                  <c:v>8.79708541</c:v>
                </c:pt>
                <c:pt idx="3600">
                  <c:v>8.79563984</c:v>
                </c:pt>
                <c:pt idx="3601">
                  <c:v>8.79441111</c:v>
                </c:pt>
                <c:pt idx="3602">
                  <c:v>8.79361604</c:v>
                </c:pt>
                <c:pt idx="3603">
                  <c:v>8.79180908</c:v>
                </c:pt>
                <c:pt idx="3604">
                  <c:v>8.79065263</c:v>
                </c:pt>
                <c:pt idx="3605">
                  <c:v>8.79002752</c:v>
                </c:pt>
                <c:pt idx="3606">
                  <c:v>8.78839441</c:v>
                </c:pt>
                <c:pt idx="3607">
                  <c:v>8.78713247</c:v>
                </c:pt>
                <c:pt idx="3608">
                  <c:v>8.7860268</c:v>
                </c:pt>
                <c:pt idx="3609">
                  <c:v>8.78497974</c:v>
                </c:pt>
                <c:pt idx="3610">
                  <c:v>8.78385845</c:v>
                </c:pt>
                <c:pt idx="3611">
                  <c:v>8.78291883</c:v>
                </c:pt>
                <c:pt idx="3612">
                  <c:v>8.78161782</c:v>
                </c:pt>
                <c:pt idx="3613">
                  <c:v>8.78046136</c:v>
                </c:pt>
                <c:pt idx="3614">
                  <c:v>8.77941235</c:v>
                </c:pt>
                <c:pt idx="3615">
                  <c:v>8.77836529</c:v>
                </c:pt>
                <c:pt idx="3616">
                  <c:v>8.7766306</c:v>
                </c:pt>
                <c:pt idx="3617">
                  <c:v>8.77612465</c:v>
                </c:pt>
                <c:pt idx="3618">
                  <c:v>8.77323351</c:v>
                </c:pt>
                <c:pt idx="3619">
                  <c:v>8.77279984</c:v>
                </c:pt>
                <c:pt idx="3620">
                  <c:v>8.7709499</c:v>
                </c:pt>
                <c:pt idx="3621">
                  <c:v>8.76976219</c:v>
                </c:pt>
                <c:pt idx="3622">
                  <c:v>8.76875225</c:v>
                </c:pt>
                <c:pt idx="3623">
                  <c:v>8.76745124</c:v>
                </c:pt>
                <c:pt idx="3624">
                  <c:v>8.76629478</c:v>
                </c:pt>
                <c:pt idx="3625">
                  <c:v>8.76523405</c:v>
                </c:pt>
                <c:pt idx="3626">
                  <c:v>8.76412643</c:v>
                </c:pt>
                <c:pt idx="3627">
                  <c:v>8.76362048</c:v>
                </c:pt>
                <c:pt idx="3628">
                  <c:v>8.76065706</c:v>
                </c:pt>
                <c:pt idx="3629">
                  <c:v>8.75951819</c:v>
                </c:pt>
                <c:pt idx="3630">
                  <c:v>8.75833047</c:v>
                </c:pt>
                <c:pt idx="3631">
                  <c:v>8.75721699</c:v>
                </c:pt>
                <c:pt idx="3632">
                  <c:v>8.75617775</c:v>
                </c:pt>
                <c:pt idx="3633">
                  <c:v>8.75559757</c:v>
                </c:pt>
                <c:pt idx="3634">
                  <c:v>8.75372809</c:v>
                </c:pt>
                <c:pt idx="3635">
                  <c:v>8.75283731</c:v>
                </c:pt>
                <c:pt idx="3636">
                  <c:v>8.75016496</c:v>
                </c:pt>
                <c:pt idx="3637">
                  <c:v>8.74942264</c:v>
                </c:pt>
                <c:pt idx="3638">
                  <c:v>8.74547858</c:v>
                </c:pt>
                <c:pt idx="3639">
                  <c:v>8.74352706</c:v>
                </c:pt>
                <c:pt idx="3640">
                  <c:v>8.74237061</c:v>
                </c:pt>
                <c:pt idx="3641">
                  <c:v>8.74179238</c:v>
                </c:pt>
                <c:pt idx="3642">
                  <c:v>8.73836208</c:v>
                </c:pt>
                <c:pt idx="3643">
                  <c:v>8.73615466</c:v>
                </c:pt>
                <c:pt idx="3644">
                  <c:v>8.73326352</c:v>
                </c:pt>
                <c:pt idx="3645">
                  <c:v>8.73264622</c:v>
                </c:pt>
                <c:pt idx="3646">
                  <c:v>8.73102288</c:v>
                </c:pt>
                <c:pt idx="3647">
                  <c:v>8.72719213</c:v>
                </c:pt>
                <c:pt idx="3648">
                  <c:v>8.7247034</c:v>
                </c:pt>
                <c:pt idx="3649">
                  <c:v>8.72351569</c:v>
                </c:pt>
                <c:pt idx="3650">
                  <c:v>8.72039795</c:v>
                </c:pt>
                <c:pt idx="3651">
                  <c:v>8.71981972</c:v>
                </c:pt>
                <c:pt idx="3652">
                  <c:v>8.71794829</c:v>
                </c:pt>
                <c:pt idx="3653">
                  <c:v>8.71562757</c:v>
                </c:pt>
                <c:pt idx="3654">
                  <c:v>8.71342015</c:v>
                </c:pt>
                <c:pt idx="3655">
                  <c:v>8.7121582</c:v>
                </c:pt>
                <c:pt idx="3656">
                  <c:v>8.71085719</c:v>
                </c:pt>
                <c:pt idx="3657">
                  <c:v>8.70985701</c:v>
                </c:pt>
                <c:pt idx="3658">
                  <c:v>8.70852084</c:v>
                </c:pt>
                <c:pt idx="3659">
                  <c:v>8.70753238</c:v>
                </c:pt>
                <c:pt idx="3660">
                  <c:v>8.70637593</c:v>
                </c:pt>
                <c:pt idx="3661">
                  <c:v>8.70507491</c:v>
                </c:pt>
                <c:pt idx="3662">
                  <c:v>8.70399269</c:v>
                </c:pt>
                <c:pt idx="3663">
                  <c:v>8.70334023</c:v>
                </c:pt>
                <c:pt idx="3664">
                  <c:v>8.70161727</c:v>
                </c:pt>
                <c:pt idx="3665">
                  <c:v>8.70059365</c:v>
                </c:pt>
                <c:pt idx="3666">
                  <c:v>8.69929263</c:v>
                </c:pt>
                <c:pt idx="3667">
                  <c:v>8.69805413</c:v>
                </c:pt>
                <c:pt idx="3668">
                  <c:v>8.69694065</c:v>
                </c:pt>
                <c:pt idx="3669">
                  <c:v>8.69625694</c:v>
                </c:pt>
                <c:pt idx="3670">
                  <c:v>8.69394403</c:v>
                </c:pt>
                <c:pt idx="3671">
                  <c:v>8.69271529</c:v>
                </c:pt>
                <c:pt idx="3672">
                  <c:v>8.69174442</c:v>
                </c:pt>
                <c:pt idx="3673">
                  <c:v>8.69048247</c:v>
                </c:pt>
                <c:pt idx="3674">
                  <c:v>8.68924593</c:v>
                </c:pt>
                <c:pt idx="3675">
                  <c:v>8.68816175</c:v>
                </c:pt>
                <c:pt idx="3676">
                  <c:v>8.68684511</c:v>
                </c:pt>
                <c:pt idx="3677">
                  <c:v>8.68584884</c:v>
                </c:pt>
                <c:pt idx="3678">
                  <c:v>8.68476466</c:v>
                </c:pt>
                <c:pt idx="3679">
                  <c:v>8.68368048</c:v>
                </c:pt>
                <c:pt idx="3680">
                  <c:v>8.68261389</c:v>
                </c:pt>
                <c:pt idx="3681">
                  <c:v>8.68158441</c:v>
                </c:pt>
                <c:pt idx="3682">
                  <c:v>8.68071707</c:v>
                </c:pt>
                <c:pt idx="3683">
                  <c:v>8.67956061</c:v>
                </c:pt>
                <c:pt idx="3684">
                  <c:v>8.67860536</c:v>
                </c:pt>
                <c:pt idx="3685">
                  <c:v>8.67739226</c:v>
                </c:pt>
                <c:pt idx="3686">
                  <c:v>8.67630417</c:v>
                </c:pt>
                <c:pt idx="3687">
                  <c:v>8.67519069</c:v>
                </c:pt>
                <c:pt idx="3688">
                  <c:v>8.67415145</c:v>
                </c:pt>
                <c:pt idx="3689">
                  <c:v>8.67296374</c:v>
                </c:pt>
                <c:pt idx="3690">
                  <c:v>8.67192449</c:v>
                </c:pt>
                <c:pt idx="3691">
                  <c:v>8.67088524</c:v>
                </c:pt>
                <c:pt idx="3692">
                  <c:v>8.66980302</c:v>
                </c:pt>
                <c:pt idx="3693">
                  <c:v>8.66865828</c:v>
                </c:pt>
                <c:pt idx="3694">
                  <c:v>8.66770694</c:v>
                </c:pt>
                <c:pt idx="3695">
                  <c:v>8.66655049</c:v>
                </c:pt>
                <c:pt idx="3696">
                  <c:v>8.66554054</c:v>
                </c:pt>
                <c:pt idx="3697">
                  <c:v>8.66459897</c:v>
                </c:pt>
                <c:pt idx="3698">
                  <c:v>8.66329795</c:v>
                </c:pt>
                <c:pt idx="3699">
                  <c:v>8.66234857</c:v>
                </c:pt>
                <c:pt idx="3700">
                  <c:v>8.66130932</c:v>
                </c:pt>
                <c:pt idx="3701">
                  <c:v>8.66012161</c:v>
                </c:pt>
                <c:pt idx="3702">
                  <c:v>8.65925036</c:v>
                </c:pt>
                <c:pt idx="3703">
                  <c:v>8.65811735</c:v>
                </c:pt>
                <c:pt idx="3704">
                  <c:v>8.65692963</c:v>
                </c:pt>
                <c:pt idx="3705">
                  <c:v>8.65607011</c:v>
                </c:pt>
                <c:pt idx="3706">
                  <c:v>8.65514807</c:v>
                </c:pt>
                <c:pt idx="3707">
                  <c:v>8.65411859</c:v>
                </c:pt>
                <c:pt idx="3708">
                  <c:v>8.65310669</c:v>
                </c:pt>
                <c:pt idx="3709">
                  <c:v>8.65217879</c:v>
                </c:pt>
                <c:pt idx="3710">
                  <c:v>8.65106531</c:v>
                </c:pt>
                <c:pt idx="3711">
                  <c:v>8.64999872</c:v>
                </c:pt>
                <c:pt idx="3712">
                  <c:v>8.64898682</c:v>
                </c:pt>
                <c:pt idx="3713">
                  <c:v>8.64811947</c:v>
                </c:pt>
                <c:pt idx="3714">
                  <c:v>8.64732441</c:v>
                </c:pt>
                <c:pt idx="3715">
                  <c:v>8.64631251</c:v>
                </c:pt>
                <c:pt idx="3716">
                  <c:v>8.64512676</c:v>
                </c:pt>
                <c:pt idx="3717">
                  <c:v>8.64428872</c:v>
                </c:pt>
                <c:pt idx="3718">
                  <c:v>8.64320454</c:v>
                </c:pt>
                <c:pt idx="3719">
                  <c:v>8.64230594</c:v>
                </c:pt>
                <c:pt idx="3720">
                  <c:v>8.64125302</c:v>
                </c:pt>
                <c:pt idx="3721">
                  <c:v>8.64030168</c:v>
                </c:pt>
                <c:pt idx="3722">
                  <c:v>8.63944606</c:v>
                </c:pt>
                <c:pt idx="3723">
                  <c:v>8.63837165</c:v>
                </c:pt>
                <c:pt idx="3724">
                  <c:v>8.63742226</c:v>
                </c:pt>
                <c:pt idx="3725">
                  <c:v>8.63669948</c:v>
                </c:pt>
                <c:pt idx="3726">
                  <c:v>8.6354766</c:v>
                </c:pt>
                <c:pt idx="3727">
                  <c:v>8.63489251</c:v>
                </c:pt>
                <c:pt idx="3728">
                  <c:v>8.63402517</c:v>
                </c:pt>
                <c:pt idx="3729">
                  <c:v>8.63272416</c:v>
                </c:pt>
                <c:pt idx="3730">
                  <c:v>8.63183924</c:v>
                </c:pt>
                <c:pt idx="3731">
                  <c:v>8.63106175</c:v>
                </c:pt>
                <c:pt idx="3732">
                  <c:v>8.63028037</c:v>
                </c:pt>
                <c:pt idx="3733">
                  <c:v>8.62947163</c:v>
                </c:pt>
                <c:pt idx="3734">
                  <c:v>8.62864726</c:v>
                </c:pt>
                <c:pt idx="3735">
                  <c:v>8.62783071</c:v>
                </c:pt>
                <c:pt idx="3736">
                  <c:v>8.62671723</c:v>
                </c:pt>
                <c:pt idx="3737">
                  <c:v>8.62600226</c:v>
                </c:pt>
                <c:pt idx="3738">
                  <c:v>8.62523259</c:v>
                </c:pt>
                <c:pt idx="3739">
                  <c:v>8.62434181</c:v>
                </c:pt>
                <c:pt idx="3740">
                  <c:v>8.62354479</c:v>
                </c:pt>
                <c:pt idx="3741">
                  <c:v>8.62267745</c:v>
                </c:pt>
                <c:pt idx="3742">
                  <c:v>8.62181792</c:v>
                </c:pt>
                <c:pt idx="3743">
                  <c:v>8.62114984</c:v>
                </c:pt>
                <c:pt idx="3744">
                  <c:v>8.62025905</c:v>
                </c:pt>
                <c:pt idx="3745">
                  <c:v>8.61956948</c:v>
                </c:pt>
                <c:pt idx="3746">
                  <c:v>8.61877441</c:v>
                </c:pt>
                <c:pt idx="3747">
                  <c:v>8.61795786</c:v>
                </c:pt>
                <c:pt idx="3748">
                  <c:v>8.61721554</c:v>
                </c:pt>
                <c:pt idx="3749">
                  <c:v>8.61631695</c:v>
                </c:pt>
                <c:pt idx="3750">
                  <c:v>8.6154496</c:v>
                </c:pt>
                <c:pt idx="3751">
                  <c:v>8.61476589</c:v>
                </c:pt>
                <c:pt idx="3752">
                  <c:v>8.61407631</c:v>
                </c:pt>
                <c:pt idx="3753">
                  <c:v>8.61320897</c:v>
                </c:pt>
                <c:pt idx="3754">
                  <c:v>8.6124647</c:v>
                </c:pt>
                <c:pt idx="3755">
                  <c:v>8.61172238</c:v>
                </c:pt>
                <c:pt idx="3756">
                  <c:v>8.61089606</c:v>
                </c:pt>
                <c:pt idx="3757">
                  <c:v>8.610101</c:v>
                </c:pt>
                <c:pt idx="3758">
                  <c:v>8.60919849</c:v>
                </c:pt>
                <c:pt idx="3759">
                  <c:v>8.60822176</c:v>
                </c:pt>
                <c:pt idx="3760">
                  <c:v>8.60749116</c:v>
                </c:pt>
                <c:pt idx="3761">
                  <c:v>8.60677619</c:v>
                </c:pt>
                <c:pt idx="3762">
                  <c:v>8.60578382</c:v>
                </c:pt>
                <c:pt idx="3763">
                  <c:v>8.6050415</c:v>
                </c:pt>
                <c:pt idx="3764">
                  <c:v>8.60422495</c:v>
                </c:pt>
                <c:pt idx="3765">
                  <c:v>8.60345138</c:v>
                </c:pt>
                <c:pt idx="3766">
                  <c:v>8.60274031</c:v>
                </c:pt>
                <c:pt idx="3767">
                  <c:v>8.60184953</c:v>
                </c:pt>
                <c:pt idx="3768">
                  <c:v>8.60118144</c:v>
                </c:pt>
                <c:pt idx="3769">
                  <c:v>8.60048796</c:v>
                </c:pt>
                <c:pt idx="3770">
                  <c:v>8.59962257</c:v>
                </c:pt>
                <c:pt idx="3771">
                  <c:v>8.59875328</c:v>
                </c:pt>
                <c:pt idx="3772">
                  <c:v>8.59759682</c:v>
                </c:pt>
                <c:pt idx="3773">
                  <c:v>8.59730771</c:v>
                </c:pt>
                <c:pt idx="3774">
                  <c:v>8.59598521</c:v>
                </c:pt>
                <c:pt idx="3775">
                  <c:v>8.59528391</c:v>
                </c:pt>
                <c:pt idx="3776">
                  <c:v>8.59477796</c:v>
                </c:pt>
                <c:pt idx="3777">
                  <c:v>8.5936215</c:v>
                </c:pt>
                <c:pt idx="3778">
                  <c:v>8.59145706</c:v>
                </c:pt>
                <c:pt idx="3779">
                  <c:v>8.59058581</c:v>
                </c:pt>
                <c:pt idx="3780">
                  <c:v>8.58982395</c:v>
                </c:pt>
                <c:pt idx="3781">
                  <c:v>8.58942935</c:v>
                </c:pt>
                <c:pt idx="3782">
                  <c:v>8.58820062</c:v>
                </c:pt>
                <c:pt idx="3783">
                  <c:v>8.58744853</c:v>
                </c:pt>
                <c:pt idx="3784">
                  <c:v>8.58639366</c:v>
                </c:pt>
                <c:pt idx="3785">
                  <c:v>8.58603227</c:v>
                </c:pt>
                <c:pt idx="3786">
                  <c:v>8.58507311</c:v>
                </c:pt>
                <c:pt idx="3787">
                  <c:v>8.5842253</c:v>
                </c:pt>
                <c:pt idx="3788">
                  <c:v>8.58329154</c:v>
                </c:pt>
                <c:pt idx="3789">
                  <c:v>8.58249062</c:v>
                </c:pt>
                <c:pt idx="3790">
                  <c:v>8.5818069</c:v>
                </c:pt>
                <c:pt idx="3791">
                  <c:v>8.58104505</c:v>
                </c:pt>
                <c:pt idx="3792">
                  <c:v>8.5801738</c:v>
                </c:pt>
                <c:pt idx="3793">
                  <c:v>8.57913455</c:v>
                </c:pt>
                <c:pt idx="3794">
                  <c:v>8.5785407</c:v>
                </c:pt>
                <c:pt idx="3795">
                  <c:v>8.57772024</c:v>
                </c:pt>
                <c:pt idx="3796">
                  <c:v>8.57706973</c:v>
                </c:pt>
                <c:pt idx="3797">
                  <c:v>8.575841</c:v>
                </c:pt>
                <c:pt idx="3798">
                  <c:v>8.57512603</c:v>
                </c:pt>
                <c:pt idx="3799">
                  <c:v>8.57430948</c:v>
                </c:pt>
                <c:pt idx="3800">
                  <c:v>8.57352809</c:v>
                </c:pt>
                <c:pt idx="3801">
                  <c:v>8.57266075</c:v>
                </c:pt>
                <c:pt idx="3802">
                  <c:v>8.57186568</c:v>
                </c:pt>
                <c:pt idx="3803">
                  <c:v>8.5711175</c:v>
                </c:pt>
                <c:pt idx="3804">
                  <c:v>8.57070923</c:v>
                </c:pt>
                <c:pt idx="3805">
                  <c:v>8.56984189</c:v>
                </c:pt>
                <c:pt idx="3806">
                  <c:v>8.56896478</c:v>
                </c:pt>
                <c:pt idx="3807">
                  <c:v>8.56799976</c:v>
                </c:pt>
                <c:pt idx="3808">
                  <c:v>8.56710898</c:v>
                </c:pt>
                <c:pt idx="3809">
                  <c:v>8.56637252</c:v>
                </c:pt>
                <c:pt idx="3810">
                  <c:v>8.56557746</c:v>
                </c:pt>
                <c:pt idx="3811">
                  <c:v>8.56499923</c:v>
                </c:pt>
                <c:pt idx="3812">
                  <c:v>8.56384277</c:v>
                </c:pt>
                <c:pt idx="3813">
                  <c:v>8.56302622</c:v>
                </c:pt>
                <c:pt idx="3814">
                  <c:v>8.56220967</c:v>
                </c:pt>
                <c:pt idx="3815">
                  <c:v>8.56191274</c:v>
                </c:pt>
                <c:pt idx="3816">
                  <c:v>8.56072503</c:v>
                </c:pt>
                <c:pt idx="3817">
                  <c:v>8.55990848</c:v>
                </c:pt>
                <c:pt idx="3818">
                  <c:v>8.55938886</c:v>
                </c:pt>
                <c:pt idx="3819">
                  <c:v>8.55820115</c:v>
                </c:pt>
                <c:pt idx="3820">
                  <c:v>8.55748227</c:v>
                </c:pt>
                <c:pt idx="3821">
                  <c:v>8.55675948</c:v>
                </c:pt>
                <c:pt idx="3822">
                  <c:v>8.55589214</c:v>
                </c:pt>
                <c:pt idx="3823">
                  <c:v>8.55509708</c:v>
                </c:pt>
                <c:pt idx="3824">
                  <c:v>8.55411839</c:v>
                </c:pt>
                <c:pt idx="3825">
                  <c:v>8.55337607</c:v>
                </c:pt>
                <c:pt idx="3826">
                  <c:v>8.55263961</c:v>
                </c:pt>
                <c:pt idx="3827">
                  <c:v>8.55189143</c:v>
                </c:pt>
                <c:pt idx="3828">
                  <c:v>8.55107488</c:v>
                </c:pt>
                <c:pt idx="3829">
                  <c:v>8.55025833</c:v>
                </c:pt>
                <c:pt idx="3830">
                  <c:v>8.54959024</c:v>
                </c:pt>
                <c:pt idx="3831">
                  <c:v>8.54877369</c:v>
                </c:pt>
                <c:pt idx="3832">
                  <c:v>8.54795714</c:v>
                </c:pt>
                <c:pt idx="3833">
                  <c:v>8.54706635</c:v>
                </c:pt>
                <c:pt idx="3834">
                  <c:v>8.5462498</c:v>
                </c:pt>
                <c:pt idx="3835">
                  <c:v>8.54555632</c:v>
                </c:pt>
                <c:pt idx="3836">
                  <c:v>8.54454247</c:v>
                </c:pt>
                <c:pt idx="3837">
                  <c:v>8.54372592</c:v>
                </c:pt>
                <c:pt idx="3838">
                  <c:v>8.54331569</c:v>
                </c:pt>
                <c:pt idx="3839">
                  <c:v>8.54209281</c:v>
                </c:pt>
                <c:pt idx="3840">
                  <c:v>8.541581</c:v>
                </c:pt>
                <c:pt idx="3841">
                  <c:v>8.54068241</c:v>
                </c:pt>
                <c:pt idx="3842">
                  <c:v>8.53999088</c:v>
                </c:pt>
                <c:pt idx="3843">
                  <c:v>8.5389067</c:v>
                </c:pt>
                <c:pt idx="3844">
                  <c:v>8.53801006</c:v>
                </c:pt>
                <c:pt idx="3845">
                  <c:v>8.53724429</c:v>
                </c:pt>
                <c:pt idx="3846">
                  <c:v>8.53637695</c:v>
                </c:pt>
                <c:pt idx="3847">
                  <c:v>8.535871</c:v>
                </c:pt>
                <c:pt idx="3848">
                  <c:v>8.53496655</c:v>
                </c:pt>
                <c:pt idx="3849">
                  <c:v>8.53422423</c:v>
                </c:pt>
                <c:pt idx="3850">
                  <c:v>8.53334126</c:v>
                </c:pt>
                <c:pt idx="3851">
                  <c:v>8.53247392</c:v>
                </c:pt>
                <c:pt idx="3852">
                  <c:v>8.53177457</c:v>
                </c:pt>
                <c:pt idx="3853">
                  <c:v>8.53125495</c:v>
                </c:pt>
                <c:pt idx="3854">
                  <c:v>8.53030556</c:v>
                </c:pt>
                <c:pt idx="3855">
                  <c:v>8.52914911</c:v>
                </c:pt>
                <c:pt idx="3856">
                  <c:v>8.52828176</c:v>
                </c:pt>
                <c:pt idx="3857">
                  <c:v>8.52763126</c:v>
                </c:pt>
              </c:numCache>
            </c:numRef>
          </c:xVal>
          <c:yVal>
            <c:numRef>
              <c:f>'Chart Data'!$D$2:$D$3859</c:f>
              <c:numCache>
                <c:formatCode>0.0</c:formatCode>
                <c:ptCount val="3858"/>
                <c:pt idx="0">
                  <c:v>51.47765079</c:v>
                </c:pt>
                <c:pt idx="1">
                  <c:v>51.47767639</c:v>
                </c:pt>
                <c:pt idx="2">
                  <c:v>51.47765079</c:v>
                </c:pt>
                <c:pt idx="3">
                  <c:v>51.47767639</c:v>
                </c:pt>
                <c:pt idx="4">
                  <c:v>51.47767639</c:v>
                </c:pt>
                <c:pt idx="5">
                  <c:v>51.47767639</c:v>
                </c:pt>
                <c:pt idx="6">
                  <c:v>51.47765079</c:v>
                </c:pt>
                <c:pt idx="7">
                  <c:v>51.47767639</c:v>
                </c:pt>
                <c:pt idx="8">
                  <c:v>51.47765079</c:v>
                </c:pt>
                <c:pt idx="9">
                  <c:v>51.47767639</c:v>
                </c:pt>
                <c:pt idx="10">
                  <c:v>51.47767639</c:v>
                </c:pt>
                <c:pt idx="11">
                  <c:v>51.47767639</c:v>
                </c:pt>
                <c:pt idx="12">
                  <c:v>51.47772217</c:v>
                </c:pt>
                <c:pt idx="13">
                  <c:v>51.47772217</c:v>
                </c:pt>
                <c:pt idx="14">
                  <c:v>51.47772217</c:v>
                </c:pt>
                <c:pt idx="15">
                  <c:v>51.47769734</c:v>
                </c:pt>
                <c:pt idx="16">
                  <c:v>51.47772217</c:v>
                </c:pt>
                <c:pt idx="17">
                  <c:v>51.47769734</c:v>
                </c:pt>
                <c:pt idx="18">
                  <c:v>51.47769734</c:v>
                </c:pt>
                <c:pt idx="19">
                  <c:v>51.47767639</c:v>
                </c:pt>
                <c:pt idx="20">
                  <c:v>51.47767639</c:v>
                </c:pt>
                <c:pt idx="21">
                  <c:v>51.47767639</c:v>
                </c:pt>
                <c:pt idx="22">
                  <c:v>51.47767639</c:v>
                </c:pt>
                <c:pt idx="23">
                  <c:v>51.47763062</c:v>
                </c:pt>
                <c:pt idx="24">
                  <c:v>51.47765079</c:v>
                </c:pt>
                <c:pt idx="25">
                  <c:v>51.47763062</c:v>
                </c:pt>
                <c:pt idx="26">
                  <c:v>51.47763062</c:v>
                </c:pt>
                <c:pt idx="27">
                  <c:v>51.47760424</c:v>
                </c:pt>
                <c:pt idx="28">
                  <c:v>51.47758484</c:v>
                </c:pt>
                <c:pt idx="29">
                  <c:v>51.47753906</c:v>
                </c:pt>
                <c:pt idx="30">
                  <c:v>51.47755768</c:v>
                </c:pt>
                <c:pt idx="31">
                  <c:v>51.47753906</c:v>
                </c:pt>
                <c:pt idx="32">
                  <c:v>51.47749329</c:v>
                </c:pt>
                <c:pt idx="33">
                  <c:v>51.47746458</c:v>
                </c:pt>
                <c:pt idx="34">
                  <c:v>51.47744751</c:v>
                </c:pt>
                <c:pt idx="35">
                  <c:v>51.47744751</c:v>
                </c:pt>
                <c:pt idx="36">
                  <c:v>51.47740173</c:v>
                </c:pt>
                <c:pt idx="37">
                  <c:v>51.47741803</c:v>
                </c:pt>
                <c:pt idx="38">
                  <c:v>51.47735596</c:v>
                </c:pt>
                <c:pt idx="39">
                  <c:v>51.47735596</c:v>
                </c:pt>
                <c:pt idx="40">
                  <c:v>51.47731018</c:v>
                </c:pt>
                <c:pt idx="41">
                  <c:v>51.47731018</c:v>
                </c:pt>
                <c:pt idx="42">
                  <c:v>51.47727837</c:v>
                </c:pt>
                <c:pt idx="43">
                  <c:v>51.4772644</c:v>
                </c:pt>
                <c:pt idx="44">
                  <c:v>51.47723182</c:v>
                </c:pt>
                <c:pt idx="45">
                  <c:v>51.47721863</c:v>
                </c:pt>
                <c:pt idx="46">
                  <c:v>51.47713871</c:v>
                </c:pt>
                <c:pt idx="47">
                  <c:v>51.4770813</c:v>
                </c:pt>
                <c:pt idx="48">
                  <c:v>51.47694397</c:v>
                </c:pt>
                <c:pt idx="49">
                  <c:v>51.47685242</c:v>
                </c:pt>
                <c:pt idx="50">
                  <c:v>51.47666931</c:v>
                </c:pt>
                <c:pt idx="51">
                  <c:v>51.47639388</c:v>
                </c:pt>
                <c:pt idx="52">
                  <c:v>51.47616112</c:v>
                </c:pt>
                <c:pt idx="53">
                  <c:v>51.4757887</c:v>
                </c:pt>
                <c:pt idx="54">
                  <c:v>51.47536973</c:v>
                </c:pt>
                <c:pt idx="55">
                  <c:v>51.47515869</c:v>
                </c:pt>
                <c:pt idx="56">
                  <c:v>51.47451782</c:v>
                </c:pt>
                <c:pt idx="57">
                  <c:v>51.47425247</c:v>
                </c:pt>
                <c:pt idx="58">
                  <c:v>51.47364807</c:v>
                </c:pt>
                <c:pt idx="59">
                  <c:v>51.47291565</c:v>
                </c:pt>
                <c:pt idx="60">
                  <c:v>51.47257659</c:v>
                </c:pt>
                <c:pt idx="61">
                  <c:v>51.47187831</c:v>
                </c:pt>
                <c:pt idx="62">
                  <c:v>51.4712677</c:v>
                </c:pt>
                <c:pt idx="63">
                  <c:v>51.47034209</c:v>
                </c:pt>
                <c:pt idx="64">
                  <c:v>51.46957397</c:v>
                </c:pt>
                <c:pt idx="65">
                  <c:v>51.46871276</c:v>
                </c:pt>
                <c:pt idx="66">
                  <c:v>51.46829224</c:v>
                </c:pt>
                <c:pt idx="67">
                  <c:v>51.46722309</c:v>
                </c:pt>
                <c:pt idx="68">
                  <c:v>51.46636963</c:v>
                </c:pt>
                <c:pt idx="69">
                  <c:v>51.4654541</c:v>
                </c:pt>
                <c:pt idx="70">
                  <c:v>51.46472168</c:v>
                </c:pt>
                <c:pt idx="71">
                  <c:v>51.4637146</c:v>
                </c:pt>
                <c:pt idx="72">
                  <c:v>51.46279907</c:v>
                </c:pt>
                <c:pt idx="73">
                  <c:v>51.46183777</c:v>
                </c:pt>
                <c:pt idx="74">
                  <c:v>51.46079888</c:v>
                </c:pt>
                <c:pt idx="75">
                  <c:v>51.45982361</c:v>
                </c:pt>
                <c:pt idx="76">
                  <c:v>51.4594574</c:v>
                </c:pt>
                <c:pt idx="77">
                  <c:v>51.45785522</c:v>
                </c:pt>
                <c:pt idx="78">
                  <c:v>51.45730746</c:v>
                </c:pt>
                <c:pt idx="79">
                  <c:v>51.45572468</c:v>
                </c:pt>
                <c:pt idx="80">
                  <c:v>51.4549333</c:v>
                </c:pt>
                <c:pt idx="81">
                  <c:v>51.45386259</c:v>
                </c:pt>
                <c:pt idx="82">
                  <c:v>51.45277405</c:v>
                </c:pt>
                <c:pt idx="83">
                  <c:v>51.45181274</c:v>
                </c:pt>
                <c:pt idx="84">
                  <c:v>51.45071411</c:v>
                </c:pt>
                <c:pt idx="85">
                  <c:v>51.45023152</c:v>
                </c:pt>
                <c:pt idx="86">
                  <c:v>51.4488815</c:v>
                </c:pt>
                <c:pt idx="87">
                  <c:v>51.44799701</c:v>
                </c:pt>
                <c:pt idx="88">
                  <c:v>51.44762459</c:v>
                </c:pt>
                <c:pt idx="89">
                  <c:v>51.44594871</c:v>
                </c:pt>
                <c:pt idx="90">
                  <c:v>51.44508362</c:v>
                </c:pt>
                <c:pt idx="91">
                  <c:v>51.44417973</c:v>
                </c:pt>
                <c:pt idx="92">
                  <c:v>51.44302368</c:v>
                </c:pt>
                <c:pt idx="93">
                  <c:v>51.44213143</c:v>
                </c:pt>
                <c:pt idx="94">
                  <c:v>51.44110728</c:v>
                </c:pt>
                <c:pt idx="95">
                  <c:v>51.44013977</c:v>
                </c:pt>
                <c:pt idx="96">
                  <c:v>51.43905898</c:v>
                </c:pt>
                <c:pt idx="97">
                  <c:v>51.4384538</c:v>
                </c:pt>
                <c:pt idx="98">
                  <c:v>51.43725586</c:v>
                </c:pt>
                <c:pt idx="99">
                  <c:v>51.43635895</c:v>
                </c:pt>
                <c:pt idx="100">
                  <c:v>51.4352417</c:v>
                </c:pt>
                <c:pt idx="101">
                  <c:v>51.4342641</c:v>
                </c:pt>
                <c:pt idx="102">
                  <c:v>51.43341064</c:v>
                </c:pt>
                <c:pt idx="103">
                  <c:v>51.43212891</c:v>
                </c:pt>
                <c:pt idx="104">
                  <c:v>51.43123821</c:v>
                </c:pt>
                <c:pt idx="105">
                  <c:v>51.4303894</c:v>
                </c:pt>
                <c:pt idx="106">
                  <c:v>51.42947388</c:v>
                </c:pt>
                <c:pt idx="107">
                  <c:v>51.42853818</c:v>
                </c:pt>
                <c:pt idx="108">
                  <c:v>51.42750549</c:v>
                </c:pt>
                <c:pt idx="109">
                  <c:v>51.42658298</c:v>
                </c:pt>
                <c:pt idx="110">
                  <c:v>51.42576599</c:v>
                </c:pt>
                <c:pt idx="111">
                  <c:v>51.42495365</c:v>
                </c:pt>
                <c:pt idx="112">
                  <c:v>51.42407227</c:v>
                </c:pt>
                <c:pt idx="113">
                  <c:v>51.42315674</c:v>
                </c:pt>
                <c:pt idx="114">
                  <c:v>51.42234673</c:v>
                </c:pt>
                <c:pt idx="115">
                  <c:v>51.42146301</c:v>
                </c:pt>
                <c:pt idx="116">
                  <c:v>51.42022705</c:v>
                </c:pt>
                <c:pt idx="117">
                  <c:v>51.41932083</c:v>
                </c:pt>
                <c:pt idx="118">
                  <c:v>51.41880876</c:v>
                </c:pt>
                <c:pt idx="119">
                  <c:v>51.41784668</c:v>
                </c:pt>
                <c:pt idx="120">
                  <c:v>51.41694667</c:v>
                </c:pt>
                <c:pt idx="121">
                  <c:v>51.41606218</c:v>
                </c:pt>
                <c:pt idx="122">
                  <c:v>51.41517768</c:v>
                </c:pt>
                <c:pt idx="123">
                  <c:v>51.41409302</c:v>
                </c:pt>
                <c:pt idx="124">
                  <c:v>51.41312939</c:v>
                </c:pt>
                <c:pt idx="125">
                  <c:v>51.41230774</c:v>
                </c:pt>
                <c:pt idx="126">
                  <c:v>51.41140695</c:v>
                </c:pt>
                <c:pt idx="127">
                  <c:v>51.41052246</c:v>
                </c:pt>
                <c:pt idx="128">
                  <c:v>51.40954486</c:v>
                </c:pt>
                <c:pt idx="129">
                  <c:v>51.40866037</c:v>
                </c:pt>
                <c:pt idx="130">
                  <c:v>51.4071707</c:v>
                </c:pt>
                <c:pt idx="131">
                  <c:v>51.40635681</c:v>
                </c:pt>
                <c:pt idx="132">
                  <c:v>51.40530861</c:v>
                </c:pt>
                <c:pt idx="133">
                  <c:v>51.40452576</c:v>
                </c:pt>
                <c:pt idx="134">
                  <c:v>51.40365601</c:v>
                </c:pt>
                <c:pt idx="135">
                  <c:v>51.40274824</c:v>
                </c:pt>
                <c:pt idx="136">
                  <c:v>51.40177917</c:v>
                </c:pt>
                <c:pt idx="137">
                  <c:v>51.4008396</c:v>
                </c:pt>
                <c:pt idx="138">
                  <c:v>51.399862</c:v>
                </c:pt>
                <c:pt idx="139">
                  <c:v>51.39907837</c:v>
                </c:pt>
                <c:pt idx="140">
                  <c:v>51.39827922</c:v>
                </c:pt>
                <c:pt idx="141">
                  <c:v>51.39743042</c:v>
                </c:pt>
                <c:pt idx="142">
                  <c:v>51.39646369</c:v>
                </c:pt>
                <c:pt idx="143">
                  <c:v>51.39564514</c:v>
                </c:pt>
                <c:pt idx="144">
                  <c:v>51.3947878</c:v>
                </c:pt>
                <c:pt idx="145">
                  <c:v>51.39399719</c:v>
                </c:pt>
                <c:pt idx="146">
                  <c:v>51.39320503</c:v>
                </c:pt>
                <c:pt idx="147">
                  <c:v>51.39234924</c:v>
                </c:pt>
                <c:pt idx="148">
                  <c:v>51.39120328</c:v>
                </c:pt>
                <c:pt idx="149">
                  <c:v>51.39024353</c:v>
                </c:pt>
                <c:pt idx="150">
                  <c:v>51.38971361</c:v>
                </c:pt>
                <c:pt idx="151">
                  <c:v>51.38882912</c:v>
                </c:pt>
                <c:pt idx="152">
                  <c:v>51.38794463</c:v>
                </c:pt>
                <c:pt idx="153">
                  <c:v>51.38664116</c:v>
                </c:pt>
                <c:pt idx="154">
                  <c:v>51.385849</c:v>
                </c:pt>
                <c:pt idx="155">
                  <c:v>51.38496528</c:v>
                </c:pt>
                <c:pt idx="156">
                  <c:v>51.384267</c:v>
                </c:pt>
                <c:pt idx="157">
                  <c:v>51.38328552</c:v>
                </c:pt>
                <c:pt idx="158">
                  <c:v>51.38227844</c:v>
                </c:pt>
                <c:pt idx="159">
                  <c:v>51.38152042</c:v>
                </c:pt>
                <c:pt idx="160">
                  <c:v>51.38063592</c:v>
                </c:pt>
                <c:pt idx="161">
                  <c:v>51.37971497</c:v>
                </c:pt>
                <c:pt idx="162">
                  <c:v>51.37884521</c:v>
                </c:pt>
                <c:pt idx="163">
                  <c:v>51.37792969</c:v>
                </c:pt>
                <c:pt idx="164">
                  <c:v>51.37715149</c:v>
                </c:pt>
                <c:pt idx="165">
                  <c:v>51.37635312</c:v>
                </c:pt>
                <c:pt idx="166">
                  <c:v>51.37554932</c:v>
                </c:pt>
                <c:pt idx="167">
                  <c:v>51.37454224</c:v>
                </c:pt>
                <c:pt idx="168">
                  <c:v>51.37367249</c:v>
                </c:pt>
                <c:pt idx="169">
                  <c:v>51.37275696</c:v>
                </c:pt>
                <c:pt idx="170">
                  <c:v>51.37183755</c:v>
                </c:pt>
                <c:pt idx="171">
                  <c:v>51.37095306</c:v>
                </c:pt>
                <c:pt idx="172">
                  <c:v>51.37006857</c:v>
                </c:pt>
                <c:pt idx="173">
                  <c:v>51.36904442</c:v>
                </c:pt>
                <c:pt idx="174">
                  <c:v>51.3682251</c:v>
                </c:pt>
                <c:pt idx="175">
                  <c:v>51.36721802</c:v>
                </c:pt>
                <c:pt idx="176">
                  <c:v>51.36634827</c:v>
                </c:pt>
                <c:pt idx="177">
                  <c:v>51.36543274</c:v>
                </c:pt>
                <c:pt idx="178">
                  <c:v>51.36442566</c:v>
                </c:pt>
                <c:pt idx="179">
                  <c:v>51.36351013</c:v>
                </c:pt>
                <c:pt idx="180">
                  <c:v>51.36271331</c:v>
                </c:pt>
                <c:pt idx="181">
                  <c:v>51.36158752</c:v>
                </c:pt>
                <c:pt idx="182">
                  <c:v>51.360672</c:v>
                </c:pt>
                <c:pt idx="183">
                  <c:v>51.36015294</c:v>
                </c:pt>
                <c:pt idx="184">
                  <c:v>51.35884948</c:v>
                </c:pt>
                <c:pt idx="185">
                  <c:v>51.35787188</c:v>
                </c:pt>
                <c:pt idx="186">
                  <c:v>51.35712704</c:v>
                </c:pt>
                <c:pt idx="187">
                  <c:v>51.35632324</c:v>
                </c:pt>
                <c:pt idx="188">
                  <c:v>51.35536194</c:v>
                </c:pt>
                <c:pt idx="189">
                  <c:v>51.35452012</c:v>
                </c:pt>
                <c:pt idx="190">
                  <c:v>51.35371399</c:v>
                </c:pt>
                <c:pt idx="191">
                  <c:v>51.35270691</c:v>
                </c:pt>
                <c:pt idx="192">
                  <c:v>51.35183716</c:v>
                </c:pt>
                <c:pt idx="193">
                  <c:v>51.35092163</c:v>
                </c:pt>
                <c:pt idx="194">
                  <c:v>51.35009766</c:v>
                </c:pt>
                <c:pt idx="195">
                  <c:v>51.34930627</c:v>
                </c:pt>
                <c:pt idx="196">
                  <c:v>51.34837522</c:v>
                </c:pt>
                <c:pt idx="197">
                  <c:v>51.3474884</c:v>
                </c:pt>
                <c:pt idx="198">
                  <c:v>51.34646658</c:v>
                </c:pt>
                <c:pt idx="199">
                  <c:v>51.3455658</c:v>
                </c:pt>
                <c:pt idx="200">
                  <c:v>51.34455794</c:v>
                </c:pt>
                <c:pt idx="201">
                  <c:v>51.34373474</c:v>
                </c:pt>
                <c:pt idx="202">
                  <c:v>51.34272766</c:v>
                </c:pt>
                <c:pt idx="203">
                  <c:v>51.34185791</c:v>
                </c:pt>
                <c:pt idx="204">
                  <c:v>51.34092687</c:v>
                </c:pt>
                <c:pt idx="205">
                  <c:v>51.33999582</c:v>
                </c:pt>
                <c:pt idx="206">
                  <c:v>51.33911133</c:v>
                </c:pt>
                <c:pt idx="207">
                  <c:v>51.3381958</c:v>
                </c:pt>
                <c:pt idx="208">
                  <c:v>51.33728027</c:v>
                </c:pt>
                <c:pt idx="209">
                  <c:v>51.33654785</c:v>
                </c:pt>
                <c:pt idx="210">
                  <c:v>51.3354337</c:v>
                </c:pt>
                <c:pt idx="211">
                  <c:v>51.33462524</c:v>
                </c:pt>
                <c:pt idx="212">
                  <c:v>51.33343196</c:v>
                </c:pt>
                <c:pt idx="213">
                  <c:v>51.33288574</c:v>
                </c:pt>
                <c:pt idx="214">
                  <c:v>51.33184918</c:v>
                </c:pt>
                <c:pt idx="215">
                  <c:v>51.33087158</c:v>
                </c:pt>
                <c:pt idx="216">
                  <c:v>51.32980088</c:v>
                </c:pt>
                <c:pt idx="217">
                  <c:v>51.32899475</c:v>
                </c:pt>
                <c:pt idx="218">
                  <c:v>51.328125</c:v>
                </c:pt>
                <c:pt idx="219">
                  <c:v>51.32728706</c:v>
                </c:pt>
                <c:pt idx="220">
                  <c:v>51.32644912</c:v>
                </c:pt>
                <c:pt idx="221">
                  <c:v>51.3256073</c:v>
                </c:pt>
                <c:pt idx="222">
                  <c:v>51.3248291</c:v>
                </c:pt>
                <c:pt idx="223">
                  <c:v>51.32398185</c:v>
                </c:pt>
                <c:pt idx="224">
                  <c:v>51.32327271</c:v>
                </c:pt>
                <c:pt idx="225">
                  <c:v>51.32254028</c:v>
                </c:pt>
                <c:pt idx="226">
                  <c:v>51.32221287</c:v>
                </c:pt>
                <c:pt idx="227">
                  <c:v>51.32146803</c:v>
                </c:pt>
                <c:pt idx="228">
                  <c:v>51.320755</c:v>
                </c:pt>
                <c:pt idx="229">
                  <c:v>51.32021112</c:v>
                </c:pt>
                <c:pt idx="230">
                  <c:v>51.31938171</c:v>
                </c:pt>
                <c:pt idx="231">
                  <c:v>51.3188324</c:v>
                </c:pt>
                <c:pt idx="232">
                  <c:v>51.3182373</c:v>
                </c:pt>
                <c:pt idx="233">
                  <c:v>51.31802316</c:v>
                </c:pt>
                <c:pt idx="234">
                  <c:v>51.31750488</c:v>
                </c:pt>
                <c:pt idx="235">
                  <c:v>51.31704557</c:v>
                </c:pt>
                <c:pt idx="236">
                  <c:v>51.31672668</c:v>
                </c:pt>
                <c:pt idx="237">
                  <c:v>51.31630073</c:v>
                </c:pt>
                <c:pt idx="238">
                  <c:v>51.31594849</c:v>
                </c:pt>
                <c:pt idx="239">
                  <c:v>51.3155365</c:v>
                </c:pt>
                <c:pt idx="240">
                  <c:v>51.31541624</c:v>
                </c:pt>
                <c:pt idx="241">
                  <c:v>51.31518348</c:v>
                </c:pt>
                <c:pt idx="242">
                  <c:v>51.31498718</c:v>
                </c:pt>
                <c:pt idx="243">
                  <c:v>51.31480408</c:v>
                </c:pt>
                <c:pt idx="244">
                  <c:v>51.31471796</c:v>
                </c:pt>
                <c:pt idx="245">
                  <c:v>51.31462097</c:v>
                </c:pt>
                <c:pt idx="246">
                  <c:v>51.31462485</c:v>
                </c:pt>
                <c:pt idx="247">
                  <c:v>51.31462485</c:v>
                </c:pt>
                <c:pt idx="248">
                  <c:v>51.3146714</c:v>
                </c:pt>
                <c:pt idx="249">
                  <c:v>51.3147583</c:v>
                </c:pt>
                <c:pt idx="250">
                  <c:v>51.31485761</c:v>
                </c:pt>
                <c:pt idx="251">
                  <c:v>51.31495072</c:v>
                </c:pt>
                <c:pt idx="252">
                  <c:v>51.31507874</c:v>
                </c:pt>
                <c:pt idx="253">
                  <c:v>51.31517029</c:v>
                </c:pt>
                <c:pt idx="254">
                  <c:v>51.31526184</c:v>
                </c:pt>
                <c:pt idx="255">
                  <c:v>51.31541624</c:v>
                </c:pt>
                <c:pt idx="256">
                  <c:v>51.3155365</c:v>
                </c:pt>
                <c:pt idx="257">
                  <c:v>51.315649</c:v>
                </c:pt>
                <c:pt idx="258">
                  <c:v>51.3157421</c:v>
                </c:pt>
                <c:pt idx="259">
                  <c:v>51.31585693</c:v>
                </c:pt>
                <c:pt idx="260">
                  <c:v>51.31597487</c:v>
                </c:pt>
                <c:pt idx="261">
                  <c:v>51.31611452</c:v>
                </c:pt>
                <c:pt idx="262">
                  <c:v>51.31620763</c:v>
                </c:pt>
                <c:pt idx="263">
                  <c:v>51.31634728</c:v>
                </c:pt>
                <c:pt idx="264">
                  <c:v>51.31645203</c:v>
                </c:pt>
                <c:pt idx="265">
                  <c:v>51.31658005</c:v>
                </c:pt>
                <c:pt idx="266">
                  <c:v>51.31672668</c:v>
                </c:pt>
                <c:pt idx="267">
                  <c:v>51.31681281</c:v>
                </c:pt>
                <c:pt idx="268">
                  <c:v>51.31695557</c:v>
                </c:pt>
                <c:pt idx="269">
                  <c:v>51.31704557</c:v>
                </c:pt>
                <c:pt idx="270">
                  <c:v>51.31718522</c:v>
                </c:pt>
                <c:pt idx="271">
                  <c:v>51.31732488</c:v>
                </c:pt>
                <c:pt idx="272">
                  <c:v>51.31741799</c:v>
                </c:pt>
                <c:pt idx="273">
                  <c:v>51.31751109</c:v>
                </c:pt>
                <c:pt idx="274">
                  <c:v>51.31759644</c:v>
                </c:pt>
                <c:pt idx="275">
                  <c:v>51.31768799</c:v>
                </c:pt>
                <c:pt idx="276">
                  <c:v>51.31773376</c:v>
                </c:pt>
                <c:pt idx="277">
                  <c:v>51.31777954</c:v>
                </c:pt>
                <c:pt idx="278">
                  <c:v>51.3177904</c:v>
                </c:pt>
                <c:pt idx="279">
                  <c:v>51.31783696</c:v>
                </c:pt>
                <c:pt idx="280">
                  <c:v>51.31783696</c:v>
                </c:pt>
                <c:pt idx="281">
                  <c:v>51.31783696</c:v>
                </c:pt>
                <c:pt idx="282">
                  <c:v>51.31783696</c:v>
                </c:pt>
                <c:pt idx="283">
                  <c:v>51.3177904</c:v>
                </c:pt>
                <c:pt idx="284">
                  <c:v>51.31782532</c:v>
                </c:pt>
                <c:pt idx="285">
                  <c:v>51.31777954</c:v>
                </c:pt>
                <c:pt idx="286">
                  <c:v>51.3177904</c:v>
                </c:pt>
                <c:pt idx="287">
                  <c:v>51.3177904</c:v>
                </c:pt>
                <c:pt idx="288">
                  <c:v>51.31774385</c:v>
                </c:pt>
                <c:pt idx="289">
                  <c:v>51.31774385</c:v>
                </c:pt>
                <c:pt idx="290">
                  <c:v>51.31768799</c:v>
                </c:pt>
                <c:pt idx="291">
                  <c:v>51.3176973</c:v>
                </c:pt>
                <c:pt idx="292">
                  <c:v>51.31765075</c:v>
                </c:pt>
                <c:pt idx="293">
                  <c:v>51.31765075</c:v>
                </c:pt>
                <c:pt idx="294">
                  <c:v>51.31760419</c:v>
                </c:pt>
                <c:pt idx="295">
                  <c:v>51.31759644</c:v>
                </c:pt>
                <c:pt idx="296">
                  <c:v>51.31755764</c:v>
                </c:pt>
                <c:pt idx="297">
                  <c:v>51.31750488</c:v>
                </c:pt>
                <c:pt idx="298">
                  <c:v>51.31746454</c:v>
                </c:pt>
                <c:pt idx="299">
                  <c:v>51.31746454</c:v>
                </c:pt>
                <c:pt idx="300">
                  <c:v>51.31741799</c:v>
                </c:pt>
                <c:pt idx="301">
                  <c:v>51.31736755</c:v>
                </c:pt>
                <c:pt idx="302">
                  <c:v>51.31737143</c:v>
                </c:pt>
                <c:pt idx="303">
                  <c:v>51.31732488</c:v>
                </c:pt>
                <c:pt idx="304">
                  <c:v>51.317276</c:v>
                </c:pt>
                <c:pt idx="305">
                  <c:v>51.317276</c:v>
                </c:pt>
                <c:pt idx="306">
                  <c:v>51.31723178</c:v>
                </c:pt>
                <c:pt idx="307">
                  <c:v>51.31723022</c:v>
                </c:pt>
                <c:pt idx="308">
                  <c:v>51.31718522</c:v>
                </c:pt>
                <c:pt idx="309">
                  <c:v>51.31713867</c:v>
                </c:pt>
                <c:pt idx="310">
                  <c:v>51.3170929</c:v>
                </c:pt>
                <c:pt idx="311">
                  <c:v>51.31709212</c:v>
                </c:pt>
                <c:pt idx="312">
                  <c:v>51.31704557</c:v>
                </c:pt>
                <c:pt idx="313">
                  <c:v>51.31704712</c:v>
                </c:pt>
                <c:pt idx="314">
                  <c:v>51.31700134</c:v>
                </c:pt>
                <c:pt idx="315">
                  <c:v>51.31700134</c:v>
                </c:pt>
                <c:pt idx="316">
                  <c:v>51.31695557</c:v>
                </c:pt>
                <c:pt idx="317">
                  <c:v>51.31690979</c:v>
                </c:pt>
                <c:pt idx="318">
                  <c:v>51.31690591</c:v>
                </c:pt>
                <c:pt idx="319">
                  <c:v>51.31686401</c:v>
                </c:pt>
                <c:pt idx="320">
                  <c:v>51.31681824</c:v>
                </c:pt>
                <c:pt idx="321">
                  <c:v>51.31677246</c:v>
                </c:pt>
                <c:pt idx="322">
                  <c:v>51.31677246</c:v>
                </c:pt>
                <c:pt idx="323">
                  <c:v>51.31672668</c:v>
                </c:pt>
                <c:pt idx="324">
                  <c:v>51.31667315</c:v>
                </c:pt>
                <c:pt idx="325">
                  <c:v>51.31663513</c:v>
                </c:pt>
                <c:pt idx="326">
                  <c:v>51.31658936</c:v>
                </c:pt>
                <c:pt idx="327">
                  <c:v>51.31658005</c:v>
                </c:pt>
                <c:pt idx="328">
                  <c:v>51.31654358</c:v>
                </c:pt>
                <c:pt idx="329">
                  <c:v>51.3164978</c:v>
                </c:pt>
                <c:pt idx="330">
                  <c:v>51.3164978</c:v>
                </c:pt>
                <c:pt idx="331">
                  <c:v>51.31644039</c:v>
                </c:pt>
                <c:pt idx="332">
                  <c:v>51.31639384</c:v>
                </c:pt>
                <c:pt idx="333">
                  <c:v>51.31639384</c:v>
                </c:pt>
                <c:pt idx="334">
                  <c:v>51.31636047</c:v>
                </c:pt>
                <c:pt idx="335">
                  <c:v>51.31630073</c:v>
                </c:pt>
                <c:pt idx="336">
                  <c:v>51.31630073</c:v>
                </c:pt>
                <c:pt idx="337">
                  <c:v>51.31626892</c:v>
                </c:pt>
                <c:pt idx="338">
                  <c:v>51.31620763</c:v>
                </c:pt>
                <c:pt idx="339">
                  <c:v>51.31617737</c:v>
                </c:pt>
                <c:pt idx="340">
                  <c:v>51.31613159</c:v>
                </c:pt>
                <c:pt idx="341">
                  <c:v>51.31611452</c:v>
                </c:pt>
                <c:pt idx="342">
                  <c:v>51.31606797</c:v>
                </c:pt>
                <c:pt idx="343">
                  <c:v>51.31606797</c:v>
                </c:pt>
                <c:pt idx="344">
                  <c:v>51.31602142</c:v>
                </c:pt>
                <c:pt idx="345">
                  <c:v>51.31599426</c:v>
                </c:pt>
                <c:pt idx="346">
                  <c:v>51.31597487</c:v>
                </c:pt>
                <c:pt idx="347">
                  <c:v>51.31592831</c:v>
                </c:pt>
                <c:pt idx="348">
                  <c:v>51.31590271</c:v>
                </c:pt>
                <c:pt idx="349">
                  <c:v>51.31590271</c:v>
                </c:pt>
                <c:pt idx="350">
                  <c:v>51.31585693</c:v>
                </c:pt>
                <c:pt idx="351">
                  <c:v>51.31583521</c:v>
                </c:pt>
                <c:pt idx="352">
                  <c:v>51.31578866</c:v>
                </c:pt>
                <c:pt idx="353">
                  <c:v>51.31578866</c:v>
                </c:pt>
                <c:pt idx="354">
                  <c:v>51.31576538</c:v>
                </c:pt>
                <c:pt idx="355">
                  <c:v>51.3157196</c:v>
                </c:pt>
                <c:pt idx="356">
                  <c:v>51.3157196</c:v>
                </c:pt>
                <c:pt idx="357">
                  <c:v>51.315649</c:v>
                </c:pt>
                <c:pt idx="358">
                  <c:v>51.315649</c:v>
                </c:pt>
                <c:pt idx="359">
                  <c:v>51.31562805</c:v>
                </c:pt>
                <c:pt idx="360">
                  <c:v>51.31560245</c:v>
                </c:pt>
                <c:pt idx="361">
                  <c:v>51.3155559</c:v>
                </c:pt>
                <c:pt idx="362">
                  <c:v>51.3155365</c:v>
                </c:pt>
                <c:pt idx="363">
                  <c:v>51.31549072</c:v>
                </c:pt>
                <c:pt idx="364">
                  <c:v>51.31546279</c:v>
                </c:pt>
                <c:pt idx="365">
                  <c:v>51.31544495</c:v>
                </c:pt>
                <c:pt idx="366">
                  <c:v>51.31539917</c:v>
                </c:pt>
                <c:pt idx="367">
                  <c:v>51.31536969</c:v>
                </c:pt>
                <c:pt idx="368">
                  <c:v>51.31530762</c:v>
                </c:pt>
                <c:pt idx="369">
                  <c:v>51.31530762</c:v>
                </c:pt>
                <c:pt idx="370">
                  <c:v>51.31527658</c:v>
                </c:pt>
                <c:pt idx="371">
                  <c:v>51.31521606</c:v>
                </c:pt>
                <c:pt idx="372">
                  <c:v>51.31521606</c:v>
                </c:pt>
                <c:pt idx="373">
                  <c:v>51.31517029</c:v>
                </c:pt>
                <c:pt idx="374">
                  <c:v>51.31513693</c:v>
                </c:pt>
                <c:pt idx="375">
                  <c:v>51.31512451</c:v>
                </c:pt>
                <c:pt idx="376">
                  <c:v>51.31507874</c:v>
                </c:pt>
                <c:pt idx="377">
                  <c:v>51.31504382</c:v>
                </c:pt>
                <c:pt idx="378">
                  <c:v>51.31503296</c:v>
                </c:pt>
                <c:pt idx="379">
                  <c:v>51.31498718</c:v>
                </c:pt>
                <c:pt idx="380">
                  <c:v>51.31494141</c:v>
                </c:pt>
                <c:pt idx="381">
                  <c:v>51.31489563</c:v>
                </c:pt>
                <c:pt idx="382">
                  <c:v>51.31485761</c:v>
                </c:pt>
                <c:pt idx="383">
                  <c:v>51.31485761</c:v>
                </c:pt>
                <c:pt idx="384">
                  <c:v>51.31480408</c:v>
                </c:pt>
                <c:pt idx="385">
                  <c:v>51.31476451</c:v>
                </c:pt>
                <c:pt idx="386">
                  <c:v>51.3147583</c:v>
                </c:pt>
                <c:pt idx="387">
                  <c:v>51.31471796</c:v>
                </c:pt>
                <c:pt idx="388">
                  <c:v>51.31466675</c:v>
                </c:pt>
                <c:pt idx="389">
                  <c:v>51.31462485</c:v>
                </c:pt>
                <c:pt idx="390">
                  <c:v>51.31462485</c:v>
                </c:pt>
                <c:pt idx="391">
                  <c:v>51.3145783</c:v>
                </c:pt>
                <c:pt idx="392">
                  <c:v>51.31452942</c:v>
                </c:pt>
                <c:pt idx="393">
                  <c:v>51.31448519</c:v>
                </c:pt>
                <c:pt idx="394">
                  <c:v>51.31443864</c:v>
                </c:pt>
                <c:pt idx="395">
                  <c:v>51.31443787</c:v>
                </c:pt>
                <c:pt idx="396">
                  <c:v>51.31439209</c:v>
                </c:pt>
                <c:pt idx="397">
                  <c:v>51.31434554</c:v>
                </c:pt>
                <c:pt idx="398">
                  <c:v>51.31429899</c:v>
                </c:pt>
                <c:pt idx="399">
                  <c:v>51.31425243</c:v>
                </c:pt>
                <c:pt idx="400">
                  <c:v>51.31425476</c:v>
                </c:pt>
                <c:pt idx="401">
                  <c:v>51.31420588</c:v>
                </c:pt>
                <c:pt idx="402">
                  <c:v>51.31416321</c:v>
                </c:pt>
                <c:pt idx="403">
                  <c:v>51.31411278</c:v>
                </c:pt>
                <c:pt idx="404">
                  <c:v>51.31406622</c:v>
                </c:pt>
                <c:pt idx="405">
                  <c:v>51.31401967</c:v>
                </c:pt>
                <c:pt idx="406">
                  <c:v>51.31402588</c:v>
                </c:pt>
                <c:pt idx="407">
                  <c:v>51.3139801</c:v>
                </c:pt>
                <c:pt idx="408">
                  <c:v>51.31393433</c:v>
                </c:pt>
                <c:pt idx="409">
                  <c:v>51.31388002</c:v>
                </c:pt>
                <c:pt idx="410">
                  <c:v>51.31388002</c:v>
                </c:pt>
                <c:pt idx="411">
                  <c:v>51.31383346</c:v>
                </c:pt>
                <c:pt idx="412">
                  <c:v>51.31378691</c:v>
                </c:pt>
                <c:pt idx="413">
                  <c:v>51.31375122</c:v>
                </c:pt>
                <c:pt idx="414">
                  <c:v>51.31370544</c:v>
                </c:pt>
                <c:pt idx="415">
                  <c:v>51.31364725</c:v>
                </c:pt>
                <c:pt idx="416">
                  <c:v>51.31364725</c:v>
                </c:pt>
                <c:pt idx="417">
                  <c:v>51.31361389</c:v>
                </c:pt>
                <c:pt idx="418">
                  <c:v>51.31355415</c:v>
                </c:pt>
                <c:pt idx="419">
                  <c:v>51.31352234</c:v>
                </c:pt>
                <c:pt idx="420">
                  <c:v>51.3135076</c:v>
                </c:pt>
                <c:pt idx="421">
                  <c:v>51.31346105</c:v>
                </c:pt>
                <c:pt idx="422">
                  <c:v>51.31346105</c:v>
                </c:pt>
                <c:pt idx="423">
                  <c:v>51.31341449</c:v>
                </c:pt>
                <c:pt idx="424">
                  <c:v>51.31338501</c:v>
                </c:pt>
                <c:pt idx="425">
                  <c:v>51.31333923</c:v>
                </c:pt>
                <c:pt idx="426">
                  <c:v>51.31329346</c:v>
                </c:pt>
                <c:pt idx="427">
                  <c:v>51.31324768</c:v>
                </c:pt>
                <c:pt idx="428">
                  <c:v>51.31324768</c:v>
                </c:pt>
                <c:pt idx="429">
                  <c:v>51.31318173</c:v>
                </c:pt>
                <c:pt idx="430">
                  <c:v>51.31315613</c:v>
                </c:pt>
                <c:pt idx="431">
                  <c:v>51.31313518</c:v>
                </c:pt>
                <c:pt idx="432">
                  <c:v>51.31311035</c:v>
                </c:pt>
                <c:pt idx="433">
                  <c:v>51.31308863</c:v>
                </c:pt>
                <c:pt idx="434">
                  <c:v>51.31304207</c:v>
                </c:pt>
                <c:pt idx="435">
                  <c:v>51.3130188</c:v>
                </c:pt>
                <c:pt idx="436">
                  <c:v>51.31299552</c:v>
                </c:pt>
                <c:pt idx="437">
                  <c:v>51.31297302</c:v>
                </c:pt>
                <c:pt idx="438">
                  <c:v>51.31290242</c:v>
                </c:pt>
                <c:pt idx="439">
                  <c:v>51.31285587</c:v>
                </c:pt>
                <c:pt idx="440">
                  <c:v>51.31283569</c:v>
                </c:pt>
                <c:pt idx="441">
                  <c:v>51.31280931</c:v>
                </c:pt>
                <c:pt idx="442">
                  <c:v>51.31278992</c:v>
                </c:pt>
                <c:pt idx="443">
                  <c:v>51.31274414</c:v>
                </c:pt>
                <c:pt idx="444">
                  <c:v>51.31271621</c:v>
                </c:pt>
                <c:pt idx="445">
                  <c:v>51.31271621</c:v>
                </c:pt>
                <c:pt idx="446">
                  <c:v>51.31266966</c:v>
                </c:pt>
                <c:pt idx="447">
                  <c:v>51.31265259</c:v>
                </c:pt>
                <c:pt idx="448">
                  <c:v>51.3126231</c:v>
                </c:pt>
                <c:pt idx="449">
                  <c:v>51.31256104</c:v>
                </c:pt>
                <c:pt idx="450">
                  <c:v>51.31256104</c:v>
                </c:pt>
                <c:pt idx="451">
                  <c:v>51.31253</c:v>
                </c:pt>
                <c:pt idx="452">
                  <c:v>51.31251526</c:v>
                </c:pt>
                <c:pt idx="453">
                  <c:v>51.31248345</c:v>
                </c:pt>
                <c:pt idx="454">
                  <c:v>51.31242371</c:v>
                </c:pt>
                <c:pt idx="455">
                  <c:v>51.31239034</c:v>
                </c:pt>
                <c:pt idx="456">
                  <c:v>51.31234379</c:v>
                </c:pt>
                <c:pt idx="457">
                  <c:v>51.31233215</c:v>
                </c:pt>
                <c:pt idx="458">
                  <c:v>51.31229724</c:v>
                </c:pt>
                <c:pt idx="459">
                  <c:v>51.31228638</c:v>
                </c:pt>
                <c:pt idx="460">
                  <c:v>51.31225069</c:v>
                </c:pt>
                <c:pt idx="461">
                  <c:v>51.3122406</c:v>
                </c:pt>
                <c:pt idx="462">
                  <c:v>51.31220413</c:v>
                </c:pt>
                <c:pt idx="463">
                  <c:v>51.31215758</c:v>
                </c:pt>
                <c:pt idx="464">
                  <c:v>51.31214905</c:v>
                </c:pt>
                <c:pt idx="465">
                  <c:v>51.31210327</c:v>
                </c:pt>
                <c:pt idx="466">
                  <c:v>51.3120575</c:v>
                </c:pt>
                <c:pt idx="467">
                  <c:v>51.31201793</c:v>
                </c:pt>
                <c:pt idx="468">
                  <c:v>51.31192482</c:v>
                </c:pt>
                <c:pt idx="469">
                  <c:v>51.31187827</c:v>
                </c:pt>
                <c:pt idx="470">
                  <c:v>51.31173706</c:v>
                </c:pt>
                <c:pt idx="471">
                  <c:v>51.31159896</c:v>
                </c:pt>
                <c:pt idx="472">
                  <c:v>51.31141663</c:v>
                </c:pt>
                <c:pt idx="473">
                  <c:v>51.31123352</c:v>
                </c:pt>
                <c:pt idx="474">
                  <c:v>51.31104033</c:v>
                </c:pt>
                <c:pt idx="475">
                  <c:v>51.31082153</c:v>
                </c:pt>
                <c:pt idx="476">
                  <c:v>51.3105011</c:v>
                </c:pt>
                <c:pt idx="477">
                  <c:v>51.31027222</c:v>
                </c:pt>
                <c:pt idx="478">
                  <c:v>51.30995178</c:v>
                </c:pt>
                <c:pt idx="479">
                  <c:v>51.30958557</c:v>
                </c:pt>
                <c:pt idx="480">
                  <c:v>51.30926514</c:v>
                </c:pt>
                <c:pt idx="481">
                  <c:v>51.30889893</c:v>
                </c:pt>
                <c:pt idx="482">
                  <c:v>51.30852651</c:v>
                </c:pt>
                <c:pt idx="483">
                  <c:v>51.30821228</c:v>
                </c:pt>
                <c:pt idx="484">
                  <c:v>51.30787478</c:v>
                </c:pt>
                <c:pt idx="485">
                  <c:v>51.30750236</c:v>
                </c:pt>
                <c:pt idx="486">
                  <c:v>51.30711365</c:v>
                </c:pt>
                <c:pt idx="487">
                  <c:v>51.30674744</c:v>
                </c:pt>
                <c:pt idx="488">
                  <c:v>51.30633545</c:v>
                </c:pt>
                <c:pt idx="489">
                  <c:v>51.30592346</c:v>
                </c:pt>
                <c:pt idx="490">
                  <c:v>51.30551147</c:v>
                </c:pt>
                <c:pt idx="491">
                  <c:v>51.30514526</c:v>
                </c:pt>
                <c:pt idx="492">
                  <c:v>51.30466267</c:v>
                </c:pt>
                <c:pt idx="493">
                  <c:v>51.3042437</c:v>
                </c:pt>
                <c:pt idx="494">
                  <c:v>51.30387128</c:v>
                </c:pt>
                <c:pt idx="495">
                  <c:v>51.30349731</c:v>
                </c:pt>
                <c:pt idx="496">
                  <c:v>51.30303955</c:v>
                </c:pt>
                <c:pt idx="497">
                  <c:v>51.30270748</c:v>
                </c:pt>
                <c:pt idx="498">
                  <c:v>51.30230713</c:v>
                </c:pt>
                <c:pt idx="499">
                  <c:v>51.30191609</c:v>
                </c:pt>
                <c:pt idx="500">
                  <c:v>51.30157471</c:v>
                </c:pt>
                <c:pt idx="501">
                  <c:v>51.30111694</c:v>
                </c:pt>
                <c:pt idx="502">
                  <c:v>51.30075073</c:v>
                </c:pt>
                <c:pt idx="503">
                  <c:v>51.30033331</c:v>
                </c:pt>
                <c:pt idx="504">
                  <c:v>51.29988098</c:v>
                </c:pt>
                <c:pt idx="505">
                  <c:v>51.29946899</c:v>
                </c:pt>
                <c:pt idx="506">
                  <c:v>51.29905701</c:v>
                </c:pt>
                <c:pt idx="507">
                  <c:v>51.29864502</c:v>
                </c:pt>
                <c:pt idx="508">
                  <c:v>51.29823846</c:v>
                </c:pt>
                <c:pt idx="509">
                  <c:v>51.29804993</c:v>
                </c:pt>
                <c:pt idx="510">
                  <c:v>51.29763328</c:v>
                </c:pt>
                <c:pt idx="511">
                  <c:v>51.29704285</c:v>
                </c:pt>
                <c:pt idx="512">
                  <c:v>51.29676819</c:v>
                </c:pt>
                <c:pt idx="513">
                  <c:v>51.29637637</c:v>
                </c:pt>
                <c:pt idx="514">
                  <c:v>51.2959574</c:v>
                </c:pt>
                <c:pt idx="515">
                  <c:v>51.29553223</c:v>
                </c:pt>
                <c:pt idx="516">
                  <c:v>51.29507291</c:v>
                </c:pt>
                <c:pt idx="517">
                  <c:v>51.29465394</c:v>
                </c:pt>
                <c:pt idx="518">
                  <c:v>51.29423497</c:v>
                </c:pt>
                <c:pt idx="519">
                  <c:v>51.29402161</c:v>
                </c:pt>
                <c:pt idx="520">
                  <c:v>51.29338074</c:v>
                </c:pt>
                <c:pt idx="521">
                  <c:v>51.29301453</c:v>
                </c:pt>
                <c:pt idx="522">
                  <c:v>51.29237288</c:v>
                </c:pt>
                <c:pt idx="523">
                  <c:v>51.29181425</c:v>
                </c:pt>
                <c:pt idx="524">
                  <c:v>51.29122925</c:v>
                </c:pt>
                <c:pt idx="525">
                  <c:v>51.29063416</c:v>
                </c:pt>
                <c:pt idx="526">
                  <c:v>51.29004527</c:v>
                </c:pt>
                <c:pt idx="527">
                  <c:v>51.28926086</c:v>
                </c:pt>
                <c:pt idx="528">
                  <c:v>51.28871155</c:v>
                </c:pt>
                <c:pt idx="529">
                  <c:v>51.28797913</c:v>
                </c:pt>
                <c:pt idx="530">
                  <c:v>51.28747559</c:v>
                </c:pt>
                <c:pt idx="531">
                  <c:v>51.28664696</c:v>
                </c:pt>
                <c:pt idx="532">
                  <c:v>51.28578186</c:v>
                </c:pt>
                <c:pt idx="533">
                  <c:v>51.28497108</c:v>
                </c:pt>
                <c:pt idx="534">
                  <c:v>51.28408658</c:v>
                </c:pt>
                <c:pt idx="535">
                  <c:v>51.28367615</c:v>
                </c:pt>
                <c:pt idx="536">
                  <c:v>51.28250381</c:v>
                </c:pt>
                <c:pt idx="537">
                  <c:v>51.28170776</c:v>
                </c:pt>
                <c:pt idx="538">
                  <c:v>51.28082793</c:v>
                </c:pt>
                <c:pt idx="539">
                  <c:v>51.28010559</c:v>
                </c:pt>
                <c:pt idx="540">
                  <c:v>51.27961757</c:v>
                </c:pt>
                <c:pt idx="541">
                  <c:v>51.27863997</c:v>
                </c:pt>
                <c:pt idx="542">
                  <c:v>51.27790833</c:v>
                </c:pt>
                <c:pt idx="543">
                  <c:v>51.27708435</c:v>
                </c:pt>
                <c:pt idx="544">
                  <c:v>51.2762146</c:v>
                </c:pt>
                <c:pt idx="545">
                  <c:v>51.27528821</c:v>
                </c:pt>
                <c:pt idx="546">
                  <c:v>51.27449682</c:v>
                </c:pt>
                <c:pt idx="547">
                  <c:v>51.27356578</c:v>
                </c:pt>
                <c:pt idx="548">
                  <c:v>51.27277439</c:v>
                </c:pt>
                <c:pt idx="549">
                  <c:v>51.27204895</c:v>
                </c:pt>
                <c:pt idx="550">
                  <c:v>51.27113342</c:v>
                </c:pt>
                <c:pt idx="551">
                  <c:v>51.27040023</c:v>
                </c:pt>
                <c:pt idx="552">
                  <c:v>51.26956228</c:v>
                </c:pt>
                <c:pt idx="553">
                  <c:v>51.26867779</c:v>
                </c:pt>
                <c:pt idx="554">
                  <c:v>51.26802606</c:v>
                </c:pt>
                <c:pt idx="555">
                  <c:v>51.26718812</c:v>
                </c:pt>
                <c:pt idx="556">
                  <c:v>51.26630363</c:v>
                </c:pt>
                <c:pt idx="557">
                  <c:v>51.26541138</c:v>
                </c:pt>
                <c:pt idx="558">
                  <c:v>51.26500017</c:v>
                </c:pt>
                <c:pt idx="559">
                  <c:v>51.26399231</c:v>
                </c:pt>
                <c:pt idx="560">
                  <c:v>51.26321411</c:v>
                </c:pt>
                <c:pt idx="561">
                  <c:v>51.26216125</c:v>
                </c:pt>
                <c:pt idx="562">
                  <c:v>51.26165771</c:v>
                </c:pt>
                <c:pt idx="563">
                  <c:v>51.26076391</c:v>
                </c:pt>
                <c:pt idx="564">
                  <c:v>51.25996399</c:v>
                </c:pt>
                <c:pt idx="565">
                  <c:v>51.25918579</c:v>
                </c:pt>
                <c:pt idx="566">
                  <c:v>51.2584363</c:v>
                </c:pt>
                <c:pt idx="567">
                  <c:v>51.25759836</c:v>
                </c:pt>
                <c:pt idx="568">
                  <c:v>51.25680697</c:v>
                </c:pt>
                <c:pt idx="569">
                  <c:v>51.25575256</c:v>
                </c:pt>
                <c:pt idx="570">
                  <c:v>51.25499143</c:v>
                </c:pt>
                <c:pt idx="571">
                  <c:v>51.25420005</c:v>
                </c:pt>
                <c:pt idx="572">
                  <c:v>51.25340866</c:v>
                </c:pt>
                <c:pt idx="573">
                  <c:v>51.25273132</c:v>
                </c:pt>
                <c:pt idx="574">
                  <c:v>51.25186157</c:v>
                </c:pt>
                <c:pt idx="575">
                  <c:v>51.25108337</c:v>
                </c:pt>
                <c:pt idx="576">
                  <c:v>51.25038276</c:v>
                </c:pt>
                <c:pt idx="577">
                  <c:v>51.24959137</c:v>
                </c:pt>
                <c:pt idx="578">
                  <c:v>51.24875343</c:v>
                </c:pt>
                <c:pt idx="579">
                  <c:v>51.24796205</c:v>
                </c:pt>
                <c:pt idx="580">
                  <c:v>51.24719238</c:v>
                </c:pt>
                <c:pt idx="581">
                  <c:v>51.24641418</c:v>
                </c:pt>
                <c:pt idx="582">
                  <c:v>51.24581909</c:v>
                </c:pt>
                <c:pt idx="583">
                  <c:v>51.24494934</c:v>
                </c:pt>
                <c:pt idx="584">
                  <c:v>51.24435425</c:v>
                </c:pt>
                <c:pt idx="585">
                  <c:v>51.24357605</c:v>
                </c:pt>
                <c:pt idx="586">
                  <c:v>51.24279475</c:v>
                </c:pt>
                <c:pt idx="587">
                  <c:v>51.24179077</c:v>
                </c:pt>
                <c:pt idx="588">
                  <c:v>51.24105835</c:v>
                </c:pt>
                <c:pt idx="589">
                  <c:v>51.24037403</c:v>
                </c:pt>
                <c:pt idx="590">
                  <c:v>51.23950195</c:v>
                </c:pt>
                <c:pt idx="591">
                  <c:v>51.23858643</c:v>
                </c:pt>
                <c:pt idx="592">
                  <c:v>51.23794556</c:v>
                </c:pt>
                <c:pt idx="593">
                  <c:v>51.23706882</c:v>
                </c:pt>
                <c:pt idx="594">
                  <c:v>51.23618433</c:v>
                </c:pt>
                <c:pt idx="595">
                  <c:v>51.23534639</c:v>
                </c:pt>
                <c:pt idx="596">
                  <c:v>51.23460388</c:v>
                </c:pt>
                <c:pt idx="597">
                  <c:v>51.23381017</c:v>
                </c:pt>
                <c:pt idx="598">
                  <c:v>51.23304749</c:v>
                </c:pt>
                <c:pt idx="599">
                  <c:v>51.23222351</c:v>
                </c:pt>
                <c:pt idx="600">
                  <c:v>51.23126221</c:v>
                </c:pt>
                <c:pt idx="601">
                  <c:v>51.23043823</c:v>
                </c:pt>
                <c:pt idx="602">
                  <c:v>51.22966702</c:v>
                </c:pt>
                <c:pt idx="603">
                  <c:v>51.22873597</c:v>
                </c:pt>
                <c:pt idx="604">
                  <c:v>51.22785148</c:v>
                </c:pt>
                <c:pt idx="605">
                  <c:v>51.22696699</c:v>
                </c:pt>
                <c:pt idx="606">
                  <c:v>51.22603594</c:v>
                </c:pt>
                <c:pt idx="607">
                  <c:v>51.22515145</c:v>
                </c:pt>
                <c:pt idx="608">
                  <c:v>51.22426696</c:v>
                </c:pt>
                <c:pt idx="609">
                  <c:v>51.22328936</c:v>
                </c:pt>
                <c:pt idx="610">
                  <c:v>51.22235832</c:v>
                </c:pt>
                <c:pt idx="611">
                  <c:v>51.22155762</c:v>
                </c:pt>
                <c:pt idx="612">
                  <c:v>51.22055054</c:v>
                </c:pt>
                <c:pt idx="613">
                  <c:v>51.22012381</c:v>
                </c:pt>
                <c:pt idx="614">
                  <c:v>51.21882035</c:v>
                </c:pt>
                <c:pt idx="615">
                  <c:v>51.2177962</c:v>
                </c:pt>
                <c:pt idx="616">
                  <c:v>51.21697998</c:v>
                </c:pt>
                <c:pt idx="617">
                  <c:v>51.21612032</c:v>
                </c:pt>
                <c:pt idx="618">
                  <c:v>51.2151947</c:v>
                </c:pt>
                <c:pt idx="619">
                  <c:v>51.21435133</c:v>
                </c:pt>
                <c:pt idx="620">
                  <c:v>51.21350098</c:v>
                </c:pt>
                <c:pt idx="621">
                  <c:v>51.21244812</c:v>
                </c:pt>
                <c:pt idx="622">
                  <c:v>51.21148682</c:v>
                </c:pt>
                <c:pt idx="623">
                  <c:v>51.21052551</c:v>
                </c:pt>
                <c:pt idx="624">
                  <c:v>51.20942688</c:v>
                </c:pt>
                <c:pt idx="625">
                  <c:v>51.20864868</c:v>
                </c:pt>
                <c:pt idx="626">
                  <c:v>51.20768738</c:v>
                </c:pt>
                <c:pt idx="627">
                  <c:v>51.20667021</c:v>
                </c:pt>
                <c:pt idx="628">
                  <c:v>51.20558167</c:v>
                </c:pt>
                <c:pt idx="629">
                  <c:v>51.20480347</c:v>
                </c:pt>
                <c:pt idx="630">
                  <c:v>51.20350466</c:v>
                </c:pt>
                <c:pt idx="631">
                  <c:v>51.20238741</c:v>
                </c:pt>
                <c:pt idx="632">
                  <c:v>51.20146179</c:v>
                </c:pt>
                <c:pt idx="633">
                  <c:v>51.20040894</c:v>
                </c:pt>
                <c:pt idx="634">
                  <c:v>51.1993103</c:v>
                </c:pt>
                <c:pt idx="635">
                  <c:v>51.19833736</c:v>
                </c:pt>
                <c:pt idx="636">
                  <c:v>51.19731321</c:v>
                </c:pt>
                <c:pt idx="637">
                  <c:v>51.19614941</c:v>
                </c:pt>
                <c:pt idx="638">
                  <c:v>51.1950787</c:v>
                </c:pt>
                <c:pt idx="639">
                  <c:v>51.19413757</c:v>
                </c:pt>
                <c:pt idx="640">
                  <c:v>51.19307696</c:v>
                </c:pt>
                <c:pt idx="641">
                  <c:v>51.19207764</c:v>
                </c:pt>
                <c:pt idx="642">
                  <c:v>51.190889</c:v>
                </c:pt>
                <c:pt idx="643">
                  <c:v>51.18967864</c:v>
                </c:pt>
                <c:pt idx="644">
                  <c:v>51.18860794</c:v>
                </c:pt>
                <c:pt idx="645">
                  <c:v>51.18795776</c:v>
                </c:pt>
                <c:pt idx="646">
                  <c:v>51.18640137</c:v>
                </c:pt>
                <c:pt idx="647">
                  <c:v>51.18544239</c:v>
                </c:pt>
                <c:pt idx="648">
                  <c:v>51.1845579</c:v>
                </c:pt>
                <c:pt idx="649">
                  <c:v>51.1834259</c:v>
                </c:pt>
                <c:pt idx="650">
                  <c:v>51.18232727</c:v>
                </c:pt>
                <c:pt idx="651">
                  <c:v>51.18099976</c:v>
                </c:pt>
                <c:pt idx="652">
                  <c:v>51.17976379</c:v>
                </c:pt>
                <c:pt idx="653">
                  <c:v>51.17866516</c:v>
                </c:pt>
                <c:pt idx="654">
                  <c:v>51.1774292</c:v>
                </c:pt>
                <c:pt idx="655">
                  <c:v>51.17645781</c:v>
                </c:pt>
                <c:pt idx="656">
                  <c:v>51.17575953</c:v>
                </c:pt>
                <c:pt idx="657">
                  <c:v>51.17454917</c:v>
                </c:pt>
                <c:pt idx="658">
                  <c:v>51.17308044</c:v>
                </c:pt>
                <c:pt idx="659">
                  <c:v>51.17198181</c:v>
                </c:pt>
                <c:pt idx="660">
                  <c:v>51.17120361</c:v>
                </c:pt>
                <c:pt idx="661">
                  <c:v>51.1700592</c:v>
                </c:pt>
                <c:pt idx="662">
                  <c:v>51.169056</c:v>
                </c:pt>
                <c:pt idx="663">
                  <c:v>51.16784565</c:v>
                </c:pt>
                <c:pt idx="664">
                  <c:v>51.16639709</c:v>
                </c:pt>
                <c:pt idx="665">
                  <c:v>51.16525269</c:v>
                </c:pt>
                <c:pt idx="666">
                  <c:v>51.16412147</c:v>
                </c:pt>
                <c:pt idx="667">
                  <c:v>51.16300421</c:v>
                </c:pt>
                <c:pt idx="668">
                  <c:v>51.16246033</c:v>
                </c:pt>
                <c:pt idx="669">
                  <c:v>51.16086281</c:v>
                </c:pt>
                <c:pt idx="670">
                  <c:v>51.15985107</c:v>
                </c:pt>
                <c:pt idx="671">
                  <c:v>51.15881451</c:v>
                </c:pt>
                <c:pt idx="672">
                  <c:v>51.15769726</c:v>
                </c:pt>
                <c:pt idx="673">
                  <c:v>51.15655518</c:v>
                </c:pt>
                <c:pt idx="674">
                  <c:v>51.15532309</c:v>
                </c:pt>
                <c:pt idx="675">
                  <c:v>51.15406618</c:v>
                </c:pt>
                <c:pt idx="676">
                  <c:v>51.15280151</c:v>
                </c:pt>
                <c:pt idx="677">
                  <c:v>51.15178512</c:v>
                </c:pt>
                <c:pt idx="678">
                  <c:v>51.14941096</c:v>
                </c:pt>
                <c:pt idx="679">
                  <c:v>51.14824715</c:v>
                </c:pt>
                <c:pt idx="680">
                  <c:v>51.14699024</c:v>
                </c:pt>
                <c:pt idx="681">
                  <c:v>51.14598083</c:v>
                </c:pt>
                <c:pt idx="682">
                  <c:v>51.14479065</c:v>
                </c:pt>
                <c:pt idx="683">
                  <c:v>51.144104</c:v>
                </c:pt>
                <c:pt idx="684">
                  <c:v>51.14286804</c:v>
                </c:pt>
                <c:pt idx="685">
                  <c:v>51.14167786</c:v>
                </c:pt>
                <c:pt idx="686">
                  <c:v>51.14044189</c:v>
                </c:pt>
                <c:pt idx="687">
                  <c:v>51.13925171</c:v>
                </c:pt>
                <c:pt idx="688">
                  <c:v>51.1381073</c:v>
                </c:pt>
                <c:pt idx="689">
                  <c:v>51.1367022</c:v>
                </c:pt>
                <c:pt idx="690">
                  <c:v>51.13568115</c:v>
                </c:pt>
                <c:pt idx="691">
                  <c:v>51.13453674</c:v>
                </c:pt>
                <c:pt idx="692">
                  <c:v>51.13335044</c:v>
                </c:pt>
                <c:pt idx="693">
                  <c:v>51.13223318</c:v>
                </c:pt>
                <c:pt idx="694">
                  <c:v>51.13130214</c:v>
                </c:pt>
                <c:pt idx="695">
                  <c:v>51.13014221</c:v>
                </c:pt>
                <c:pt idx="696">
                  <c:v>51.12895203</c:v>
                </c:pt>
                <c:pt idx="697">
                  <c:v>51.12780762</c:v>
                </c:pt>
                <c:pt idx="698">
                  <c:v>51.12664691</c:v>
                </c:pt>
                <c:pt idx="699">
                  <c:v>51.12561035</c:v>
                </c:pt>
                <c:pt idx="700">
                  <c:v>51.12432861</c:v>
                </c:pt>
                <c:pt idx="701">
                  <c:v>51.1231842</c:v>
                </c:pt>
                <c:pt idx="702">
                  <c:v>51.12213135</c:v>
                </c:pt>
                <c:pt idx="703">
                  <c:v>51.12096754</c:v>
                </c:pt>
                <c:pt idx="704">
                  <c:v>51.11966408</c:v>
                </c:pt>
                <c:pt idx="705">
                  <c:v>51.11850027</c:v>
                </c:pt>
                <c:pt idx="706">
                  <c:v>51.11733647</c:v>
                </c:pt>
                <c:pt idx="707">
                  <c:v>51.11618042</c:v>
                </c:pt>
                <c:pt idx="708">
                  <c:v>51.11503601</c:v>
                </c:pt>
                <c:pt idx="709">
                  <c:v>51.11398471</c:v>
                </c:pt>
                <c:pt idx="710">
                  <c:v>51.1127278</c:v>
                </c:pt>
                <c:pt idx="711">
                  <c:v>51.11164856</c:v>
                </c:pt>
                <c:pt idx="712">
                  <c:v>51.11004639</c:v>
                </c:pt>
                <c:pt idx="713">
                  <c:v>51.10932948</c:v>
                </c:pt>
                <c:pt idx="714">
                  <c:v>51.108078</c:v>
                </c:pt>
                <c:pt idx="715">
                  <c:v>51.10665894</c:v>
                </c:pt>
                <c:pt idx="716">
                  <c:v>51.1055122</c:v>
                </c:pt>
                <c:pt idx="717">
                  <c:v>51.10423279</c:v>
                </c:pt>
                <c:pt idx="718">
                  <c:v>51.1030426</c:v>
                </c:pt>
                <c:pt idx="719">
                  <c:v>51.10176086</c:v>
                </c:pt>
                <c:pt idx="720">
                  <c:v>51.10057068</c:v>
                </c:pt>
                <c:pt idx="721">
                  <c:v>51.10001903</c:v>
                </c:pt>
                <c:pt idx="722">
                  <c:v>51.09860229</c:v>
                </c:pt>
                <c:pt idx="723">
                  <c:v>51.09741211</c:v>
                </c:pt>
                <c:pt idx="724">
                  <c:v>51.09634141</c:v>
                </c:pt>
                <c:pt idx="725">
                  <c:v>51.09503795</c:v>
                </c:pt>
                <c:pt idx="726">
                  <c:v>51.09397888</c:v>
                </c:pt>
                <c:pt idx="727">
                  <c:v>51.0927887</c:v>
                </c:pt>
                <c:pt idx="728">
                  <c:v>51.09140687</c:v>
                </c:pt>
                <c:pt idx="729">
                  <c:v>51.09019651</c:v>
                </c:pt>
                <c:pt idx="730">
                  <c:v>51.08903271</c:v>
                </c:pt>
                <c:pt idx="731">
                  <c:v>51.08784485</c:v>
                </c:pt>
                <c:pt idx="732">
                  <c:v>51.08651889</c:v>
                </c:pt>
                <c:pt idx="733">
                  <c:v>51.08535508</c:v>
                </c:pt>
                <c:pt idx="734">
                  <c:v>51.08427429</c:v>
                </c:pt>
                <c:pt idx="735">
                  <c:v>51.08299255</c:v>
                </c:pt>
                <c:pt idx="736">
                  <c:v>51.08230591</c:v>
                </c:pt>
                <c:pt idx="737">
                  <c:v>51.08111572</c:v>
                </c:pt>
                <c:pt idx="738">
                  <c:v>51.07978821</c:v>
                </c:pt>
                <c:pt idx="739">
                  <c:v>51.07874466</c:v>
                </c:pt>
                <c:pt idx="740">
                  <c:v>51.07699585</c:v>
                </c:pt>
                <c:pt idx="741">
                  <c:v>51.0763705</c:v>
                </c:pt>
                <c:pt idx="742">
                  <c:v>51.07498169</c:v>
                </c:pt>
                <c:pt idx="743">
                  <c:v>51.07390323</c:v>
                </c:pt>
                <c:pt idx="744">
                  <c:v>51.0722739</c:v>
                </c:pt>
                <c:pt idx="745">
                  <c:v>51.07168579</c:v>
                </c:pt>
                <c:pt idx="746">
                  <c:v>51.07035828</c:v>
                </c:pt>
                <c:pt idx="747">
                  <c:v>51.06929456</c:v>
                </c:pt>
                <c:pt idx="748">
                  <c:v>51.06813075</c:v>
                </c:pt>
                <c:pt idx="749">
                  <c:v>51.06636177</c:v>
                </c:pt>
                <c:pt idx="750">
                  <c:v>51.0652771</c:v>
                </c:pt>
                <c:pt idx="751">
                  <c:v>51.06408691</c:v>
                </c:pt>
                <c:pt idx="752">
                  <c:v>51.06338242</c:v>
                </c:pt>
                <c:pt idx="753">
                  <c:v>51.06170654</c:v>
                </c:pt>
                <c:pt idx="754">
                  <c:v>51.06111145</c:v>
                </c:pt>
                <c:pt idx="755">
                  <c:v>51.05965824</c:v>
                </c:pt>
                <c:pt idx="756">
                  <c:v>51.05813599</c:v>
                </c:pt>
                <c:pt idx="757">
                  <c:v>51.05705132</c:v>
                </c:pt>
                <c:pt idx="758">
                  <c:v>51.05584717</c:v>
                </c:pt>
                <c:pt idx="759">
                  <c:v>51.05465698</c:v>
                </c:pt>
                <c:pt idx="760">
                  <c:v>51.0534668</c:v>
                </c:pt>
                <c:pt idx="761">
                  <c:v>51.05225644</c:v>
                </c:pt>
                <c:pt idx="762">
                  <c:v>51.05104608</c:v>
                </c:pt>
                <c:pt idx="763">
                  <c:v>51.04998779</c:v>
                </c:pt>
                <c:pt idx="764">
                  <c:v>51.04853226</c:v>
                </c:pt>
                <c:pt idx="765">
                  <c:v>51.04742432</c:v>
                </c:pt>
                <c:pt idx="766">
                  <c:v>51.04623413</c:v>
                </c:pt>
                <c:pt idx="767">
                  <c:v>51.04504395</c:v>
                </c:pt>
                <c:pt idx="768">
                  <c:v>51.04371643</c:v>
                </c:pt>
                <c:pt idx="769">
                  <c:v>51.04252625</c:v>
                </c:pt>
                <c:pt idx="770">
                  <c:v>51.04129028</c:v>
                </c:pt>
                <c:pt idx="771">
                  <c:v>51.04057183</c:v>
                </c:pt>
                <c:pt idx="772">
                  <c:v>51.03927612</c:v>
                </c:pt>
                <c:pt idx="773">
                  <c:v>51.03804016</c:v>
                </c:pt>
                <c:pt idx="774">
                  <c:v>51.03671265</c:v>
                </c:pt>
                <c:pt idx="775">
                  <c:v>51.03563729</c:v>
                </c:pt>
                <c:pt idx="776">
                  <c:v>51.03433228</c:v>
                </c:pt>
                <c:pt idx="777">
                  <c:v>51.03312347</c:v>
                </c:pt>
                <c:pt idx="778">
                  <c:v>51.03191311</c:v>
                </c:pt>
                <c:pt idx="779">
                  <c:v>51.0308075</c:v>
                </c:pt>
                <c:pt idx="780">
                  <c:v>51.02947998</c:v>
                </c:pt>
                <c:pt idx="781">
                  <c:v>51.02851868</c:v>
                </c:pt>
                <c:pt idx="782">
                  <c:v>51.02728271</c:v>
                </c:pt>
                <c:pt idx="783">
                  <c:v>51.0259552</c:v>
                </c:pt>
                <c:pt idx="784">
                  <c:v>51.02465096</c:v>
                </c:pt>
                <c:pt idx="785">
                  <c:v>51.0234406</c:v>
                </c:pt>
                <c:pt idx="786">
                  <c:v>51.02209059</c:v>
                </c:pt>
                <c:pt idx="787">
                  <c:v>51.02073669</c:v>
                </c:pt>
                <c:pt idx="788">
                  <c:v>51.01954651</c:v>
                </c:pt>
                <c:pt idx="789">
                  <c:v>51.01878538</c:v>
                </c:pt>
                <c:pt idx="790">
                  <c:v>51.01748657</c:v>
                </c:pt>
                <c:pt idx="791">
                  <c:v>51.01625061</c:v>
                </c:pt>
                <c:pt idx="792">
                  <c:v>51.01501465</c:v>
                </c:pt>
                <c:pt idx="793">
                  <c:v>51.01380429</c:v>
                </c:pt>
                <c:pt idx="794">
                  <c:v>51.01259393</c:v>
                </c:pt>
                <c:pt idx="795">
                  <c:v>51.01138357</c:v>
                </c:pt>
                <c:pt idx="796">
                  <c:v>51.00993347</c:v>
                </c:pt>
                <c:pt idx="797">
                  <c:v>51.00869751</c:v>
                </c:pt>
                <c:pt idx="798">
                  <c:v>51.00773621</c:v>
                </c:pt>
                <c:pt idx="799">
                  <c:v>51.00636292</c:v>
                </c:pt>
                <c:pt idx="800">
                  <c:v>51.00517273</c:v>
                </c:pt>
                <c:pt idx="801">
                  <c:v>51.00370245</c:v>
                </c:pt>
                <c:pt idx="802">
                  <c:v>51.00256348</c:v>
                </c:pt>
                <c:pt idx="803">
                  <c:v>51.00123519</c:v>
                </c:pt>
                <c:pt idx="804">
                  <c:v>51</c:v>
                </c:pt>
                <c:pt idx="805">
                  <c:v>50.99876404</c:v>
                </c:pt>
                <c:pt idx="806">
                  <c:v>50.99757385</c:v>
                </c:pt>
                <c:pt idx="807">
                  <c:v>50.9963472</c:v>
                </c:pt>
                <c:pt idx="808">
                  <c:v>50.99583513</c:v>
                </c:pt>
                <c:pt idx="809">
                  <c:v>50.99411269</c:v>
                </c:pt>
                <c:pt idx="810">
                  <c:v>50.99290466</c:v>
                </c:pt>
                <c:pt idx="811">
                  <c:v>50.9916687</c:v>
                </c:pt>
                <c:pt idx="812">
                  <c:v>50.99043274</c:v>
                </c:pt>
                <c:pt idx="813">
                  <c:v>50.98917816</c:v>
                </c:pt>
                <c:pt idx="814">
                  <c:v>50.9879678</c:v>
                </c:pt>
                <c:pt idx="815">
                  <c:v>50.98686218</c:v>
                </c:pt>
                <c:pt idx="816">
                  <c:v>50.98559363</c:v>
                </c:pt>
                <c:pt idx="817">
                  <c:v>50.98438328</c:v>
                </c:pt>
                <c:pt idx="818">
                  <c:v>50.98274231</c:v>
                </c:pt>
                <c:pt idx="819">
                  <c:v>50.98141479</c:v>
                </c:pt>
                <c:pt idx="820">
                  <c:v>50.9807522</c:v>
                </c:pt>
                <c:pt idx="821">
                  <c:v>50.97954184</c:v>
                </c:pt>
                <c:pt idx="822">
                  <c:v>50.97767975</c:v>
                </c:pt>
                <c:pt idx="823">
                  <c:v>50.9765625</c:v>
                </c:pt>
                <c:pt idx="824">
                  <c:v>50.97541809</c:v>
                </c:pt>
                <c:pt idx="825">
                  <c:v>50.97418213</c:v>
                </c:pt>
                <c:pt idx="826">
                  <c:v>50.97290039</c:v>
                </c:pt>
                <c:pt idx="827">
                  <c:v>50.97181417</c:v>
                </c:pt>
                <c:pt idx="828">
                  <c:v>50.9704176</c:v>
                </c:pt>
                <c:pt idx="829">
                  <c:v>50.96928406</c:v>
                </c:pt>
                <c:pt idx="830">
                  <c:v>50.96813654</c:v>
                </c:pt>
                <c:pt idx="831">
                  <c:v>50.96678653</c:v>
                </c:pt>
                <c:pt idx="832">
                  <c:v>50.96562195</c:v>
                </c:pt>
                <c:pt idx="833">
                  <c:v>50.96438599</c:v>
                </c:pt>
                <c:pt idx="834">
                  <c:v>50.9631089</c:v>
                </c:pt>
                <c:pt idx="835">
                  <c:v>50.96173096</c:v>
                </c:pt>
                <c:pt idx="836">
                  <c:v>50.96059508</c:v>
                </c:pt>
                <c:pt idx="837">
                  <c:v>50.95907593</c:v>
                </c:pt>
                <c:pt idx="838">
                  <c:v>50.95779419</c:v>
                </c:pt>
                <c:pt idx="839">
                  <c:v>50.95668469</c:v>
                </c:pt>
                <c:pt idx="840">
                  <c:v>50.95541382</c:v>
                </c:pt>
                <c:pt idx="841">
                  <c:v>50.95398466</c:v>
                </c:pt>
                <c:pt idx="842">
                  <c:v>50.95272775</c:v>
                </c:pt>
                <c:pt idx="843">
                  <c:v>50.95133119</c:v>
                </c:pt>
                <c:pt idx="844">
                  <c:v>50.95019531</c:v>
                </c:pt>
                <c:pt idx="845">
                  <c:v>50.94877081</c:v>
                </c:pt>
                <c:pt idx="846">
                  <c:v>50.94788632</c:v>
                </c:pt>
                <c:pt idx="847">
                  <c:v>50.94676208</c:v>
                </c:pt>
                <c:pt idx="848">
                  <c:v>50.94548035</c:v>
                </c:pt>
                <c:pt idx="849">
                  <c:v>50.94360352</c:v>
                </c:pt>
                <c:pt idx="850">
                  <c:v>50.94248626</c:v>
                </c:pt>
                <c:pt idx="851">
                  <c:v>50.94136047</c:v>
                </c:pt>
                <c:pt idx="852">
                  <c:v>50.93983278</c:v>
                </c:pt>
                <c:pt idx="853">
                  <c:v>50.93857587</c:v>
                </c:pt>
                <c:pt idx="854">
                  <c:v>50.93746948</c:v>
                </c:pt>
                <c:pt idx="855">
                  <c:v>50.93609619</c:v>
                </c:pt>
                <c:pt idx="856">
                  <c:v>50.9349448</c:v>
                </c:pt>
                <c:pt idx="857">
                  <c:v>50.93435669</c:v>
                </c:pt>
                <c:pt idx="858">
                  <c:v>50.93284995</c:v>
                </c:pt>
                <c:pt idx="859">
                  <c:v>50.93119812</c:v>
                </c:pt>
                <c:pt idx="860">
                  <c:v>50.92996216</c:v>
                </c:pt>
                <c:pt idx="861">
                  <c:v>50.92921887</c:v>
                </c:pt>
                <c:pt idx="862">
                  <c:v>50.92730713</c:v>
                </c:pt>
                <c:pt idx="863">
                  <c:v>50.9266585</c:v>
                </c:pt>
                <c:pt idx="864">
                  <c:v>50.92492676</c:v>
                </c:pt>
                <c:pt idx="865">
                  <c:v>50.92377226</c:v>
                </c:pt>
                <c:pt idx="866">
                  <c:v>50.92263794</c:v>
                </c:pt>
                <c:pt idx="867">
                  <c:v>50.92135155</c:v>
                </c:pt>
                <c:pt idx="868">
                  <c:v>50.92009464</c:v>
                </c:pt>
                <c:pt idx="869">
                  <c:v>50.91897583</c:v>
                </c:pt>
                <c:pt idx="870">
                  <c:v>50.91744116</c:v>
                </c:pt>
                <c:pt idx="871">
                  <c:v>50.9163208</c:v>
                </c:pt>
                <c:pt idx="872">
                  <c:v>50.91503906</c:v>
                </c:pt>
                <c:pt idx="873">
                  <c:v>50.9138031</c:v>
                </c:pt>
                <c:pt idx="874">
                  <c:v>50.91255317</c:v>
                </c:pt>
                <c:pt idx="875">
                  <c:v>50.91157558</c:v>
                </c:pt>
                <c:pt idx="876">
                  <c:v>50.91022556</c:v>
                </c:pt>
                <c:pt idx="877">
                  <c:v>50.90863037</c:v>
                </c:pt>
                <c:pt idx="878">
                  <c:v>50.90808416</c:v>
                </c:pt>
                <c:pt idx="879">
                  <c:v>50.90666199</c:v>
                </c:pt>
                <c:pt idx="880">
                  <c:v>50.90561689</c:v>
                </c:pt>
                <c:pt idx="881">
                  <c:v>50.90441895</c:v>
                </c:pt>
                <c:pt idx="882">
                  <c:v>50.90328928</c:v>
                </c:pt>
                <c:pt idx="883">
                  <c:v>50.90179961</c:v>
                </c:pt>
                <c:pt idx="884">
                  <c:v>50.90119443</c:v>
                </c:pt>
                <c:pt idx="885">
                  <c:v>50.90052795</c:v>
                </c:pt>
                <c:pt idx="886">
                  <c:v>50.89891337</c:v>
                </c:pt>
                <c:pt idx="887">
                  <c:v>50.89798232</c:v>
                </c:pt>
                <c:pt idx="888">
                  <c:v>50.89755249</c:v>
                </c:pt>
                <c:pt idx="889">
                  <c:v>50.89622498</c:v>
                </c:pt>
                <c:pt idx="890">
                  <c:v>50.8954685</c:v>
                </c:pt>
                <c:pt idx="891">
                  <c:v>50.89453125</c:v>
                </c:pt>
                <c:pt idx="892">
                  <c:v>50.8936615</c:v>
                </c:pt>
                <c:pt idx="893">
                  <c:v>50.89300123</c:v>
                </c:pt>
                <c:pt idx="894">
                  <c:v>50.89233398</c:v>
                </c:pt>
                <c:pt idx="895">
                  <c:v>50.89183044</c:v>
                </c:pt>
                <c:pt idx="896">
                  <c:v>50.89113914</c:v>
                </c:pt>
                <c:pt idx="897">
                  <c:v>50.89053396</c:v>
                </c:pt>
                <c:pt idx="898">
                  <c:v>50.88992879</c:v>
                </c:pt>
                <c:pt idx="899">
                  <c:v>50.88941671</c:v>
                </c:pt>
                <c:pt idx="900">
                  <c:v>50.88885808</c:v>
                </c:pt>
                <c:pt idx="901">
                  <c:v>50.88835144</c:v>
                </c:pt>
                <c:pt idx="902">
                  <c:v>50.88788049</c:v>
                </c:pt>
                <c:pt idx="903">
                  <c:v>50.88748169</c:v>
                </c:pt>
                <c:pt idx="904">
                  <c:v>50.88693237</c:v>
                </c:pt>
                <c:pt idx="905">
                  <c:v>50.88657702</c:v>
                </c:pt>
                <c:pt idx="906">
                  <c:v>50.88643737</c:v>
                </c:pt>
                <c:pt idx="907">
                  <c:v>50.88619995</c:v>
                </c:pt>
                <c:pt idx="908">
                  <c:v>50.88583219</c:v>
                </c:pt>
                <c:pt idx="909">
                  <c:v>50.88564598</c:v>
                </c:pt>
                <c:pt idx="910">
                  <c:v>50.88551331</c:v>
                </c:pt>
                <c:pt idx="911">
                  <c:v>50.88542175</c:v>
                </c:pt>
                <c:pt idx="912">
                  <c:v>50.8853302</c:v>
                </c:pt>
                <c:pt idx="913">
                  <c:v>50.88528442</c:v>
                </c:pt>
                <c:pt idx="914">
                  <c:v>50.8853302</c:v>
                </c:pt>
                <c:pt idx="915">
                  <c:v>50.8853302</c:v>
                </c:pt>
                <c:pt idx="916">
                  <c:v>50.88541322</c:v>
                </c:pt>
                <c:pt idx="917">
                  <c:v>50.88555908</c:v>
                </c:pt>
                <c:pt idx="918">
                  <c:v>50.88574219</c:v>
                </c:pt>
                <c:pt idx="919">
                  <c:v>50.88592529</c:v>
                </c:pt>
                <c:pt idx="920">
                  <c:v>50.88615417</c:v>
                </c:pt>
                <c:pt idx="921">
                  <c:v>50.88652039</c:v>
                </c:pt>
                <c:pt idx="922">
                  <c:v>50.88652039</c:v>
                </c:pt>
                <c:pt idx="923">
                  <c:v>50.88725281</c:v>
                </c:pt>
                <c:pt idx="924">
                  <c:v>50.88764773</c:v>
                </c:pt>
                <c:pt idx="925">
                  <c:v>50.88803101</c:v>
                </c:pt>
                <c:pt idx="926">
                  <c:v>50.88853222</c:v>
                </c:pt>
                <c:pt idx="927">
                  <c:v>50.88904429</c:v>
                </c:pt>
                <c:pt idx="928">
                  <c:v>50.88960292</c:v>
                </c:pt>
                <c:pt idx="929">
                  <c:v>50.8901825</c:v>
                </c:pt>
                <c:pt idx="930">
                  <c:v>50.89085983</c:v>
                </c:pt>
                <c:pt idx="931">
                  <c:v>50.8912788</c:v>
                </c:pt>
                <c:pt idx="932">
                  <c:v>50.89165122</c:v>
                </c:pt>
                <c:pt idx="933">
                  <c:v>50.89279175</c:v>
                </c:pt>
                <c:pt idx="934">
                  <c:v>50.89346676</c:v>
                </c:pt>
                <c:pt idx="935">
                  <c:v>50.89425814</c:v>
                </c:pt>
                <c:pt idx="936">
                  <c:v>50.89508057</c:v>
                </c:pt>
                <c:pt idx="937">
                  <c:v>50.89593402</c:v>
                </c:pt>
                <c:pt idx="938">
                  <c:v>50.89631653</c:v>
                </c:pt>
                <c:pt idx="939">
                  <c:v>50.89723749</c:v>
                </c:pt>
                <c:pt idx="940">
                  <c:v>50.89796448</c:v>
                </c:pt>
                <c:pt idx="941">
                  <c:v>50.89910889</c:v>
                </c:pt>
                <c:pt idx="942">
                  <c:v>50.8994751</c:v>
                </c:pt>
                <c:pt idx="943">
                  <c:v>50.9006358</c:v>
                </c:pt>
                <c:pt idx="944">
                  <c:v>50.90119443</c:v>
                </c:pt>
                <c:pt idx="945">
                  <c:v>50.90184616</c:v>
                </c:pt>
                <c:pt idx="946">
                  <c:v>50.90304565</c:v>
                </c:pt>
                <c:pt idx="947">
                  <c:v>50.90347549</c:v>
                </c:pt>
                <c:pt idx="948">
                  <c:v>50.90468584</c:v>
                </c:pt>
                <c:pt idx="949">
                  <c:v>50.90510559</c:v>
                </c:pt>
                <c:pt idx="950">
                  <c:v>50.90629578</c:v>
                </c:pt>
                <c:pt idx="951">
                  <c:v>50.90679932</c:v>
                </c:pt>
                <c:pt idx="952">
                  <c:v>50.90794373</c:v>
                </c:pt>
                <c:pt idx="953">
                  <c:v>50.90881348</c:v>
                </c:pt>
                <c:pt idx="954">
                  <c:v>50.90924796</c:v>
                </c:pt>
                <c:pt idx="955">
                  <c:v>50.91003935</c:v>
                </c:pt>
                <c:pt idx="956">
                  <c:v>50.91087729</c:v>
                </c:pt>
                <c:pt idx="957">
                  <c:v>50.91201782</c:v>
                </c:pt>
                <c:pt idx="958">
                  <c:v>50.91273938</c:v>
                </c:pt>
                <c:pt idx="959">
                  <c:v>50.91353077</c:v>
                </c:pt>
                <c:pt idx="960">
                  <c:v>50.91446181</c:v>
                </c:pt>
                <c:pt idx="961">
                  <c:v>50.91485596</c:v>
                </c:pt>
                <c:pt idx="962">
                  <c:v>50.9161377</c:v>
                </c:pt>
                <c:pt idx="963">
                  <c:v>50.91687012</c:v>
                </c:pt>
                <c:pt idx="964">
                  <c:v>50.91755676</c:v>
                </c:pt>
                <c:pt idx="965">
                  <c:v>50.9182791</c:v>
                </c:pt>
                <c:pt idx="966">
                  <c:v>50.91916359</c:v>
                </c:pt>
                <c:pt idx="967">
                  <c:v>50.91989136</c:v>
                </c:pt>
                <c:pt idx="968">
                  <c:v>50.92080688</c:v>
                </c:pt>
                <c:pt idx="969">
                  <c:v>50.92144775</c:v>
                </c:pt>
                <c:pt idx="970">
                  <c:v>50.9223757</c:v>
                </c:pt>
                <c:pt idx="971">
                  <c:v>50.92326019</c:v>
                </c:pt>
                <c:pt idx="972">
                  <c:v>50.92401123</c:v>
                </c:pt>
                <c:pt idx="973">
                  <c:v>50.92474986</c:v>
                </c:pt>
                <c:pt idx="974">
                  <c:v>50.92563435</c:v>
                </c:pt>
                <c:pt idx="975">
                  <c:v>50.92652893</c:v>
                </c:pt>
                <c:pt idx="976">
                  <c:v>50.92726368</c:v>
                </c:pt>
                <c:pt idx="977">
                  <c:v>50.92808533</c:v>
                </c:pt>
                <c:pt idx="978">
                  <c:v>50.92912577</c:v>
                </c:pt>
                <c:pt idx="979">
                  <c:v>50.92987061</c:v>
                </c:pt>
                <c:pt idx="980">
                  <c:v>50.93078613</c:v>
                </c:pt>
                <c:pt idx="981">
                  <c:v>50.931427</c:v>
                </c:pt>
                <c:pt idx="982">
                  <c:v>50.93234253</c:v>
                </c:pt>
                <c:pt idx="983">
                  <c:v>50.93302917</c:v>
                </c:pt>
                <c:pt idx="984">
                  <c:v>50.93373444</c:v>
                </c:pt>
                <c:pt idx="985">
                  <c:v>50.93466549</c:v>
                </c:pt>
                <c:pt idx="986">
                  <c:v>50.93559265</c:v>
                </c:pt>
                <c:pt idx="987">
                  <c:v>50.93634137</c:v>
                </c:pt>
                <c:pt idx="988">
                  <c:v>50.93714905</c:v>
                </c:pt>
                <c:pt idx="989">
                  <c:v>50.93787759</c:v>
                </c:pt>
                <c:pt idx="990">
                  <c:v>50.9389801</c:v>
                </c:pt>
                <c:pt idx="991">
                  <c:v>50.93989563</c:v>
                </c:pt>
                <c:pt idx="992">
                  <c:v>50.9407196</c:v>
                </c:pt>
                <c:pt idx="993">
                  <c:v>50.94158936</c:v>
                </c:pt>
                <c:pt idx="994">
                  <c:v>50.94206729</c:v>
                </c:pt>
                <c:pt idx="995">
                  <c:v>50.94300842</c:v>
                </c:pt>
                <c:pt idx="996">
                  <c:v>50.9438324</c:v>
                </c:pt>
                <c:pt idx="997">
                  <c:v>50.94474792</c:v>
                </c:pt>
                <c:pt idx="998">
                  <c:v>50.94506836</c:v>
                </c:pt>
                <c:pt idx="999">
                  <c:v>50.95042419</c:v>
                </c:pt>
                <c:pt idx="1000">
                  <c:v>50.95161438</c:v>
                </c:pt>
                <c:pt idx="1001">
                  <c:v>50.95243835</c:v>
                </c:pt>
                <c:pt idx="1002">
                  <c:v>50.95328638</c:v>
                </c:pt>
                <c:pt idx="1003">
                  <c:v>50.95417786</c:v>
                </c:pt>
                <c:pt idx="1004">
                  <c:v>50.9546364</c:v>
                </c:pt>
                <c:pt idx="1005">
                  <c:v>50.95552089</c:v>
                </c:pt>
                <c:pt idx="1006">
                  <c:v>50.95635883</c:v>
                </c:pt>
                <c:pt idx="1007">
                  <c:v>50.9571991</c:v>
                </c:pt>
                <c:pt idx="1008">
                  <c:v>50.95802307</c:v>
                </c:pt>
                <c:pt idx="1009">
                  <c:v>50.95877955</c:v>
                </c:pt>
                <c:pt idx="1010">
                  <c:v>50.95971059</c:v>
                </c:pt>
                <c:pt idx="1011">
                  <c:v>50.96063232</c:v>
                </c:pt>
                <c:pt idx="1012">
                  <c:v>50.9614563</c:v>
                </c:pt>
                <c:pt idx="1013">
                  <c:v>50.96227096</c:v>
                </c:pt>
                <c:pt idx="1014">
                  <c:v>50.96305847</c:v>
                </c:pt>
                <c:pt idx="1015">
                  <c:v>50.96388245</c:v>
                </c:pt>
                <c:pt idx="1016">
                  <c:v>50.96456909</c:v>
                </c:pt>
                <c:pt idx="1017">
                  <c:v>50.96590204</c:v>
                </c:pt>
                <c:pt idx="1018">
                  <c:v>50.9662279</c:v>
                </c:pt>
                <c:pt idx="1019">
                  <c:v>50.96706584</c:v>
                </c:pt>
                <c:pt idx="1020">
                  <c:v>50.96799689</c:v>
                </c:pt>
                <c:pt idx="1021">
                  <c:v>50.96891785</c:v>
                </c:pt>
                <c:pt idx="1022">
                  <c:v>50.96967277</c:v>
                </c:pt>
                <c:pt idx="1023">
                  <c:v>50.97052002</c:v>
                </c:pt>
                <c:pt idx="1024">
                  <c:v>50.97166443</c:v>
                </c:pt>
                <c:pt idx="1025">
                  <c:v>50.9724659</c:v>
                </c:pt>
                <c:pt idx="1026">
                  <c:v>50.97330384</c:v>
                </c:pt>
                <c:pt idx="1027">
                  <c:v>50.97413635</c:v>
                </c:pt>
                <c:pt idx="1028">
                  <c:v>50.974823</c:v>
                </c:pt>
                <c:pt idx="1029">
                  <c:v>50.97577111</c:v>
                </c:pt>
                <c:pt idx="1030">
                  <c:v>50.97651595</c:v>
                </c:pt>
                <c:pt idx="1031">
                  <c:v>50.97766113</c:v>
                </c:pt>
                <c:pt idx="1032">
                  <c:v>50.97851769</c:v>
                </c:pt>
                <c:pt idx="1033">
                  <c:v>50.97935563</c:v>
                </c:pt>
                <c:pt idx="1034">
                  <c:v>50.98013306</c:v>
                </c:pt>
                <c:pt idx="1035">
                  <c:v>50.98103151</c:v>
                </c:pt>
                <c:pt idx="1036">
                  <c:v>50.98196411</c:v>
                </c:pt>
                <c:pt idx="1037">
                  <c:v>50.98275395</c:v>
                </c:pt>
                <c:pt idx="1038">
                  <c:v>50.98354534</c:v>
                </c:pt>
                <c:pt idx="1039">
                  <c:v>50.98438328</c:v>
                </c:pt>
                <c:pt idx="1040">
                  <c:v>50.98516846</c:v>
                </c:pt>
                <c:pt idx="1041">
                  <c:v>50.98619881</c:v>
                </c:pt>
                <c:pt idx="1042">
                  <c:v>50.98708331</c:v>
                </c:pt>
                <c:pt idx="1043">
                  <c:v>50.9879678</c:v>
                </c:pt>
                <c:pt idx="1044">
                  <c:v>50.98883057</c:v>
                </c:pt>
                <c:pt idx="1045">
                  <c:v>50.98959713</c:v>
                </c:pt>
                <c:pt idx="1046">
                  <c:v>50.99048162</c:v>
                </c:pt>
                <c:pt idx="1047">
                  <c:v>50.99134827</c:v>
                </c:pt>
                <c:pt idx="1048">
                  <c:v>50.99217224</c:v>
                </c:pt>
                <c:pt idx="1049">
                  <c:v>50.99294889</c:v>
                </c:pt>
                <c:pt idx="1050">
                  <c:v>50.99392648</c:v>
                </c:pt>
                <c:pt idx="1051">
                  <c:v>50.99476442</c:v>
                </c:pt>
                <c:pt idx="1052">
                  <c:v>50.99564892</c:v>
                </c:pt>
                <c:pt idx="1053">
                  <c:v>50.99662651</c:v>
                </c:pt>
                <c:pt idx="1054">
                  <c:v>50.99746445</c:v>
                </c:pt>
                <c:pt idx="1055">
                  <c:v>50.99834895</c:v>
                </c:pt>
                <c:pt idx="1056">
                  <c:v>50.99918689</c:v>
                </c:pt>
                <c:pt idx="1057">
                  <c:v>51.00016448</c:v>
                </c:pt>
                <c:pt idx="1058">
                  <c:v>51.00091553</c:v>
                </c:pt>
                <c:pt idx="1059">
                  <c:v>51.00170071</c:v>
                </c:pt>
                <c:pt idx="1060">
                  <c:v>51.0025177</c:v>
                </c:pt>
                <c:pt idx="1061">
                  <c:v>51.00323693</c:v>
                </c:pt>
                <c:pt idx="1062">
                  <c:v>51.00411987</c:v>
                </c:pt>
                <c:pt idx="1063">
                  <c:v>51.00498962</c:v>
                </c:pt>
                <c:pt idx="1064">
                  <c:v>51.00572205</c:v>
                </c:pt>
                <c:pt idx="1065">
                  <c:v>51.00640248</c:v>
                </c:pt>
                <c:pt idx="1066">
                  <c:v>51.00719387</c:v>
                </c:pt>
                <c:pt idx="1067">
                  <c:v>51.00778198</c:v>
                </c:pt>
                <c:pt idx="1068">
                  <c:v>51.00854389</c:v>
                </c:pt>
                <c:pt idx="1069">
                  <c:v>51.00924217</c:v>
                </c:pt>
                <c:pt idx="1070">
                  <c:v>51.00956726</c:v>
                </c:pt>
                <c:pt idx="1071">
                  <c:v>51.01021977</c:v>
                </c:pt>
                <c:pt idx="1072">
                  <c:v>51.0108715</c:v>
                </c:pt>
                <c:pt idx="1073">
                  <c:v>51.01135254</c:v>
                </c:pt>
                <c:pt idx="1074">
                  <c:v>51.01208186</c:v>
                </c:pt>
                <c:pt idx="1075">
                  <c:v>51.0125885</c:v>
                </c:pt>
                <c:pt idx="1076">
                  <c:v>51.01304626</c:v>
                </c:pt>
                <c:pt idx="1077">
                  <c:v>51.01352498</c:v>
                </c:pt>
                <c:pt idx="1078">
                  <c:v>51.01391602</c:v>
                </c:pt>
                <c:pt idx="1079">
                  <c:v>51.01431636</c:v>
                </c:pt>
                <c:pt idx="1080">
                  <c:v>51.01468878</c:v>
                </c:pt>
                <c:pt idx="1081">
                  <c:v>51.01501465</c:v>
                </c:pt>
                <c:pt idx="1082">
                  <c:v>51.01534051</c:v>
                </c:pt>
                <c:pt idx="1083">
                  <c:v>51.01560974</c:v>
                </c:pt>
                <c:pt idx="1084">
                  <c:v>51.01585259</c:v>
                </c:pt>
                <c:pt idx="1085">
                  <c:v>51.01617845</c:v>
                </c:pt>
                <c:pt idx="1086">
                  <c:v>51.01643372</c:v>
                </c:pt>
                <c:pt idx="1087">
                  <c:v>51.01664398</c:v>
                </c:pt>
                <c:pt idx="1088">
                  <c:v>51.01692329</c:v>
                </c:pt>
                <c:pt idx="1089">
                  <c:v>51.0172026</c:v>
                </c:pt>
                <c:pt idx="1090">
                  <c:v>51.0174408</c:v>
                </c:pt>
                <c:pt idx="1091">
                  <c:v>51.01766813</c:v>
                </c:pt>
                <c:pt idx="1092">
                  <c:v>51.01804054</c:v>
                </c:pt>
                <c:pt idx="1093">
                  <c:v>51.01821899</c:v>
                </c:pt>
                <c:pt idx="1094">
                  <c:v>51.01850607</c:v>
                </c:pt>
                <c:pt idx="1095">
                  <c:v>51.01872253</c:v>
                </c:pt>
                <c:pt idx="1096">
                  <c:v>51.01906469</c:v>
                </c:pt>
                <c:pt idx="1097">
                  <c:v>51.01922607</c:v>
                </c:pt>
                <c:pt idx="1098">
                  <c:v>51.01959229</c:v>
                </c:pt>
                <c:pt idx="1099">
                  <c:v>51.01986694</c:v>
                </c:pt>
                <c:pt idx="1100">
                  <c:v>51.02004229</c:v>
                </c:pt>
                <c:pt idx="1101">
                  <c:v>51.02032471</c:v>
                </c:pt>
                <c:pt idx="1102">
                  <c:v>51.02055436</c:v>
                </c:pt>
                <c:pt idx="1103">
                  <c:v>51.02083368</c:v>
                </c:pt>
                <c:pt idx="1104">
                  <c:v>51.02111299</c:v>
                </c:pt>
                <c:pt idx="1105">
                  <c:v>51.02139231</c:v>
                </c:pt>
                <c:pt idx="1106">
                  <c:v>51.02167162</c:v>
                </c:pt>
                <c:pt idx="1107">
                  <c:v>51.02192688</c:v>
                </c:pt>
                <c:pt idx="1108">
                  <c:v>51.02218369</c:v>
                </c:pt>
                <c:pt idx="1109">
                  <c:v>51.02252197</c:v>
                </c:pt>
                <c:pt idx="1110">
                  <c:v>51.02279663</c:v>
                </c:pt>
                <c:pt idx="1111">
                  <c:v>51.02307129</c:v>
                </c:pt>
                <c:pt idx="1112">
                  <c:v>51.02330017</c:v>
                </c:pt>
                <c:pt idx="1113">
                  <c:v>51.02357483</c:v>
                </c:pt>
                <c:pt idx="1114">
                  <c:v>51.02384949</c:v>
                </c:pt>
                <c:pt idx="1115">
                  <c:v>51.02407837</c:v>
                </c:pt>
                <c:pt idx="1116">
                  <c:v>51.02449036</c:v>
                </c:pt>
                <c:pt idx="1117">
                  <c:v>51.02460441</c:v>
                </c:pt>
                <c:pt idx="1118">
                  <c:v>51.02494812</c:v>
                </c:pt>
                <c:pt idx="1119">
                  <c:v>51.02522278</c:v>
                </c:pt>
                <c:pt idx="1120">
                  <c:v>51.02549744</c:v>
                </c:pt>
                <c:pt idx="1121">
                  <c:v>51.02581787</c:v>
                </c:pt>
                <c:pt idx="1122">
                  <c:v>51.02604753</c:v>
                </c:pt>
                <c:pt idx="1123">
                  <c:v>51.02632684</c:v>
                </c:pt>
                <c:pt idx="1124">
                  <c:v>51.02659607</c:v>
                </c:pt>
                <c:pt idx="1125">
                  <c:v>51.0269165</c:v>
                </c:pt>
                <c:pt idx="1126">
                  <c:v>51.02725789</c:v>
                </c:pt>
                <c:pt idx="1127">
                  <c:v>51.0275116</c:v>
                </c:pt>
                <c:pt idx="1128">
                  <c:v>51.02778625</c:v>
                </c:pt>
                <c:pt idx="1129">
                  <c:v>51.02806091</c:v>
                </c:pt>
                <c:pt idx="1130">
                  <c:v>51.02828979</c:v>
                </c:pt>
                <c:pt idx="1131">
                  <c:v>51.02856135</c:v>
                </c:pt>
                <c:pt idx="1132">
                  <c:v>51.02879333</c:v>
                </c:pt>
                <c:pt idx="1133">
                  <c:v>51.02911377</c:v>
                </c:pt>
                <c:pt idx="1134">
                  <c:v>51.02935274</c:v>
                </c:pt>
                <c:pt idx="1135">
                  <c:v>51.02961731</c:v>
                </c:pt>
                <c:pt idx="1136">
                  <c:v>51.02995792</c:v>
                </c:pt>
                <c:pt idx="1137">
                  <c:v>51.03023723</c:v>
                </c:pt>
                <c:pt idx="1138">
                  <c:v>51.03051654</c:v>
                </c:pt>
                <c:pt idx="1139">
                  <c:v>51.03084241</c:v>
                </c:pt>
                <c:pt idx="1140">
                  <c:v>51.03108215</c:v>
                </c:pt>
                <c:pt idx="1141">
                  <c:v>51.03135681</c:v>
                </c:pt>
                <c:pt idx="1142">
                  <c:v>51.03163147</c:v>
                </c:pt>
                <c:pt idx="1143">
                  <c:v>51.03177345</c:v>
                </c:pt>
                <c:pt idx="1144">
                  <c:v>51.03214587</c:v>
                </c:pt>
                <c:pt idx="1145">
                  <c:v>51.03247174</c:v>
                </c:pt>
                <c:pt idx="1146">
                  <c:v>51.03265795</c:v>
                </c:pt>
                <c:pt idx="1147">
                  <c:v>51.03291321</c:v>
                </c:pt>
                <c:pt idx="1148">
                  <c:v>51.03323364</c:v>
                </c:pt>
                <c:pt idx="1149">
                  <c:v>51.03344933</c:v>
                </c:pt>
                <c:pt idx="1150">
                  <c:v>51.03373718</c:v>
                </c:pt>
                <c:pt idx="1151">
                  <c:v>51.03396141</c:v>
                </c:pt>
                <c:pt idx="1152">
                  <c:v>51.03419495</c:v>
                </c:pt>
                <c:pt idx="1153">
                  <c:v>51.03451538</c:v>
                </c:pt>
                <c:pt idx="1154">
                  <c:v>51.0347528</c:v>
                </c:pt>
                <c:pt idx="1155">
                  <c:v>51.03512522</c:v>
                </c:pt>
                <c:pt idx="1156">
                  <c:v>51.03529358</c:v>
                </c:pt>
                <c:pt idx="1157">
                  <c:v>51.03559074</c:v>
                </c:pt>
                <c:pt idx="1158">
                  <c:v>51.03593445</c:v>
                </c:pt>
                <c:pt idx="1159">
                  <c:v>51.03610281</c:v>
                </c:pt>
                <c:pt idx="1160">
                  <c:v>51.03633557</c:v>
                </c:pt>
                <c:pt idx="1161">
                  <c:v>51.03666687</c:v>
                </c:pt>
                <c:pt idx="1162">
                  <c:v>51.0368942</c:v>
                </c:pt>
                <c:pt idx="1163">
                  <c:v>51.03717351</c:v>
                </c:pt>
                <c:pt idx="1164">
                  <c:v>51.03753662</c:v>
                </c:pt>
                <c:pt idx="1165">
                  <c:v>51.03777869</c:v>
                </c:pt>
                <c:pt idx="1166">
                  <c:v>51.03804016</c:v>
                </c:pt>
                <c:pt idx="1167">
                  <c:v>51.03826904</c:v>
                </c:pt>
                <c:pt idx="1168">
                  <c:v>51.0385437</c:v>
                </c:pt>
                <c:pt idx="1169">
                  <c:v>51.03872681</c:v>
                </c:pt>
                <c:pt idx="1170">
                  <c:v>51.03904724</c:v>
                </c:pt>
                <c:pt idx="1171">
                  <c:v>51.0393219</c:v>
                </c:pt>
                <c:pt idx="1172">
                  <c:v>51.03959656</c:v>
                </c:pt>
                <c:pt idx="1173">
                  <c:v>51.03982699</c:v>
                </c:pt>
                <c:pt idx="1174">
                  <c:v>51.04014587</c:v>
                </c:pt>
                <c:pt idx="1175">
                  <c:v>51.04037476</c:v>
                </c:pt>
                <c:pt idx="1176">
                  <c:v>51.04071148</c:v>
                </c:pt>
                <c:pt idx="1177">
                  <c:v>51.04089769</c:v>
                </c:pt>
                <c:pt idx="1178">
                  <c:v>51.04124451</c:v>
                </c:pt>
                <c:pt idx="1179">
                  <c:v>51.04154942</c:v>
                </c:pt>
                <c:pt idx="1180">
                  <c:v>51.04165649</c:v>
                </c:pt>
                <c:pt idx="1181">
                  <c:v>51.04197693</c:v>
                </c:pt>
                <c:pt idx="1182">
                  <c:v>51.04210805</c:v>
                </c:pt>
                <c:pt idx="1183">
                  <c:v>51.04252702</c:v>
                </c:pt>
                <c:pt idx="1184">
                  <c:v>51.04275513</c:v>
                </c:pt>
                <c:pt idx="1185">
                  <c:v>51.04335022</c:v>
                </c:pt>
                <c:pt idx="1186">
                  <c:v>51.04362488</c:v>
                </c:pt>
                <c:pt idx="1187">
                  <c:v>51.04387704</c:v>
                </c:pt>
                <c:pt idx="1188">
                  <c:v>51.04401669</c:v>
                </c:pt>
                <c:pt idx="1189">
                  <c:v>51.04434256</c:v>
                </c:pt>
                <c:pt idx="1190">
                  <c:v>51.04452877</c:v>
                </c:pt>
                <c:pt idx="1191">
                  <c:v>51.04481506</c:v>
                </c:pt>
                <c:pt idx="1192">
                  <c:v>51.04508739</c:v>
                </c:pt>
                <c:pt idx="1193">
                  <c:v>51.04545593</c:v>
                </c:pt>
                <c:pt idx="1194">
                  <c:v>51.04564602</c:v>
                </c:pt>
                <c:pt idx="1195">
                  <c:v>51.04597189</c:v>
                </c:pt>
                <c:pt idx="1196">
                  <c:v>51.0461581</c:v>
                </c:pt>
                <c:pt idx="1197">
                  <c:v>51.04641724</c:v>
                </c:pt>
                <c:pt idx="1198">
                  <c:v>51.04678345</c:v>
                </c:pt>
                <c:pt idx="1199">
                  <c:v>51.04692078</c:v>
                </c:pt>
                <c:pt idx="1200">
                  <c:v>51.04718224</c:v>
                </c:pt>
                <c:pt idx="1201">
                  <c:v>51.04750811</c:v>
                </c:pt>
                <c:pt idx="1202">
                  <c:v>51.04774087</c:v>
                </c:pt>
                <c:pt idx="1203">
                  <c:v>51.04806519</c:v>
                </c:pt>
                <c:pt idx="1204">
                  <c:v>51.04834605</c:v>
                </c:pt>
                <c:pt idx="1205">
                  <c:v>51.0486145</c:v>
                </c:pt>
                <c:pt idx="1206">
                  <c:v>51.04890468</c:v>
                </c:pt>
                <c:pt idx="1207">
                  <c:v>51.04918399</c:v>
                </c:pt>
                <c:pt idx="1208">
                  <c:v>51.04941675</c:v>
                </c:pt>
                <c:pt idx="1209">
                  <c:v>51.04966736</c:v>
                </c:pt>
                <c:pt idx="1210">
                  <c:v>51.04992883</c:v>
                </c:pt>
                <c:pt idx="1211">
                  <c:v>51.05020814</c:v>
                </c:pt>
                <c:pt idx="1212">
                  <c:v>51.0504409</c:v>
                </c:pt>
                <c:pt idx="1213">
                  <c:v>51.05067366</c:v>
                </c:pt>
                <c:pt idx="1214">
                  <c:v>51.05095298</c:v>
                </c:pt>
                <c:pt idx="1215">
                  <c:v>51.05123229</c:v>
                </c:pt>
                <c:pt idx="1216">
                  <c:v>51.05146505</c:v>
                </c:pt>
                <c:pt idx="1217">
                  <c:v>51.05177307</c:v>
                </c:pt>
                <c:pt idx="1218">
                  <c:v>51.05202368</c:v>
                </c:pt>
                <c:pt idx="1219">
                  <c:v>51.05232239</c:v>
                </c:pt>
                <c:pt idx="1220">
                  <c:v>51.0525823</c:v>
                </c:pt>
                <c:pt idx="1221">
                  <c:v>51.05276851</c:v>
                </c:pt>
                <c:pt idx="1222">
                  <c:v>51.05305481</c:v>
                </c:pt>
                <c:pt idx="1223">
                  <c:v>51.05328059</c:v>
                </c:pt>
                <c:pt idx="1224">
                  <c:v>51.05355835</c:v>
                </c:pt>
                <c:pt idx="1225">
                  <c:v>51.05383921</c:v>
                </c:pt>
                <c:pt idx="1226">
                  <c:v>51.05419922</c:v>
                </c:pt>
                <c:pt idx="1227">
                  <c:v>51.05444439</c:v>
                </c:pt>
                <c:pt idx="1228">
                  <c:v>51.05472371</c:v>
                </c:pt>
                <c:pt idx="1229">
                  <c:v>51.05500302</c:v>
                </c:pt>
                <c:pt idx="1230">
                  <c:v>51.05525208</c:v>
                </c:pt>
                <c:pt idx="1231">
                  <c:v>51.05546854</c:v>
                </c:pt>
                <c:pt idx="1232">
                  <c:v>51.05579441</c:v>
                </c:pt>
                <c:pt idx="1233">
                  <c:v>51.05603027</c:v>
                </c:pt>
                <c:pt idx="1234">
                  <c:v>51.05630648</c:v>
                </c:pt>
                <c:pt idx="1235">
                  <c:v>51.05653381</c:v>
                </c:pt>
                <c:pt idx="1236">
                  <c:v>51.05681856</c:v>
                </c:pt>
                <c:pt idx="1237">
                  <c:v>51.05703735</c:v>
                </c:pt>
                <c:pt idx="1238">
                  <c:v>51.05733063</c:v>
                </c:pt>
                <c:pt idx="1239">
                  <c:v>51.05760995</c:v>
                </c:pt>
                <c:pt idx="1240">
                  <c:v>51.05784271</c:v>
                </c:pt>
                <c:pt idx="1241">
                  <c:v>51.05809021</c:v>
                </c:pt>
                <c:pt idx="1242">
                  <c:v>51.05836487</c:v>
                </c:pt>
                <c:pt idx="1243">
                  <c:v>51.05858754</c:v>
                </c:pt>
                <c:pt idx="1244">
                  <c:v>51.05886686</c:v>
                </c:pt>
                <c:pt idx="1245">
                  <c:v>51.05909729</c:v>
                </c:pt>
                <c:pt idx="1246">
                  <c:v>51.05937195</c:v>
                </c:pt>
                <c:pt idx="1247">
                  <c:v>51.05961169</c:v>
                </c:pt>
                <c:pt idx="1248">
                  <c:v>51.05989101</c:v>
                </c:pt>
                <c:pt idx="1249">
                  <c:v>51.06017032</c:v>
                </c:pt>
                <c:pt idx="1250">
                  <c:v>51.06044963</c:v>
                </c:pt>
                <c:pt idx="1251">
                  <c:v>51.06065369</c:v>
                </c:pt>
                <c:pt idx="1252">
                  <c:v>51.06092834</c:v>
                </c:pt>
                <c:pt idx="1253">
                  <c:v>51.06119447</c:v>
                </c:pt>
                <c:pt idx="1254">
                  <c:v>51.06147766</c:v>
                </c:pt>
                <c:pt idx="1255">
                  <c:v>51.0617531</c:v>
                </c:pt>
                <c:pt idx="1256">
                  <c:v>51.06203241</c:v>
                </c:pt>
                <c:pt idx="1257">
                  <c:v>51.06221862</c:v>
                </c:pt>
                <c:pt idx="1258">
                  <c:v>51.06248474</c:v>
                </c:pt>
                <c:pt idx="1259">
                  <c:v>51.0628238</c:v>
                </c:pt>
                <c:pt idx="1260">
                  <c:v>51.06298828</c:v>
                </c:pt>
                <c:pt idx="1261">
                  <c:v>51.06358337</c:v>
                </c:pt>
                <c:pt idx="1262">
                  <c:v>51.06380139</c:v>
                </c:pt>
                <c:pt idx="1263">
                  <c:v>51.06403415</c:v>
                </c:pt>
                <c:pt idx="1264">
                  <c:v>51.06431347</c:v>
                </c:pt>
                <c:pt idx="1265">
                  <c:v>51.06459278</c:v>
                </c:pt>
                <c:pt idx="1266">
                  <c:v>51.06481934</c:v>
                </c:pt>
                <c:pt idx="1267">
                  <c:v>51.06515141</c:v>
                </c:pt>
                <c:pt idx="1268">
                  <c:v>51.06533762</c:v>
                </c:pt>
                <c:pt idx="1269">
                  <c:v>51.06561693</c:v>
                </c:pt>
                <c:pt idx="1270">
                  <c:v>51.06573486</c:v>
                </c:pt>
                <c:pt idx="1271">
                  <c:v>51.06697083</c:v>
                </c:pt>
                <c:pt idx="1272">
                  <c:v>51.06724548</c:v>
                </c:pt>
                <c:pt idx="1273">
                  <c:v>51.06752014</c:v>
                </c:pt>
                <c:pt idx="1274">
                  <c:v>51.0677948</c:v>
                </c:pt>
                <c:pt idx="1275">
                  <c:v>51.06803765</c:v>
                </c:pt>
                <c:pt idx="1276">
                  <c:v>51.06825256</c:v>
                </c:pt>
                <c:pt idx="1277">
                  <c:v>51.06850317</c:v>
                </c:pt>
                <c:pt idx="1278">
                  <c:v>51.0687561</c:v>
                </c:pt>
                <c:pt idx="1279">
                  <c:v>51.06896869</c:v>
                </c:pt>
                <c:pt idx="1280">
                  <c:v>51.06921387</c:v>
                </c:pt>
                <c:pt idx="1281">
                  <c:v>51.06948077</c:v>
                </c:pt>
                <c:pt idx="1282">
                  <c:v>51.06980896</c:v>
                </c:pt>
                <c:pt idx="1283">
                  <c:v>51.06999207</c:v>
                </c:pt>
                <c:pt idx="1284">
                  <c:v>51.07012939</c:v>
                </c:pt>
                <c:pt idx="1285">
                  <c:v>51.07031871</c:v>
                </c:pt>
                <c:pt idx="1286">
                  <c:v>51.07049561</c:v>
                </c:pt>
                <c:pt idx="1287">
                  <c:v>51.07067871</c:v>
                </c:pt>
                <c:pt idx="1288">
                  <c:v>51.07081604</c:v>
                </c:pt>
                <c:pt idx="1289">
                  <c:v>51.07092389</c:v>
                </c:pt>
                <c:pt idx="1290">
                  <c:v>51.07115665</c:v>
                </c:pt>
                <c:pt idx="1291">
                  <c:v>51.07118225</c:v>
                </c:pt>
                <c:pt idx="1292">
                  <c:v>51.0712963</c:v>
                </c:pt>
                <c:pt idx="1293">
                  <c:v>51.07134286</c:v>
                </c:pt>
                <c:pt idx="1294">
                  <c:v>51.07141113</c:v>
                </c:pt>
                <c:pt idx="1295">
                  <c:v>51.07148251</c:v>
                </c:pt>
                <c:pt idx="1296">
                  <c:v>51.07150269</c:v>
                </c:pt>
                <c:pt idx="1297">
                  <c:v>51.07150269</c:v>
                </c:pt>
                <c:pt idx="1298">
                  <c:v>51.07150269</c:v>
                </c:pt>
                <c:pt idx="1299">
                  <c:v>51.07148251</c:v>
                </c:pt>
                <c:pt idx="1300">
                  <c:v>51.07143596</c:v>
                </c:pt>
                <c:pt idx="1301">
                  <c:v>51.07138941</c:v>
                </c:pt>
                <c:pt idx="1302">
                  <c:v>51.07131958</c:v>
                </c:pt>
                <c:pt idx="1303">
                  <c:v>51.0712738</c:v>
                </c:pt>
                <c:pt idx="1304">
                  <c:v>51.07115665</c:v>
                </c:pt>
                <c:pt idx="1305">
                  <c:v>51.07106354</c:v>
                </c:pt>
                <c:pt idx="1306">
                  <c:v>51.07095337</c:v>
                </c:pt>
                <c:pt idx="1307">
                  <c:v>51.07081604</c:v>
                </c:pt>
                <c:pt idx="1308">
                  <c:v>51.07063293</c:v>
                </c:pt>
                <c:pt idx="1309">
                  <c:v>51.07045836</c:v>
                </c:pt>
                <c:pt idx="1310">
                  <c:v>51.07027215</c:v>
                </c:pt>
                <c:pt idx="1311">
                  <c:v>51.07003939</c:v>
                </c:pt>
                <c:pt idx="1312">
                  <c:v>51.06985318</c:v>
                </c:pt>
                <c:pt idx="1313">
                  <c:v>51.06966698</c:v>
                </c:pt>
                <c:pt idx="1314">
                  <c:v>51.06938766</c:v>
                </c:pt>
                <c:pt idx="1315">
                  <c:v>51.06916809</c:v>
                </c:pt>
                <c:pt idx="1316">
                  <c:v>51.06887559</c:v>
                </c:pt>
                <c:pt idx="1317">
                  <c:v>51.06859627</c:v>
                </c:pt>
                <c:pt idx="1318">
                  <c:v>51.06827041</c:v>
                </c:pt>
                <c:pt idx="1319">
                  <c:v>51.06803765</c:v>
                </c:pt>
                <c:pt idx="1320">
                  <c:v>51.06757212</c:v>
                </c:pt>
                <c:pt idx="1321">
                  <c:v>51.06738281</c:v>
                </c:pt>
                <c:pt idx="1322">
                  <c:v>51.06696695</c:v>
                </c:pt>
                <c:pt idx="1323">
                  <c:v>51.06660461</c:v>
                </c:pt>
                <c:pt idx="1324">
                  <c:v>51.06608245</c:v>
                </c:pt>
                <c:pt idx="1325">
                  <c:v>51.06584969</c:v>
                </c:pt>
                <c:pt idx="1326">
                  <c:v>51.06541443</c:v>
                </c:pt>
                <c:pt idx="1327">
                  <c:v>51.06500244</c:v>
                </c:pt>
                <c:pt idx="1328">
                  <c:v>51.06454468</c:v>
                </c:pt>
                <c:pt idx="1329">
                  <c:v>51.06408691</c:v>
                </c:pt>
                <c:pt idx="1330">
                  <c:v>51.06358337</c:v>
                </c:pt>
                <c:pt idx="1331">
                  <c:v>51.06314966</c:v>
                </c:pt>
                <c:pt idx="1332">
                  <c:v>51.06257629</c:v>
                </c:pt>
                <c:pt idx="1333">
                  <c:v>51.06207275</c:v>
                </c:pt>
                <c:pt idx="1334">
                  <c:v>51.06156689</c:v>
                </c:pt>
                <c:pt idx="1335">
                  <c:v>51.06105481</c:v>
                </c:pt>
                <c:pt idx="1336">
                  <c:v>51.06056213</c:v>
                </c:pt>
                <c:pt idx="1337">
                  <c:v>51.06007721</c:v>
                </c:pt>
                <c:pt idx="1338">
                  <c:v>51.0594635</c:v>
                </c:pt>
                <c:pt idx="1339">
                  <c:v>51.05891418</c:v>
                </c:pt>
                <c:pt idx="1340">
                  <c:v>51.05835478</c:v>
                </c:pt>
                <c:pt idx="1341">
                  <c:v>51.05798236</c:v>
                </c:pt>
                <c:pt idx="1342">
                  <c:v>51.05742374</c:v>
                </c:pt>
                <c:pt idx="1343">
                  <c:v>51.05685425</c:v>
                </c:pt>
                <c:pt idx="1344">
                  <c:v>51.05625916</c:v>
                </c:pt>
                <c:pt idx="1345">
                  <c:v>51.05579441</c:v>
                </c:pt>
                <c:pt idx="1346">
                  <c:v>51.05523578</c:v>
                </c:pt>
                <c:pt idx="1347">
                  <c:v>51.05470276</c:v>
                </c:pt>
                <c:pt idx="1348">
                  <c:v>51.05419922</c:v>
                </c:pt>
                <c:pt idx="1349">
                  <c:v>51.05360645</c:v>
                </c:pt>
                <c:pt idx="1350">
                  <c:v>51.05305481</c:v>
                </c:pt>
                <c:pt idx="1351">
                  <c:v>51.0525823</c:v>
                </c:pt>
                <c:pt idx="1352">
                  <c:v>51.05207023</c:v>
                </c:pt>
                <c:pt idx="1353">
                  <c:v>51.05154419</c:v>
                </c:pt>
                <c:pt idx="1354">
                  <c:v>51.05099487</c:v>
                </c:pt>
                <c:pt idx="1355">
                  <c:v>51.05048745</c:v>
                </c:pt>
                <c:pt idx="1356">
                  <c:v>51.04992883</c:v>
                </c:pt>
                <c:pt idx="1357">
                  <c:v>51.04948425</c:v>
                </c:pt>
                <c:pt idx="1358">
                  <c:v>51.04893494</c:v>
                </c:pt>
                <c:pt idx="1359">
                  <c:v>51.04833984</c:v>
                </c:pt>
                <c:pt idx="1360">
                  <c:v>51.04778742</c:v>
                </c:pt>
                <c:pt idx="1361">
                  <c:v>51.04736845</c:v>
                </c:pt>
                <c:pt idx="1362">
                  <c:v>51.04676327</c:v>
                </c:pt>
                <c:pt idx="1363">
                  <c:v>51.0462512</c:v>
                </c:pt>
                <c:pt idx="1364">
                  <c:v>51.04577637</c:v>
                </c:pt>
                <c:pt idx="1365">
                  <c:v>51.04522705</c:v>
                </c:pt>
                <c:pt idx="1366">
                  <c:v>51.04467773</c:v>
                </c:pt>
                <c:pt idx="1367">
                  <c:v>51.04412842</c:v>
                </c:pt>
                <c:pt idx="1368">
                  <c:v>51.04359772</c:v>
                </c:pt>
                <c:pt idx="1369">
                  <c:v>51.04312134</c:v>
                </c:pt>
                <c:pt idx="1370">
                  <c:v>51.04248047</c:v>
                </c:pt>
                <c:pt idx="1371">
                  <c:v>51.04202271</c:v>
                </c:pt>
                <c:pt idx="1372">
                  <c:v>51.04151917</c:v>
                </c:pt>
                <c:pt idx="1373">
                  <c:v>51.04092407</c:v>
                </c:pt>
                <c:pt idx="1374">
                  <c:v>51.04037476</c:v>
                </c:pt>
                <c:pt idx="1375">
                  <c:v>51.0399201</c:v>
                </c:pt>
                <c:pt idx="1376">
                  <c:v>51.03931492</c:v>
                </c:pt>
                <c:pt idx="1377">
                  <c:v>51.03880284</c:v>
                </c:pt>
                <c:pt idx="1378">
                  <c:v>51.03826904</c:v>
                </c:pt>
                <c:pt idx="1379">
                  <c:v>51.03768559</c:v>
                </c:pt>
                <c:pt idx="1380">
                  <c:v>51.03717351</c:v>
                </c:pt>
                <c:pt idx="1381">
                  <c:v>51.03656833</c:v>
                </c:pt>
                <c:pt idx="1382">
                  <c:v>51.03611755</c:v>
                </c:pt>
                <c:pt idx="1383">
                  <c:v>51.03556824</c:v>
                </c:pt>
                <c:pt idx="1384">
                  <c:v>51.03503211</c:v>
                </c:pt>
                <c:pt idx="1385">
                  <c:v>51.03461314</c:v>
                </c:pt>
                <c:pt idx="1386">
                  <c:v>51.03414917</c:v>
                </c:pt>
                <c:pt idx="1387">
                  <c:v>51.03355408</c:v>
                </c:pt>
                <c:pt idx="1388">
                  <c:v>51.03298381</c:v>
                </c:pt>
                <c:pt idx="1389">
                  <c:v>51.03247174</c:v>
                </c:pt>
                <c:pt idx="1390">
                  <c:v>51.03181458</c:v>
                </c:pt>
                <c:pt idx="1391">
                  <c:v>51.03135448</c:v>
                </c:pt>
                <c:pt idx="1392">
                  <c:v>51.03093551</c:v>
                </c:pt>
                <c:pt idx="1393">
                  <c:v>51.03046999</c:v>
                </c:pt>
                <c:pt idx="1394">
                  <c:v>51.02991136</c:v>
                </c:pt>
                <c:pt idx="1395">
                  <c:v>51.02929688</c:v>
                </c:pt>
                <c:pt idx="1396">
                  <c:v>51.02884066</c:v>
                </c:pt>
                <c:pt idx="1397">
                  <c:v>51.02833557</c:v>
                </c:pt>
                <c:pt idx="1398">
                  <c:v>51.02764893</c:v>
                </c:pt>
                <c:pt idx="1399">
                  <c:v>51.02716478</c:v>
                </c:pt>
                <c:pt idx="1400">
                  <c:v>51.02668762</c:v>
                </c:pt>
                <c:pt idx="1401">
                  <c:v>51.02600098</c:v>
                </c:pt>
                <c:pt idx="1402">
                  <c:v>51.02568054</c:v>
                </c:pt>
                <c:pt idx="1403">
                  <c:v>51.02494812</c:v>
                </c:pt>
                <c:pt idx="1404">
                  <c:v>51.02446475</c:v>
                </c:pt>
                <c:pt idx="1405">
                  <c:v>51.02390613</c:v>
                </c:pt>
                <c:pt idx="1406">
                  <c:v>51.02358026</c:v>
                </c:pt>
                <c:pt idx="1407">
                  <c:v>51.02283542</c:v>
                </c:pt>
                <c:pt idx="1408">
                  <c:v>51.02252197</c:v>
                </c:pt>
                <c:pt idx="1409">
                  <c:v>51.02197266</c:v>
                </c:pt>
                <c:pt idx="1410">
                  <c:v>51.02124023</c:v>
                </c:pt>
                <c:pt idx="1411">
                  <c:v>51.02064514</c:v>
                </c:pt>
                <c:pt idx="1412">
                  <c:v>51.02036816</c:v>
                </c:pt>
                <c:pt idx="1413">
                  <c:v>51.01985608</c:v>
                </c:pt>
                <c:pt idx="1414">
                  <c:v>51.01906469</c:v>
                </c:pt>
                <c:pt idx="1415">
                  <c:v>51.01850607</c:v>
                </c:pt>
                <c:pt idx="1416">
                  <c:v>51.01803589</c:v>
                </c:pt>
                <c:pt idx="1417">
                  <c:v>51.01752847</c:v>
                </c:pt>
                <c:pt idx="1418">
                  <c:v>51.01696984</c:v>
                </c:pt>
                <c:pt idx="1419">
                  <c:v>51.01647949</c:v>
                </c:pt>
                <c:pt idx="1420">
                  <c:v>51.01599225</c:v>
                </c:pt>
                <c:pt idx="1421">
                  <c:v>51.01547241</c:v>
                </c:pt>
                <c:pt idx="1422">
                  <c:v>51.01501465</c:v>
                </c:pt>
                <c:pt idx="1423">
                  <c:v>51.01446533</c:v>
                </c:pt>
                <c:pt idx="1424">
                  <c:v>51.01368713</c:v>
                </c:pt>
                <c:pt idx="1425">
                  <c:v>51.01322937</c:v>
                </c:pt>
                <c:pt idx="1426">
                  <c:v>51.01278014</c:v>
                </c:pt>
                <c:pt idx="1427">
                  <c:v>51.01222151</c:v>
                </c:pt>
                <c:pt idx="1428">
                  <c:v>51.01167297</c:v>
                </c:pt>
                <c:pt idx="1429">
                  <c:v>51.0110321</c:v>
                </c:pt>
                <c:pt idx="1430">
                  <c:v>51.01075745</c:v>
                </c:pt>
                <c:pt idx="1431">
                  <c:v>51.0098877</c:v>
                </c:pt>
                <c:pt idx="1432">
                  <c:v>51.00942838</c:v>
                </c:pt>
                <c:pt idx="1433">
                  <c:v>51.00905596</c:v>
                </c:pt>
                <c:pt idx="1434">
                  <c:v>51.0083313</c:v>
                </c:pt>
                <c:pt idx="1435">
                  <c:v>51.00778198</c:v>
                </c:pt>
                <c:pt idx="1436">
                  <c:v>51.00741577</c:v>
                </c:pt>
                <c:pt idx="1437">
                  <c:v>51.00686646</c:v>
                </c:pt>
                <c:pt idx="1438">
                  <c:v>51.00636292</c:v>
                </c:pt>
                <c:pt idx="1439">
                  <c:v>51.00576782</c:v>
                </c:pt>
                <c:pt idx="1440">
                  <c:v>51.00531006</c:v>
                </c:pt>
                <c:pt idx="1441">
                  <c:v>51.00457764</c:v>
                </c:pt>
                <c:pt idx="1442">
                  <c:v>51.00421453</c:v>
                </c:pt>
                <c:pt idx="1443">
                  <c:v>51.00361633</c:v>
                </c:pt>
                <c:pt idx="1444">
                  <c:v>51.00309728</c:v>
                </c:pt>
                <c:pt idx="1445">
                  <c:v>51.00238037</c:v>
                </c:pt>
                <c:pt idx="1446">
                  <c:v>51.00188692</c:v>
                </c:pt>
                <c:pt idx="1447">
                  <c:v>51.00137329</c:v>
                </c:pt>
                <c:pt idx="1448">
                  <c:v>51.00086277</c:v>
                </c:pt>
                <c:pt idx="1449">
                  <c:v>51.00027466</c:v>
                </c:pt>
                <c:pt idx="1450">
                  <c:v>50.99967957</c:v>
                </c:pt>
                <c:pt idx="1451">
                  <c:v>50.99913025</c:v>
                </c:pt>
                <c:pt idx="1452">
                  <c:v>50.99880981</c:v>
                </c:pt>
                <c:pt idx="1453">
                  <c:v>50.99816274</c:v>
                </c:pt>
                <c:pt idx="1454">
                  <c:v>50.99760411</c:v>
                </c:pt>
                <c:pt idx="1455">
                  <c:v>50.99711609</c:v>
                </c:pt>
                <c:pt idx="1456">
                  <c:v>50.99657996</c:v>
                </c:pt>
                <c:pt idx="1457">
                  <c:v>50.99606323</c:v>
                </c:pt>
                <c:pt idx="1458">
                  <c:v>50.99546271</c:v>
                </c:pt>
                <c:pt idx="1459">
                  <c:v>50.99482727</c:v>
                </c:pt>
                <c:pt idx="1460">
                  <c:v>50.99436951</c:v>
                </c:pt>
                <c:pt idx="1461">
                  <c:v>50.99382019</c:v>
                </c:pt>
                <c:pt idx="1462">
                  <c:v>50.99331665</c:v>
                </c:pt>
                <c:pt idx="1463">
                  <c:v>50.99252992</c:v>
                </c:pt>
                <c:pt idx="1464">
                  <c:v>50.99226379</c:v>
                </c:pt>
                <c:pt idx="1465">
                  <c:v>50.99150577</c:v>
                </c:pt>
                <c:pt idx="1466">
                  <c:v>50.99094714</c:v>
                </c:pt>
                <c:pt idx="1467">
                  <c:v>50.99047852</c:v>
                </c:pt>
                <c:pt idx="1468">
                  <c:v>50.98983765</c:v>
                </c:pt>
                <c:pt idx="1469">
                  <c:v>50.98936437</c:v>
                </c:pt>
                <c:pt idx="1470">
                  <c:v>50.98880574</c:v>
                </c:pt>
                <c:pt idx="1471">
                  <c:v>50.98834022</c:v>
                </c:pt>
                <c:pt idx="1472">
                  <c:v>50.98768848</c:v>
                </c:pt>
                <c:pt idx="1473">
                  <c:v>50.9874115</c:v>
                </c:pt>
                <c:pt idx="1474">
                  <c:v>50.98675744</c:v>
                </c:pt>
                <c:pt idx="1475">
                  <c:v>50.98619881</c:v>
                </c:pt>
                <c:pt idx="1476">
                  <c:v>50.98571777</c:v>
                </c:pt>
                <c:pt idx="1477">
                  <c:v>50.98503501</c:v>
                </c:pt>
                <c:pt idx="1478">
                  <c:v>50.98457336</c:v>
                </c:pt>
                <c:pt idx="1479">
                  <c:v>50.98396431</c:v>
                </c:pt>
                <c:pt idx="1480">
                  <c:v>50.98338318</c:v>
                </c:pt>
                <c:pt idx="1481">
                  <c:v>50.98287964</c:v>
                </c:pt>
                <c:pt idx="1482">
                  <c:v>50.98238153</c:v>
                </c:pt>
                <c:pt idx="1483">
                  <c:v>50.98182678</c:v>
                </c:pt>
                <c:pt idx="1484">
                  <c:v>50.98131083</c:v>
                </c:pt>
                <c:pt idx="1485">
                  <c:v>50.98056599</c:v>
                </c:pt>
                <c:pt idx="1486">
                  <c:v>50.97996081</c:v>
                </c:pt>
                <c:pt idx="1487">
                  <c:v>50.97972805</c:v>
                </c:pt>
                <c:pt idx="1488">
                  <c:v>50.97898865</c:v>
                </c:pt>
                <c:pt idx="1489">
                  <c:v>50.97851769</c:v>
                </c:pt>
                <c:pt idx="1490">
                  <c:v>50.97795907</c:v>
                </c:pt>
                <c:pt idx="1491">
                  <c:v>50.97743225</c:v>
                </c:pt>
                <c:pt idx="1492">
                  <c:v>50.97688293</c:v>
                </c:pt>
                <c:pt idx="1493">
                  <c:v>50.97633362</c:v>
                </c:pt>
                <c:pt idx="1494">
                  <c:v>50.97583008</c:v>
                </c:pt>
                <c:pt idx="1495">
                  <c:v>50.97511938</c:v>
                </c:pt>
                <c:pt idx="1496">
                  <c:v>50.97463989</c:v>
                </c:pt>
                <c:pt idx="1497">
                  <c:v>50.9740448</c:v>
                </c:pt>
                <c:pt idx="1498">
                  <c:v>50.97358316</c:v>
                </c:pt>
                <c:pt idx="1499">
                  <c:v>50.97299194</c:v>
                </c:pt>
                <c:pt idx="1500">
                  <c:v>50.97265211</c:v>
                </c:pt>
                <c:pt idx="1501">
                  <c:v>50.97209349</c:v>
                </c:pt>
                <c:pt idx="1502">
                  <c:v>50.9715271</c:v>
                </c:pt>
                <c:pt idx="1503">
                  <c:v>50.97093201</c:v>
                </c:pt>
                <c:pt idx="1504">
                  <c:v>50.9704176</c:v>
                </c:pt>
                <c:pt idx="1505">
                  <c:v>50.96983337</c:v>
                </c:pt>
                <c:pt idx="1506">
                  <c:v>50.96932983</c:v>
                </c:pt>
                <c:pt idx="1507">
                  <c:v>50.96878052</c:v>
                </c:pt>
                <c:pt idx="1508">
                  <c:v>50.9681831</c:v>
                </c:pt>
                <c:pt idx="1509">
                  <c:v>50.96763611</c:v>
                </c:pt>
                <c:pt idx="1510">
                  <c:v>50.96715895</c:v>
                </c:pt>
                <c:pt idx="1511">
                  <c:v>50.96660032</c:v>
                </c:pt>
                <c:pt idx="1512">
                  <c:v>50.96598816</c:v>
                </c:pt>
                <c:pt idx="1513">
                  <c:v>50.9655304</c:v>
                </c:pt>
                <c:pt idx="1514">
                  <c:v>50.96487789</c:v>
                </c:pt>
                <c:pt idx="1515">
                  <c:v>50.96429443</c:v>
                </c:pt>
                <c:pt idx="1516">
                  <c:v>50.96380719</c:v>
                </c:pt>
                <c:pt idx="1517">
                  <c:v>50.96328735</c:v>
                </c:pt>
                <c:pt idx="1518">
                  <c:v>50.96282959</c:v>
                </c:pt>
                <c:pt idx="1519">
                  <c:v>50.96232605</c:v>
                </c:pt>
                <c:pt idx="1520">
                  <c:v>50.96175889</c:v>
                </c:pt>
                <c:pt idx="1521">
                  <c:v>50.96118164</c:v>
                </c:pt>
                <c:pt idx="1522">
                  <c:v>50.96063232</c:v>
                </c:pt>
                <c:pt idx="1523">
                  <c:v>50.96003723</c:v>
                </c:pt>
                <c:pt idx="1524">
                  <c:v>50.95953369</c:v>
                </c:pt>
                <c:pt idx="1525">
                  <c:v>50.95887265</c:v>
                </c:pt>
                <c:pt idx="1526">
                  <c:v>50.95861816</c:v>
                </c:pt>
                <c:pt idx="1527">
                  <c:v>50.95806885</c:v>
                </c:pt>
                <c:pt idx="1528">
                  <c:v>50.95752263</c:v>
                </c:pt>
                <c:pt idx="1529">
                  <c:v>50.95696401</c:v>
                </c:pt>
                <c:pt idx="1530">
                  <c:v>50.95637512</c:v>
                </c:pt>
                <c:pt idx="1531">
                  <c:v>50.95578003</c:v>
                </c:pt>
                <c:pt idx="1532">
                  <c:v>50.95519502</c:v>
                </c:pt>
                <c:pt idx="1533">
                  <c:v>50.95472717</c:v>
                </c:pt>
                <c:pt idx="1534">
                  <c:v>50.95413208</c:v>
                </c:pt>
                <c:pt idx="1535">
                  <c:v>50.95361225</c:v>
                </c:pt>
                <c:pt idx="1536">
                  <c:v>50.95310017</c:v>
                </c:pt>
                <c:pt idx="1537">
                  <c:v>50.95252991</c:v>
                </c:pt>
                <c:pt idx="1538">
                  <c:v>50.95202947</c:v>
                </c:pt>
                <c:pt idx="1539">
                  <c:v>50.95133972</c:v>
                </c:pt>
                <c:pt idx="1540">
                  <c:v>50.95079041</c:v>
                </c:pt>
                <c:pt idx="1541">
                  <c:v>50.95044669</c:v>
                </c:pt>
                <c:pt idx="1542">
                  <c:v>50.94987488</c:v>
                </c:pt>
                <c:pt idx="1543">
                  <c:v>50.94941711</c:v>
                </c:pt>
                <c:pt idx="1544">
                  <c:v>50.94881737</c:v>
                </c:pt>
                <c:pt idx="1545">
                  <c:v>50.94797943</c:v>
                </c:pt>
                <c:pt idx="1546">
                  <c:v>50.94746735</c:v>
                </c:pt>
                <c:pt idx="1547">
                  <c:v>50.94717407</c:v>
                </c:pt>
                <c:pt idx="1548">
                  <c:v>50.94653631</c:v>
                </c:pt>
                <c:pt idx="1549">
                  <c:v>50.94597768</c:v>
                </c:pt>
                <c:pt idx="1550">
                  <c:v>50.94541905</c:v>
                </c:pt>
                <c:pt idx="1551">
                  <c:v>50.94486043</c:v>
                </c:pt>
                <c:pt idx="1552">
                  <c:v>50.94433594</c:v>
                </c:pt>
                <c:pt idx="1553">
                  <c:v>50.94378662</c:v>
                </c:pt>
                <c:pt idx="1554">
                  <c:v>50.94327765</c:v>
                </c:pt>
                <c:pt idx="1555">
                  <c:v>50.94268799</c:v>
                </c:pt>
                <c:pt idx="1556">
                  <c:v>50.94206729</c:v>
                </c:pt>
                <c:pt idx="1557">
                  <c:v>50.94154358</c:v>
                </c:pt>
                <c:pt idx="1558">
                  <c:v>50.94104314</c:v>
                </c:pt>
                <c:pt idx="1559">
                  <c:v>50.94049072</c:v>
                </c:pt>
                <c:pt idx="1560">
                  <c:v>50.93994141</c:v>
                </c:pt>
                <c:pt idx="1561">
                  <c:v>50.93936726</c:v>
                </c:pt>
                <c:pt idx="1562">
                  <c:v>50.93884277</c:v>
                </c:pt>
                <c:pt idx="1563">
                  <c:v>50.93847656</c:v>
                </c:pt>
                <c:pt idx="1564">
                  <c:v>50.93792725</c:v>
                </c:pt>
                <c:pt idx="1565">
                  <c:v>50.93733215</c:v>
                </c:pt>
                <c:pt idx="1566">
                  <c:v>50.93685344</c:v>
                </c:pt>
                <c:pt idx="1567">
                  <c:v>50.93614197</c:v>
                </c:pt>
                <c:pt idx="1568">
                  <c:v>50.93559653</c:v>
                </c:pt>
                <c:pt idx="1569">
                  <c:v>50.9350379</c:v>
                </c:pt>
                <c:pt idx="1570">
                  <c:v>50.93444824</c:v>
                </c:pt>
                <c:pt idx="1571">
                  <c:v>50.9339447</c:v>
                </c:pt>
                <c:pt idx="1572">
                  <c:v>50.93339539</c:v>
                </c:pt>
                <c:pt idx="1573">
                  <c:v>50.93284607</c:v>
                </c:pt>
                <c:pt idx="1574">
                  <c:v>50.93225098</c:v>
                </c:pt>
                <c:pt idx="1575">
                  <c:v>50.93170166</c:v>
                </c:pt>
                <c:pt idx="1576">
                  <c:v>50.93115234</c:v>
                </c:pt>
                <c:pt idx="1577">
                  <c:v>50.93055725</c:v>
                </c:pt>
                <c:pt idx="1578">
                  <c:v>50.93032837</c:v>
                </c:pt>
                <c:pt idx="1579">
                  <c:v>50.92949819</c:v>
                </c:pt>
                <c:pt idx="1580">
                  <c:v>50.92895508</c:v>
                </c:pt>
                <c:pt idx="1581">
                  <c:v>50.92840576</c:v>
                </c:pt>
                <c:pt idx="1582">
                  <c:v>50.92791541</c:v>
                </c:pt>
                <c:pt idx="1583">
                  <c:v>50.92730713</c:v>
                </c:pt>
                <c:pt idx="1584">
                  <c:v>50.92619298</c:v>
                </c:pt>
                <c:pt idx="1585">
                  <c:v>50.92570496</c:v>
                </c:pt>
                <c:pt idx="1586">
                  <c:v>50.92516883</c:v>
                </c:pt>
                <c:pt idx="1587">
                  <c:v>50.9246102</c:v>
                </c:pt>
                <c:pt idx="1588">
                  <c:v>50.92414856</c:v>
                </c:pt>
                <c:pt idx="1589">
                  <c:v>50.92349295</c:v>
                </c:pt>
                <c:pt idx="1590">
                  <c:v>50.92300415</c:v>
                </c:pt>
                <c:pt idx="1591">
                  <c:v>50.92245483</c:v>
                </c:pt>
                <c:pt idx="1592">
                  <c:v>50.92204285</c:v>
                </c:pt>
                <c:pt idx="1593">
                  <c:v>50.92144465</c:v>
                </c:pt>
                <c:pt idx="1594">
                  <c:v>50.92085266</c:v>
                </c:pt>
                <c:pt idx="1595">
                  <c:v>50.92025757</c:v>
                </c:pt>
                <c:pt idx="1596">
                  <c:v>50.91976877</c:v>
                </c:pt>
                <c:pt idx="1597">
                  <c:v>50.91925049</c:v>
                </c:pt>
                <c:pt idx="1598">
                  <c:v>50.9186554</c:v>
                </c:pt>
                <c:pt idx="1599">
                  <c:v>50.91804634</c:v>
                </c:pt>
                <c:pt idx="1600">
                  <c:v>50.91748771</c:v>
                </c:pt>
                <c:pt idx="1601">
                  <c:v>50.91692908</c:v>
                </c:pt>
                <c:pt idx="1602">
                  <c:v>50.91637046</c:v>
                </c:pt>
                <c:pt idx="1603">
                  <c:v>50.91576528</c:v>
                </c:pt>
                <c:pt idx="1604">
                  <c:v>50.91549683</c:v>
                </c:pt>
                <c:pt idx="1605">
                  <c:v>50.91494751</c:v>
                </c:pt>
                <c:pt idx="1606">
                  <c:v>50.91435242</c:v>
                </c:pt>
                <c:pt idx="1607">
                  <c:v>50.9138031</c:v>
                </c:pt>
                <c:pt idx="1608">
                  <c:v>50.91329801</c:v>
                </c:pt>
                <c:pt idx="1609">
                  <c:v>50.91265869</c:v>
                </c:pt>
                <c:pt idx="1610">
                  <c:v>50.9120411</c:v>
                </c:pt>
                <c:pt idx="1611">
                  <c:v>50.91162213</c:v>
                </c:pt>
                <c:pt idx="1612">
                  <c:v>50.91101695</c:v>
                </c:pt>
                <c:pt idx="1613">
                  <c:v>50.91055298</c:v>
                </c:pt>
                <c:pt idx="1614">
                  <c:v>50.91003935</c:v>
                </c:pt>
                <c:pt idx="1615">
                  <c:v>50.90943417</c:v>
                </c:pt>
                <c:pt idx="1616">
                  <c:v>50.9089221</c:v>
                </c:pt>
                <c:pt idx="1617">
                  <c:v>50.90817261</c:v>
                </c:pt>
                <c:pt idx="1618">
                  <c:v>50.90766519</c:v>
                </c:pt>
                <c:pt idx="1619">
                  <c:v>50.90710656</c:v>
                </c:pt>
                <c:pt idx="1620">
                  <c:v>50.90661621</c:v>
                </c:pt>
                <c:pt idx="1621">
                  <c:v>50.90608241</c:v>
                </c:pt>
                <c:pt idx="1622">
                  <c:v>50.90552379</c:v>
                </c:pt>
                <c:pt idx="1623">
                  <c:v>50.90501404</c:v>
                </c:pt>
                <c:pt idx="1624">
                  <c:v>50.90440653</c:v>
                </c:pt>
                <c:pt idx="1625">
                  <c:v>50.90380135</c:v>
                </c:pt>
                <c:pt idx="1626">
                  <c:v>50.90338238</c:v>
                </c:pt>
                <c:pt idx="1627">
                  <c:v>50.90281677</c:v>
                </c:pt>
                <c:pt idx="1628">
                  <c:v>50.90226746</c:v>
                </c:pt>
                <c:pt idx="1629">
                  <c:v>50.90171814</c:v>
                </c:pt>
                <c:pt idx="1630">
                  <c:v>50.90112305</c:v>
                </c:pt>
                <c:pt idx="1631">
                  <c:v>50.90058925</c:v>
                </c:pt>
                <c:pt idx="1632">
                  <c:v>50.90011597</c:v>
                </c:pt>
                <c:pt idx="1633">
                  <c:v>50.89933234</c:v>
                </c:pt>
                <c:pt idx="1634">
                  <c:v>50.89906311</c:v>
                </c:pt>
                <c:pt idx="1635">
                  <c:v>50.89828491</c:v>
                </c:pt>
                <c:pt idx="1636">
                  <c:v>50.89768982</c:v>
                </c:pt>
                <c:pt idx="1637">
                  <c:v>50.89736938</c:v>
                </c:pt>
                <c:pt idx="1638">
                  <c:v>50.89677196</c:v>
                </c:pt>
                <c:pt idx="1639">
                  <c:v>50.89622498</c:v>
                </c:pt>
                <c:pt idx="1640">
                  <c:v>50.89553833</c:v>
                </c:pt>
                <c:pt idx="1641">
                  <c:v>50.89504953</c:v>
                </c:pt>
                <c:pt idx="1642">
                  <c:v>50.8944909</c:v>
                </c:pt>
                <c:pt idx="1643">
                  <c:v>50.89398193</c:v>
                </c:pt>
                <c:pt idx="1644">
                  <c:v>50.89338684</c:v>
                </c:pt>
                <c:pt idx="1645">
                  <c:v>50.89290813</c:v>
                </c:pt>
                <c:pt idx="1646">
                  <c:v>50.89237976</c:v>
                </c:pt>
                <c:pt idx="1647">
                  <c:v>50.89174432</c:v>
                </c:pt>
                <c:pt idx="1648">
                  <c:v>50.8911857</c:v>
                </c:pt>
                <c:pt idx="1649">
                  <c:v>50.89076673</c:v>
                </c:pt>
                <c:pt idx="1650">
                  <c:v>50.88995361</c:v>
                </c:pt>
                <c:pt idx="1651">
                  <c:v>50.88963318</c:v>
                </c:pt>
                <c:pt idx="1652">
                  <c:v>50.88908386</c:v>
                </c:pt>
                <c:pt idx="1653">
                  <c:v>50.88853455</c:v>
                </c:pt>
                <c:pt idx="1654">
                  <c:v>50.88789368</c:v>
                </c:pt>
                <c:pt idx="1655">
                  <c:v>50.88741496</c:v>
                </c:pt>
                <c:pt idx="1656">
                  <c:v>50.8868866</c:v>
                </c:pt>
                <c:pt idx="1657">
                  <c:v>50.8862915</c:v>
                </c:pt>
                <c:pt idx="1658">
                  <c:v>50.88583374</c:v>
                </c:pt>
                <c:pt idx="1659">
                  <c:v>50.88514709</c:v>
                </c:pt>
                <c:pt idx="1660">
                  <c:v>50.884552</c:v>
                </c:pt>
                <c:pt idx="1661">
                  <c:v>50.88383044</c:v>
                </c:pt>
                <c:pt idx="1662">
                  <c:v>50.88331604</c:v>
                </c:pt>
                <c:pt idx="1663">
                  <c:v>50.8828125</c:v>
                </c:pt>
                <c:pt idx="1664">
                  <c:v>50.88220111</c:v>
                </c:pt>
                <c:pt idx="1665">
                  <c:v>50.88171387</c:v>
                </c:pt>
                <c:pt idx="1666">
                  <c:v>50.88113041</c:v>
                </c:pt>
                <c:pt idx="1667">
                  <c:v>50.88061523</c:v>
                </c:pt>
                <c:pt idx="1668">
                  <c:v>50.88006592</c:v>
                </c:pt>
                <c:pt idx="1669">
                  <c:v>50.87940798</c:v>
                </c:pt>
                <c:pt idx="1670">
                  <c:v>50.87910461</c:v>
                </c:pt>
                <c:pt idx="1671">
                  <c:v>50.87832642</c:v>
                </c:pt>
                <c:pt idx="1672">
                  <c:v>50.87773132</c:v>
                </c:pt>
                <c:pt idx="1673">
                  <c:v>50.87713623</c:v>
                </c:pt>
                <c:pt idx="1674">
                  <c:v>50.87658691</c:v>
                </c:pt>
                <c:pt idx="1675">
                  <c:v>50.87605622</c:v>
                </c:pt>
                <c:pt idx="1676">
                  <c:v>50.8755907</c:v>
                </c:pt>
                <c:pt idx="1677">
                  <c:v>50.87503207</c:v>
                </c:pt>
                <c:pt idx="1678">
                  <c:v>50.8744812</c:v>
                </c:pt>
                <c:pt idx="1679">
                  <c:v>50.87396137</c:v>
                </c:pt>
                <c:pt idx="1680">
                  <c:v>50.87335619</c:v>
                </c:pt>
                <c:pt idx="1681">
                  <c:v>50.87283325</c:v>
                </c:pt>
                <c:pt idx="1682">
                  <c:v>50.87233204</c:v>
                </c:pt>
                <c:pt idx="1683">
                  <c:v>50.87172686</c:v>
                </c:pt>
                <c:pt idx="1684">
                  <c:v>50.87116823</c:v>
                </c:pt>
                <c:pt idx="1685">
                  <c:v>50.87063599</c:v>
                </c:pt>
                <c:pt idx="1686">
                  <c:v>50.87004089</c:v>
                </c:pt>
                <c:pt idx="1687">
                  <c:v>50.86949235</c:v>
                </c:pt>
                <c:pt idx="1688">
                  <c:v>50.86889648</c:v>
                </c:pt>
                <c:pt idx="1689">
                  <c:v>50.86825562</c:v>
                </c:pt>
                <c:pt idx="1690">
                  <c:v>50.86776992</c:v>
                </c:pt>
                <c:pt idx="1691">
                  <c:v>50.86711819</c:v>
                </c:pt>
                <c:pt idx="1692">
                  <c:v>50.86642456</c:v>
                </c:pt>
                <c:pt idx="1693">
                  <c:v>50.86614059</c:v>
                </c:pt>
                <c:pt idx="1694">
                  <c:v>50.86541748</c:v>
                </c:pt>
                <c:pt idx="1695">
                  <c:v>50.86493023</c:v>
                </c:pt>
                <c:pt idx="1696">
                  <c:v>50.86437161</c:v>
                </c:pt>
                <c:pt idx="1697">
                  <c:v>50.86362677</c:v>
                </c:pt>
                <c:pt idx="1698">
                  <c:v>50.86312866</c:v>
                </c:pt>
                <c:pt idx="1699">
                  <c:v>50.86253357</c:v>
                </c:pt>
                <c:pt idx="1700">
                  <c:v>50.86199744</c:v>
                </c:pt>
                <c:pt idx="1701">
                  <c:v>50.86143882</c:v>
                </c:pt>
                <c:pt idx="1702">
                  <c:v>50.86083364</c:v>
                </c:pt>
                <c:pt idx="1703">
                  <c:v>50.86022846</c:v>
                </c:pt>
                <c:pt idx="1704">
                  <c:v>50.85966983</c:v>
                </c:pt>
                <c:pt idx="1705">
                  <c:v>50.85914612</c:v>
                </c:pt>
                <c:pt idx="1706">
                  <c:v>50.85859913</c:v>
                </c:pt>
                <c:pt idx="1707">
                  <c:v>50.85809326</c:v>
                </c:pt>
                <c:pt idx="1708">
                  <c:v>50.8576355</c:v>
                </c:pt>
                <c:pt idx="1709">
                  <c:v>50.85676575</c:v>
                </c:pt>
                <c:pt idx="1710">
                  <c:v>50.85627152</c:v>
                </c:pt>
                <c:pt idx="1711">
                  <c:v>50.85571289</c:v>
                </c:pt>
                <c:pt idx="1712">
                  <c:v>50.85506116</c:v>
                </c:pt>
                <c:pt idx="1713">
                  <c:v>50.85459564</c:v>
                </c:pt>
                <c:pt idx="1714">
                  <c:v>50.85403701</c:v>
                </c:pt>
                <c:pt idx="1715">
                  <c:v>50.85352494</c:v>
                </c:pt>
                <c:pt idx="1716">
                  <c:v>50.8528732</c:v>
                </c:pt>
                <c:pt idx="1717">
                  <c:v>50.85237122</c:v>
                </c:pt>
                <c:pt idx="1718">
                  <c:v>50.85173035</c:v>
                </c:pt>
                <c:pt idx="1719">
                  <c:v>50.85118103</c:v>
                </c:pt>
                <c:pt idx="1720">
                  <c:v>50.85087146</c:v>
                </c:pt>
                <c:pt idx="1721">
                  <c:v>50.85021973</c:v>
                </c:pt>
                <c:pt idx="1722">
                  <c:v>50.84947489</c:v>
                </c:pt>
                <c:pt idx="1723">
                  <c:v>50.84916687</c:v>
                </c:pt>
                <c:pt idx="1724">
                  <c:v>50.84826453</c:v>
                </c:pt>
                <c:pt idx="1725">
                  <c:v>50.84797668</c:v>
                </c:pt>
                <c:pt idx="1726">
                  <c:v>50.84738004</c:v>
                </c:pt>
                <c:pt idx="1727">
                  <c:v>50.84655762</c:v>
                </c:pt>
                <c:pt idx="1728">
                  <c:v>50.84609985</c:v>
                </c:pt>
                <c:pt idx="1729">
                  <c:v>50.84545898</c:v>
                </c:pt>
                <c:pt idx="1730">
                  <c:v>50.84490967</c:v>
                </c:pt>
                <c:pt idx="1731">
                  <c:v>50.8444007</c:v>
                </c:pt>
                <c:pt idx="1732">
                  <c:v>50.84374897</c:v>
                </c:pt>
                <c:pt idx="1733">
                  <c:v>50.84326172</c:v>
                </c:pt>
                <c:pt idx="1734">
                  <c:v>50.84266663</c:v>
                </c:pt>
                <c:pt idx="1735">
                  <c:v>50.84211964</c:v>
                </c:pt>
                <c:pt idx="1736">
                  <c:v>50.84147644</c:v>
                </c:pt>
                <c:pt idx="1737">
                  <c:v>50.84092712</c:v>
                </c:pt>
                <c:pt idx="1738">
                  <c:v>50.84037781</c:v>
                </c:pt>
                <c:pt idx="1739">
                  <c:v>50.83979203</c:v>
                </c:pt>
                <c:pt idx="1740">
                  <c:v>50.83927917</c:v>
                </c:pt>
                <c:pt idx="1741">
                  <c:v>50.83872986</c:v>
                </c:pt>
                <c:pt idx="1742">
                  <c:v>50.8381627</c:v>
                </c:pt>
                <c:pt idx="1743">
                  <c:v>50.83760407</c:v>
                </c:pt>
                <c:pt idx="1744">
                  <c:v>50.83713855</c:v>
                </c:pt>
                <c:pt idx="1745">
                  <c:v>50.83653337</c:v>
                </c:pt>
                <c:pt idx="1746">
                  <c:v>50.83597474</c:v>
                </c:pt>
                <c:pt idx="1747">
                  <c:v>50.83541611</c:v>
                </c:pt>
                <c:pt idx="1748">
                  <c:v>50.83483887</c:v>
                </c:pt>
                <c:pt idx="1749">
                  <c:v>50.83428955</c:v>
                </c:pt>
                <c:pt idx="1750">
                  <c:v>50.83383179</c:v>
                </c:pt>
                <c:pt idx="1751">
                  <c:v>50.83313506</c:v>
                </c:pt>
                <c:pt idx="1752">
                  <c:v>50.83257643</c:v>
                </c:pt>
                <c:pt idx="1753">
                  <c:v>50.8320178</c:v>
                </c:pt>
                <c:pt idx="1754">
                  <c:v>50.83141262</c:v>
                </c:pt>
                <c:pt idx="1755">
                  <c:v>50.8309471</c:v>
                </c:pt>
                <c:pt idx="1756">
                  <c:v>50.83038847</c:v>
                </c:pt>
                <c:pt idx="1757">
                  <c:v>50.82980347</c:v>
                </c:pt>
                <c:pt idx="1758">
                  <c:v>50.82925415</c:v>
                </c:pt>
                <c:pt idx="1759">
                  <c:v>50.82852638</c:v>
                </c:pt>
                <c:pt idx="1760">
                  <c:v>50.82810741</c:v>
                </c:pt>
                <c:pt idx="1761">
                  <c:v>50.82746887</c:v>
                </c:pt>
                <c:pt idx="1762">
                  <c:v>50.82691956</c:v>
                </c:pt>
                <c:pt idx="1763">
                  <c:v>50.82627869</c:v>
                </c:pt>
                <c:pt idx="1764">
                  <c:v>50.82564014</c:v>
                </c:pt>
                <c:pt idx="1765">
                  <c:v>50.82522117</c:v>
                </c:pt>
                <c:pt idx="1766">
                  <c:v>50.82449341</c:v>
                </c:pt>
                <c:pt idx="1767">
                  <c:v>50.82394409</c:v>
                </c:pt>
                <c:pt idx="1768">
                  <c:v>50.82340564</c:v>
                </c:pt>
                <c:pt idx="1769">
                  <c:v>50.82280046</c:v>
                </c:pt>
                <c:pt idx="1770">
                  <c:v>50.82224183</c:v>
                </c:pt>
                <c:pt idx="1771">
                  <c:v>50.82163665</c:v>
                </c:pt>
                <c:pt idx="1772">
                  <c:v>50.82115173</c:v>
                </c:pt>
                <c:pt idx="1773">
                  <c:v>50.82056595</c:v>
                </c:pt>
                <c:pt idx="1774">
                  <c:v>50.82000732</c:v>
                </c:pt>
                <c:pt idx="1775">
                  <c:v>50.8195418</c:v>
                </c:pt>
                <c:pt idx="1776">
                  <c:v>50.81895447</c:v>
                </c:pt>
                <c:pt idx="1777">
                  <c:v>50.81840515</c:v>
                </c:pt>
                <c:pt idx="1778">
                  <c:v>50.81763316</c:v>
                </c:pt>
                <c:pt idx="1779">
                  <c:v>50.81707764</c:v>
                </c:pt>
                <c:pt idx="1780">
                  <c:v>50.81661987</c:v>
                </c:pt>
                <c:pt idx="1781">
                  <c:v>50.81602478</c:v>
                </c:pt>
                <c:pt idx="1782">
                  <c:v>50.8153521</c:v>
                </c:pt>
                <c:pt idx="1783">
                  <c:v>50.81488658</c:v>
                </c:pt>
                <c:pt idx="1784">
                  <c:v>50.8142395</c:v>
                </c:pt>
                <c:pt idx="1785">
                  <c:v>50.81372277</c:v>
                </c:pt>
                <c:pt idx="1786">
                  <c:v>50.8132107</c:v>
                </c:pt>
                <c:pt idx="1787">
                  <c:v>50.81265207</c:v>
                </c:pt>
                <c:pt idx="1788">
                  <c:v>50.81204689</c:v>
                </c:pt>
                <c:pt idx="1789">
                  <c:v>50.81144171</c:v>
                </c:pt>
                <c:pt idx="1790">
                  <c:v>50.81080627</c:v>
                </c:pt>
                <c:pt idx="1791">
                  <c:v>50.81027791</c:v>
                </c:pt>
                <c:pt idx="1792">
                  <c:v>50.80970764</c:v>
                </c:pt>
                <c:pt idx="1793">
                  <c:v>50.80906755</c:v>
                </c:pt>
                <c:pt idx="1794">
                  <c:v>50.80850892</c:v>
                </c:pt>
                <c:pt idx="1795">
                  <c:v>50.80792236</c:v>
                </c:pt>
                <c:pt idx="1796">
                  <c:v>50.80739167</c:v>
                </c:pt>
                <c:pt idx="1797">
                  <c:v>50.80683304</c:v>
                </c:pt>
                <c:pt idx="1798">
                  <c:v>50.80622864</c:v>
                </c:pt>
                <c:pt idx="1799">
                  <c:v>50.80567932</c:v>
                </c:pt>
                <c:pt idx="1800">
                  <c:v>50.8050175</c:v>
                </c:pt>
                <c:pt idx="1801">
                  <c:v>50.80441232</c:v>
                </c:pt>
                <c:pt idx="1802">
                  <c:v>50.80380715</c:v>
                </c:pt>
                <c:pt idx="1803">
                  <c:v>50.80329895</c:v>
                </c:pt>
                <c:pt idx="1804">
                  <c:v>50.80273644</c:v>
                </c:pt>
                <c:pt idx="1805">
                  <c:v>50.80220032</c:v>
                </c:pt>
                <c:pt idx="1806">
                  <c:v>50.80174255</c:v>
                </c:pt>
                <c:pt idx="1807">
                  <c:v>50.80115367</c:v>
                </c:pt>
                <c:pt idx="1808">
                  <c:v>50.80059504</c:v>
                </c:pt>
                <c:pt idx="1809">
                  <c:v>50.7997571</c:v>
                </c:pt>
                <c:pt idx="1810">
                  <c:v>50.79933813</c:v>
                </c:pt>
                <c:pt idx="1811">
                  <c:v>50.79881287</c:v>
                </c:pt>
                <c:pt idx="1812">
                  <c:v>50.79831398</c:v>
                </c:pt>
                <c:pt idx="1813">
                  <c:v>50.7973938</c:v>
                </c:pt>
                <c:pt idx="1814">
                  <c:v>50.79702759</c:v>
                </c:pt>
                <c:pt idx="1815">
                  <c:v>50.79626568</c:v>
                </c:pt>
                <c:pt idx="1816">
                  <c:v>50.79574585</c:v>
                </c:pt>
                <c:pt idx="1817">
                  <c:v>50.79510498</c:v>
                </c:pt>
                <c:pt idx="1818">
                  <c:v>50.7945898</c:v>
                </c:pt>
                <c:pt idx="1819">
                  <c:v>50.79396057</c:v>
                </c:pt>
                <c:pt idx="1820">
                  <c:v>50.79345703</c:v>
                </c:pt>
                <c:pt idx="1821">
                  <c:v>50.79286194</c:v>
                </c:pt>
                <c:pt idx="1822">
                  <c:v>50.79226685</c:v>
                </c:pt>
                <c:pt idx="1823">
                  <c:v>50.79175012</c:v>
                </c:pt>
                <c:pt idx="1824">
                  <c:v>50.79109838</c:v>
                </c:pt>
                <c:pt idx="1825">
                  <c:v>50.79048157</c:v>
                </c:pt>
                <c:pt idx="1826">
                  <c:v>50.79012079</c:v>
                </c:pt>
                <c:pt idx="1827">
                  <c:v>50.78956216</c:v>
                </c:pt>
                <c:pt idx="1828">
                  <c:v>50.78892517</c:v>
                </c:pt>
                <c:pt idx="1829">
                  <c:v>50.7883518</c:v>
                </c:pt>
                <c:pt idx="1830">
                  <c:v>50.78774662</c:v>
                </c:pt>
                <c:pt idx="1831">
                  <c:v>50.787188</c:v>
                </c:pt>
                <c:pt idx="1832">
                  <c:v>50.78659058</c:v>
                </c:pt>
                <c:pt idx="1833">
                  <c:v>50.78597764</c:v>
                </c:pt>
                <c:pt idx="1834">
                  <c:v>50.78530884</c:v>
                </c:pt>
                <c:pt idx="1835">
                  <c:v>50.78466797</c:v>
                </c:pt>
                <c:pt idx="1836">
                  <c:v>50.7841621</c:v>
                </c:pt>
                <c:pt idx="1837">
                  <c:v>50.78352356</c:v>
                </c:pt>
                <c:pt idx="1838">
                  <c:v>50.78295174</c:v>
                </c:pt>
                <c:pt idx="1839">
                  <c:v>50.78242493</c:v>
                </c:pt>
                <c:pt idx="1840">
                  <c:v>50.78178794</c:v>
                </c:pt>
                <c:pt idx="1841">
                  <c:v>50.78123474</c:v>
                </c:pt>
                <c:pt idx="1842">
                  <c:v>50.78067068</c:v>
                </c:pt>
                <c:pt idx="1843">
                  <c:v>50.78034482</c:v>
                </c:pt>
                <c:pt idx="1844">
                  <c:v>50.77963257</c:v>
                </c:pt>
                <c:pt idx="1845">
                  <c:v>50.77908325</c:v>
                </c:pt>
                <c:pt idx="1846">
                  <c:v>50.77852928</c:v>
                </c:pt>
                <c:pt idx="1847">
                  <c:v>50.77784729</c:v>
                </c:pt>
                <c:pt idx="1848">
                  <c:v>50.7772522</c:v>
                </c:pt>
                <c:pt idx="1849">
                  <c:v>50.77666719</c:v>
                </c:pt>
                <c:pt idx="1850">
                  <c:v>50.77606201</c:v>
                </c:pt>
                <c:pt idx="1851">
                  <c:v>50.77541028</c:v>
                </c:pt>
                <c:pt idx="1852">
                  <c:v>50.77494476</c:v>
                </c:pt>
                <c:pt idx="1853">
                  <c:v>50.77429303</c:v>
                </c:pt>
                <c:pt idx="1854">
                  <c:v>50.77377319</c:v>
                </c:pt>
                <c:pt idx="1855">
                  <c:v>50.77331543</c:v>
                </c:pt>
                <c:pt idx="1856">
                  <c:v>50.77267456</c:v>
                </c:pt>
                <c:pt idx="1857">
                  <c:v>50.77212524</c:v>
                </c:pt>
                <c:pt idx="1858">
                  <c:v>50.77145334</c:v>
                </c:pt>
                <c:pt idx="1859">
                  <c:v>50.77080161</c:v>
                </c:pt>
                <c:pt idx="1860">
                  <c:v>50.77024298</c:v>
                </c:pt>
                <c:pt idx="1861">
                  <c:v>50.76960754</c:v>
                </c:pt>
                <c:pt idx="1862">
                  <c:v>50.76903262</c:v>
                </c:pt>
                <c:pt idx="1863">
                  <c:v>50.76850891</c:v>
                </c:pt>
                <c:pt idx="1864">
                  <c:v>50.76791382</c:v>
                </c:pt>
                <c:pt idx="1865">
                  <c:v>50.76735674</c:v>
                </c:pt>
                <c:pt idx="1866">
                  <c:v>50.76675156</c:v>
                </c:pt>
                <c:pt idx="1867">
                  <c:v>50.76628604</c:v>
                </c:pt>
                <c:pt idx="1868">
                  <c:v>50.76557922</c:v>
                </c:pt>
                <c:pt idx="1869">
                  <c:v>50.76498258</c:v>
                </c:pt>
                <c:pt idx="1870">
                  <c:v>50.76451706</c:v>
                </c:pt>
                <c:pt idx="1871">
                  <c:v>50.76379395</c:v>
                </c:pt>
                <c:pt idx="1872">
                  <c:v>50.76316704</c:v>
                </c:pt>
                <c:pt idx="1873">
                  <c:v>50.76270152</c:v>
                </c:pt>
                <c:pt idx="1874">
                  <c:v>50.76204979</c:v>
                </c:pt>
                <c:pt idx="1875">
                  <c:v>50.76149116</c:v>
                </c:pt>
                <c:pt idx="1876">
                  <c:v>50.76088598</c:v>
                </c:pt>
                <c:pt idx="1877">
                  <c:v>50.76031494</c:v>
                </c:pt>
                <c:pt idx="1878">
                  <c:v>50.75971985</c:v>
                </c:pt>
                <c:pt idx="1879">
                  <c:v>50.7592101</c:v>
                </c:pt>
                <c:pt idx="1880">
                  <c:v>50.75869803</c:v>
                </c:pt>
                <c:pt idx="1881">
                  <c:v>50.7581394</c:v>
                </c:pt>
                <c:pt idx="1882">
                  <c:v>50.75743103</c:v>
                </c:pt>
                <c:pt idx="1883">
                  <c:v>50.75688249</c:v>
                </c:pt>
                <c:pt idx="1884">
                  <c:v>50.75632386</c:v>
                </c:pt>
                <c:pt idx="1885">
                  <c:v>50.75571868</c:v>
                </c:pt>
                <c:pt idx="1886">
                  <c:v>50.75520661</c:v>
                </c:pt>
                <c:pt idx="1887">
                  <c:v>50.7545929</c:v>
                </c:pt>
                <c:pt idx="1888">
                  <c:v>50.75399625</c:v>
                </c:pt>
                <c:pt idx="1889">
                  <c:v>50.75343762</c:v>
                </c:pt>
                <c:pt idx="1890">
                  <c:v>50.75283245</c:v>
                </c:pt>
                <c:pt idx="1891">
                  <c:v>50.75218071</c:v>
                </c:pt>
                <c:pt idx="1892">
                  <c:v>50.75162209</c:v>
                </c:pt>
                <c:pt idx="1893">
                  <c:v>50.75101691</c:v>
                </c:pt>
                <c:pt idx="1894">
                  <c:v>50.75050483</c:v>
                </c:pt>
                <c:pt idx="1895">
                  <c:v>50.74994621</c:v>
                </c:pt>
                <c:pt idx="1896">
                  <c:v>50.74928284</c:v>
                </c:pt>
                <c:pt idx="1897">
                  <c:v>50.74873352</c:v>
                </c:pt>
                <c:pt idx="1898">
                  <c:v>50.74813067</c:v>
                </c:pt>
                <c:pt idx="1899">
                  <c:v>50.74757204</c:v>
                </c:pt>
                <c:pt idx="1900">
                  <c:v>50.74705997</c:v>
                </c:pt>
                <c:pt idx="1901">
                  <c:v>50.74645479</c:v>
                </c:pt>
                <c:pt idx="1902">
                  <c:v>50.74594116</c:v>
                </c:pt>
                <c:pt idx="1903">
                  <c:v>50.74539185</c:v>
                </c:pt>
                <c:pt idx="1904">
                  <c:v>50.74475098</c:v>
                </c:pt>
                <c:pt idx="1905">
                  <c:v>50.74412718</c:v>
                </c:pt>
                <c:pt idx="1906">
                  <c:v>50.74370821</c:v>
                </c:pt>
                <c:pt idx="1907">
                  <c:v>50.74314958</c:v>
                </c:pt>
                <c:pt idx="1908">
                  <c:v>50.7425444</c:v>
                </c:pt>
                <c:pt idx="1909">
                  <c:v>50.74195862</c:v>
                </c:pt>
                <c:pt idx="1910">
                  <c:v>50.7414093</c:v>
                </c:pt>
                <c:pt idx="1911">
                  <c:v>50.74063576</c:v>
                </c:pt>
                <c:pt idx="1912">
                  <c:v>50.74026334</c:v>
                </c:pt>
                <c:pt idx="1913">
                  <c:v>50.73971558</c:v>
                </c:pt>
                <c:pt idx="1914">
                  <c:v>50.73893738</c:v>
                </c:pt>
                <c:pt idx="1915">
                  <c:v>50.7383547</c:v>
                </c:pt>
                <c:pt idx="1916">
                  <c:v>50.73802883</c:v>
                </c:pt>
                <c:pt idx="1917">
                  <c:v>50.73742365</c:v>
                </c:pt>
                <c:pt idx="1918">
                  <c:v>50.73681848</c:v>
                </c:pt>
                <c:pt idx="1919">
                  <c:v>50.73614502</c:v>
                </c:pt>
                <c:pt idx="1920">
                  <c:v>50.73568726</c:v>
                </c:pt>
                <c:pt idx="1921">
                  <c:v>50.73504639</c:v>
                </c:pt>
                <c:pt idx="1922">
                  <c:v>50.73444431</c:v>
                </c:pt>
                <c:pt idx="1923">
                  <c:v>50.73383913</c:v>
                </c:pt>
                <c:pt idx="1924">
                  <c:v>50.73328051</c:v>
                </c:pt>
                <c:pt idx="1925">
                  <c:v>50.73271179</c:v>
                </c:pt>
                <c:pt idx="1926">
                  <c:v>50.7321167</c:v>
                </c:pt>
                <c:pt idx="1927">
                  <c:v>50.73152161</c:v>
                </c:pt>
                <c:pt idx="1928">
                  <c:v>50.73095289</c:v>
                </c:pt>
                <c:pt idx="1929">
                  <c:v>50.73042297</c:v>
                </c:pt>
                <c:pt idx="1930">
                  <c:v>50.72987366</c:v>
                </c:pt>
                <c:pt idx="1931">
                  <c:v>50.72927701</c:v>
                </c:pt>
                <c:pt idx="1932">
                  <c:v>50.72871839</c:v>
                </c:pt>
                <c:pt idx="1933">
                  <c:v>50.7280426</c:v>
                </c:pt>
                <c:pt idx="1934">
                  <c:v>50.72746148</c:v>
                </c:pt>
                <c:pt idx="1935">
                  <c:v>50.72676319</c:v>
                </c:pt>
                <c:pt idx="1936">
                  <c:v>50.72644043</c:v>
                </c:pt>
                <c:pt idx="1937">
                  <c:v>50.72555283</c:v>
                </c:pt>
                <c:pt idx="1938">
                  <c:v>50.72506714</c:v>
                </c:pt>
                <c:pt idx="1939">
                  <c:v>50.72448213</c:v>
                </c:pt>
                <c:pt idx="1940">
                  <c:v>50.72392273</c:v>
                </c:pt>
                <c:pt idx="1941">
                  <c:v>50.72337341</c:v>
                </c:pt>
                <c:pt idx="1942">
                  <c:v>50.72280625</c:v>
                </c:pt>
                <c:pt idx="1943">
                  <c:v>50.72227478</c:v>
                </c:pt>
                <c:pt idx="1944">
                  <c:v>50.72173555</c:v>
                </c:pt>
                <c:pt idx="1945">
                  <c:v>50.72094727</c:v>
                </c:pt>
                <c:pt idx="1946">
                  <c:v>50.72038554</c:v>
                </c:pt>
                <c:pt idx="1947">
                  <c:v>50.71982691</c:v>
                </c:pt>
                <c:pt idx="1948">
                  <c:v>50.71948242</c:v>
                </c:pt>
                <c:pt idx="1949">
                  <c:v>50.71857</c:v>
                </c:pt>
                <c:pt idx="1950">
                  <c:v>50.71806335</c:v>
                </c:pt>
                <c:pt idx="1951">
                  <c:v>50.71742249</c:v>
                </c:pt>
                <c:pt idx="1952">
                  <c:v>50.71712688</c:v>
                </c:pt>
                <c:pt idx="1953">
                  <c:v>50.71624239</c:v>
                </c:pt>
                <c:pt idx="1954">
                  <c:v>50.71595764</c:v>
                </c:pt>
                <c:pt idx="1955">
                  <c:v>50.71531134</c:v>
                </c:pt>
                <c:pt idx="1956">
                  <c:v>50.71463013</c:v>
                </c:pt>
                <c:pt idx="1957">
                  <c:v>50.71412659</c:v>
                </c:pt>
                <c:pt idx="1958">
                  <c:v>50.71344925</c:v>
                </c:pt>
                <c:pt idx="1959">
                  <c:v>50.71289063</c:v>
                </c:pt>
                <c:pt idx="1960">
                  <c:v>50.712332</c:v>
                </c:pt>
                <c:pt idx="1961">
                  <c:v>50.71179199</c:v>
                </c:pt>
                <c:pt idx="1962">
                  <c:v>50.7111969</c:v>
                </c:pt>
                <c:pt idx="1963">
                  <c:v>50.71051646</c:v>
                </c:pt>
                <c:pt idx="1964">
                  <c:v>50.70996094</c:v>
                </c:pt>
                <c:pt idx="1965">
                  <c:v>50.7094574</c:v>
                </c:pt>
                <c:pt idx="1966">
                  <c:v>50.70879403</c:v>
                </c:pt>
                <c:pt idx="1967">
                  <c:v>50.70818885</c:v>
                </c:pt>
                <c:pt idx="1968">
                  <c:v>50.70762634</c:v>
                </c:pt>
                <c:pt idx="1969">
                  <c:v>50.70697849</c:v>
                </c:pt>
                <c:pt idx="1970">
                  <c:v>50.70637331</c:v>
                </c:pt>
                <c:pt idx="1971">
                  <c:v>50.70565796</c:v>
                </c:pt>
                <c:pt idx="1972">
                  <c:v>50.70516295</c:v>
                </c:pt>
                <c:pt idx="1973">
                  <c:v>50.70455777</c:v>
                </c:pt>
                <c:pt idx="1974">
                  <c:v>50.7040457</c:v>
                </c:pt>
                <c:pt idx="1975">
                  <c:v>50.70344052</c:v>
                </c:pt>
                <c:pt idx="1976">
                  <c:v>50.70281982</c:v>
                </c:pt>
                <c:pt idx="1977">
                  <c:v>50.70223016</c:v>
                </c:pt>
                <c:pt idx="1978">
                  <c:v>50.70162498</c:v>
                </c:pt>
                <c:pt idx="1979">
                  <c:v>50.70106636</c:v>
                </c:pt>
                <c:pt idx="1980">
                  <c:v>50.70048523</c:v>
                </c:pt>
                <c:pt idx="1981">
                  <c:v>50.6999491</c:v>
                </c:pt>
                <c:pt idx="1982">
                  <c:v>50.69948358</c:v>
                </c:pt>
                <c:pt idx="1983">
                  <c:v>50.69883728</c:v>
                </c:pt>
                <c:pt idx="1984">
                  <c:v>50.69813357</c:v>
                </c:pt>
                <c:pt idx="1985">
                  <c:v>50.69757494</c:v>
                </c:pt>
                <c:pt idx="1986">
                  <c:v>50.69701631</c:v>
                </c:pt>
                <c:pt idx="1987">
                  <c:v>50.69636458</c:v>
                </c:pt>
                <c:pt idx="1988">
                  <c:v>50.69580595</c:v>
                </c:pt>
                <c:pt idx="1989">
                  <c:v>50.69520077</c:v>
                </c:pt>
                <c:pt idx="1990">
                  <c:v>50.69485474</c:v>
                </c:pt>
                <c:pt idx="1991">
                  <c:v>50.69422318</c:v>
                </c:pt>
                <c:pt idx="1992">
                  <c:v>50.69371033</c:v>
                </c:pt>
                <c:pt idx="1993">
                  <c:v>50.69305937</c:v>
                </c:pt>
                <c:pt idx="1994">
                  <c:v>50.69247437</c:v>
                </c:pt>
                <c:pt idx="1995">
                  <c:v>50.69187927</c:v>
                </c:pt>
                <c:pt idx="1996">
                  <c:v>50.69138349</c:v>
                </c:pt>
                <c:pt idx="1997">
                  <c:v>50.69078064</c:v>
                </c:pt>
                <c:pt idx="1998">
                  <c:v>50.68995667</c:v>
                </c:pt>
                <c:pt idx="1999">
                  <c:v>50.68963623</c:v>
                </c:pt>
                <c:pt idx="2000">
                  <c:v>50.68899536</c:v>
                </c:pt>
                <c:pt idx="2001">
                  <c:v>50.68826294</c:v>
                </c:pt>
                <c:pt idx="2002">
                  <c:v>50.68771362</c:v>
                </c:pt>
                <c:pt idx="2003">
                  <c:v>50.68700758</c:v>
                </c:pt>
                <c:pt idx="2004">
                  <c:v>50.6864024</c:v>
                </c:pt>
                <c:pt idx="2005">
                  <c:v>50.68579722</c:v>
                </c:pt>
                <c:pt idx="2006">
                  <c:v>50.68556446</c:v>
                </c:pt>
                <c:pt idx="2007">
                  <c:v>50.68464661</c:v>
                </c:pt>
                <c:pt idx="2008">
                  <c:v>50.68412134</c:v>
                </c:pt>
                <c:pt idx="2009">
                  <c:v>50.68356272</c:v>
                </c:pt>
                <c:pt idx="2010">
                  <c:v>50.68300409</c:v>
                </c:pt>
                <c:pt idx="2011">
                  <c:v>50.68244934</c:v>
                </c:pt>
                <c:pt idx="2012">
                  <c:v>50.68188683</c:v>
                </c:pt>
                <c:pt idx="2013">
                  <c:v>50.68135071</c:v>
                </c:pt>
                <c:pt idx="2014">
                  <c:v>50.68066406</c:v>
                </c:pt>
                <c:pt idx="2015">
                  <c:v>50.68025208</c:v>
                </c:pt>
                <c:pt idx="2016">
                  <c:v>50.67965698</c:v>
                </c:pt>
                <c:pt idx="2017">
                  <c:v>50.67901611</c:v>
                </c:pt>
                <c:pt idx="2018">
                  <c:v>50.67819214</c:v>
                </c:pt>
                <c:pt idx="2019">
                  <c:v>50.67773438</c:v>
                </c:pt>
                <c:pt idx="2020">
                  <c:v>50.67709351</c:v>
                </c:pt>
                <c:pt idx="2021">
                  <c:v>50.67649841</c:v>
                </c:pt>
                <c:pt idx="2022">
                  <c:v>50.6759747</c:v>
                </c:pt>
                <c:pt idx="2023">
                  <c:v>50.67539978</c:v>
                </c:pt>
                <c:pt idx="2024">
                  <c:v>50.67476434</c:v>
                </c:pt>
                <c:pt idx="2025">
                  <c:v>50.67415916</c:v>
                </c:pt>
                <c:pt idx="2026">
                  <c:v>50.67374019</c:v>
                </c:pt>
                <c:pt idx="2027">
                  <c:v>50.67297363</c:v>
                </c:pt>
                <c:pt idx="2028">
                  <c:v>50.67248328</c:v>
                </c:pt>
                <c:pt idx="2029">
                  <c:v>50.67183155</c:v>
                </c:pt>
                <c:pt idx="2030">
                  <c:v>50.67122637</c:v>
                </c:pt>
                <c:pt idx="2031">
                  <c:v>50.67076085</c:v>
                </c:pt>
                <c:pt idx="2032">
                  <c:v>50.67004395</c:v>
                </c:pt>
                <c:pt idx="2033">
                  <c:v>50.66955049</c:v>
                </c:pt>
                <c:pt idx="2034">
                  <c:v>50.66894531</c:v>
                </c:pt>
                <c:pt idx="2035">
                  <c:v>50.66835022</c:v>
                </c:pt>
                <c:pt idx="2036">
                  <c:v>50.66782806</c:v>
                </c:pt>
                <c:pt idx="2037">
                  <c:v>50.66726943</c:v>
                </c:pt>
                <c:pt idx="2038">
                  <c:v>50.66670227</c:v>
                </c:pt>
                <c:pt idx="2039">
                  <c:v>50.66615218</c:v>
                </c:pt>
                <c:pt idx="2040">
                  <c:v>50.66559355</c:v>
                </c:pt>
                <c:pt idx="2041">
                  <c:v>50.66498837</c:v>
                </c:pt>
                <c:pt idx="2042">
                  <c:v>50.66433664</c:v>
                </c:pt>
                <c:pt idx="2043">
                  <c:v>50.66381836</c:v>
                </c:pt>
                <c:pt idx="2044">
                  <c:v>50.66317284</c:v>
                </c:pt>
                <c:pt idx="2045">
                  <c:v>50.66262817</c:v>
                </c:pt>
                <c:pt idx="2046">
                  <c:v>50.66203308</c:v>
                </c:pt>
                <c:pt idx="2047">
                  <c:v>50.66143799</c:v>
                </c:pt>
                <c:pt idx="2048">
                  <c:v>50.66079712</c:v>
                </c:pt>
                <c:pt idx="2049">
                  <c:v>50.6602866</c:v>
                </c:pt>
                <c:pt idx="2050">
                  <c:v>50.65979004</c:v>
                </c:pt>
                <c:pt idx="2051">
                  <c:v>50.65914917</c:v>
                </c:pt>
                <c:pt idx="2052">
                  <c:v>50.65855408</c:v>
                </c:pt>
                <c:pt idx="2053">
                  <c:v>50.65786743</c:v>
                </c:pt>
                <c:pt idx="2054">
                  <c:v>50.65730725</c:v>
                </c:pt>
                <c:pt idx="2055">
                  <c:v>50.65670207</c:v>
                </c:pt>
                <c:pt idx="2056">
                  <c:v>50.65614345</c:v>
                </c:pt>
                <c:pt idx="2057">
                  <c:v>50.65576172</c:v>
                </c:pt>
                <c:pt idx="2058">
                  <c:v>50.65516585</c:v>
                </c:pt>
                <c:pt idx="2059">
                  <c:v>50.65452576</c:v>
                </c:pt>
                <c:pt idx="2060">
                  <c:v>50.65395549</c:v>
                </c:pt>
                <c:pt idx="2061">
                  <c:v>50.65342712</c:v>
                </c:pt>
                <c:pt idx="2062">
                  <c:v>50.65283203</c:v>
                </c:pt>
                <c:pt idx="2063">
                  <c:v>50.65223306</c:v>
                </c:pt>
                <c:pt idx="2064">
                  <c:v>50.65144167</c:v>
                </c:pt>
                <c:pt idx="2065">
                  <c:v>50.65113831</c:v>
                </c:pt>
                <c:pt idx="2066">
                  <c:v>50.65046407</c:v>
                </c:pt>
                <c:pt idx="2067">
                  <c:v>50.64985889</c:v>
                </c:pt>
                <c:pt idx="2068">
                  <c:v>50.64930027</c:v>
                </c:pt>
                <c:pt idx="2069">
                  <c:v>50.64871216</c:v>
                </c:pt>
                <c:pt idx="2070">
                  <c:v>50.64818301</c:v>
                </c:pt>
                <c:pt idx="2071">
                  <c:v>50.64752197</c:v>
                </c:pt>
                <c:pt idx="2072">
                  <c:v>50.6468811</c:v>
                </c:pt>
                <c:pt idx="2073">
                  <c:v>50.64636748</c:v>
                </c:pt>
                <c:pt idx="2074">
                  <c:v>50.64573669</c:v>
                </c:pt>
                <c:pt idx="2075">
                  <c:v>50.64518738</c:v>
                </c:pt>
                <c:pt idx="2076">
                  <c:v>50.64459229</c:v>
                </c:pt>
                <c:pt idx="2077">
                  <c:v>50.64399719</c:v>
                </c:pt>
                <c:pt idx="2078">
                  <c:v>50.64335632</c:v>
                </c:pt>
                <c:pt idx="2079">
                  <c:v>50.64282951</c:v>
                </c:pt>
                <c:pt idx="2080">
                  <c:v>50.64230347</c:v>
                </c:pt>
                <c:pt idx="2081">
                  <c:v>50.64170837</c:v>
                </c:pt>
                <c:pt idx="2082">
                  <c:v>50.64101397</c:v>
                </c:pt>
                <c:pt idx="2083">
                  <c:v>50.64040879</c:v>
                </c:pt>
                <c:pt idx="2084">
                  <c:v>50.63987732</c:v>
                </c:pt>
                <c:pt idx="2085">
                  <c:v>50.63928223</c:v>
                </c:pt>
                <c:pt idx="2086">
                  <c:v>50.63864136</c:v>
                </c:pt>
                <c:pt idx="2087">
                  <c:v>50.63804626</c:v>
                </c:pt>
                <c:pt idx="2088">
                  <c:v>50.63745117</c:v>
                </c:pt>
                <c:pt idx="2089">
                  <c:v>50.63673116</c:v>
                </c:pt>
                <c:pt idx="2090">
                  <c:v>50.63621521</c:v>
                </c:pt>
                <c:pt idx="2091">
                  <c:v>50.63562012</c:v>
                </c:pt>
                <c:pt idx="2092">
                  <c:v>50.63500873</c:v>
                </c:pt>
                <c:pt idx="2093">
                  <c:v>50.63447571</c:v>
                </c:pt>
                <c:pt idx="2094">
                  <c:v>50.63384493</c:v>
                </c:pt>
                <c:pt idx="2095">
                  <c:v>50.6333794</c:v>
                </c:pt>
                <c:pt idx="2096">
                  <c:v>50.63278198</c:v>
                </c:pt>
                <c:pt idx="2097">
                  <c:v>50.63218689</c:v>
                </c:pt>
                <c:pt idx="2098">
                  <c:v>50.63151731</c:v>
                </c:pt>
                <c:pt idx="2099">
                  <c:v>50.63090515</c:v>
                </c:pt>
                <c:pt idx="2100">
                  <c:v>50.63040006</c:v>
                </c:pt>
                <c:pt idx="2101">
                  <c:v>50.62979488</c:v>
                </c:pt>
                <c:pt idx="2102">
                  <c:v>50.62916565</c:v>
                </c:pt>
                <c:pt idx="2103">
                  <c:v>50.62853797</c:v>
                </c:pt>
                <c:pt idx="2104">
                  <c:v>50.62797546</c:v>
                </c:pt>
                <c:pt idx="2105">
                  <c:v>50.62732761</c:v>
                </c:pt>
                <c:pt idx="2106">
                  <c:v>50.62667588</c:v>
                </c:pt>
                <c:pt idx="2107">
                  <c:v>50.62614441</c:v>
                </c:pt>
                <c:pt idx="2108">
                  <c:v>50.62560518</c:v>
                </c:pt>
                <c:pt idx="2109">
                  <c:v>50.62495422</c:v>
                </c:pt>
                <c:pt idx="2110">
                  <c:v>50.62426758</c:v>
                </c:pt>
                <c:pt idx="2111">
                  <c:v>50.62374309</c:v>
                </c:pt>
                <c:pt idx="2112">
                  <c:v>50.62316895</c:v>
                </c:pt>
                <c:pt idx="2113">
                  <c:v>50.62257385</c:v>
                </c:pt>
                <c:pt idx="2114">
                  <c:v>50.62197876</c:v>
                </c:pt>
                <c:pt idx="2115">
                  <c:v>50.62133789</c:v>
                </c:pt>
                <c:pt idx="2116">
                  <c:v>50.6209259</c:v>
                </c:pt>
                <c:pt idx="2117">
                  <c:v>50.62010193</c:v>
                </c:pt>
                <c:pt idx="2118">
                  <c:v>50.61955339</c:v>
                </c:pt>
                <c:pt idx="2119">
                  <c:v>50.61890166</c:v>
                </c:pt>
                <c:pt idx="2120">
                  <c:v>50.61829648</c:v>
                </c:pt>
                <c:pt idx="2121">
                  <c:v>50.61783096</c:v>
                </c:pt>
                <c:pt idx="2122">
                  <c:v>50.61721802</c:v>
                </c:pt>
                <c:pt idx="2123">
                  <c:v>50.61662292</c:v>
                </c:pt>
                <c:pt idx="2124">
                  <c:v>50.61606197</c:v>
                </c:pt>
                <c:pt idx="2125">
                  <c:v>50.61545679</c:v>
                </c:pt>
                <c:pt idx="2126">
                  <c:v>50.61488342</c:v>
                </c:pt>
                <c:pt idx="2127">
                  <c:v>50.61419988</c:v>
                </c:pt>
                <c:pt idx="2128">
                  <c:v>50.6135947</c:v>
                </c:pt>
                <c:pt idx="2129">
                  <c:v>50.61298952</c:v>
                </c:pt>
                <c:pt idx="2130">
                  <c:v>50.61227417</c:v>
                </c:pt>
                <c:pt idx="2131">
                  <c:v>50.61177063</c:v>
                </c:pt>
                <c:pt idx="2132">
                  <c:v>50.61117554</c:v>
                </c:pt>
                <c:pt idx="2133">
                  <c:v>50.61053467</c:v>
                </c:pt>
                <c:pt idx="2134">
                  <c:v>50.6098938</c:v>
                </c:pt>
                <c:pt idx="2135">
                  <c:v>50.60921879</c:v>
                </c:pt>
                <c:pt idx="2136">
                  <c:v>50.60875327</c:v>
                </c:pt>
                <c:pt idx="2137">
                  <c:v>50.60805499</c:v>
                </c:pt>
                <c:pt idx="2138">
                  <c:v>50.60744981</c:v>
                </c:pt>
                <c:pt idx="2139">
                  <c:v>50.60698428</c:v>
                </c:pt>
                <c:pt idx="2140">
                  <c:v>50.60633255</c:v>
                </c:pt>
                <c:pt idx="2141">
                  <c:v>50.60577393</c:v>
                </c:pt>
                <c:pt idx="2142">
                  <c:v>50.60517883</c:v>
                </c:pt>
                <c:pt idx="2143">
                  <c:v>50.60456357</c:v>
                </c:pt>
                <c:pt idx="2144">
                  <c:v>50.60395839</c:v>
                </c:pt>
                <c:pt idx="2145">
                  <c:v>50.60344631</c:v>
                </c:pt>
                <c:pt idx="2146">
                  <c:v>50.60284113</c:v>
                </c:pt>
                <c:pt idx="2147">
                  <c:v>50.60223596</c:v>
                </c:pt>
                <c:pt idx="2148">
                  <c:v>50.60165405</c:v>
                </c:pt>
                <c:pt idx="2149">
                  <c:v>50.60101318</c:v>
                </c:pt>
                <c:pt idx="2150">
                  <c:v>50.60046697</c:v>
                </c:pt>
                <c:pt idx="2151">
                  <c:v>50.59962903</c:v>
                </c:pt>
                <c:pt idx="2152">
                  <c:v>50.59899902</c:v>
                </c:pt>
                <c:pt idx="2153">
                  <c:v>50.59840393</c:v>
                </c:pt>
                <c:pt idx="2154">
                  <c:v>50.59780884</c:v>
                </c:pt>
                <c:pt idx="2155">
                  <c:v>50.59744108</c:v>
                </c:pt>
                <c:pt idx="2156">
                  <c:v>50.5965271</c:v>
                </c:pt>
                <c:pt idx="2157">
                  <c:v>50.59599796</c:v>
                </c:pt>
                <c:pt idx="2158">
                  <c:v>50.59538269</c:v>
                </c:pt>
                <c:pt idx="2159">
                  <c:v>50.59474182</c:v>
                </c:pt>
                <c:pt idx="2160">
                  <c:v>50.59422897</c:v>
                </c:pt>
                <c:pt idx="2161">
                  <c:v>50.59350586</c:v>
                </c:pt>
                <c:pt idx="2162">
                  <c:v>50.59315827</c:v>
                </c:pt>
                <c:pt idx="2163">
                  <c:v>50.59236145</c:v>
                </c:pt>
                <c:pt idx="2164">
                  <c:v>50.5916686</c:v>
                </c:pt>
                <c:pt idx="2165">
                  <c:v>50.59135437</c:v>
                </c:pt>
                <c:pt idx="2166">
                  <c:v>50.59048462</c:v>
                </c:pt>
                <c:pt idx="2167">
                  <c:v>50.58989961</c:v>
                </c:pt>
                <c:pt idx="2168">
                  <c:v>50.58924788</c:v>
                </c:pt>
                <c:pt idx="2169">
                  <c:v>50.5886427</c:v>
                </c:pt>
                <c:pt idx="2170">
                  <c:v>50.58805847</c:v>
                </c:pt>
                <c:pt idx="2171">
                  <c:v>50.5874789</c:v>
                </c:pt>
                <c:pt idx="2172">
                  <c:v>50.58691406</c:v>
                </c:pt>
                <c:pt idx="2173">
                  <c:v>50.58631897</c:v>
                </c:pt>
                <c:pt idx="2174">
                  <c:v>50.58557025</c:v>
                </c:pt>
                <c:pt idx="2175">
                  <c:v>50.58503723</c:v>
                </c:pt>
                <c:pt idx="2176">
                  <c:v>50.58439636</c:v>
                </c:pt>
                <c:pt idx="2177">
                  <c:v>50.58370972</c:v>
                </c:pt>
                <c:pt idx="2178">
                  <c:v>50.58311462</c:v>
                </c:pt>
                <c:pt idx="2179">
                  <c:v>50.58247375</c:v>
                </c:pt>
                <c:pt idx="2180">
                  <c:v>50.58206177</c:v>
                </c:pt>
                <c:pt idx="2181">
                  <c:v>50.58138055</c:v>
                </c:pt>
                <c:pt idx="2182">
                  <c:v>50.58082581</c:v>
                </c:pt>
                <c:pt idx="2183">
                  <c:v>50.58021675</c:v>
                </c:pt>
                <c:pt idx="2184">
                  <c:v>50.57949829</c:v>
                </c:pt>
                <c:pt idx="2185">
                  <c:v>50.57895984</c:v>
                </c:pt>
                <c:pt idx="2186">
                  <c:v>50.57826233</c:v>
                </c:pt>
                <c:pt idx="2187">
                  <c:v>50.57751672</c:v>
                </c:pt>
                <c:pt idx="2188">
                  <c:v>50.57691154</c:v>
                </c:pt>
                <c:pt idx="2189">
                  <c:v>50.57633972</c:v>
                </c:pt>
                <c:pt idx="2190">
                  <c:v>50.57565308</c:v>
                </c:pt>
                <c:pt idx="2191">
                  <c:v>50.57505798</c:v>
                </c:pt>
                <c:pt idx="2192">
                  <c:v>50.57449082</c:v>
                </c:pt>
                <c:pt idx="2193">
                  <c:v>50.57379254</c:v>
                </c:pt>
                <c:pt idx="2194">
                  <c:v>50.57322693</c:v>
                </c:pt>
                <c:pt idx="2195">
                  <c:v>50.57263184</c:v>
                </c:pt>
                <c:pt idx="2196">
                  <c:v>50.57194519</c:v>
                </c:pt>
                <c:pt idx="2197">
                  <c:v>50.57130432</c:v>
                </c:pt>
                <c:pt idx="2198">
                  <c:v>50.57066345</c:v>
                </c:pt>
                <c:pt idx="2199">
                  <c:v>50.56997681</c:v>
                </c:pt>
                <c:pt idx="2200">
                  <c:v>50.56941663</c:v>
                </c:pt>
                <c:pt idx="2201">
                  <c:v>50.56878662</c:v>
                </c:pt>
                <c:pt idx="2202">
                  <c:v>50.56814575</c:v>
                </c:pt>
                <c:pt idx="2203">
                  <c:v>50.56760109</c:v>
                </c:pt>
                <c:pt idx="2204">
                  <c:v>50.56681824</c:v>
                </c:pt>
                <c:pt idx="2205">
                  <c:v>50.56625108</c:v>
                </c:pt>
                <c:pt idx="2206">
                  <c:v>50.56558228</c:v>
                </c:pt>
                <c:pt idx="2207">
                  <c:v>50.56499417</c:v>
                </c:pt>
                <c:pt idx="2208">
                  <c:v>50.56429588</c:v>
                </c:pt>
                <c:pt idx="2209">
                  <c:v>50.56406312</c:v>
                </c:pt>
                <c:pt idx="2210">
                  <c:v>50.56333923</c:v>
                </c:pt>
                <c:pt idx="2211">
                  <c:v>50.56265259</c:v>
                </c:pt>
                <c:pt idx="2212">
                  <c:v>50.56206137</c:v>
                </c:pt>
                <c:pt idx="2213">
                  <c:v>50.56137085</c:v>
                </c:pt>
                <c:pt idx="2214">
                  <c:v>50.56075791</c:v>
                </c:pt>
                <c:pt idx="2215">
                  <c:v>50.55987342</c:v>
                </c:pt>
                <c:pt idx="2216">
                  <c:v>50.55936134</c:v>
                </c:pt>
                <c:pt idx="2217">
                  <c:v>50.5587616</c:v>
                </c:pt>
                <c:pt idx="2218">
                  <c:v>50.55743408</c:v>
                </c:pt>
                <c:pt idx="2219">
                  <c:v>50.55683899</c:v>
                </c:pt>
                <c:pt idx="2220">
                  <c:v>50.55619579</c:v>
                </c:pt>
                <c:pt idx="2221">
                  <c:v>50.5554657</c:v>
                </c:pt>
                <c:pt idx="2222">
                  <c:v>50.55493888</c:v>
                </c:pt>
                <c:pt idx="2223">
                  <c:v>50.55428715</c:v>
                </c:pt>
                <c:pt idx="2224">
                  <c:v>50.55363464</c:v>
                </c:pt>
                <c:pt idx="2225">
                  <c:v>50.55307679</c:v>
                </c:pt>
                <c:pt idx="2226">
                  <c:v>50.55256472</c:v>
                </c:pt>
                <c:pt idx="2227">
                  <c:v>50.55186643</c:v>
                </c:pt>
                <c:pt idx="2228">
                  <c:v>50.5512147</c:v>
                </c:pt>
                <c:pt idx="2229">
                  <c:v>50.55065918</c:v>
                </c:pt>
                <c:pt idx="2230">
                  <c:v>50.55000434</c:v>
                </c:pt>
                <c:pt idx="2231">
                  <c:v>50.54939917</c:v>
                </c:pt>
                <c:pt idx="2232">
                  <c:v>50.54874743</c:v>
                </c:pt>
                <c:pt idx="2233">
                  <c:v>50.54800415</c:v>
                </c:pt>
                <c:pt idx="2234">
                  <c:v>50.54744397</c:v>
                </c:pt>
                <c:pt idx="2235">
                  <c:v>50.54672241</c:v>
                </c:pt>
                <c:pt idx="2236">
                  <c:v>50.54608154</c:v>
                </c:pt>
                <c:pt idx="2237">
                  <c:v>50.5453949</c:v>
                </c:pt>
                <c:pt idx="2238">
                  <c:v>50.54479049</c:v>
                </c:pt>
                <c:pt idx="2239">
                  <c:v>50.54402161</c:v>
                </c:pt>
                <c:pt idx="2240">
                  <c:v>50.54371979</c:v>
                </c:pt>
                <c:pt idx="2241">
                  <c:v>50.54297496</c:v>
                </c:pt>
                <c:pt idx="2242">
                  <c:v>50.54227667</c:v>
                </c:pt>
                <c:pt idx="2243">
                  <c:v>50.54168701</c:v>
                </c:pt>
                <c:pt idx="2244">
                  <c:v>50.54104614</c:v>
                </c:pt>
                <c:pt idx="2245">
                  <c:v>50.54040527</c:v>
                </c:pt>
                <c:pt idx="2246">
                  <c:v>50.53976285</c:v>
                </c:pt>
                <c:pt idx="2247">
                  <c:v>50.53887836</c:v>
                </c:pt>
                <c:pt idx="2248">
                  <c:v>50.53829956</c:v>
                </c:pt>
                <c:pt idx="2249">
                  <c:v>50.53775024</c:v>
                </c:pt>
                <c:pt idx="2250">
                  <c:v>50.53701627</c:v>
                </c:pt>
                <c:pt idx="2251">
                  <c:v>50.53669739</c:v>
                </c:pt>
                <c:pt idx="2252">
                  <c:v>50.53605652</c:v>
                </c:pt>
                <c:pt idx="2253">
                  <c:v>50.53529384</c:v>
                </c:pt>
                <c:pt idx="2254">
                  <c:v>50.53445435</c:v>
                </c:pt>
                <c:pt idx="2255">
                  <c:v>50.53390503</c:v>
                </c:pt>
                <c:pt idx="2256">
                  <c:v>50.53333864</c:v>
                </c:pt>
                <c:pt idx="2257">
                  <c:v>50.53276062</c:v>
                </c:pt>
                <c:pt idx="2258">
                  <c:v>50.53217484</c:v>
                </c:pt>
                <c:pt idx="2259">
                  <c:v>50.53147655</c:v>
                </c:pt>
                <c:pt idx="2260">
                  <c:v>50.53088379</c:v>
                </c:pt>
                <c:pt idx="2261">
                  <c:v>50.53003343</c:v>
                </c:pt>
                <c:pt idx="2262">
                  <c:v>50.52941895</c:v>
                </c:pt>
                <c:pt idx="2263">
                  <c:v>50.52877808</c:v>
                </c:pt>
                <c:pt idx="2264">
                  <c:v>50.52822876</c:v>
                </c:pt>
                <c:pt idx="2265">
                  <c:v>50.52747306</c:v>
                </c:pt>
                <c:pt idx="2266">
                  <c:v>50.52690125</c:v>
                </c:pt>
                <c:pt idx="2267">
                  <c:v>50.52626038</c:v>
                </c:pt>
                <c:pt idx="2268">
                  <c:v>50.52561097</c:v>
                </c:pt>
                <c:pt idx="2269">
                  <c:v>50.52488708</c:v>
                </c:pt>
                <c:pt idx="2270">
                  <c:v>50.52424622</c:v>
                </c:pt>
                <c:pt idx="2271">
                  <c:v>50.52360923</c:v>
                </c:pt>
                <c:pt idx="2272">
                  <c:v>50.52295749</c:v>
                </c:pt>
                <c:pt idx="2273">
                  <c:v>50.52223206</c:v>
                </c:pt>
                <c:pt idx="2274">
                  <c:v>50.52159119</c:v>
                </c:pt>
                <c:pt idx="2275">
                  <c:v>50.52090454</c:v>
                </c:pt>
                <c:pt idx="2276">
                  <c:v>50.52026367</c:v>
                </c:pt>
                <c:pt idx="2277">
                  <c:v>50.51971436</c:v>
                </c:pt>
                <c:pt idx="2278">
                  <c:v>50.51902771</c:v>
                </c:pt>
                <c:pt idx="2279">
                  <c:v>50.51844193</c:v>
                </c:pt>
                <c:pt idx="2280">
                  <c:v>50.5177902</c:v>
                </c:pt>
                <c:pt idx="2281">
                  <c:v>50.51723157</c:v>
                </c:pt>
                <c:pt idx="2282">
                  <c:v>50.51651001</c:v>
                </c:pt>
                <c:pt idx="2283">
                  <c:v>50.515835</c:v>
                </c:pt>
                <c:pt idx="2284">
                  <c:v>50.51513672</c:v>
                </c:pt>
                <c:pt idx="2285">
                  <c:v>50.51481628</c:v>
                </c:pt>
                <c:pt idx="2286">
                  <c:v>50.51383326</c:v>
                </c:pt>
                <c:pt idx="2287">
                  <c:v>50.51332118</c:v>
                </c:pt>
                <c:pt idx="2288">
                  <c:v>50.51257324</c:v>
                </c:pt>
                <c:pt idx="2289">
                  <c:v>50.51201772</c:v>
                </c:pt>
                <c:pt idx="2290">
                  <c:v>50.51136599</c:v>
                </c:pt>
                <c:pt idx="2291">
                  <c:v>50.5106677</c:v>
                </c:pt>
                <c:pt idx="2292">
                  <c:v>50.51043494</c:v>
                </c:pt>
                <c:pt idx="2293">
                  <c:v>50.50973511</c:v>
                </c:pt>
                <c:pt idx="2294">
                  <c:v>50.50904846</c:v>
                </c:pt>
                <c:pt idx="2295">
                  <c:v>50.50834009</c:v>
                </c:pt>
                <c:pt idx="2296">
                  <c:v>50.50768836</c:v>
                </c:pt>
                <c:pt idx="2297">
                  <c:v>50.50699008</c:v>
                </c:pt>
                <c:pt idx="2298">
                  <c:v>50.50652455</c:v>
                </c:pt>
                <c:pt idx="2299">
                  <c:v>50.50587282</c:v>
                </c:pt>
                <c:pt idx="2300">
                  <c:v>50.50502014</c:v>
                </c:pt>
                <c:pt idx="2301">
                  <c:v>50.5044297</c:v>
                </c:pt>
                <c:pt idx="2302">
                  <c:v>50.50387573</c:v>
                </c:pt>
                <c:pt idx="2303">
                  <c:v>50.50318909</c:v>
                </c:pt>
                <c:pt idx="2304">
                  <c:v>50.50261417</c:v>
                </c:pt>
                <c:pt idx="2305">
                  <c:v>50.50190735</c:v>
                </c:pt>
                <c:pt idx="2306">
                  <c:v>50.5013107</c:v>
                </c:pt>
                <c:pt idx="2307">
                  <c:v>50.50065897</c:v>
                </c:pt>
                <c:pt idx="2308">
                  <c:v>50.50005379</c:v>
                </c:pt>
                <c:pt idx="2309">
                  <c:v>50.49966431</c:v>
                </c:pt>
                <c:pt idx="2310">
                  <c:v>50.49898309</c:v>
                </c:pt>
                <c:pt idx="2311">
                  <c:v>50.49838257</c:v>
                </c:pt>
                <c:pt idx="2312">
                  <c:v>50.49772618</c:v>
                </c:pt>
                <c:pt idx="2313">
                  <c:v>50.49716755</c:v>
                </c:pt>
                <c:pt idx="2314">
                  <c:v>50.49651582</c:v>
                </c:pt>
                <c:pt idx="2315">
                  <c:v>50.49581909</c:v>
                </c:pt>
                <c:pt idx="2316">
                  <c:v>50.4950727</c:v>
                </c:pt>
                <c:pt idx="2317">
                  <c:v>50.49456063</c:v>
                </c:pt>
                <c:pt idx="2318">
                  <c:v>50.49375916</c:v>
                </c:pt>
                <c:pt idx="2319">
                  <c:v>50.49311751</c:v>
                </c:pt>
                <c:pt idx="2320">
                  <c:v>50.49251233</c:v>
                </c:pt>
                <c:pt idx="2321">
                  <c:v>50.4918606</c:v>
                </c:pt>
                <c:pt idx="2322">
                  <c:v>50.49128723</c:v>
                </c:pt>
                <c:pt idx="2323">
                  <c:v>50.49060059</c:v>
                </c:pt>
                <c:pt idx="2324">
                  <c:v>50.49004506</c:v>
                </c:pt>
                <c:pt idx="2325">
                  <c:v>50.48936462</c:v>
                </c:pt>
                <c:pt idx="2326">
                  <c:v>50.48897436</c:v>
                </c:pt>
                <c:pt idx="2327">
                  <c:v>50.48799133</c:v>
                </c:pt>
                <c:pt idx="2328">
                  <c:v>50.48743814</c:v>
                </c:pt>
                <c:pt idx="2329">
                  <c:v>50.48707581</c:v>
                </c:pt>
                <c:pt idx="2330">
                  <c:v>50.48643494</c:v>
                </c:pt>
                <c:pt idx="2331">
                  <c:v>50.48585536</c:v>
                </c:pt>
                <c:pt idx="2332">
                  <c:v>50.48487776</c:v>
                </c:pt>
                <c:pt idx="2333">
                  <c:v>50.48432922</c:v>
                </c:pt>
                <c:pt idx="2334">
                  <c:v>50.48376051</c:v>
                </c:pt>
                <c:pt idx="2335">
                  <c:v>50.48306223</c:v>
                </c:pt>
                <c:pt idx="2336">
                  <c:v>50.48255015</c:v>
                </c:pt>
                <c:pt idx="2337">
                  <c:v>50.48181152</c:v>
                </c:pt>
                <c:pt idx="2338">
                  <c:v>50.48120014</c:v>
                </c:pt>
                <c:pt idx="2339">
                  <c:v>50.48054841</c:v>
                </c:pt>
                <c:pt idx="2340">
                  <c:v>50.47989667</c:v>
                </c:pt>
                <c:pt idx="2341">
                  <c:v>50.47911072</c:v>
                </c:pt>
                <c:pt idx="2342">
                  <c:v>50.47846985</c:v>
                </c:pt>
                <c:pt idx="2343">
                  <c:v>50.47782898</c:v>
                </c:pt>
                <c:pt idx="2344">
                  <c:v>50.47746277</c:v>
                </c:pt>
                <c:pt idx="2345">
                  <c:v>50.47677612</c:v>
                </c:pt>
                <c:pt idx="2346">
                  <c:v>50.4758606</c:v>
                </c:pt>
                <c:pt idx="2347">
                  <c:v>50.47535706</c:v>
                </c:pt>
                <c:pt idx="2348">
                  <c:v>50.47458972</c:v>
                </c:pt>
                <c:pt idx="2349">
                  <c:v>50.47398376</c:v>
                </c:pt>
                <c:pt idx="2350">
                  <c:v>50.47342591</c:v>
                </c:pt>
                <c:pt idx="2351">
                  <c:v>50.47265625</c:v>
                </c:pt>
                <c:pt idx="2352">
                  <c:v>50.47215271</c:v>
                </c:pt>
                <c:pt idx="2353">
                  <c:v>50.47151184</c:v>
                </c:pt>
                <c:pt idx="2354">
                  <c:v>50.47091675</c:v>
                </c:pt>
                <c:pt idx="2355">
                  <c:v>50.47027588</c:v>
                </c:pt>
                <c:pt idx="2356">
                  <c:v>50.46970173</c:v>
                </c:pt>
                <c:pt idx="2357">
                  <c:v>50.46894836</c:v>
                </c:pt>
                <c:pt idx="2358">
                  <c:v>50.46821206</c:v>
                </c:pt>
                <c:pt idx="2359">
                  <c:v>50.46766663</c:v>
                </c:pt>
                <c:pt idx="2360">
                  <c:v>50.4669342</c:v>
                </c:pt>
                <c:pt idx="2361">
                  <c:v>50.46629333</c:v>
                </c:pt>
                <c:pt idx="2362">
                  <c:v>50.46578979</c:v>
                </c:pt>
                <c:pt idx="2363">
                  <c:v>50.46510315</c:v>
                </c:pt>
                <c:pt idx="2364">
                  <c:v>50.46453444</c:v>
                </c:pt>
                <c:pt idx="2365">
                  <c:v>50.4638827</c:v>
                </c:pt>
                <c:pt idx="2366">
                  <c:v>50.46327209</c:v>
                </c:pt>
                <c:pt idx="2367">
                  <c:v>50.46263123</c:v>
                </c:pt>
                <c:pt idx="2368">
                  <c:v>50.46192751</c:v>
                </c:pt>
                <c:pt idx="2369">
                  <c:v>50.46132233</c:v>
                </c:pt>
                <c:pt idx="2370">
                  <c:v>50.46071715</c:v>
                </c:pt>
                <c:pt idx="2371">
                  <c:v>50.4599762</c:v>
                </c:pt>
                <c:pt idx="2372">
                  <c:v>50.45941369</c:v>
                </c:pt>
                <c:pt idx="2373">
                  <c:v>50.45871541</c:v>
                </c:pt>
                <c:pt idx="2374">
                  <c:v>50.45806368</c:v>
                </c:pt>
                <c:pt idx="2375">
                  <c:v>50.4574585</c:v>
                </c:pt>
                <c:pt idx="2376">
                  <c:v>50.45676021</c:v>
                </c:pt>
                <c:pt idx="2377">
                  <c:v>50.45617676</c:v>
                </c:pt>
                <c:pt idx="2378">
                  <c:v>50.45559641</c:v>
                </c:pt>
                <c:pt idx="2379">
                  <c:v>50.45503778</c:v>
                </c:pt>
                <c:pt idx="2380">
                  <c:v>50.45438605</c:v>
                </c:pt>
                <c:pt idx="2381">
                  <c:v>50.45373432</c:v>
                </c:pt>
                <c:pt idx="2382">
                  <c:v>50.45310974</c:v>
                </c:pt>
                <c:pt idx="2383">
                  <c:v>50.4523843</c:v>
                </c:pt>
                <c:pt idx="2384">
                  <c:v>50.45177912</c:v>
                </c:pt>
                <c:pt idx="2385">
                  <c:v>50.45114136</c:v>
                </c:pt>
                <c:pt idx="2386">
                  <c:v>50.45028945</c:v>
                </c:pt>
                <c:pt idx="2387">
                  <c:v>50.44995117</c:v>
                </c:pt>
                <c:pt idx="2388">
                  <c:v>50.44931185</c:v>
                </c:pt>
                <c:pt idx="2389">
                  <c:v>50.44870668</c:v>
                </c:pt>
                <c:pt idx="2390">
                  <c:v>50.44805494</c:v>
                </c:pt>
                <c:pt idx="2391">
                  <c:v>50.44743347</c:v>
                </c:pt>
                <c:pt idx="2392">
                  <c:v>50.44651794</c:v>
                </c:pt>
                <c:pt idx="2393">
                  <c:v>50.44596009</c:v>
                </c:pt>
                <c:pt idx="2394">
                  <c:v>50.44528198</c:v>
                </c:pt>
                <c:pt idx="2395">
                  <c:v>50.44477844</c:v>
                </c:pt>
                <c:pt idx="2396">
                  <c:v>50.44413757</c:v>
                </c:pt>
                <c:pt idx="2397">
                  <c:v>50.44335317</c:v>
                </c:pt>
                <c:pt idx="2398">
                  <c:v>50.44267273</c:v>
                </c:pt>
                <c:pt idx="2399">
                  <c:v>50.44203186</c:v>
                </c:pt>
                <c:pt idx="2400">
                  <c:v>50.44172384</c:v>
                </c:pt>
                <c:pt idx="2401">
                  <c:v>50.4408859</c:v>
                </c:pt>
                <c:pt idx="2402">
                  <c:v>50.44029236</c:v>
                </c:pt>
                <c:pt idx="2403">
                  <c:v>50.43965149</c:v>
                </c:pt>
                <c:pt idx="2404">
                  <c:v>50.43896484</c:v>
                </c:pt>
                <c:pt idx="2405">
                  <c:v>50.43841553</c:v>
                </c:pt>
                <c:pt idx="2406">
                  <c:v>50.43772035</c:v>
                </c:pt>
                <c:pt idx="2407">
                  <c:v>50.43708801</c:v>
                </c:pt>
                <c:pt idx="2408">
                  <c:v>50.43644714</c:v>
                </c:pt>
                <c:pt idx="2409">
                  <c:v>50.43585826</c:v>
                </c:pt>
                <c:pt idx="2410">
                  <c:v>50.43515997</c:v>
                </c:pt>
                <c:pt idx="2411">
                  <c:v>50.43461609</c:v>
                </c:pt>
                <c:pt idx="2412">
                  <c:v>50.43370056</c:v>
                </c:pt>
                <c:pt idx="2413">
                  <c:v>50.43306512</c:v>
                </c:pt>
                <c:pt idx="2414">
                  <c:v>50.43241339</c:v>
                </c:pt>
                <c:pt idx="2415">
                  <c:v>50.43182373</c:v>
                </c:pt>
                <c:pt idx="2416">
                  <c:v>50.43118286</c:v>
                </c:pt>
                <c:pt idx="2417">
                  <c:v>50.4305513</c:v>
                </c:pt>
                <c:pt idx="2418">
                  <c:v>50.42985535</c:v>
                </c:pt>
                <c:pt idx="2419">
                  <c:v>50.42921448</c:v>
                </c:pt>
                <c:pt idx="2420">
                  <c:v>50.42861938</c:v>
                </c:pt>
                <c:pt idx="2421">
                  <c:v>50.42811584</c:v>
                </c:pt>
                <c:pt idx="2422">
                  <c:v>50.42752541</c:v>
                </c:pt>
                <c:pt idx="2423">
                  <c:v>50.42674255</c:v>
                </c:pt>
                <c:pt idx="2424">
                  <c:v>50.42603574</c:v>
                </c:pt>
                <c:pt idx="2425">
                  <c:v>50.42552366</c:v>
                </c:pt>
                <c:pt idx="2426">
                  <c:v>50.42496503</c:v>
                </c:pt>
                <c:pt idx="2427">
                  <c:v>50.42422485</c:v>
                </c:pt>
                <c:pt idx="2428">
                  <c:v>50.42358398</c:v>
                </c:pt>
                <c:pt idx="2429">
                  <c:v>50.42300984</c:v>
                </c:pt>
                <c:pt idx="2430">
                  <c:v>50.42203224</c:v>
                </c:pt>
                <c:pt idx="2431">
                  <c:v>50.42147827</c:v>
                </c:pt>
                <c:pt idx="2432">
                  <c:v>50.4208374</c:v>
                </c:pt>
                <c:pt idx="2433">
                  <c:v>50.42017015</c:v>
                </c:pt>
                <c:pt idx="2434">
                  <c:v>50.41951842</c:v>
                </c:pt>
                <c:pt idx="2435">
                  <c:v>50.41900635</c:v>
                </c:pt>
                <c:pt idx="2436">
                  <c:v>50.41836548</c:v>
                </c:pt>
                <c:pt idx="2437">
                  <c:v>50.41786194</c:v>
                </c:pt>
                <c:pt idx="2438">
                  <c:v>50.41694641</c:v>
                </c:pt>
                <c:pt idx="2439">
                  <c:v>50.41648865</c:v>
                </c:pt>
                <c:pt idx="2440">
                  <c:v>50.4159339</c:v>
                </c:pt>
                <c:pt idx="2441">
                  <c:v>50.41520691</c:v>
                </c:pt>
                <c:pt idx="2442">
                  <c:v>50.41453733</c:v>
                </c:pt>
                <c:pt idx="2443">
                  <c:v>50.4138856</c:v>
                </c:pt>
                <c:pt idx="2444">
                  <c:v>50.41319275</c:v>
                </c:pt>
                <c:pt idx="2445">
                  <c:v>50.41253559</c:v>
                </c:pt>
                <c:pt idx="2446">
                  <c:v>50.41195679</c:v>
                </c:pt>
                <c:pt idx="2447">
                  <c:v>50.41123212</c:v>
                </c:pt>
                <c:pt idx="2448">
                  <c:v>50.41053384</c:v>
                </c:pt>
                <c:pt idx="2449">
                  <c:v>50.40994263</c:v>
                </c:pt>
                <c:pt idx="2450">
                  <c:v>50.40925598</c:v>
                </c:pt>
                <c:pt idx="2451">
                  <c:v>50.40856934</c:v>
                </c:pt>
                <c:pt idx="2452">
                  <c:v>50.40797347</c:v>
                </c:pt>
                <c:pt idx="2453">
                  <c:v>50.40737915</c:v>
                </c:pt>
                <c:pt idx="2454">
                  <c:v>50.40667</c:v>
                </c:pt>
                <c:pt idx="2455">
                  <c:v>50.40597172</c:v>
                </c:pt>
                <c:pt idx="2456">
                  <c:v>50.40531999</c:v>
                </c:pt>
                <c:pt idx="2457">
                  <c:v>50.40472412</c:v>
                </c:pt>
                <c:pt idx="2458">
                  <c:v>50.40408325</c:v>
                </c:pt>
                <c:pt idx="2459">
                  <c:v>50.40335083</c:v>
                </c:pt>
                <c:pt idx="2460">
                  <c:v>50.40270996</c:v>
                </c:pt>
                <c:pt idx="2461">
                  <c:v>50.40220642</c:v>
                </c:pt>
                <c:pt idx="2462">
                  <c:v>50.40154926</c:v>
                </c:pt>
                <c:pt idx="2463">
                  <c:v>50.40089753</c:v>
                </c:pt>
                <c:pt idx="2464">
                  <c:v>50.4002458</c:v>
                </c:pt>
                <c:pt idx="2465">
                  <c:v>50.39936829</c:v>
                </c:pt>
                <c:pt idx="2466">
                  <c:v>50.39875612</c:v>
                </c:pt>
                <c:pt idx="2467">
                  <c:v>50.3981781</c:v>
                </c:pt>
                <c:pt idx="2468">
                  <c:v>50.39754577</c:v>
                </c:pt>
                <c:pt idx="2469">
                  <c:v>50.39689403</c:v>
                </c:pt>
                <c:pt idx="2470">
                  <c:v>50.39630127</c:v>
                </c:pt>
                <c:pt idx="2471">
                  <c:v>50.39549747</c:v>
                </c:pt>
                <c:pt idx="2472">
                  <c:v>50.39479065</c:v>
                </c:pt>
                <c:pt idx="2473">
                  <c:v>50.39447332</c:v>
                </c:pt>
                <c:pt idx="2474">
                  <c:v>50.39377503</c:v>
                </c:pt>
                <c:pt idx="2475">
                  <c:v>50.39284399</c:v>
                </c:pt>
                <c:pt idx="2476">
                  <c:v>50.39227295</c:v>
                </c:pt>
                <c:pt idx="2477">
                  <c:v>50.39163208</c:v>
                </c:pt>
                <c:pt idx="2478">
                  <c:v>50.39089966</c:v>
                </c:pt>
                <c:pt idx="2479">
                  <c:v>50.39033017</c:v>
                </c:pt>
                <c:pt idx="2480">
                  <c:v>50.38975525</c:v>
                </c:pt>
                <c:pt idx="2481">
                  <c:v>50.38902283</c:v>
                </c:pt>
                <c:pt idx="2482">
                  <c:v>50.38838196</c:v>
                </c:pt>
                <c:pt idx="2483">
                  <c:v>50.38781635</c:v>
                </c:pt>
                <c:pt idx="2484">
                  <c:v>50.38719177</c:v>
                </c:pt>
                <c:pt idx="2485">
                  <c:v>50.38664246</c:v>
                </c:pt>
                <c:pt idx="2486">
                  <c:v>50.38586426</c:v>
                </c:pt>
                <c:pt idx="2487">
                  <c:v>50.38522339</c:v>
                </c:pt>
                <c:pt idx="2488">
                  <c:v>50.38455769</c:v>
                </c:pt>
                <c:pt idx="2489">
                  <c:v>50.3838501</c:v>
                </c:pt>
                <c:pt idx="2490">
                  <c:v>50.38330078</c:v>
                </c:pt>
                <c:pt idx="2491">
                  <c:v>50.38255595</c:v>
                </c:pt>
                <c:pt idx="2492">
                  <c:v>50.38197327</c:v>
                </c:pt>
                <c:pt idx="2493">
                  <c:v>50.38128662</c:v>
                </c:pt>
                <c:pt idx="2494">
                  <c:v>50.38074041</c:v>
                </c:pt>
                <c:pt idx="2495">
                  <c:v>50.37995911</c:v>
                </c:pt>
                <c:pt idx="2496">
                  <c:v>50.37927246</c:v>
                </c:pt>
                <c:pt idx="2497">
                  <c:v>50.37897142</c:v>
                </c:pt>
                <c:pt idx="2498">
                  <c:v>50.37817383</c:v>
                </c:pt>
                <c:pt idx="2499">
                  <c:v>50.37753296</c:v>
                </c:pt>
                <c:pt idx="2500">
                  <c:v>50.37683002</c:v>
                </c:pt>
                <c:pt idx="2501">
                  <c:v>50.37608518</c:v>
                </c:pt>
                <c:pt idx="2502">
                  <c:v>50.37543345</c:v>
                </c:pt>
                <c:pt idx="2503">
                  <c:v>50.37487793</c:v>
                </c:pt>
                <c:pt idx="2504">
                  <c:v>50.37422309</c:v>
                </c:pt>
                <c:pt idx="2505">
                  <c:v>50.37357136</c:v>
                </c:pt>
                <c:pt idx="2506">
                  <c:v>50.37281799</c:v>
                </c:pt>
                <c:pt idx="2507">
                  <c:v>50.37222135</c:v>
                </c:pt>
                <c:pt idx="2508">
                  <c:v>50.37152307</c:v>
                </c:pt>
                <c:pt idx="2509">
                  <c:v>50.37094116</c:v>
                </c:pt>
                <c:pt idx="2510">
                  <c:v>50.37030029</c:v>
                </c:pt>
                <c:pt idx="2511">
                  <c:v>50.36961442</c:v>
                </c:pt>
                <c:pt idx="2512">
                  <c:v>50.36896269</c:v>
                </c:pt>
                <c:pt idx="2513">
                  <c:v>50.36837769</c:v>
                </c:pt>
                <c:pt idx="2514">
                  <c:v>50.36775233</c:v>
                </c:pt>
                <c:pt idx="2515">
                  <c:v>50.36714172</c:v>
                </c:pt>
                <c:pt idx="2516">
                  <c:v>50.36644887</c:v>
                </c:pt>
                <c:pt idx="2517">
                  <c:v>50.36585999</c:v>
                </c:pt>
                <c:pt idx="2518">
                  <c:v>50.36512756</c:v>
                </c:pt>
                <c:pt idx="2519">
                  <c:v>50.36440057</c:v>
                </c:pt>
                <c:pt idx="2520">
                  <c:v>50.36374884</c:v>
                </c:pt>
                <c:pt idx="2521">
                  <c:v>50.36305056</c:v>
                </c:pt>
                <c:pt idx="2522">
                  <c:v>50.36247253</c:v>
                </c:pt>
                <c:pt idx="2523">
                  <c:v>50.36188675</c:v>
                </c:pt>
                <c:pt idx="2524">
                  <c:v>50.36105347</c:v>
                </c:pt>
                <c:pt idx="2525">
                  <c:v>50.36039708</c:v>
                </c:pt>
                <c:pt idx="2526">
                  <c:v>50.3598175</c:v>
                </c:pt>
                <c:pt idx="2527">
                  <c:v>50.35909362</c:v>
                </c:pt>
                <c:pt idx="2528">
                  <c:v>50.35848999</c:v>
                </c:pt>
                <c:pt idx="2529">
                  <c:v>50.35783671</c:v>
                </c:pt>
                <c:pt idx="2530">
                  <c:v>50.35725403</c:v>
                </c:pt>
                <c:pt idx="2531">
                  <c:v>50.35662635</c:v>
                </c:pt>
                <c:pt idx="2532">
                  <c:v>50.35597462</c:v>
                </c:pt>
                <c:pt idx="2533">
                  <c:v>50.3553772</c:v>
                </c:pt>
                <c:pt idx="2534">
                  <c:v>50.35471771</c:v>
                </c:pt>
                <c:pt idx="2535">
                  <c:v>50.35383321</c:v>
                </c:pt>
                <c:pt idx="2536">
                  <c:v>50.35350037</c:v>
                </c:pt>
                <c:pt idx="2537">
                  <c:v>50.35290217</c:v>
                </c:pt>
                <c:pt idx="2538">
                  <c:v>50.35220389</c:v>
                </c:pt>
                <c:pt idx="2539">
                  <c:v>50.35127284</c:v>
                </c:pt>
                <c:pt idx="2540">
                  <c:v>50.35062111</c:v>
                </c:pt>
                <c:pt idx="2541">
                  <c:v>50.34992283</c:v>
                </c:pt>
                <c:pt idx="2542">
                  <c:v>50.3492711</c:v>
                </c:pt>
                <c:pt idx="2543">
                  <c:v>50.34896851</c:v>
                </c:pt>
                <c:pt idx="2544">
                  <c:v>50.3482935</c:v>
                </c:pt>
                <c:pt idx="2545">
                  <c:v>50.34759521</c:v>
                </c:pt>
                <c:pt idx="2546">
                  <c:v>50.34667969</c:v>
                </c:pt>
                <c:pt idx="2547">
                  <c:v>50.34610554</c:v>
                </c:pt>
                <c:pt idx="2548">
                  <c:v>50.34564002</c:v>
                </c:pt>
                <c:pt idx="2549">
                  <c:v>50.34507751</c:v>
                </c:pt>
                <c:pt idx="2550">
                  <c:v>50.34416199</c:v>
                </c:pt>
                <c:pt idx="2551">
                  <c:v>50.34347534</c:v>
                </c:pt>
                <c:pt idx="2552">
                  <c:v>50.3431262</c:v>
                </c:pt>
                <c:pt idx="2553">
                  <c:v>50.34242249</c:v>
                </c:pt>
                <c:pt idx="2554">
                  <c:v>50.34178162</c:v>
                </c:pt>
                <c:pt idx="2555">
                  <c:v>50.34112445</c:v>
                </c:pt>
                <c:pt idx="2556">
                  <c:v>50.34040833</c:v>
                </c:pt>
                <c:pt idx="2557">
                  <c:v>50.33990479</c:v>
                </c:pt>
                <c:pt idx="2558">
                  <c:v>50.33926392</c:v>
                </c:pt>
                <c:pt idx="2559">
                  <c:v>50.33825684</c:v>
                </c:pt>
                <c:pt idx="2560">
                  <c:v>50.3377533</c:v>
                </c:pt>
                <c:pt idx="2561">
                  <c:v>50.33702786</c:v>
                </c:pt>
                <c:pt idx="2562">
                  <c:v>50.33637613</c:v>
                </c:pt>
                <c:pt idx="2563">
                  <c:v>50.33573914</c:v>
                </c:pt>
                <c:pt idx="2564">
                  <c:v>50.33509827</c:v>
                </c:pt>
                <c:pt idx="2565">
                  <c:v>50.3344574</c:v>
                </c:pt>
                <c:pt idx="2566">
                  <c:v>50.33399963</c:v>
                </c:pt>
                <c:pt idx="2567">
                  <c:v>50.33316402</c:v>
                </c:pt>
                <c:pt idx="2568">
                  <c:v>50.33258057</c:v>
                </c:pt>
                <c:pt idx="2569">
                  <c:v>50.33181401</c:v>
                </c:pt>
                <c:pt idx="2570">
                  <c:v>50.33116227</c:v>
                </c:pt>
                <c:pt idx="2571">
                  <c:v>50.3306502</c:v>
                </c:pt>
                <c:pt idx="2572">
                  <c:v>50.33001709</c:v>
                </c:pt>
                <c:pt idx="2573">
                  <c:v>50.32937622</c:v>
                </c:pt>
                <c:pt idx="2574">
                  <c:v>50.32864845</c:v>
                </c:pt>
                <c:pt idx="2575">
                  <c:v>50.32808983</c:v>
                </c:pt>
                <c:pt idx="2576">
                  <c:v>50.32736206</c:v>
                </c:pt>
                <c:pt idx="2577">
                  <c:v>50.32678636</c:v>
                </c:pt>
                <c:pt idx="2578">
                  <c:v>50.32617188</c:v>
                </c:pt>
                <c:pt idx="2579">
                  <c:v>50.32539368</c:v>
                </c:pt>
                <c:pt idx="2580">
                  <c:v>50.32489014</c:v>
                </c:pt>
                <c:pt idx="2581">
                  <c:v>50.32420349</c:v>
                </c:pt>
                <c:pt idx="2582">
                  <c:v>50.32356262</c:v>
                </c:pt>
                <c:pt idx="2583">
                  <c:v>50.32301563</c:v>
                </c:pt>
                <c:pt idx="2584">
                  <c:v>50.32237244</c:v>
                </c:pt>
                <c:pt idx="2585">
                  <c:v>50.32173157</c:v>
                </c:pt>
                <c:pt idx="2586">
                  <c:v>50.32115354</c:v>
                </c:pt>
                <c:pt idx="2587">
                  <c:v>50.32054836</c:v>
                </c:pt>
                <c:pt idx="2588">
                  <c:v>50.31980896</c:v>
                </c:pt>
                <c:pt idx="2589">
                  <c:v>50.31947766</c:v>
                </c:pt>
                <c:pt idx="2590">
                  <c:v>50.31852722</c:v>
                </c:pt>
                <c:pt idx="2591">
                  <c:v>50.31789489</c:v>
                </c:pt>
                <c:pt idx="2592">
                  <c:v>50.31728971</c:v>
                </c:pt>
                <c:pt idx="2593">
                  <c:v>50.31674194</c:v>
                </c:pt>
                <c:pt idx="2594">
                  <c:v>50.3161259</c:v>
                </c:pt>
                <c:pt idx="2595">
                  <c:v>50.31541443</c:v>
                </c:pt>
                <c:pt idx="2596">
                  <c:v>50.31486899</c:v>
                </c:pt>
                <c:pt idx="2597">
                  <c:v>50.31422424</c:v>
                </c:pt>
                <c:pt idx="2598">
                  <c:v>50.31365863</c:v>
                </c:pt>
                <c:pt idx="2599">
                  <c:v>50.31305345</c:v>
                </c:pt>
                <c:pt idx="2600">
                  <c:v>50.31235517</c:v>
                </c:pt>
                <c:pt idx="2601">
                  <c:v>50.3117981</c:v>
                </c:pt>
                <c:pt idx="2602">
                  <c:v>50.311203</c:v>
                </c:pt>
                <c:pt idx="2603">
                  <c:v>50.31063274</c:v>
                </c:pt>
                <c:pt idx="2604">
                  <c:v>50.30993445</c:v>
                </c:pt>
                <c:pt idx="2605">
                  <c:v>50.3092804</c:v>
                </c:pt>
                <c:pt idx="2606">
                  <c:v>50.3087241</c:v>
                </c:pt>
                <c:pt idx="2607">
                  <c:v>50.30816547</c:v>
                </c:pt>
                <c:pt idx="2608">
                  <c:v>50.30758667</c:v>
                </c:pt>
                <c:pt idx="2609">
                  <c:v>50.30690856</c:v>
                </c:pt>
                <c:pt idx="2610">
                  <c:v>50.30630493</c:v>
                </c:pt>
                <c:pt idx="2611">
                  <c:v>50.30597751</c:v>
                </c:pt>
                <c:pt idx="2612">
                  <c:v>50.30447388</c:v>
                </c:pt>
                <c:pt idx="2613">
                  <c:v>50.30378956</c:v>
                </c:pt>
                <c:pt idx="2614">
                  <c:v>50.30300903</c:v>
                </c:pt>
                <c:pt idx="2615">
                  <c:v>50.30236816</c:v>
                </c:pt>
                <c:pt idx="2616">
                  <c:v>50.30174126</c:v>
                </c:pt>
                <c:pt idx="2617">
                  <c:v>50.30136884</c:v>
                </c:pt>
                <c:pt idx="2618">
                  <c:v>50.30044556</c:v>
                </c:pt>
                <c:pt idx="2619">
                  <c:v>50.3001709</c:v>
                </c:pt>
                <c:pt idx="2620">
                  <c:v>50.29948425</c:v>
                </c:pt>
                <c:pt idx="2621">
                  <c:v>50.2986145</c:v>
                </c:pt>
                <c:pt idx="2622">
                  <c:v>50.29801941</c:v>
                </c:pt>
                <c:pt idx="2623">
                  <c:v>50.29733276</c:v>
                </c:pt>
                <c:pt idx="2624">
                  <c:v>50.29676017</c:v>
                </c:pt>
                <c:pt idx="2625">
                  <c:v>50.29618835</c:v>
                </c:pt>
                <c:pt idx="2626">
                  <c:v>50.29550326</c:v>
                </c:pt>
                <c:pt idx="2627">
                  <c:v>50.29494463</c:v>
                </c:pt>
                <c:pt idx="2628">
                  <c:v>50.2943573</c:v>
                </c:pt>
                <c:pt idx="2629">
                  <c:v>50.29382738</c:v>
                </c:pt>
                <c:pt idx="2630">
                  <c:v>50.29298944</c:v>
                </c:pt>
                <c:pt idx="2631">
                  <c:v>50.29243469</c:v>
                </c:pt>
                <c:pt idx="2632">
                  <c:v>50.29179382</c:v>
                </c:pt>
                <c:pt idx="2633">
                  <c:v>50.29110718</c:v>
                </c:pt>
                <c:pt idx="2634">
                  <c:v>50.29046631</c:v>
                </c:pt>
                <c:pt idx="2635">
                  <c:v>50.28991699</c:v>
                </c:pt>
                <c:pt idx="2636">
                  <c:v>50.28927612</c:v>
                </c:pt>
                <c:pt idx="2637">
                  <c:v>50.28875319</c:v>
                </c:pt>
                <c:pt idx="2638">
                  <c:v>50.28810145</c:v>
                </c:pt>
                <c:pt idx="2639">
                  <c:v>50.28740317</c:v>
                </c:pt>
                <c:pt idx="2640">
                  <c:v>50.28679799</c:v>
                </c:pt>
                <c:pt idx="2641">
                  <c:v>50.28625488</c:v>
                </c:pt>
                <c:pt idx="2642">
                  <c:v>50.28554108</c:v>
                </c:pt>
                <c:pt idx="2643">
                  <c:v>50.28488935</c:v>
                </c:pt>
                <c:pt idx="2644">
                  <c:v>50.28456116</c:v>
                </c:pt>
                <c:pt idx="2645">
                  <c:v>50.28382874</c:v>
                </c:pt>
                <c:pt idx="2646">
                  <c:v>50.28314209</c:v>
                </c:pt>
                <c:pt idx="2647">
                  <c:v>50.28260829</c:v>
                </c:pt>
                <c:pt idx="2648">
                  <c:v>50.28195656</c:v>
                </c:pt>
                <c:pt idx="2649">
                  <c:v>50.28112793</c:v>
                </c:pt>
                <c:pt idx="2650">
                  <c:v>50.28062439</c:v>
                </c:pt>
                <c:pt idx="2651">
                  <c:v>50.27998352</c:v>
                </c:pt>
                <c:pt idx="2652">
                  <c:v>50.27934265</c:v>
                </c:pt>
                <c:pt idx="2653">
                  <c:v>50.27883911</c:v>
                </c:pt>
                <c:pt idx="2654">
                  <c:v>50.27819824</c:v>
                </c:pt>
                <c:pt idx="2655">
                  <c:v>50.27748754</c:v>
                </c:pt>
                <c:pt idx="2656">
                  <c:v>50.27697547</c:v>
                </c:pt>
                <c:pt idx="2657">
                  <c:v>50.27637029</c:v>
                </c:pt>
                <c:pt idx="2658">
                  <c:v>50.27576511</c:v>
                </c:pt>
                <c:pt idx="2659">
                  <c:v>50.27506683</c:v>
                </c:pt>
                <c:pt idx="2660">
                  <c:v>50.27453613</c:v>
                </c:pt>
                <c:pt idx="2661">
                  <c:v>50.27399613</c:v>
                </c:pt>
                <c:pt idx="2662">
                  <c:v>50.27325439</c:v>
                </c:pt>
                <c:pt idx="2663">
                  <c:v>50.27275085</c:v>
                </c:pt>
                <c:pt idx="2664">
                  <c:v>50.27222714</c:v>
                </c:pt>
                <c:pt idx="2665">
                  <c:v>50.27160645</c:v>
                </c:pt>
                <c:pt idx="2666">
                  <c:v>50.27124023</c:v>
                </c:pt>
                <c:pt idx="2667">
                  <c:v>50.27037048</c:v>
                </c:pt>
                <c:pt idx="2668">
                  <c:v>50.26968384</c:v>
                </c:pt>
                <c:pt idx="2669">
                  <c:v>50.26908875</c:v>
                </c:pt>
                <c:pt idx="2670">
                  <c:v>50.26831675</c:v>
                </c:pt>
                <c:pt idx="2671">
                  <c:v>50.26775813</c:v>
                </c:pt>
                <c:pt idx="2672">
                  <c:v>50.26715295</c:v>
                </c:pt>
                <c:pt idx="2673">
                  <c:v>50.26661682</c:v>
                </c:pt>
                <c:pt idx="2674">
                  <c:v>50.26589604</c:v>
                </c:pt>
                <c:pt idx="2675">
                  <c:v>50.26519775</c:v>
                </c:pt>
                <c:pt idx="2676">
                  <c:v>50.26468568</c:v>
                </c:pt>
                <c:pt idx="2677">
                  <c:v>50.2640805</c:v>
                </c:pt>
                <c:pt idx="2678">
                  <c:v>50.26345825</c:v>
                </c:pt>
                <c:pt idx="2679">
                  <c:v>50.26291669</c:v>
                </c:pt>
                <c:pt idx="2680">
                  <c:v>50.26235962</c:v>
                </c:pt>
                <c:pt idx="2681">
                  <c:v>50.26176453</c:v>
                </c:pt>
                <c:pt idx="2682">
                  <c:v>50.26121521</c:v>
                </c:pt>
                <c:pt idx="2683">
                  <c:v>50.26062012</c:v>
                </c:pt>
                <c:pt idx="2684">
                  <c:v>50.26002502</c:v>
                </c:pt>
                <c:pt idx="2685">
                  <c:v>50.25933838</c:v>
                </c:pt>
                <c:pt idx="2686">
                  <c:v>50.2588201</c:v>
                </c:pt>
                <c:pt idx="2687">
                  <c:v>50.25801086</c:v>
                </c:pt>
                <c:pt idx="2688">
                  <c:v>50.25741577</c:v>
                </c:pt>
                <c:pt idx="2689">
                  <c:v>50.2567749</c:v>
                </c:pt>
                <c:pt idx="2690">
                  <c:v>50.25644593</c:v>
                </c:pt>
                <c:pt idx="2691">
                  <c:v>50.25590515</c:v>
                </c:pt>
                <c:pt idx="2692">
                  <c:v>50.25453186</c:v>
                </c:pt>
                <c:pt idx="2693">
                  <c:v>50.25397866</c:v>
                </c:pt>
                <c:pt idx="2694">
                  <c:v>50.25337349</c:v>
                </c:pt>
                <c:pt idx="2695">
                  <c:v>50.25272175</c:v>
                </c:pt>
                <c:pt idx="2696">
                  <c:v>50.25211658</c:v>
                </c:pt>
                <c:pt idx="2697">
                  <c:v>50.2515114</c:v>
                </c:pt>
                <c:pt idx="2698">
                  <c:v>50.25085966</c:v>
                </c:pt>
                <c:pt idx="2699">
                  <c:v>50.25034759</c:v>
                </c:pt>
                <c:pt idx="2700">
                  <c:v>50.25002172</c:v>
                </c:pt>
                <c:pt idx="2701">
                  <c:v>50.24917603</c:v>
                </c:pt>
                <c:pt idx="2702">
                  <c:v>50.2484855</c:v>
                </c:pt>
                <c:pt idx="2703">
                  <c:v>50.24784851</c:v>
                </c:pt>
                <c:pt idx="2704">
                  <c:v>50.24722859</c:v>
                </c:pt>
                <c:pt idx="2705">
                  <c:v>50.24676307</c:v>
                </c:pt>
                <c:pt idx="2706">
                  <c:v>50.24533081</c:v>
                </c:pt>
                <c:pt idx="2707">
                  <c:v>50.24480787</c:v>
                </c:pt>
                <c:pt idx="2708">
                  <c:v>50.24423218</c:v>
                </c:pt>
                <c:pt idx="2709">
                  <c:v>50.24359131</c:v>
                </c:pt>
                <c:pt idx="2710">
                  <c:v>50.24299622</c:v>
                </c:pt>
                <c:pt idx="2711">
                  <c:v>50.24243371</c:v>
                </c:pt>
                <c:pt idx="2712">
                  <c:v>50.24182853</c:v>
                </c:pt>
                <c:pt idx="2713">
                  <c:v>50.24111938</c:v>
                </c:pt>
                <c:pt idx="2714">
                  <c:v>50.24052429</c:v>
                </c:pt>
                <c:pt idx="2715">
                  <c:v>50.24024575</c:v>
                </c:pt>
                <c:pt idx="2716">
                  <c:v>50.23951721</c:v>
                </c:pt>
                <c:pt idx="2717">
                  <c:v>50.23898884</c:v>
                </c:pt>
                <c:pt idx="2718">
                  <c:v>50.23841858</c:v>
                </c:pt>
                <c:pt idx="2719">
                  <c:v>50.23759228</c:v>
                </c:pt>
                <c:pt idx="2720">
                  <c:v>50.2369871</c:v>
                </c:pt>
                <c:pt idx="2721">
                  <c:v>50.23635864</c:v>
                </c:pt>
                <c:pt idx="2722">
                  <c:v>50.23605605</c:v>
                </c:pt>
                <c:pt idx="2723">
                  <c:v>50.23530579</c:v>
                </c:pt>
                <c:pt idx="2724">
                  <c:v>50.23479914</c:v>
                </c:pt>
                <c:pt idx="2725">
                  <c:v>50.2339325</c:v>
                </c:pt>
                <c:pt idx="2726">
                  <c:v>50.23340258</c:v>
                </c:pt>
                <c:pt idx="2727">
                  <c:v>50.2327974</c:v>
                </c:pt>
                <c:pt idx="2728">
                  <c:v>50.23233187</c:v>
                </c:pt>
                <c:pt idx="2729">
                  <c:v>50.2319129</c:v>
                </c:pt>
                <c:pt idx="2730">
                  <c:v>50.23033013</c:v>
                </c:pt>
                <c:pt idx="2731">
                  <c:v>50.22981805</c:v>
                </c:pt>
                <c:pt idx="2732">
                  <c:v>50.22921287</c:v>
                </c:pt>
                <c:pt idx="2733">
                  <c:v>50.22866821</c:v>
                </c:pt>
                <c:pt idx="2734">
                  <c:v>50.22800252</c:v>
                </c:pt>
                <c:pt idx="2735">
                  <c:v>50.22735078</c:v>
                </c:pt>
                <c:pt idx="2736">
                  <c:v>50.22674561</c:v>
                </c:pt>
                <c:pt idx="2737">
                  <c:v>50.22619629</c:v>
                </c:pt>
                <c:pt idx="2738">
                  <c:v>50.22555542</c:v>
                </c:pt>
                <c:pt idx="2739">
                  <c:v>50.22496033</c:v>
                </c:pt>
                <c:pt idx="2740">
                  <c:v>50.22441799</c:v>
                </c:pt>
                <c:pt idx="2741">
                  <c:v>50.22376626</c:v>
                </c:pt>
                <c:pt idx="2742">
                  <c:v>50.22316108</c:v>
                </c:pt>
                <c:pt idx="2743">
                  <c:v>50.22262573</c:v>
                </c:pt>
                <c:pt idx="2744">
                  <c:v>50.22193909</c:v>
                </c:pt>
                <c:pt idx="2745">
                  <c:v>50.22167141</c:v>
                </c:pt>
                <c:pt idx="2746">
                  <c:v>50.22097778</c:v>
                </c:pt>
                <c:pt idx="2747">
                  <c:v>50.2204145</c:v>
                </c:pt>
                <c:pt idx="2748">
                  <c:v>50.21987915</c:v>
                </c:pt>
                <c:pt idx="2749">
                  <c:v>50.21897138</c:v>
                </c:pt>
                <c:pt idx="2750">
                  <c:v>50.21850586</c:v>
                </c:pt>
                <c:pt idx="2751">
                  <c:v>50.21777344</c:v>
                </c:pt>
                <c:pt idx="2752">
                  <c:v>50.21724895</c:v>
                </c:pt>
                <c:pt idx="2753">
                  <c:v>50.2166748</c:v>
                </c:pt>
                <c:pt idx="2754">
                  <c:v>50.21608514</c:v>
                </c:pt>
                <c:pt idx="2755">
                  <c:v>50.2155304</c:v>
                </c:pt>
                <c:pt idx="2756">
                  <c:v>50.21487478</c:v>
                </c:pt>
                <c:pt idx="2757">
                  <c:v>50.21431616</c:v>
                </c:pt>
                <c:pt idx="2758">
                  <c:v>50.21375753</c:v>
                </c:pt>
                <c:pt idx="2759">
                  <c:v>50.21324158</c:v>
                </c:pt>
                <c:pt idx="2760">
                  <c:v>50.21273804</c:v>
                </c:pt>
                <c:pt idx="2761">
                  <c:v>50.21180234</c:v>
                </c:pt>
                <c:pt idx="2762">
                  <c:v>50.21119716</c:v>
                </c:pt>
                <c:pt idx="2763">
                  <c:v>50.2106781</c:v>
                </c:pt>
                <c:pt idx="2764">
                  <c:v>50.21012646</c:v>
                </c:pt>
                <c:pt idx="2765">
                  <c:v>50.20953369</c:v>
                </c:pt>
                <c:pt idx="2766">
                  <c:v>50.2089386</c:v>
                </c:pt>
                <c:pt idx="2767">
                  <c:v>50.20834351</c:v>
                </c:pt>
                <c:pt idx="2768">
                  <c:v>50.20770264</c:v>
                </c:pt>
                <c:pt idx="2769">
                  <c:v>50.20710754</c:v>
                </c:pt>
                <c:pt idx="2770">
                  <c:v>50.20658849</c:v>
                </c:pt>
                <c:pt idx="2771">
                  <c:v>50.20491028</c:v>
                </c:pt>
                <c:pt idx="2772">
                  <c:v>50.20426941</c:v>
                </c:pt>
                <c:pt idx="2773">
                  <c:v>50.2037488</c:v>
                </c:pt>
                <c:pt idx="2774">
                  <c:v>50.20314362</c:v>
                </c:pt>
                <c:pt idx="2775">
                  <c:v>50.20258499</c:v>
                </c:pt>
                <c:pt idx="2776">
                  <c:v>50.20193326</c:v>
                </c:pt>
                <c:pt idx="2777">
                  <c:v>50.20132808</c:v>
                </c:pt>
                <c:pt idx="2778">
                  <c:v>50.20086256</c:v>
                </c:pt>
                <c:pt idx="2779">
                  <c:v>50.20021083</c:v>
                </c:pt>
                <c:pt idx="2780">
                  <c:v>50.19955444</c:v>
                </c:pt>
                <c:pt idx="2781">
                  <c:v>50.19895935</c:v>
                </c:pt>
                <c:pt idx="2782">
                  <c:v>50.19839529</c:v>
                </c:pt>
                <c:pt idx="2783">
                  <c:v>50.19765046</c:v>
                </c:pt>
                <c:pt idx="2784">
                  <c:v>50.19709183</c:v>
                </c:pt>
                <c:pt idx="2785">
                  <c:v>50.1965332</c:v>
                </c:pt>
                <c:pt idx="2786">
                  <c:v>50.19589233</c:v>
                </c:pt>
                <c:pt idx="2787">
                  <c:v>50.1953694</c:v>
                </c:pt>
                <c:pt idx="2788">
                  <c:v>50.19476422</c:v>
                </c:pt>
                <c:pt idx="2789">
                  <c:v>50.19419861</c:v>
                </c:pt>
                <c:pt idx="2790">
                  <c:v>50.19355386</c:v>
                </c:pt>
                <c:pt idx="2791">
                  <c:v>50.1932373</c:v>
                </c:pt>
                <c:pt idx="2792">
                  <c:v>50.1923435</c:v>
                </c:pt>
                <c:pt idx="2793">
                  <c:v>50.19177246</c:v>
                </c:pt>
                <c:pt idx="2794">
                  <c:v>50.1912728</c:v>
                </c:pt>
                <c:pt idx="2795">
                  <c:v>50.19085383</c:v>
                </c:pt>
                <c:pt idx="2796">
                  <c:v>50.18998718</c:v>
                </c:pt>
                <c:pt idx="2797">
                  <c:v>50.18939209</c:v>
                </c:pt>
                <c:pt idx="2798">
                  <c:v>50.18893433</c:v>
                </c:pt>
                <c:pt idx="2799">
                  <c:v>50.1882469</c:v>
                </c:pt>
                <c:pt idx="2800">
                  <c:v>50.18769836</c:v>
                </c:pt>
                <c:pt idx="2801">
                  <c:v>50.1871762</c:v>
                </c:pt>
                <c:pt idx="2802">
                  <c:v>50.18669128</c:v>
                </c:pt>
                <c:pt idx="2803">
                  <c:v>50.18605042</c:v>
                </c:pt>
                <c:pt idx="2804">
                  <c:v>50.18550032</c:v>
                </c:pt>
                <c:pt idx="2805">
                  <c:v>50.18486023</c:v>
                </c:pt>
                <c:pt idx="2806">
                  <c:v>50.18419686</c:v>
                </c:pt>
                <c:pt idx="2807">
                  <c:v>50.18389893</c:v>
                </c:pt>
                <c:pt idx="2808">
                  <c:v>50.18330383</c:v>
                </c:pt>
                <c:pt idx="2809">
                  <c:v>50.18261408</c:v>
                </c:pt>
                <c:pt idx="2810">
                  <c:v>50.1819158</c:v>
                </c:pt>
                <c:pt idx="2811">
                  <c:v>50.18135717</c:v>
                </c:pt>
                <c:pt idx="2812">
                  <c:v>50.18075199</c:v>
                </c:pt>
                <c:pt idx="2813">
                  <c:v>50.18037958</c:v>
                </c:pt>
                <c:pt idx="2814">
                  <c:v>50.17977905</c:v>
                </c:pt>
                <c:pt idx="2815">
                  <c:v>50.17955017</c:v>
                </c:pt>
                <c:pt idx="2816">
                  <c:v>50.17845154</c:v>
                </c:pt>
                <c:pt idx="2817">
                  <c:v>50.17642264</c:v>
                </c:pt>
                <c:pt idx="2818">
                  <c:v>50.17565918</c:v>
                </c:pt>
                <c:pt idx="2819">
                  <c:v>50.17511917</c:v>
                </c:pt>
                <c:pt idx="2820">
                  <c:v>50.17460632</c:v>
                </c:pt>
                <c:pt idx="2821">
                  <c:v>50.17404847</c:v>
                </c:pt>
                <c:pt idx="2822">
                  <c:v>50.17350769</c:v>
                </c:pt>
                <c:pt idx="2823">
                  <c:v>50.1723175</c:v>
                </c:pt>
                <c:pt idx="2824">
                  <c:v>50.17125534</c:v>
                </c:pt>
                <c:pt idx="2825">
                  <c:v>50.17102258</c:v>
                </c:pt>
                <c:pt idx="2826">
                  <c:v>50.16995188</c:v>
                </c:pt>
                <c:pt idx="2827">
                  <c:v>50.16962601</c:v>
                </c:pt>
                <c:pt idx="2828">
                  <c:v>50.1688385</c:v>
                </c:pt>
                <c:pt idx="2829">
                  <c:v>50.1683691</c:v>
                </c:pt>
                <c:pt idx="2830">
                  <c:v>50.16783142</c:v>
                </c:pt>
                <c:pt idx="2831">
                  <c:v>50.16715874</c:v>
                </c:pt>
                <c:pt idx="2832">
                  <c:v>50.16691589</c:v>
                </c:pt>
                <c:pt idx="2833">
                  <c:v>50.16622925</c:v>
                </c:pt>
                <c:pt idx="2834">
                  <c:v>50.16562252</c:v>
                </c:pt>
                <c:pt idx="2835">
                  <c:v>50.16455182</c:v>
                </c:pt>
                <c:pt idx="2836">
                  <c:v>50.16394043</c:v>
                </c:pt>
                <c:pt idx="2837">
                  <c:v>50.16338801</c:v>
                </c:pt>
                <c:pt idx="2838">
                  <c:v>50.16279602</c:v>
                </c:pt>
                <c:pt idx="2839">
                  <c:v>50.16247559</c:v>
                </c:pt>
                <c:pt idx="2840">
                  <c:v>50.16171213</c:v>
                </c:pt>
                <c:pt idx="2841">
                  <c:v>50.1611535</c:v>
                </c:pt>
                <c:pt idx="2842">
                  <c:v>50.16082764</c:v>
                </c:pt>
                <c:pt idx="2843">
                  <c:v>50.15966383</c:v>
                </c:pt>
                <c:pt idx="2844">
                  <c:v>50.15943107</c:v>
                </c:pt>
                <c:pt idx="2845">
                  <c:v>50.1579895</c:v>
                </c:pt>
                <c:pt idx="2846">
                  <c:v>50.15744019</c:v>
                </c:pt>
                <c:pt idx="2847">
                  <c:v>50.15719656</c:v>
                </c:pt>
                <c:pt idx="2848">
                  <c:v>50.15638733</c:v>
                </c:pt>
                <c:pt idx="2849">
                  <c:v>50.15556723</c:v>
                </c:pt>
                <c:pt idx="2850">
                  <c:v>50.15505981</c:v>
                </c:pt>
                <c:pt idx="2851">
                  <c:v>50.15458964</c:v>
                </c:pt>
                <c:pt idx="2852">
                  <c:v>50.15400696</c:v>
                </c:pt>
                <c:pt idx="2853">
                  <c:v>50.15368652</c:v>
                </c:pt>
                <c:pt idx="2854">
                  <c:v>50.15137753</c:v>
                </c:pt>
                <c:pt idx="2855">
                  <c:v>50.15081891</c:v>
                </c:pt>
                <c:pt idx="2856">
                  <c:v>50.1496551</c:v>
                </c:pt>
                <c:pt idx="2857">
                  <c:v>50.14909647</c:v>
                </c:pt>
                <c:pt idx="2858">
                  <c:v>50.1486775</c:v>
                </c:pt>
                <c:pt idx="2859">
                  <c:v>50.14807232</c:v>
                </c:pt>
                <c:pt idx="2860">
                  <c:v>50.14774646</c:v>
                </c:pt>
                <c:pt idx="2861">
                  <c:v>50.14682007</c:v>
                </c:pt>
                <c:pt idx="2862">
                  <c:v>50.14622498</c:v>
                </c:pt>
                <c:pt idx="2863">
                  <c:v>50.14593092</c:v>
                </c:pt>
                <c:pt idx="2864">
                  <c:v>50.14518608</c:v>
                </c:pt>
                <c:pt idx="2865">
                  <c:v>50.14402228</c:v>
                </c:pt>
                <c:pt idx="2866">
                  <c:v>50.14346365</c:v>
                </c:pt>
                <c:pt idx="2867">
                  <c:v>50.14320374</c:v>
                </c:pt>
                <c:pt idx="2868">
                  <c:v>50.14253261</c:v>
                </c:pt>
                <c:pt idx="2869">
                  <c:v>50.14220674</c:v>
                </c:pt>
                <c:pt idx="2870">
                  <c:v>50.14141846</c:v>
                </c:pt>
                <c:pt idx="2871">
                  <c:v>50.14081017</c:v>
                </c:pt>
                <c:pt idx="2872">
                  <c:v>50.14045715</c:v>
                </c:pt>
                <c:pt idx="2873">
                  <c:v>50.13876188</c:v>
                </c:pt>
                <c:pt idx="2874">
                  <c:v>50.13857567</c:v>
                </c:pt>
                <c:pt idx="2875">
                  <c:v>50.13711548</c:v>
                </c:pt>
                <c:pt idx="2876">
                  <c:v>50.13638771</c:v>
                </c:pt>
                <c:pt idx="2877">
                  <c:v>50.13582909</c:v>
                </c:pt>
                <c:pt idx="2878">
                  <c:v>50.1353302</c:v>
                </c:pt>
                <c:pt idx="2879">
                  <c:v>50.13485149</c:v>
                </c:pt>
                <c:pt idx="2880">
                  <c:v>50.13372803</c:v>
                </c:pt>
                <c:pt idx="2881">
                  <c:v>50.13317871</c:v>
                </c:pt>
                <c:pt idx="2882">
                  <c:v>50.13258362</c:v>
                </c:pt>
                <c:pt idx="2883">
                  <c:v>50.13148499</c:v>
                </c:pt>
                <c:pt idx="2884">
                  <c:v>50.13130188</c:v>
                </c:pt>
                <c:pt idx="2885">
                  <c:v>50.13034058</c:v>
                </c:pt>
                <c:pt idx="2886">
                  <c:v>50.12960815</c:v>
                </c:pt>
                <c:pt idx="2887">
                  <c:v>50.12832642</c:v>
                </c:pt>
                <c:pt idx="2888">
                  <c:v>50.12805486</c:v>
                </c:pt>
                <c:pt idx="2889">
                  <c:v>50.12727356</c:v>
                </c:pt>
                <c:pt idx="2890">
                  <c:v>50.12557983</c:v>
                </c:pt>
                <c:pt idx="2891">
                  <c:v>50.12507552</c:v>
                </c:pt>
                <c:pt idx="2892">
                  <c:v>50.12480164</c:v>
                </c:pt>
                <c:pt idx="2893">
                  <c:v>50.12405137</c:v>
                </c:pt>
                <c:pt idx="2894">
                  <c:v>50.12278748</c:v>
                </c:pt>
                <c:pt idx="2895">
                  <c:v>50.12223583</c:v>
                </c:pt>
                <c:pt idx="2896">
                  <c:v>50.12200307</c:v>
                </c:pt>
                <c:pt idx="2897">
                  <c:v>50.1211853</c:v>
                </c:pt>
                <c:pt idx="2898">
                  <c:v>50.1205134</c:v>
                </c:pt>
                <c:pt idx="2899">
                  <c:v>50.11995477</c:v>
                </c:pt>
                <c:pt idx="2900">
                  <c:v>50.1194427</c:v>
                </c:pt>
                <c:pt idx="2901">
                  <c:v>50.11917114</c:v>
                </c:pt>
                <c:pt idx="2902">
                  <c:v>50.11827889</c:v>
                </c:pt>
                <c:pt idx="2903">
                  <c:v>50.11798096</c:v>
                </c:pt>
                <c:pt idx="2904">
                  <c:v>50.11734785</c:v>
                </c:pt>
                <c:pt idx="2905">
                  <c:v>50.11601257</c:v>
                </c:pt>
                <c:pt idx="2906">
                  <c:v>50.11482239</c:v>
                </c:pt>
                <c:pt idx="2907">
                  <c:v>50.11404264</c:v>
                </c:pt>
                <c:pt idx="2908">
                  <c:v>50.11326599</c:v>
                </c:pt>
                <c:pt idx="2909">
                  <c:v>50.11264607</c:v>
                </c:pt>
                <c:pt idx="2910">
                  <c:v>50.1118927</c:v>
                </c:pt>
                <c:pt idx="2911">
                  <c:v>50.11045812</c:v>
                </c:pt>
                <c:pt idx="2912">
                  <c:v>50.10932922</c:v>
                </c:pt>
                <c:pt idx="2913">
                  <c:v>50.10612876</c:v>
                </c:pt>
                <c:pt idx="2914">
                  <c:v>50.10575634</c:v>
                </c:pt>
                <c:pt idx="2915">
                  <c:v>50.10328907</c:v>
                </c:pt>
                <c:pt idx="2916">
                  <c:v>50.10175285</c:v>
                </c:pt>
                <c:pt idx="2917">
                  <c:v>50.10076904</c:v>
                </c:pt>
                <c:pt idx="2918">
                  <c:v>50.09944153</c:v>
                </c:pt>
                <c:pt idx="2919">
                  <c:v>50.09891316</c:v>
                </c:pt>
                <c:pt idx="2920">
                  <c:v>50.09747004</c:v>
                </c:pt>
                <c:pt idx="2921">
                  <c:v>50.0969696</c:v>
                </c:pt>
                <c:pt idx="2922">
                  <c:v>50.09588726</c:v>
                </c:pt>
                <c:pt idx="2923">
                  <c:v>50.09500122</c:v>
                </c:pt>
                <c:pt idx="2924">
                  <c:v>50.09262861</c:v>
                </c:pt>
                <c:pt idx="2925">
                  <c:v>50.09095273</c:v>
                </c:pt>
                <c:pt idx="2926">
                  <c:v>50.09042358</c:v>
                </c:pt>
                <c:pt idx="2927">
                  <c:v>50.08863831</c:v>
                </c:pt>
                <c:pt idx="2928">
                  <c:v>50.08753967</c:v>
                </c:pt>
                <c:pt idx="2929">
                  <c:v>50.08456421</c:v>
                </c:pt>
                <c:pt idx="2930">
                  <c:v>50.0831785</c:v>
                </c:pt>
                <c:pt idx="2931">
                  <c:v>50.08215435</c:v>
                </c:pt>
                <c:pt idx="2932">
                  <c:v>50.07866294</c:v>
                </c:pt>
                <c:pt idx="2933">
                  <c:v>50.07650757</c:v>
                </c:pt>
                <c:pt idx="2934">
                  <c:v>50.07521807</c:v>
                </c:pt>
                <c:pt idx="2935">
                  <c:v>50.07183838</c:v>
                </c:pt>
                <c:pt idx="2936">
                  <c:v>50.07056285</c:v>
                </c:pt>
                <c:pt idx="2937">
                  <c:v>50.06786282</c:v>
                </c:pt>
                <c:pt idx="2938">
                  <c:v>50.06689453</c:v>
                </c:pt>
                <c:pt idx="2939">
                  <c:v>50.06600073</c:v>
                </c:pt>
                <c:pt idx="2940">
                  <c:v>50.06497658</c:v>
                </c:pt>
                <c:pt idx="2941">
                  <c:v>50.06391907</c:v>
                </c:pt>
                <c:pt idx="2942">
                  <c:v>50.06282043</c:v>
                </c:pt>
                <c:pt idx="2943">
                  <c:v>50.06195068</c:v>
                </c:pt>
                <c:pt idx="2944">
                  <c:v>50.06004204</c:v>
                </c:pt>
                <c:pt idx="2945">
                  <c:v>50.05897522</c:v>
                </c:pt>
                <c:pt idx="2946">
                  <c:v>50.05808685</c:v>
                </c:pt>
                <c:pt idx="2947">
                  <c:v>50.05696959</c:v>
                </c:pt>
                <c:pt idx="2948">
                  <c:v>50.055992</c:v>
                </c:pt>
                <c:pt idx="2949">
                  <c:v>50.05557303</c:v>
                </c:pt>
                <c:pt idx="2950">
                  <c:v>50.05302429</c:v>
                </c:pt>
                <c:pt idx="2951">
                  <c:v>50.05212816</c:v>
                </c:pt>
                <c:pt idx="2952">
                  <c:v>50.05110401</c:v>
                </c:pt>
                <c:pt idx="2953">
                  <c:v>50.05014038</c:v>
                </c:pt>
                <c:pt idx="2954">
                  <c:v>50.0491333</c:v>
                </c:pt>
                <c:pt idx="2955">
                  <c:v>50.04853821</c:v>
                </c:pt>
                <c:pt idx="2956">
                  <c:v>50.04700742</c:v>
                </c:pt>
                <c:pt idx="2957">
                  <c:v>50.04593671</c:v>
                </c:pt>
                <c:pt idx="2958">
                  <c:v>50.04405212</c:v>
                </c:pt>
                <c:pt idx="2959">
                  <c:v>50.04295349</c:v>
                </c:pt>
                <c:pt idx="2960">
                  <c:v>50.04202633</c:v>
                </c:pt>
                <c:pt idx="2961">
                  <c:v>50.04104873</c:v>
                </c:pt>
                <c:pt idx="2962">
                  <c:v>50.04007113</c:v>
                </c:pt>
                <c:pt idx="2963">
                  <c:v>50.03895388</c:v>
                </c:pt>
                <c:pt idx="2964">
                  <c:v>50.03713834</c:v>
                </c:pt>
                <c:pt idx="2965">
                  <c:v>50.03617859</c:v>
                </c:pt>
                <c:pt idx="2966">
                  <c:v>50.03564867</c:v>
                </c:pt>
                <c:pt idx="2967">
                  <c:v>50.03288269</c:v>
                </c:pt>
                <c:pt idx="2968">
                  <c:v>50.03239001</c:v>
                </c:pt>
                <c:pt idx="2969">
                  <c:v>50.03036499</c:v>
                </c:pt>
                <c:pt idx="2970">
                  <c:v>50.02829342</c:v>
                </c:pt>
                <c:pt idx="2971">
                  <c:v>50.02619856</c:v>
                </c:pt>
                <c:pt idx="2972">
                  <c:v>50.02577959</c:v>
                </c:pt>
                <c:pt idx="2973">
                  <c:v>50.02084506</c:v>
                </c:pt>
                <c:pt idx="2974">
                  <c:v>50.01949504</c:v>
                </c:pt>
                <c:pt idx="2975">
                  <c:v>50.01837158</c:v>
                </c:pt>
                <c:pt idx="2976">
                  <c:v>50.01753985</c:v>
                </c:pt>
                <c:pt idx="2977">
                  <c:v>50.01665536</c:v>
                </c:pt>
                <c:pt idx="2978">
                  <c:v>50.01535034</c:v>
                </c:pt>
                <c:pt idx="2979">
                  <c:v>50.01409498</c:v>
                </c:pt>
                <c:pt idx="2980">
                  <c:v>50.0133036</c:v>
                </c:pt>
                <c:pt idx="2981">
                  <c:v>50.01288462</c:v>
                </c:pt>
                <c:pt idx="2982">
                  <c:v>50.01095581</c:v>
                </c:pt>
                <c:pt idx="2983">
                  <c:v>50.01031494</c:v>
                </c:pt>
                <c:pt idx="2984">
                  <c:v>50.00971907</c:v>
                </c:pt>
                <c:pt idx="2985">
                  <c:v>50.00857544</c:v>
                </c:pt>
                <c:pt idx="2986">
                  <c:v>50.00697327</c:v>
                </c:pt>
                <c:pt idx="2987">
                  <c:v>50.00660007</c:v>
                </c:pt>
                <c:pt idx="2988">
                  <c:v>50.00619507</c:v>
                </c:pt>
                <c:pt idx="2989">
                  <c:v>50.00585524</c:v>
                </c:pt>
                <c:pt idx="2990">
                  <c:v>50.00552937</c:v>
                </c:pt>
                <c:pt idx="2991">
                  <c:v>50.00520351</c:v>
                </c:pt>
                <c:pt idx="2992">
                  <c:v>50.00468445</c:v>
                </c:pt>
                <c:pt idx="2993">
                  <c:v>50.0045929</c:v>
                </c:pt>
                <c:pt idx="2994">
                  <c:v>50.00445867</c:v>
                </c:pt>
                <c:pt idx="2995">
                  <c:v>50.00431824</c:v>
                </c:pt>
                <c:pt idx="2996">
                  <c:v>50.00427246</c:v>
                </c:pt>
                <c:pt idx="2997">
                  <c:v>50.00422591</c:v>
                </c:pt>
                <c:pt idx="2998">
                  <c:v>50.00431901</c:v>
                </c:pt>
                <c:pt idx="2999">
                  <c:v>50.00440979</c:v>
                </c:pt>
                <c:pt idx="3000">
                  <c:v>50.00455177</c:v>
                </c:pt>
                <c:pt idx="3001">
                  <c:v>50.00469143</c:v>
                </c:pt>
                <c:pt idx="3002">
                  <c:v>50.00473798</c:v>
                </c:pt>
                <c:pt idx="3003">
                  <c:v>50.00529661</c:v>
                </c:pt>
                <c:pt idx="3004">
                  <c:v>50.00548282</c:v>
                </c:pt>
                <c:pt idx="3005">
                  <c:v>50.00594834</c:v>
                </c:pt>
                <c:pt idx="3006">
                  <c:v>50.00628662</c:v>
                </c:pt>
                <c:pt idx="3007">
                  <c:v>50.00669318</c:v>
                </c:pt>
                <c:pt idx="3008">
                  <c:v>50.00715637</c:v>
                </c:pt>
                <c:pt idx="3009">
                  <c:v>50.00762422</c:v>
                </c:pt>
                <c:pt idx="3010">
                  <c:v>50.00888113</c:v>
                </c:pt>
                <c:pt idx="3011">
                  <c:v>50.00888113</c:v>
                </c:pt>
                <c:pt idx="3012">
                  <c:v>50.00994873</c:v>
                </c:pt>
                <c:pt idx="3013">
                  <c:v>50.01069667</c:v>
                </c:pt>
                <c:pt idx="3014">
                  <c:v>50.01127625</c:v>
                </c:pt>
                <c:pt idx="3015">
                  <c:v>50.01255876</c:v>
                </c:pt>
                <c:pt idx="3016">
                  <c:v>50.01379395</c:v>
                </c:pt>
                <c:pt idx="3017">
                  <c:v>50.01516724</c:v>
                </c:pt>
                <c:pt idx="3018">
                  <c:v>50.01572431</c:v>
                </c:pt>
                <c:pt idx="3019">
                  <c:v>50.01654053</c:v>
                </c:pt>
                <c:pt idx="3020">
                  <c:v>50.01712088</c:v>
                </c:pt>
                <c:pt idx="3021">
                  <c:v>50.01773071</c:v>
                </c:pt>
                <c:pt idx="3022">
                  <c:v>50.01837779</c:v>
                </c:pt>
                <c:pt idx="3023">
                  <c:v>50.0198822</c:v>
                </c:pt>
                <c:pt idx="3024">
                  <c:v>50.02028643</c:v>
                </c:pt>
                <c:pt idx="3025">
                  <c:v>50.02121748</c:v>
                </c:pt>
                <c:pt idx="3026">
                  <c:v>50.02180481</c:v>
                </c:pt>
                <c:pt idx="3027">
                  <c:v>50.02247439</c:v>
                </c:pt>
                <c:pt idx="3028">
                  <c:v>50.02312612</c:v>
                </c:pt>
                <c:pt idx="3029">
                  <c:v>50.02372742</c:v>
                </c:pt>
                <c:pt idx="3030">
                  <c:v>50.02438303</c:v>
                </c:pt>
                <c:pt idx="3031">
                  <c:v>50.02496338</c:v>
                </c:pt>
                <c:pt idx="3032">
                  <c:v>50.02568649</c:v>
                </c:pt>
                <c:pt idx="3033">
                  <c:v>50.02633822</c:v>
                </c:pt>
                <c:pt idx="3034">
                  <c:v>50.0269434</c:v>
                </c:pt>
                <c:pt idx="3035">
                  <c:v>50.02759513</c:v>
                </c:pt>
                <c:pt idx="3036">
                  <c:v>50.02824686</c:v>
                </c:pt>
                <c:pt idx="3037">
                  <c:v>50.02894592</c:v>
                </c:pt>
                <c:pt idx="3038">
                  <c:v>50.02958679</c:v>
                </c:pt>
                <c:pt idx="3039">
                  <c:v>50.03022766</c:v>
                </c:pt>
                <c:pt idx="3040">
                  <c:v>50.03090034</c:v>
                </c:pt>
                <c:pt idx="3041">
                  <c:v>50.03178483</c:v>
                </c:pt>
                <c:pt idx="3042">
                  <c:v>50.03237915</c:v>
                </c:pt>
                <c:pt idx="3043">
                  <c:v>50.03311157</c:v>
                </c:pt>
                <c:pt idx="3044">
                  <c:v>50.03369348</c:v>
                </c:pt>
                <c:pt idx="3045">
                  <c:v>50.03430176</c:v>
                </c:pt>
                <c:pt idx="3046">
                  <c:v>50.03494263</c:v>
                </c:pt>
                <c:pt idx="3047">
                  <c:v>50.03553772</c:v>
                </c:pt>
                <c:pt idx="3048">
                  <c:v>50.03611419</c:v>
                </c:pt>
                <c:pt idx="3049">
                  <c:v>50.03685903</c:v>
                </c:pt>
                <c:pt idx="3050">
                  <c:v>50.03751076</c:v>
                </c:pt>
                <c:pt idx="3051">
                  <c:v>50.03830215</c:v>
                </c:pt>
                <c:pt idx="3052">
                  <c:v>50.03892517</c:v>
                </c:pt>
                <c:pt idx="3053">
                  <c:v>50.03961182</c:v>
                </c:pt>
                <c:pt idx="3054">
                  <c:v>50.04016424</c:v>
                </c:pt>
                <c:pt idx="3055">
                  <c:v>50.04075623</c:v>
                </c:pt>
                <c:pt idx="3056">
                  <c:v>50.04142115</c:v>
                </c:pt>
                <c:pt idx="3057">
                  <c:v>50.04221253</c:v>
                </c:pt>
                <c:pt idx="3058">
                  <c:v>50.04286194</c:v>
                </c:pt>
                <c:pt idx="3059">
                  <c:v>50.04356255</c:v>
                </c:pt>
                <c:pt idx="3060">
                  <c:v>50.04414368</c:v>
                </c:pt>
                <c:pt idx="3061">
                  <c:v>50.04446411</c:v>
                </c:pt>
                <c:pt idx="3062">
                  <c:v>50.04519188</c:v>
                </c:pt>
                <c:pt idx="3063">
                  <c:v>50.04584361</c:v>
                </c:pt>
                <c:pt idx="3064">
                  <c:v>50.0473938</c:v>
                </c:pt>
                <c:pt idx="3065">
                  <c:v>50.04798501</c:v>
                </c:pt>
                <c:pt idx="3066">
                  <c:v>50.0486833</c:v>
                </c:pt>
                <c:pt idx="3067">
                  <c:v>50.04933503</c:v>
                </c:pt>
                <c:pt idx="3068">
                  <c:v>50.04963684</c:v>
                </c:pt>
                <c:pt idx="3069">
                  <c:v>50.05128479</c:v>
                </c:pt>
                <c:pt idx="3070">
                  <c:v>50.05184885</c:v>
                </c:pt>
                <c:pt idx="3071">
                  <c:v>50.05252075</c:v>
                </c:pt>
                <c:pt idx="3072">
                  <c:v>50.05310576</c:v>
                </c:pt>
                <c:pt idx="3073">
                  <c:v>50.05375749</c:v>
                </c:pt>
                <c:pt idx="3074">
                  <c:v>50.05445577</c:v>
                </c:pt>
                <c:pt idx="3075">
                  <c:v>50.05517578</c:v>
                </c:pt>
                <c:pt idx="3076">
                  <c:v>50.05552647</c:v>
                </c:pt>
                <c:pt idx="3077">
                  <c:v>50.05650407</c:v>
                </c:pt>
                <c:pt idx="3078">
                  <c:v>50.05701615</c:v>
                </c:pt>
                <c:pt idx="3079">
                  <c:v>50.05778503</c:v>
                </c:pt>
                <c:pt idx="3080">
                  <c:v>50.05850582</c:v>
                </c:pt>
                <c:pt idx="3081">
                  <c:v>50.05892479</c:v>
                </c:pt>
                <c:pt idx="3082">
                  <c:v>50.05975342</c:v>
                </c:pt>
                <c:pt idx="3083">
                  <c:v>50.06013515</c:v>
                </c:pt>
                <c:pt idx="3084">
                  <c:v>50.06106619</c:v>
                </c:pt>
                <c:pt idx="3085">
                  <c:v>50.0617218</c:v>
                </c:pt>
                <c:pt idx="3086">
                  <c:v>50.06227655</c:v>
                </c:pt>
                <c:pt idx="3087">
                  <c:v>50.06300354</c:v>
                </c:pt>
                <c:pt idx="3088">
                  <c:v>50.0634613</c:v>
                </c:pt>
                <c:pt idx="3089">
                  <c:v>50.06418519</c:v>
                </c:pt>
                <c:pt idx="3090">
                  <c:v>50.06483692</c:v>
                </c:pt>
                <c:pt idx="3091">
                  <c:v>50.06744385</c:v>
                </c:pt>
                <c:pt idx="3092">
                  <c:v>50.06790937</c:v>
                </c:pt>
                <c:pt idx="3093">
                  <c:v>50.06884041</c:v>
                </c:pt>
                <c:pt idx="3094">
                  <c:v>50.06944559</c:v>
                </c:pt>
                <c:pt idx="3095">
                  <c:v>50.07009888</c:v>
                </c:pt>
                <c:pt idx="3096">
                  <c:v>50.07009888</c:v>
                </c:pt>
                <c:pt idx="3097">
                  <c:v>50.07128906</c:v>
                </c:pt>
                <c:pt idx="3098">
                  <c:v>50.07256459</c:v>
                </c:pt>
                <c:pt idx="3099">
                  <c:v>50.07312012</c:v>
                </c:pt>
                <c:pt idx="3100">
                  <c:v>50.07385254</c:v>
                </c:pt>
                <c:pt idx="3101">
                  <c:v>50.07499695</c:v>
                </c:pt>
                <c:pt idx="3102">
                  <c:v>50.07559204</c:v>
                </c:pt>
                <c:pt idx="3103">
                  <c:v>50.07687378</c:v>
                </c:pt>
                <c:pt idx="3104">
                  <c:v>50.07843018</c:v>
                </c:pt>
                <c:pt idx="3105">
                  <c:v>50.07925415</c:v>
                </c:pt>
                <c:pt idx="3106">
                  <c:v>50.08158875</c:v>
                </c:pt>
                <c:pt idx="3107">
                  <c:v>50.08222961</c:v>
                </c:pt>
                <c:pt idx="3108">
                  <c:v>50.08285264</c:v>
                </c:pt>
                <c:pt idx="3109">
                  <c:v>50.08327161</c:v>
                </c:pt>
                <c:pt idx="3110">
                  <c:v>50.08485438</c:v>
                </c:pt>
                <c:pt idx="3111">
                  <c:v>50.08531991</c:v>
                </c:pt>
                <c:pt idx="3112">
                  <c:v>50.08612061</c:v>
                </c:pt>
                <c:pt idx="3113">
                  <c:v>50.08690268</c:v>
                </c:pt>
                <c:pt idx="3114">
                  <c:v>50.08755441</c:v>
                </c:pt>
                <c:pt idx="3115">
                  <c:v>50.08820615</c:v>
                </c:pt>
                <c:pt idx="3116">
                  <c:v>50.08895098</c:v>
                </c:pt>
                <c:pt idx="3117">
                  <c:v>50.08950806</c:v>
                </c:pt>
                <c:pt idx="3118">
                  <c:v>50.08992004</c:v>
                </c:pt>
                <c:pt idx="3119">
                  <c:v>50.09060669</c:v>
                </c:pt>
                <c:pt idx="3120">
                  <c:v>50.09118549</c:v>
                </c:pt>
                <c:pt idx="3121">
                  <c:v>50.09188843</c:v>
                </c:pt>
                <c:pt idx="3122">
                  <c:v>50.0925355</c:v>
                </c:pt>
                <c:pt idx="3123">
                  <c:v>50.09318724</c:v>
                </c:pt>
                <c:pt idx="3124">
                  <c:v>50.09393207</c:v>
                </c:pt>
                <c:pt idx="3125">
                  <c:v>50.09449768</c:v>
                </c:pt>
                <c:pt idx="3126">
                  <c:v>50.09486389</c:v>
                </c:pt>
                <c:pt idx="3127">
                  <c:v>50.09646606</c:v>
                </c:pt>
                <c:pt idx="3128">
                  <c:v>50.09715271</c:v>
                </c:pt>
                <c:pt idx="3129">
                  <c:v>50.0977028</c:v>
                </c:pt>
                <c:pt idx="3130">
                  <c:v>50.09802246</c:v>
                </c:pt>
                <c:pt idx="3131">
                  <c:v>50.09895971</c:v>
                </c:pt>
                <c:pt idx="3132">
                  <c:v>50.09962463</c:v>
                </c:pt>
                <c:pt idx="3133">
                  <c:v>50.10035706</c:v>
                </c:pt>
                <c:pt idx="3134">
                  <c:v>50.10091491</c:v>
                </c:pt>
                <c:pt idx="3135">
                  <c:v>50.10223389</c:v>
                </c:pt>
                <c:pt idx="3136">
                  <c:v>50.10375459</c:v>
                </c:pt>
                <c:pt idx="3137">
                  <c:v>50.1043396</c:v>
                </c:pt>
                <c:pt idx="3138">
                  <c:v>50.10468564</c:v>
                </c:pt>
                <c:pt idx="3139">
                  <c:v>50.10561668</c:v>
                </c:pt>
                <c:pt idx="3140">
                  <c:v>50.10621643</c:v>
                </c:pt>
                <c:pt idx="3141">
                  <c:v>50.10740662</c:v>
                </c:pt>
                <c:pt idx="3142">
                  <c:v>50.10799085</c:v>
                </c:pt>
                <c:pt idx="3143">
                  <c:v>50.10836326</c:v>
                </c:pt>
                <c:pt idx="3144">
                  <c:v>50.10962018</c:v>
                </c:pt>
                <c:pt idx="3145">
                  <c:v>50.11056519</c:v>
                </c:pt>
                <c:pt idx="3146">
                  <c:v>50.11193848</c:v>
                </c:pt>
                <c:pt idx="3147">
                  <c:v>50.11216736</c:v>
                </c:pt>
                <c:pt idx="3148">
                  <c:v>50.11326599</c:v>
                </c:pt>
                <c:pt idx="3149">
                  <c:v>50.11390686</c:v>
                </c:pt>
                <c:pt idx="3150">
                  <c:v>50.11422885</c:v>
                </c:pt>
                <c:pt idx="3151">
                  <c:v>50.11520644</c:v>
                </c:pt>
                <c:pt idx="3152">
                  <c:v>50.11578369</c:v>
                </c:pt>
                <c:pt idx="3153">
                  <c:v>50.11637025</c:v>
                </c:pt>
                <c:pt idx="3154">
                  <c:v>50.11775208</c:v>
                </c:pt>
                <c:pt idx="3155">
                  <c:v>50.11839294</c:v>
                </c:pt>
                <c:pt idx="3156">
                  <c:v>50.11912537</c:v>
                </c:pt>
                <c:pt idx="3157">
                  <c:v>50.11976624</c:v>
                </c:pt>
                <c:pt idx="3158">
                  <c:v>50.1204071</c:v>
                </c:pt>
                <c:pt idx="3159">
                  <c:v>50.12086487</c:v>
                </c:pt>
                <c:pt idx="3160">
                  <c:v>50.12150574</c:v>
                </c:pt>
                <c:pt idx="3161">
                  <c:v>50.12214661</c:v>
                </c:pt>
                <c:pt idx="3162">
                  <c:v>50.12255859</c:v>
                </c:pt>
                <c:pt idx="3163">
                  <c:v>50.12339964</c:v>
                </c:pt>
                <c:pt idx="3164">
                  <c:v>50.12405137</c:v>
                </c:pt>
                <c:pt idx="3165">
                  <c:v>50.12471008</c:v>
                </c:pt>
                <c:pt idx="3166">
                  <c:v>50.12535095</c:v>
                </c:pt>
                <c:pt idx="3167">
                  <c:v>50.12619277</c:v>
                </c:pt>
                <c:pt idx="3168">
                  <c:v>50.1268158</c:v>
                </c:pt>
                <c:pt idx="3169">
                  <c:v>50.12731934</c:v>
                </c:pt>
                <c:pt idx="3170">
                  <c:v>50.12796021</c:v>
                </c:pt>
                <c:pt idx="3171">
                  <c:v>50.12875314</c:v>
                </c:pt>
                <c:pt idx="3172">
                  <c:v>50.12935832</c:v>
                </c:pt>
                <c:pt idx="3173">
                  <c:v>50.12935832</c:v>
                </c:pt>
                <c:pt idx="3174">
                  <c:v>50.13066101</c:v>
                </c:pt>
                <c:pt idx="3175">
                  <c:v>50.13257043</c:v>
                </c:pt>
                <c:pt idx="3176">
                  <c:v>50.13290405</c:v>
                </c:pt>
                <c:pt idx="3177">
                  <c:v>50.13382734</c:v>
                </c:pt>
                <c:pt idx="3178">
                  <c:v>50.13457217</c:v>
                </c:pt>
                <c:pt idx="3179">
                  <c:v>50.13517735</c:v>
                </c:pt>
                <c:pt idx="3180">
                  <c:v>50.13551331</c:v>
                </c:pt>
                <c:pt idx="3181">
                  <c:v>50.13684082</c:v>
                </c:pt>
                <c:pt idx="3182">
                  <c:v>50.13769117</c:v>
                </c:pt>
                <c:pt idx="3183">
                  <c:v>50.13811014</c:v>
                </c:pt>
                <c:pt idx="3184">
                  <c:v>50.13871765</c:v>
                </c:pt>
                <c:pt idx="3185">
                  <c:v>50.13941361</c:v>
                </c:pt>
                <c:pt idx="3186">
                  <c:v>50.14004517</c:v>
                </c:pt>
                <c:pt idx="3187">
                  <c:v>50.14041138</c:v>
                </c:pt>
                <c:pt idx="3188">
                  <c:v>50.141922</c:v>
                </c:pt>
                <c:pt idx="3189">
                  <c:v>50.14265442</c:v>
                </c:pt>
                <c:pt idx="3190">
                  <c:v>50.14295158</c:v>
                </c:pt>
                <c:pt idx="3191">
                  <c:v>50.14370728</c:v>
                </c:pt>
                <c:pt idx="3192">
                  <c:v>50.14513953</c:v>
                </c:pt>
                <c:pt idx="3193">
                  <c:v>50.14576721</c:v>
                </c:pt>
                <c:pt idx="3194">
                  <c:v>50.14640808</c:v>
                </c:pt>
                <c:pt idx="3195">
                  <c:v>50.14691162</c:v>
                </c:pt>
                <c:pt idx="3196">
                  <c:v>50.14765335</c:v>
                </c:pt>
                <c:pt idx="3197">
                  <c:v>50.14833069</c:v>
                </c:pt>
                <c:pt idx="3198">
                  <c:v>50.14897156</c:v>
                </c:pt>
                <c:pt idx="3199">
                  <c:v>50.14960855</c:v>
                </c:pt>
                <c:pt idx="3200">
                  <c:v>50.15021373</c:v>
                </c:pt>
                <c:pt idx="3201">
                  <c:v>50.15194702</c:v>
                </c:pt>
                <c:pt idx="3202">
                  <c:v>50.15254211</c:v>
                </c:pt>
                <c:pt idx="3203">
                  <c:v>50.15313721</c:v>
                </c:pt>
                <c:pt idx="3204">
                  <c:v>50.1537517</c:v>
                </c:pt>
                <c:pt idx="3205">
                  <c:v>50.15435688</c:v>
                </c:pt>
                <c:pt idx="3206">
                  <c:v>50.15501404</c:v>
                </c:pt>
                <c:pt idx="3207">
                  <c:v>50.15575344</c:v>
                </c:pt>
                <c:pt idx="3208">
                  <c:v>50.15635862</c:v>
                </c:pt>
                <c:pt idx="3209">
                  <c:v>50.1569638</c:v>
                </c:pt>
                <c:pt idx="3210">
                  <c:v>50.1569638</c:v>
                </c:pt>
                <c:pt idx="3211">
                  <c:v>50.15812683</c:v>
                </c:pt>
                <c:pt idx="3212">
                  <c:v>50.15849304</c:v>
                </c:pt>
                <c:pt idx="3213">
                  <c:v>50.15908813</c:v>
                </c:pt>
                <c:pt idx="3214">
                  <c:v>50.159729</c:v>
                </c:pt>
                <c:pt idx="3215">
                  <c:v>50.1603241</c:v>
                </c:pt>
                <c:pt idx="3216">
                  <c:v>50.16087341</c:v>
                </c:pt>
                <c:pt idx="3217">
                  <c:v>50.16151428</c:v>
                </c:pt>
                <c:pt idx="3218">
                  <c:v>50.16217765</c:v>
                </c:pt>
                <c:pt idx="3219">
                  <c:v>50.16273628</c:v>
                </c:pt>
                <c:pt idx="3220">
                  <c:v>50.16315525</c:v>
                </c:pt>
                <c:pt idx="3221">
                  <c:v>50.16394664</c:v>
                </c:pt>
                <c:pt idx="3222">
                  <c:v>50.16421509</c:v>
                </c:pt>
                <c:pt idx="3223">
                  <c:v>50.16511044</c:v>
                </c:pt>
                <c:pt idx="3224">
                  <c:v>50.16557596</c:v>
                </c:pt>
                <c:pt idx="3225">
                  <c:v>50.16627502</c:v>
                </c:pt>
                <c:pt idx="3226">
                  <c:v>50.16650701</c:v>
                </c:pt>
                <c:pt idx="3227">
                  <c:v>50.16706564</c:v>
                </c:pt>
                <c:pt idx="3228">
                  <c:v>50.16769409</c:v>
                </c:pt>
                <c:pt idx="3229">
                  <c:v>50.16819763</c:v>
                </c:pt>
                <c:pt idx="3230">
                  <c:v>50.16878807</c:v>
                </c:pt>
                <c:pt idx="3231">
                  <c:v>50.16938782</c:v>
                </c:pt>
                <c:pt idx="3232">
                  <c:v>50.16989136</c:v>
                </c:pt>
                <c:pt idx="3233">
                  <c:v>50.17037085</c:v>
                </c:pt>
                <c:pt idx="3234">
                  <c:v>50.1714881</c:v>
                </c:pt>
                <c:pt idx="3235">
                  <c:v>50.17204673</c:v>
                </c:pt>
                <c:pt idx="3236">
                  <c:v>50.17265191</c:v>
                </c:pt>
                <c:pt idx="3237">
                  <c:v>50.17323303</c:v>
                </c:pt>
                <c:pt idx="3238">
                  <c:v>50.17373657</c:v>
                </c:pt>
                <c:pt idx="3239">
                  <c:v>50.17428123</c:v>
                </c:pt>
                <c:pt idx="3240">
                  <c:v>50.17474365</c:v>
                </c:pt>
                <c:pt idx="3241">
                  <c:v>50.17535193</c:v>
                </c:pt>
                <c:pt idx="3242">
                  <c:v>50.17591056</c:v>
                </c:pt>
                <c:pt idx="3243">
                  <c:v>50.17648315</c:v>
                </c:pt>
                <c:pt idx="3244">
                  <c:v>50.1767485</c:v>
                </c:pt>
                <c:pt idx="3245">
                  <c:v>50.17726058</c:v>
                </c:pt>
                <c:pt idx="3246">
                  <c:v>50.17790222</c:v>
                </c:pt>
                <c:pt idx="3247">
                  <c:v>50.17840576</c:v>
                </c:pt>
                <c:pt idx="3248">
                  <c:v>50.17895508</c:v>
                </c:pt>
                <c:pt idx="3249">
                  <c:v>50.17950439</c:v>
                </c:pt>
                <c:pt idx="3250">
                  <c:v>50.18000793</c:v>
                </c:pt>
                <c:pt idx="3251">
                  <c:v>50.18051923</c:v>
                </c:pt>
                <c:pt idx="3252">
                  <c:v>50.18107786</c:v>
                </c:pt>
                <c:pt idx="3253">
                  <c:v>50.18158993</c:v>
                </c:pt>
                <c:pt idx="3254">
                  <c:v>50.18210201</c:v>
                </c:pt>
                <c:pt idx="3255">
                  <c:v>50.18257141</c:v>
                </c:pt>
                <c:pt idx="3256">
                  <c:v>50.18312073</c:v>
                </c:pt>
                <c:pt idx="3257">
                  <c:v>50.18357849</c:v>
                </c:pt>
                <c:pt idx="3258">
                  <c:v>50.18408203</c:v>
                </c:pt>
                <c:pt idx="3259">
                  <c:v>50.18449402</c:v>
                </c:pt>
                <c:pt idx="3260">
                  <c:v>50.18475549</c:v>
                </c:pt>
                <c:pt idx="3261">
                  <c:v>50.18550032</c:v>
                </c:pt>
                <c:pt idx="3262">
                  <c:v>50.1860124</c:v>
                </c:pt>
                <c:pt idx="3263">
                  <c:v>50.1872406</c:v>
                </c:pt>
                <c:pt idx="3264">
                  <c:v>50.18774414</c:v>
                </c:pt>
                <c:pt idx="3265">
                  <c:v>50.18833923</c:v>
                </c:pt>
                <c:pt idx="3266">
                  <c:v>50.18884277</c:v>
                </c:pt>
                <c:pt idx="3267">
                  <c:v>50.18884277</c:v>
                </c:pt>
                <c:pt idx="3268">
                  <c:v>50.18971252</c:v>
                </c:pt>
                <c:pt idx="3269">
                  <c:v>50.1902021</c:v>
                </c:pt>
                <c:pt idx="3270">
                  <c:v>50.19085693</c:v>
                </c:pt>
                <c:pt idx="3271">
                  <c:v>50.1913659</c:v>
                </c:pt>
                <c:pt idx="3272">
                  <c:v>50.19195557</c:v>
                </c:pt>
                <c:pt idx="3273">
                  <c:v>50.19236755</c:v>
                </c:pt>
                <c:pt idx="3274">
                  <c:v>50.19291687</c:v>
                </c:pt>
                <c:pt idx="3275">
                  <c:v>50.19346619</c:v>
                </c:pt>
                <c:pt idx="3276">
                  <c:v>50.19378662</c:v>
                </c:pt>
                <c:pt idx="3277">
                  <c:v>50.19481077</c:v>
                </c:pt>
                <c:pt idx="3278">
                  <c:v>50.19584656</c:v>
                </c:pt>
                <c:pt idx="3279">
                  <c:v>50.19657898</c:v>
                </c:pt>
                <c:pt idx="3280">
                  <c:v>50.19689941</c:v>
                </c:pt>
                <c:pt idx="3281">
                  <c:v>50.19792977</c:v>
                </c:pt>
                <c:pt idx="3282">
                  <c:v>50.1984884</c:v>
                </c:pt>
                <c:pt idx="3283">
                  <c:v>50.19900047</c:v>
                </c:pt>
                <c:pt idx="3284">
                  <c:v>50.19951255</c:v>
                </c:pt>
                <c:pt idx="3285">
                  <c:v>50.20001221</c:v>
                </c:pt>
                <c:pt idx="3286">
                  <c:v>50.20056152</c:v>
                </c:pt>
                <c:pt idx="3287">
                  <c:v>50.20123498</c:v>
                </c:pt>
                <c:pt idx="3288">
                  <c:v>50.20170593</c:v>
                </c:pt>
                <c:pt idx="3289">
                  <c:v>50.20225525</c:v>
                </c:pt>
                <c:pt idx="3290">
                  <c:v>50.20275879</c:v>
                </c:pt>
                <c:pt idx="3291">
                  <c:v>50.20321655</c:v>
                </c:pt>
                <c:pt idx="3292">
                  <c:v>50.20372009</c:v>
                </c:pt>
                <c:pt idx="3293">
                  <c:v>50.20416777</c:v>
                </c:pt>
                <c:pt idx="3294">
                  <c:v>50.20463562</c:v>
                </c:pt>
                <c:pt idx="3295">
                  <c:v>50.20518494</c:v>
                </c:pt>
                <c:pt idx="3296">
                  <c:v>50.20561089</c:v>
                </c:pt>
                <c:pt idx="3297">
                  <c:v>50.20610046</c:v>
                </c:pt>
                <c:pt idx="3298">
                  <c:v>50.20664978</c:v>
                </c:pt>
                <c:pt idx="3299">
                  <c:v>50.20728677</c:v>
                </c:pt>
                <c:pt idx="3300">
                  <c:v>50.20774841</c:v>
                </c:pt>
                <c:pt idx="3301">
                  <c:v>50.20829773</c:v>
                </c:pt>
                <c:pt idx="3302">
                  <c:v>50.20872989</c:v>
                </c:pt>
                <c:pt idx="3303">
                  <c:v>50.20924196</c:v>
                </c:pt>
                <c:pt idx="3304">
                  <c:v>50.20980059</c:v>
                </c:pt>
                <c:pt idx="3305">
                  <c:v>50.21031267</c:v>
                </c:pt>
                <c:pt idx="3306">
                  <c:v>50.21082474</c:v>
                </c:pt>
                <c:pt idx="3307">
                  <c:v>50.2110575</c:v>
                </c:pt>
                <c:pt idx="3308">
                  <c:v>50.21166268</c:v>
                </c:pt>
                <c:pt idx="3309">
                  <c:v>50.21237183</c:v>
                </c:pt>
                <c:pt idx="3310">
                  <c:v>50.21264028</c:v>
                </c:pt>
                <c:pt idx="3311">
                  <c:v>50.21315235</c:v>
                </c:pt>
                <c:pt idx="3312">
                  <c:v>50.21371098</c:v>
                </c:pt>
                <c:pt idx="3313">
                  <c:v>50.21422305</c:v>
                </c:pt>
                <c:pt idx="3314">
                  <c:v>50.21468858</c:v>
                </c:pt>
                <c:pt idx="3315">
                  <c:v>50.2152472</c:v>
                </c:pt>
                <c:pt idx="3316">
                  <c:v>50.21585238</c:v>
                </c:pt>
                <c:pt idx="3317">
                  <c:v>50.21617825</c:v>
                </c:pt>
                <c:pt idx="3318">
                  <c:v>50.21673687</c:v>
                </c:pt>
                <c:pt idx="3319">
                  <c:v>50.2172699</c:v>
                </c:pt>
                <c:pt idx="3320">
                  <c:v>50.21777344</c:v>
                </c:pt>
                <c:pt idx="3321">
                  <c:v>50.21822655</c:v>
                </c:pt>
                <c:pt idx="3322">
                  <c:v>50.21882629</c:v>
                </c:pt>
                <c:pt idx="3323">
                  <c:v>50.21932983</c:v>
                </c:pt>
                <c:pt idx="3324">
                  <c:v>50.21980932</c:v>
                </c:pt>
                <c:pt idx="3325">
                  <c:v>50.2203214</c:v>
                </c:pt>
                <c:pt idx="3326">
                  <c:v>50.22074037</c:v>
                </c:pt>
                <c:pt idx="3327">
                  <c:v>50.22134399</c:v>
                </c:pt>
                <c:pt idx="3328">
                  <c:v>50.22176452</c:v>
                </c:pt>
                <c:pt idx="3329">
                  <c:v>50.2223053</c:v>
                </c:pt>
                <c:pt idx="3330">
                  <c:v>50.22290039</c:v>
                </c:pt>
                <c:pt idx="3331">
                  <c:v>50.22335815</c:v>
                </c:pt>
                <c:pt idx="3332">
                  <c:v>50.22362661</c:v>
                </c:pt>
                <c:pt idx="3333">
                  <c:v>50.22422791</c:v>
                </c:pt>
                <c:pt idx="3334">
                  <c:v>50.22469731</c:v>
                </c:pt>
                <c:pt idx="3335">
                  <c:v>50.22539559</c:v>
                </c:pt>
                <c:pt idx="3336">
                  <c:v>50.22587585</c:v>
                </c:pt>
                <c:pt idx="3337">
                  <c:v>50.22637939</c:v>
                </c:pt>
                <c:pt idx="3338">
                  <c:v>50.22679138</c:v>
                </c:pt>
                <c:pt idx="3339">
                  <c:v>50.22725768</c:v>
                </c:pt>
                <c:pt idx="3340">
                  <c:v>50.22776975</c:v>
                </c:pt>
                <c:pt idx="3341">
                  <c:v>50.22828183</c:v>
                </c:pt>
                <c:pt idx="3342">
                  <c:v>50.2287939</c:v>
                </c:pt>
                <c:pt idx="3343">
                  <c:v>50.22930598</c:v>
                </c:pt>
                <c:pt idx="3344">
                  <c:v>50.22981262</c:v>
                </c:pt>
                <c:pt idx="3345">
                  <c:v>50.23031616</c:v>
                </c:pt>
                <c:pt idx="3346">
                  <c:v>50.23070255</c:v>
                </c:pt>
                <c:pt idx="3347">
                  <c:v>50.23104858</c:v>
                </c:pt>
                <c:pt idx="3348">
                  <c:v>50.23141479</c:v>
                </c:pt>
                <c:pt idx="3349">
                  <c:v>50.23172669</c:v>
                </c:pt>
                <c:pt idx="3350">
                  <c:v>50.23196411</c:v>
                </c:pt>
                <c:pt idx="3351">
                  <c:v>50.23223877</c:v>
                </c:pt>
                <c:pt idx="3352">
                  <c:v>50.23247153</c:v>
                </c:pt>
                <c:pt idx="3353">
                  <c:v>50.23260498</c:v>
                </c:pt>
                <c:pt idx="3354">
                  <c:v>50.23278809</c:v>
                </c:pt>
                <c:pt idx="3355">
                  <c:v>50.23287964</c:v>
                </c:pt>
                <c:pt idx="3356">
                  <c:v>50.23293705</c:v>
                </c:pt>
                <c:pt idx="3357">
                  <c:v>50.23298361</c:v>
                </c:pt>
                <c:pt idx="3358">
                  <c:v>50.23292542</c:v>
                </c:pt>
                <c:pt idx="3359">
                  <c:v>50.23287964</c:v>
                </c:pt>
                <c:pt idx="3360">
                  <c:v>50.2327974</c:v>
                </c:pt>
                <c:pt idx="3361">
                  <c:v>50.23269653</c:v>
                </c:pt>
                <c:pt idx="3362">
                  <c:v>50.23251808</c:v>
                </c:pt>
                <c:pt idx="3363">
                  <c:v>50.23228455</c:v>
                </c:pt>
                <c:pt idx="3364">
                  <c:v>50.23205566</c:v>
                </c:pt>
                <c:pt idx="3365">
                  <c:v>50.23172669</c:v>
                </c:pt>
                <c:pt idx="3366">
                  <c:v>50.23135428</c:v>
                </c:pt>
                <c:pt idx="3367">
                  <c:v>50.23121462</c:v>
                </c:pt>
                <c:pt idx="3368">
                  <c:v>50.23077393</c:v>
                </c:pt>
                <c:pt idx="3369">
                  <c:v>50.23037668</c:v>
                </c:pt>
                <c:pt idx="3370">
                  <c:v>50.22995771</c:v>
                </c:pt>
                <c:pt idx="3371">
                  <c:v>50.22939908</c:v>
                </c:pt>
                <c:pt idx="3372">
                  <c:v>50.22888701</c:v>
                </c:pt>
                <c:pt idx="3373">
                  <c:v>50.22837493</c:v>
                </c:pt>
                <c:pt idx="3374">
                  <c:v>50.22784424</c:v>
                </c:pt>
                <c:pt idx="3375">
                  <c:v>50.22720337</c:v>
                </c:pt>
                <c:pt idx="3376">
                  <c:v>50.2265625</c:v>
                </c:pt>
                <c:pt idx="3377">
                  <c:v>50.22583008</c:v>
                </c:pt>
                <c:pt idx="3378">
                  <c:v>50.22520938</c:v>
                </c:pt>
                <c:pt idx="3379">
                  <c:v>50.22446455</c:v>
                </c:pt>
                <c:pt idx="3380">
                  <c:v>50.22367316</c:v>
                </c:pt>
                <c:pt idx="3381">
                  <c:v>50.22274211</c:v>
                </c:pt>
                <c:pt idx="3382">
                  <c:v>50.22221375</c:v>
                </c:pt>
                <c:pt idx="3383">
                  <c:v>50.2213921</c:v>
                </c:pt>
                <c:pt idx="3384">
                  <c:v>50.22055416</c:v>
                </c:pt>
                <c:pt idx="3385">
                  <c:v>50.21946716</c:v>
                </c:pt>
                <c:pt idx="3386">
                  <c:v>50.21892483</c:v>
                </c:pt>
                <c:pt idx="3387">
                  <c:v>50.21771447</c:v>
                </c:pt>
                <c:pt idx="3388">
                  <c:v>50.21678343</c:v>
                </c:pt>
                <c:pt idx="3389">
                  <c:v>50.21589661</c:v>
                </c:pt>
                <c:pt idx="3390">
                  <c:v>50.21516418</c:v>
                </c:pt>
                <c:pt idx="3391">
                  <c:v>50.21420288</c:v>
                </c:pt>
                <c:pt idx="3392">
                  <c:v>50.21338511</c:v>
                </c:pt>
                <c:pt idx="3393">
                  <c:v>50.2124176</c:v>
                </c:pt>
                <c:pt idx="3394">
                  <c:v>50.21156958</c:v>
                </c:pt>
                <c:pt idx="3395">
                  <c:v>50.21063853</c:v>
                </c:pt>
                <c:pt idx="3396">
                  <c:v>50.20956783</c:v>
                </c:pt>
                <c:pt idx="3397">
                  <c:v>50.20852661</c:v>
                </c:pt>
                <c:pt idx="3398">
                  <c:v>50.20765919</c:v>
                </c:pt>
                <c:pt idx="3399">
                  <c:v>50.20632935</c:v>
                </c:pt>
                <c:pt idx="3400">
                  <c:v>50.20542468</c:v>
                </c:pt>
                <c:pt idx="3401">
                  <c:v>50.20454407</c:v>
                </c:pt>
                <c:pt idx="3402">
                  <c:v>50.20367432</c:v>
                </c:pt>
                <c:pt idx="3403">
                  <c:v>50.20266724</c:v>
                </c:pt>
                <c:pt idx="3404">
                  <c:v>50.2016074</c:v>
                </c:pt>
                <c:pt idx="3405">
                  <c:v>50.20046997</c:v>
                </c:pt>
                <c:pt idx="3406">
                  <c:v>50.19978333</c:v>
                </c:pt>
                <c:pt idx="3407">
                  <c:v>50.19877625</c:v>
                </c:pt>
                <c:pt idx="3408">
                  <c:v>50.19765046</c:v>
                </c:pt>
                <c:pt idx="3409">
                  <c:v>50.1965332</c:v>
                </c:pt>
                <c:pt idx="3410">
                  <c:v>50.19561768</c:v>
                </c:pt>
                <c:pt idx="3411">
                  <c:v>50.1944849</c:v>
                </c:pt>
                <c:pt idx="3412">
                  <c:v>50.19346619</c:v>
                </c:pt>
                <c:pt idx="3413">
                  <c:v>50.19257626</c:v>
                </c:pt>
                <c:pt idx="3414">
                  <c:v>50.19155211</c:v>
                </c:pt>
                <c:pt idx="3415">
                  <c:v>50.1905365</c:v>
                </c:pt>
                <c:pt idx="3416">
                  <c:v>50.18964347</c:v>
                </c:pt>
                <c:pt idx="3417">
                  <c:v>50.18866587</c:v>
                </c:pt>
                <c:pt idx="3418">
                  <c:v>50.18759517</c:v>
                </c:pt>
                <c:pt idx="3419">
                  <c:v>50.18661758</c:v>
                </c:pt>
                <c:pt idx="3420">
                  <c:v>50.18572998</c:v>
                </c:pt>
                <c:pt idx="3421">
                  <c:v>50.18449402</c:v>
                </c:pt>
                <c:pt idx="3422">
                  <c:v>50.18353271</c:v>
                </c:pt>
                <c:pt idx="3423">
                  <c:v>50.18261408</c:v>
                </c:pt>
                <c:pt idx="3424">
                  <c:v>50.18168304</c:v>
                </c:pt>
                <c:pt idx="3425">
                  <c:v>50.18079855</c:v>
                </c:pt>
                <c:pt idx="3426">
                  <c:v>50.18019337</c:v>
                </c:pt>
                <c:pt idx="3427">
                  <c:v>50.17930888</c:v>
                </c:pt>
                <c:pt idx="3428">
                  <c:v>50.17835999</c:v>
                </c:pt>
                <c:pt idx="3429">
                  <c:v>50.17753989</c:v>
                </c:pt>
                <c:pt idx="3430">
                  <c:v>50.17670195</c:v>
                </c:pt>
                <c:pt idx="3431">
                  <c:v>50.17597961</c:v>
                </c:pt>
                <c:pt idx="3432">
                  <c:v>50.17502607</c:v>
                </c:pt>
                <c:pt idx="3433">
                  <c:v>50.17428123</c:v>
                </c:pt>
                <c:pt idx="3434">
                  <c:v>50.17348985</c:v>
                </c:pt>
                <c:pt idx="3435">
                  <c:v>50.17269846</c:v>
                </c:pt>
                <c:pt idx="3436">
                  <c:v>50.17200017</c:v>
                </c:pt>
                <c:pt idx="3437">
                  <c:v>50.17120879</c:v>
                </c:pt>
                <c:pt idx="3438">
                  <c:v>50.170578</c:v>
                </c:pt>
                <c:pt idx="3439">
                  <c:v>50.16995188</c:v>
                </c:pt>
                <c:pt idx="3440">
                  <c:v>50.16934204</c:v>
                </c:pt>
                <c:pt idx="3441">
                  <c:v>50.16869496</c:v>
                </c:pt>
                <c:pt idx="3442">
                  <c:v>50.16810608</c:v>
                </c:pt>
                <c:pt idx="3443">
                  <c:v>50.16720529</c:v>
                </c:pt>
                <c:pt idx="3444">
                  <c:v>50.16664124</c:v>
                </c:pt>
                <c:pt idx="3445">
                  <c:v>50.16600037</c:v>
                </c:pt>
                <c:pt idx="3446">
                  <c:v>50.16558838</c:v>
                </c:pt>
                <c:pt idx="3447">
                  <c:v>50.16506389</c:v>
                </c:pt>
                <c:pt idx="3448">
                  <c:v>50.16436561</c:v>
                </c:pt>
                <c:pt idx="3449">
                  <c:v>50.1638031</c:v>
                </c:pt>
                <c:pt idx="3450">
                  <c:v>50.16325378</c:v>
                </c:pt>
                <c:pt idx="3451">
                  <c:v>50.16278283</c:v>
                </c:pt>
                <c:pt idx="3452">
                  <c:v>50.16215515</c:v>
                </c:pt>
                <c:pt idx="3453">
                  <c:v>50.16165161</c:v>
                </c:pt>
                <c:pt idx="3454">
                  <c:v>50.16110695</c:v>
                </c:pt>
                <c:pt idx="3455">
                  <c:v>50.16068798</c:v>
                </c:pt>
                <c:pt idx="3456">
                  <c:v>50.16023254</c:v>
                </c:pt>
                <c:pt idx="3457">
                  <c:v>50.15985004</c:v>
                </c:pt>
                <c:pt idx="3458">
                  <c:v>50.15940857</c:v>
                </c:pt>
                <c:pt idx="3459">
                  <c:v>50.1590121</c:v>
                </c:pt>
                <c:pt idx="3460">
                  <c:v>50.15859313</c:v>
                </c:pt>
                <c:pt idx="3461">
                  <c:v>50.15817261</c:v>
                </c:pt>
                <c:pt idx="3462">
                  <c:v>50.15770864</c:v>
                </c:pt>
                <c:pt idx="3463">
                  <c:v>50.15734863</c:v>
                </c:pt>
                <c:pt idx="3464">
                  <c:v>50.15689087</c:v>
                </c:pt>
                <c:pt idx="3465">
                  <c:v>50.15629578</c:v>
                </c:pt>
                <c:pt idx="3466">
                  <c:v>50.15597534</c:v>
                </c:pt>
                <c:pt idx="3467">
                  <c:v>50.15575344</c:v>
                </c:pt>
                <c:pt idx="3468">
                  <c:v>50.15519482</c:v>
                </c:pt>
                <c:pt idx="3469">
                  <c:v>50.15477585</c:v>
                </c:pt>
                <c:pt idx="3470">
                  <c:v>50.15435688</c:v>
                </c:pt>
                <c:pt idx="3471">
                  <c:v>50.15393791</c:v>
                </c:pt>
                <c:pt idx="3472">
                  <c:v>50.15359497</c:v>
                </c:pt>
                <c:pt idx="3473">
                  <c:v>50.15323962</c:v>
                </c:pt>
                <c:pt idx="3474">
                  <c:v>50.152771</c:v>
                </c:pt>
                <c:pt idx="3475">
                  <c:v>50.15235901</c:v>
                </c:pt>
                <c:pt idx="3476">
                  <c:v>50.15212237</c:v>
                </c:pt>
                <c:pt idx="3477">
                  <c:v>50.15167236</c:v>
                </c:pt>
                <c:pt idx="3478">
                  <c:v>50.15133098</c:v>
                </c:pt>
                <c:pt idx="3479">
                  <c:v>50.15075684</c:v>
                </c:pt>
                <c:pt idx="3480">
                  <c:v>50.15034485</c:v>
                </c:pt>
                <c:pt idx="3481">
                  <c:v>50.14988786</c:v>
                </c:pt>
                <c:pt idx="3482">
                  <c:v>50.1496582</c:v>
                </c:pt>
                <c:pt idx="3483">
                  <c:v>50.14918958</c:v>
                </c:pt>
                <c:pt idx="3484">
                  <c:v>50.14877061</c:v>
                </c:pt>
                <c:pt idx="3485">
                  <c:v>50.14833069</c:v>
                </c:pt>
                <c:pt idx="3486">
                  <c:v>50.14801025</c:v>
                </c:pt>
                <c:pt idx="3487">
                  <c:v>50.14759827</c:v>
                </c:pt>
                <c:pt idx="3488">
                  <c:v>50.1471405</c:v>
                </c:pt>
                <c:pt idx="3489">
                  <c:v>50.14658265</c:v>
                </c:pt>
                <c:pt idx="3490">
                  <c:v>50.14622498</c:v>
                </c:pt>
                <c:pt idx="3491">
                  <c:v>50.14579126</c:v>
                </c:pt>
                <c:pt idx="3492">
                  <c:v>50.145401</c:v>
                </c:pt>
                <c:pt idx="3493">
                  <c:v>50.14495332</c:v>
                </c:pt>
                <c:pt idx="3494">
                  <c:v>50.1444878</c:v>
                </c:pt>
                <c:pt idx="3495">
                  <c:v>50.14407349</c:v>
                </c:pt>
                <c:pt idx="3496">
                  <c:v>50.14383607</c:v>
                </c:pt>
                <c:pt idx="3497">
                  <c:v>50.14334106</c:v>
                </c:pt>
                <c:pt idx="3498">
                  <c:v>50.14292908</c:v>
                </c:pt>
                <c:pt idx="3499">
                  <c:v>50.14251709</c:v>
                </c:pt>
                <c:pt idx="3500">
                  <c:v>50.1421051</c:v>
                </c:pt>
                <c:pt idx="3501">
                  <c:v>50.14169312</c:v>
                </c:pt>
                <c:pt idx="3502">
                  <c:v>50.14118259</c:v>
                </c:pt>
                <c:pt idx="3503">
                  <c:v>50.14082336</c:v>
                </c:pt>
                <c:pt idx="3504">
                  <c:v>50.14041138</c:v>
                </c:pt>
                <c:pt idx="3505">
                  <c:v>50.14004517</c:v>
                </c:pt>
                <c:pt idx="3506">
                  <c:v>50.13967896</c:v>
                </c:pt>
                <c:pt idx="3507">
                  <c:v>50.13927395</c:v>
                </c:pt>
                <c:pt idx="3508">
                  <c:v>50.13890076</c:v>
                </c:pt>
                <c:pt idx="3509">
                  <c:v>50.13852911</c:v>
                </c:pt>
                <c:pt idx="3510">
                  <c:v>50.13821411</c:v>
                </c:pt>
                <c:pt idx="3511">
                  <c:v>50.13783083</c:v>
                </c:pt>
                <c:pt idx="3512">
                  <c:v>50.13739014</c:v>
                </c:pt>
                <c:pt idx="3513">
                  <c:v>50.13703944</c:v>
                </c:pt>
                <c:pt idx="3514">
                  <c:v>50.13666703</c:v>
                </c:pt>
                <c:pt idx="3515">
                  <c:v>50.13629461</c:v>
                </c:pt>
                <c:pt idx="3516">
                  <c:v>50.13592219</c:v>
                </c:pt>
                <c:pt idx="3517">
                  <c:v>50.13551331</c:v>
                </c:pt>
                <c:pt idx="3518">
                  <c:v>50.13523865</c:v>
                </c:pt>
                <c:pt idx="3519">
                  <c:v>50.13489804</c:v>
                </c:pt>
                <c:pt idx="3520">
                  <c:v>50.13438597</c:v>
                </c:pt>
                <c:pt idx="3521">
                  <c:v>50.13419976</c:v>
                </c:pt>
                <c:pt idx="3522">
                  <c:v>50.13386536</c:v>
                </c:pt>
                <c:pt idx="3523">
                  <c:v>50.13349915</c:v>
                </c:pt>
                <c:pt idx="3524">
                  <c:v>50.13313293</c:v>
                </c:pt>
                <c:pt idx="3525">
                  <c:v>50.13271009</c:v>
                </c:pt>
                <c:pt idx="3526">
                  <c:v>50.13240051</c:v>
                </c:pt>
                <c:pt idx="3527">
                  <c:v>50.13205835</c:v>
                </c:pt>
                <c:pt idx="3528">
                  <c:v>50.13177904</c:v>
                </c:pt>
                <c:pt idx="3529">
                  <c:v>50.13134766</c:v>
                </c:pt>
                <c:pt idx="3530">
                  <c:v>50.13117386</c:v>
                </c:pt>
                <c:pt idx="3531">
                  <c:v>50.130848</c:v>
                </c:pt>
                <c:pt idx="3532">
                  <c:v>50.13033592</c:v>
                </c:pt>
                <c:pt idx="3533">
                  <c:v>50.13002014</c:v>
                </c:pt>
                <c:pt idx="3534">
                  <c:v>50.12973074</c:v>
                </c:pt>
                <c:pt idx="3535">
                  <c:v>50.12942505</c:v>
                </c:pt>
                <c:pt idx="3536">
                  <c:v>50.12915039</c:v>
                </c:pt>
                <c:pt idx="3537">
                  <c:v>50.1287997</c:v>
                </c:pt>
                <c:pt idx="3538">
                  <c:v>50.12850952</c:v>
                </c:pt>
                <c:pt idx="3539">
                  <c:v>50.12819452</c:v>
                </c:pt>
                <c:pt idx="3540">
                  <c:v>50.12786865</c:v>
                </c:pt>
                <c:pt idx="3541">
                  <c:v>50.12754279</c:v>
                </c:pt>
                <c:pt idx="3542">
                  <c:v>50.12721692</c:v>
                </c:pt>
                <c:pt idx="3543">
                  <c:v>50.12686157</c:v>
                </c:pt>
                <c:pt idx="3544">
                  <c:v>50.12654114</c:v>
                </c:pt>
                <c:pt idx="3545">
                  <c:v>50.12623932</c:v>
                </c:pt>
                <c:pt idx="3546">
                  <c:v>50.12594604</c:v>
                </c:pt>
                <c:pt idx="3547">
                  <c:v>50.12562561</c:v>
                </c:pt>
                <c:pt idx="3548">
                  <c:v>50.12516785</c:v>
                </c:pt>
                <c:pt idx="3549">
                  <c:v>50.12503052</c:v>
                </c:pt>
                <c:pt idx="3550">
                  <c:v>50.12461</c:v>
                </c:pt>
                <c:pt idx="3551">
                  <c:v>50.1242981</c:v>
                </c:pt>
                <c:pt idx="3552">
                  <c:v>50.12379456</c:v>
                </c:pt>
                <c:pt idx="3553">
                  <c:v>50.12347412</c:v>
                </c:pt>
                <c:pt idx="3554">
                  <c:v>50.12316688</c:v>
                </c:pt>
                <c:pt idx="3555">
                  <c:v>50.12283325</c:v>
                </c:pt>
                <c:pt idx="3556">
                  <c:v>50.12242204</c:v>
                </c:pt>
                <c:pt idx="3557">
                  <c:v>50.12204962</c:v>
                </c:pt>
                <c:pt idx="3558">
                  <c:v>50.12172376</c:v>
                </c:pt>
                <c:pt idx="3559">
                  <c:v>50.12136841</c:v>
                </c:pt>
                <c:pt idx="3560">
                  <c:v>50.12109375</c:v>
                </c:pt>
                <c:pt idx="3561">
                  <c:v>50.12068176</c:v>
                </c:pt>
                <c:pt idx="3562">
                  <c:v>50.12037374</c:v>
                </c:pt>
                <c:pt idx="3563">
                  <c:v>50.12008667</c:v>
                </c:pt>
                <c:pt idx="3564">
                  <c:v>50.11962891</c:v>
                </c:pt>
                <c:pt idx="3565">
                  <c:v>50.11934959</c:v>
                </c:pt>
                <c:pt idx="3566">
                  <c:v>50.11888407</c:v>
                </c:pt>
                <c:pt idx="3567">
                  <c:v>50.11865131</c:v>
                </c:pt>
                <c:pt idx="3568">
                  <c:v>50.11827889</c:v>
                </c:pt>
                <c:pt idx="3569">
                  <c:v>50.11798096</c:v>
                </c:pt>
                <c:pt idx="3570">
                  <c:v>50.11747742</c:v>
                </c:pt>
                <c:pt idx="3571">
                  <c:v>50.11715698</c:v>
                </c:pt>
                <c:pt idx="3572">
                  <c:v>50.11697543</c:v>
                </c:pt>
                <c:pt idx="3573">
                  <c:v>50.11660301</c:v>
                </c:pt>
                <c:pt idx="3574">
                  <c:v>50.11624146</c:v>
                </c:pt>
                <c:pt idx="3575">
                  <c:v>50.11592102</c:v>
                </c:pt>
                <c:pt idx="3576">
                  <c:v>50.11557886</c:v>
                </c:pt>
                <c:pt idx="3577">
                  <c:v>50.11528015</c:v>
                </c:pt>
                <c:pt idx="3578">
                  <c:v>50.11492713</c:v>
                </c:pt>
                <c:pt idx="3579">
                  <c:v>50.11459351</c:v>
                </c:pt>
                <c:pt idx="3580">
                  <c:v>50.11427307</c:v>
                </c:pt>
                <c:pt idx="3581">
                  <c:v>50.11399841</c:v>
                </c:pt>
                <c:pt idx="3582">
                  <c:v>50.11367798</c:v>
                </c:pt>
                <c:pt idx="3583">
                  <c:v>50.11335754</c:v>
                </c:pt>
                <c:pt idx="3584">
                  <c:v>50.11303711</c:v>
                </c:pt>
                <c:pt idx="3585">
                  <c:v>50.1126709</c:v>
                </c:pt>
                <c:pt idx="3586">
                  <c:v>50.11235046</c:v>
                </c:pt>
                <c:pt idx="3587">
                  <c:v>50.11204089</c:v>
                </c:pt>
                <c:pt idx="3588">
                  <c:v>50.11180115</c:v>
                </c:pt>
                <c:pt idx="3589">
                  <c:v>50.11143571</c:v>
                </c:pt>
                <c:pt idx="3590">
                  <c:v>50.11116028</c:v>
                </c:pt>
                <c:pt idx="3591">
                  <c:v>50.11083984</c:v>
                </c:pt>
                <c:pt idx="3592">
                  <c:v>50.11059777</c:v>
                </c:pt>
                <c:pt idx="3593">
                  <c:v>50.11027191</c:v>
                </c:pt>
                <c:pt idx="3594">
                  <c:v>50.10992432</c:v>
                </c:pt>
                <c:pt idx="3595">
                  <c:v>50.10980638</c:v>
                </c:pt>
                <c:pt idx="3596">
                  <c:v>50.10946655</c:v>
                </c:pt>
                <c:pt idx="3597">
                  <c:v>50.10914612</c:v>
                </c:pt>
                <c:pt idx="3598">
                  <c:v>50.10891724</c:v>
                </c:pt>
                <c:pt idx="3599">
                  <c:v>50.1085968</c:v>
                </c:pt>
                <c:pt idx="3600">
                  <c:v>50.10827637</c:v>
                </c:pt>
                <c:pt idx="3601">
                  <c:v>50.10800171</c:v>
                </c:pt>
                <c:pt idx="3602">
                  <c:v>50.1078186</c:v>
                </c:pt>
                <c:pt idx="3603">
                  <c:v>50.10738567</c:v>
                </c:pt>
                <c:pt idx="3604">
                  <c:v>50.10708618</c:v>
                </c:pt>
                <c:pt idx="3605">
                  <c:v>50.1069667</c:v>
                </c:pt>
                <c:pt idx="3606">
                  <c:v>50.10659428</c:v>
                </c:pt>
                <c:pt idx="3607">
                  <c:v>50.10626841</c:v>
                </c:pt>
                <c:pt idx="3608">
                  <c:v>50.10603333</c:v>
                </c:pt>
                <c:pt idx="3609">
                  <c:v>50.10575634</c:v>
                </c:pt>
                <c:pt idx="3610">
                  <c:v>50.10548401</c:v>
                </c:pt>
                <c:pt idx="3611">
                  <c:v>50.10525513</c:v>
                </c:pt>
                <c:pt idx="3612">
                  <c:v>50.10498047</c:v>
                </c:pt>
                <c:pt idx="3613">
                  <c:v>50.10466003</c:v>
                </c:pt>
                <c:pt idx="3614">
                  <c:v>50.10440632</c:v>
                </c:pt>
                <c:pt idx="3615">
                  <c:v>50.10415649</c:v>
                </c:pt>
                <c:pt idx="3616">
                  <c:v>50.10374451</c:v>
                </c:pt>
                <c:pt idx="3617">
                  <c:v>50.10365295</c:v>
                </c:pt>
                <c:pt idx="3618">
                  <c:v>50.10296631</c:v>
                </c:pt>
                <c:pt idx="3619">
                  <c:v>50.10282898</c:v>
                </c:pt>
                <c:pt idx="3620">
                  <c:v>50.10240458</c:v>
                </c:pt>
                <c:pt idx="3621">
                  <c:v>50.10212526</c:v>
                </c:pt>
                <c:pt idx="3622">
                  <c:v>50.10186768</c:v>
                </c:pt>
                <c:pt idx="3623">
                  <c:v>50.10159302</c:v>
                </c:pt>
                <c:pt idx="3624">
                  <c:v>50.10131836</c:v>
                </c:pt>
                <c:pt idx="3625">
                  <c:v>50.10105456</c:v>
                </c:pt>
                <c:pt idx="3626">
                  <c:v>50.10076904</c:v>
                </c:pt>
                <c:pt idx="3627">
                  <c:v>50.10067749</c:v>
                </c:pt>
                <c:pt idx="3628">
                  <c:v>50.09999084</c:v>
                </c:pt>
                <c:pt idx="3629">
                  <c:v>50.09970455</c:v>
                </c:pt>
                <c:pt idx="3630">
                  <c:v>50.09942524</c:v>
                </c:pt>
                <c:pt idx="3631">
                  <c:v>50.09914592</c:v>
                </c:pt>
                <c:pt idx="3632">
                  <c:v>50.09891316</c:v>
                </c:pt>
                <c:pt idx="3633">
                  <c:v>50.09880066</c:v>
                </c:pt>
                <c:pt idx="3634">
                  <c:v>50.09835453</c:v>
                </c:pt>
                <c:pt idx="3635">
                  <c:v>50.09812177</c:v>
                </c:pt>
                <c:pt idx="3636">
                  <c:v>50.09751659</c:v>
                </c:pt>
                <c:pt idx="3637">
                  <c:v>50.09733038</c:v>
                </c:pt>
                <c:pt idx="3638">
                  <c:v>50.09642029</c:v>
                </c:pt>
                <c:pt idx="3639">
                  <c:v>50.09596252</c:v>
                </c:pt>
                <c:pt idx="3640">
                  <c:v>50.09570106</c:v>
                </c:pt>
                <c:pt idx="3641">
                  <c:v>50.09555054</c:v>
                </c:pt>
                <c:pt idx="3642">
                  <c:v>50.09472346</c:v>
                </c:pt>
                <c:pt idx="3643">
                  <c:v>50.09422302</c:v>
                </c:pt>
                <c:pt idx="3644">
                  <c:v>50.09353638</c:v>
                </c:pt>
                <c:pt idx="3645">
                  <c:v>50.09337344</c:v>
                </c:pt>
                <c:pt idx="3646">
                  <c:v>50.09298706</c:v>
                </c:pt>
                <c:pt idx="3647">
                  <c:v>50.09211731</c:v>
                </c:pt>
                <c:pt idx="3648">
                  <c:v>50.09151135</c:v>
                </c:pt>
                <c:pt idx="3649">
                  <c:v>50.09118549</c:v>
                </c:pt>
                <c:pt idx="3650">
                  <c:v>50.09044065</c:v>
                </c:pt>
                <c:pt idx="3651">
                  <c:v>50.09028625</c:v>
                </c:pt>
                <c:pt idx="3652">
                  <c:v>50.08983547</c:v>
                </c:pt>
                <c:pt idx="3653">
                  <c:v>50.08927917</c:v>
                </c:pt>
                <c:pt idx="3654">
                  <c:v>50.08871822</c:v>
                </c:pt>
                <c:pt idx="3655">
                  <c:v>50.08843891</c:v>
                </c:pt>
                <c:pt idx="3656">
                  <c:v>50.08808899</c:v>
                </c:pt>
                <c:pt idx="3657">
                  <c:v>50.08783373</c:v>
                </c:pt>
                <c:pt idx="3658">
                  <c:v>50.08750786</c:v>
                </c:pt>
                <c:pt idx="3659">
                  <c:v>50.08726501</c:v>
                </c:pt>
                <c:pt idx="3660">
                  <c:v>50.08699036</c:v>
                </c:pt>
                <c:pt idx="3661">
                  <c:v>50.08666992</c:v>
                </c:pt>
                <c:pt idx="3662">
                  <c:v>50.08643716</c:v>
                </c:pt>
                <c:pt idx="3663">
                  <c:v>50.08625793</c:v>
                </c:pt>
                <c:pt idx="3664">
                  <c:v>50.08583198</c:v>
                </c:pt>
                <c:pt idx="3665">
                  <c:v>50.08557129</c:v>
                </c:pt>
                <c:pt idx="3666">
                  <c:v>50.08525085</c:v>
                </c:pt>
                <c:pt idx="3667">
                  <c:v>50.08494749</c:v>
                </c:pt>
                <c:pt idx="3668">
                  <c:v>50.08466818</c:v>
                </c:pt>
                <c:pt idx="3669">
                  <c:v>50.08451843</c:v>
                </c:pt>
                <c:pt idx="3670">
                  <c:v>50.08396912</c:v>
                </c:pt>
                <c:pt idx="3671">
                  <c:v>50.08364868</c:v>
                </c:pt>
                <c:pt idx="3672">
                  <c:v>50.08341127</c:v>
                </c:pt>
                <c:pt idx="3673">
                  <c:v>50.08313195</c:v>
                </c:pt>
                <c:pt idx="3674">
                  <c:v>50.08282471</c:v>
                </c:pt>
                <c:pt idx="3675">
                  <c:v>50.08255005</c:v>
                </c:pt>
                <c:pt idx="3676">
                  <c:v>50.08224746</c:v>
                </c:pt>
                <c:pt idx="3677">
                  <c:v>50.08204651</c:v>
                </c:pt>
                <c:pt idx="3678">
                  <c:v>50.08177185</c:v>
                </c:pt>
                <c:pt idx="3679">
                  <c:v>50.08149719</c:v>
                </c:pt>
                <c:pt idx="3680">
                  <c:v>50.08126986</c:v>
                </c:pt>
                <c:pt idx="3681">
                  <c:v>50.08103943</c:v>
                </c:pt>
                <c:pt idx="3682">
                  <c:v>50.08081055</c:v>
                </c:pt>
                <c:pt idx="3683">
                  <c:v>50.08053589</c:v>
                </c:pt>
                <c:pt idx="3684">
                  <c:v>50.08033882</c:v>
                </c:pt>
                <c:pt idx="3685">
                  <c:v>50.08003235</c:v>
                </c:pt>
                <c:pt idx="3686">
                  <c:v>50.07978019</c:v>
                </c:pt>
                <c:pt idx="3687">
                  <c:v>50.07954743</c:v>
                </c:pt>
                <c:pt idx="3688">
                  <c:v>50.07931467</c:v>
                </c:pt>
                <c:pt idx="3689">
                  <c:v>50.07903535</c:v>
                </c:pt>
                <c:pt idx="3690">
                  <c:v>50.07875604</c:v>
                </c:pt>
                <c:pt idx="3691">
                  <c:v>50.07852328</c:v>
                </c:pt>
                <c:pt idx="3692">
                  <c:v>50.07824707</c:v>
                </c:pt>
                <c:pt idx="3693">
                  <c:v>50.07796465</c:v>
                </c:pt>
                <c:pt idx="3694">
                  <c:v>50.07774353</c:v>
                </c:pt>
                <c:pt idx="3695">
                  <c:v>50.07746887</c:v>
                </c:pt>
                <c:pt idx="3696">
                  <c:v>50.07726637</c:v>
                </c:pt>
                <c:pt idx="3697">
                  <c:v>50.07701111</c:v>
                </c:pt>
                <c:pt idx="3698">
                  <c:v>50.07669067</c:v>
                </c:pt>
                <c:pt idx="3699">
                  <c:v>50.07647498</c:v>
                </c:pt>
                <c:pt idx="3700">
                  <c:v>50.07624222</c:v>
                </c:pt>
                <c:pt idx="3701">
                  <c:v>50.07596291</c:v>
                </c:pt>
                <c:pt idx="3702">
                  <c:v>50.07577515</c:v>
                </c:pt>
                <c:pt idx="3703">
                  <c:v>50.07549738</c:v>
                </c:pt>
                <c:pt idx="3704">
                  <c:v>50.07521807</c:v>
                </c:pt>
                <c:pt idx="3705">
                  <c:v>50.07504272</c:v>
                </c:pt>
                <c:pt idx="3706">
                  <c:v>50.0747991</c:v>
                </c:pt>
                <c:pt idx="3707">
                  <c:v>50.07458496</c:v>
                </c:pt>
                <c:pt idx="3708">
                  <c:v>50.07435608</c:v>
                </c:pt>
                <c:pt idx="3709">
                  <c:v>50.07414737</c:v>
                </c:pt>
                <c:pt idx="3710">
                  <c:v>50.07386806</c:v>
                </c:pt>
                <c:pt idx="3711">
                  <c:v>50.07362366</c:v>
                </c:pt>
                <c:pt idx="3712">
                  <c:v>50.07339478</c:v>
                </c:pt>
                <c:pt idx="3713">
                  <c:v>50.07321167</c:v>
                </c:pt>
                <c:pt idx="3714">
                  <c:v>50.07302856</c:v>
                </c:pt>
                <c:pt idx="3715">
                  <c:v>50.07279968</c:v>
                </c:pt>
                <c:pt idx="3716">
                  <c:v>50.07251804</c:v>
                </c:pt>
                <c:pt idx="3717">
                  <c:v>50.07229614</c:v>
                </c:pt>
                <c:pt idx="3718">
                  <c:v>50.07206726</c:v>
                </c:pt>
                <c:pt idx="3719">
                  <c:v>50.07186631</c:v>
                </c:pt>
                <c:pt idx="3720">
                  <c:v>50.07165527</c:v>
                </c:pt>
                <c:pt idx="3721">
                  <c:v>50.07140079</c:v>
                </c:pt>
                <c:pt idx="3722">
                  <c:v>50.07124329</c:v>
                </c:pt>
                <c:pt idx="3723">
                  <c:v>50.07098182</c:v>
                </c:pt>
                <c:pt idx="3724">
                  <c:v>50.07078552</c:v>
                </c:pt>
                <c:pt idx="3725">
                  <c:v>50.07060242</c:v>
                </c:pt>
                <c:pt idx="3726">
                  <c:v>50.07033009</c:v>
                </c:pt>
                <c:pt idx="3727">
                  <c:v>50.07019043</c:v>
                </c:pt>
                <c:pt idx="3728">
                  <c:v>50.07000732</c:v>
                </c:pt>
                <c:pt idx="3729">
                  <c:v>50.06968689</c:v>
                </c:pt>
                <c:pt idx="3730">
                  <c:v>50.06949215</c:v>
                </c:pt>
                <c:pt idx="3731">
                  <c:v>50.0692749</c:v>
                </c:pt>
                <c:pt idx="3732">
                  <c:v>50.06907318</c:v>
                </c:pt>
                <c:pt idx="3733">
                  <c:v>50.06886292</c:v>
                </c:pt>
                <c:pt idx="3734">
                  <c:v>50.06870076</c:v>
                </c:pt>
                <c:pt idx="3735">
                  <c:v>50.068468</c:v>
                </c:pt>
                <c:pt idx="3736">
                  <c:v>50.06823524</c:v>
                </c:pt>
                <c:pt idx="3737">
                  <c:v>50.06803894</c:v>
                </c:pt>
                <c:pt idx="3738">
                  <c:v>50.06786282</c:v>
                </c:pt>
                <c:pt idx="3739">
                  <c:v>50.06763006</c:v>
                </c:pt>
                <c:pt idx="3740">
                  <c:v>50.06744385</c:v>
                </c:pt>
                <c:pt idx="3741">
                  <c:v>50.06726074</c:v>
                </c:pt>
                <c:pt idx="3742">
                  <c:v>50.06707143</c:v>
                </c:pt>
                <c:pt idx="3743">
                  <c:v>50.06688522</c:v>
                </c:pt>
                <c:pt idx="3744">
                  <c:v>50.06669901</c:v>
                </c:pt>
                <c:pt idx="3745">
                  <c:v>50.06652832</c:v>
                </c:pt>
                <c:pt idx="3746">
                  <c:v>50.06634521</c:v>
                </c:pt>
                <c:pt idx="3747">
                  <c:v>50.06618694</c:v>
                </c:pt>
                <c:pt idx="3748">
                  <c:v>50.06595418</c:v>
                </c:pt>
                <c:pt idx="3749">
                  <c:v>50.06575012</c:v>
                </c:pt>
                <c:pt idx="3750">
                  <c:v>50.06552124</c:v>
                </c:pt>
                <c:pt idx="3751">
                  <c:v>50.065349</c:v>
                </c:pt>
                <c:pt idx="3752">
                  <c:v>50.06515503</c:v>
                </c:pt>
                <c:pt idx="3753">
                  <c:v>50.06497192</c:v>
                </c:pt>
                <c:pt idx="3754">
                  <c:v>50.06479037</c:v>
                </c:pt>
                <c:pt idx="3755">
                  <c:v>50.06455761</c:v>
                </c:pt>
                <c:pt idx="3756">
                  <c:v>50.06433105</c:v>
                </c:pt>
                <c:pt idx="3757">
                  <c:v>50.06414795</c:v>
                </c:pt>
                <c:pt idx="3758">
                  <c:v>50.06390588</c:v>
                </c:pt>
                <c:pt idx="3759">
                  <c:v>50.06369019</c:v>
                </c:pt>
                <c:pt idx="3760">
                  <c:v>50.06348691</c:v>
                </c:pt>
                <c:pt idx="3761">
                  <c:v>50.06332397</c:v>
                </c:pt>
                <c:pt idx="3762">
                  <c:v>50.06306794</c:v>
                </c:pt>
                <c:pt idx="3763">
                  <c:v>50.06291199</c:v>
                </c:pt>
                <c:pt idx="3764">
                  <c:v>50.06269552</c:v>
                </c:pt>
                <c:pt idx="3765">
                  <c:v>50.06254578</c:v>
                </c:pt>
                <c:pt idx="3766">
                  <c:v>50.06236965</c:v>
                </c:pt>
                <c:pt idx="3767">
                  <c:v>50.06213689</c:v>
                </c:pt>
                <c:pt idx="3768">
                  <c:v>50.06199724</c:v>
                </c:pt>
                <c:pt idx="3769">
                  <c:v>50.06181335</c:v>
                </c:pt>
                <c:pt idx="3770">
                  <c:v>50.06162482</c:v>
                </c:pt>
                <c:pt idx="3771">
                  <c:v>50.06140137</c:v>
                </c:pt>
                <c:pt idx="3772">
                  <c:v>50.06112671</c:v>
                </c:pt>
                <c:pt idx="3773">
                  <c:v>50.06103516</c:v>
                </c:pt>
                <c:pt idx="3774">
                  <c:v>50.06074033</c:v>
                </c:pt>
                <c:pt idx="3775">
                  <c:v>50.06057739</c:v>
                </c:pt>
                <c:pt idx="3776">
                  <c:v>50.06044006</c:v>
                </c:pt>
                <c:pt idx="3777">
                  <c:v>50.06011963</c:v>
                </c:pt>
                <c:pt idx="3778">
                  <c:v>50.05962307</c:v>
                </c:pt>
                <c:pt idx="3779">
                  <c:v>50.05943298</c:v>
                </c:pt>
                <c:pt idx="3780">
                  <c:v>50.05925065</c:v>
                </c:pt>
                <c:pt idx="3781">
                  <c:v>50.05915833</c:v>
                </c:pt>
                <c:pt idx="3782">
                  <c:v>50.05883789</c:v>
                </c:pt>
                <c:pt idx="3783">
                  <c:v>50.05864547</c:v>
                </c:pt>
                <c:pt idx="3784">
                  <c:v>50.05838013</c:v>
                </c:pt>
                <c:pt idx="3785">
                  <c:v>50.05833435</c:v>
                </c:pt>
                <c:pt idx="3786">
                  <c:v>50.05808685</c:v>
                </c:pt>
                <c:pt idx="3787">
                  <c:v>50.05787659</c:v>
                </c:pt>
                <c:pt idx="3788">
                  <c:v>50.05762133</c:v>
                </c:pt>
                <c:pt idx="3789">
                  <c:v>50.0574646</c:v>
                </c:pt>
                <c:pt idx="3790">
                  <c:v>50.05724891</c:v>
                </c:pt>
                <c:pt idx="3791">
                  <c:v>50.05709839</c:v>
                </c:pt>
                <c:pt idx="3792">
                  <c:v>50.05692304</c:v>
                </c:pt>
                <c:pt idx="3793">
                  <c:v>50.05664373</c:v>
                </c:pt>
                <c:pt idx="3794">
                  <c:v>50.05650407</c:v>
                </c:pt>
                <c:pt idx="3795">
                  <c:v>50.05632019</c:v>
                </c:pt>
                <c:pt idx="3796">
                  <c:v>50.05618286</c:v>
                </c:pt>
                <c:pt idx="3797">
                  <c:v>50.0559082</c:v>
                </c:pt>
                <c:pt idx="3798">
                  <c:v>50.05575924</c:v>
                </c:pt>
                <c:pt idx="3799">
                  <c:v>50.05557303</c:v>
                </c:pt>
                <c:pt idx="3800">
                  <c:v>50.05540466</c:v>
                </c:pt>
                <c:pt idx="3801">
                  <c:v>50.05522156</c:v>
                </c:pt>
                <c:pt idx="3802">
                  <c:v>50.05503845</c:v>
                </c:pt>
                <c:pt idx="3803">
                  <c:v>50.05482819</c:v>
                </c:pt>
                <c:pt idx="3804">
                  <c:v>50.05471802</c:v>
                </c:pt>
                <c:pt idx="3805">
                  <c:v>50.05453491</c:v>
                </c:pt>
                <c:pt idx="3806">
                  <c:v>50.05431612</c:v>
                </c:pt>
                <c:pt idx="3807">
                  <c:v>50.0540368</c:v>
                </c:pt>
                <c:pt idx="3808">
                  <c:v>50.05385059</c:v>
                </c:pt>
                <c:pt idx="3809">
                  <c:v>50.05366516</c:v>
                </c:pt>
                <c:pt idx="3810">
                  <c:v>50.05343628</c:v>
                </c:pt>
                <c:pt idx="3811">
                  <c:v>50.05329895</c:v>
                </c:pt>
                <c:pt idx="3812">
                  <c:v>50.05302429</c:v>
                </c:pt>
                <c:pt idx="3813">
                  <c:v>50.05282644</c:v>
                </c:pt>
                <c:pt idx="3814">
                  <c:v>50.05264024</c:v>
                </c:pt>
                <c:pt idx="3815">
                  <c:v>50.05254713</c:v>
                </c:pt>
                <c:pt idx="3816">
                  <c:v>50.05226782</c:v>
                </c:pt>
                <c:pt idx="3817">
                  <c:v>50.05208161</c:v>
                </c:pt>
                <c:pt idx="3818">
                  <c:v>50.0519885</c:v>
                </c:pt>
                <c:pt idx="3819">
                  <c:v>50.05170919</c:v>
                </c:pt>
                <c:pt idx="3820">
                  <c:v>50.05151367</c:v>
                </c:pt>
                <c:pt idx="3821">
                  <c:v>50.05137634</c:v>
                </c:pt>
                <c:pt idx="3822">
                  <c:v>50.05119324</c:v>
                </c:pt>
                <c:pt idx="3823">
                  <c:v>50.05101013</c:v>
                </c:pt>
                <c:pt idx="3824">
                  <c:v>50.05077815</c:v>
                </c:pt>
                <c:pt idx="3825">
                  <c:v>50.05059194</c:v>
                </c:pt>
                <c:pt idx="3826">
                  <c:v>50.05041504</c:v>
                </c:pt>
                <c:pt idx="3827">
                  <c:v>50.05021952</c:v>
                </c:pt>
                <c:pt idx="3828">
                  <c:v>50.05003331</c:v>
                </c:pt>
                <c:pt idx="3829">
                  <c:v>50.0498471</c:v>
                </c:pt>
                <c:pt idx="3830">
                  <c:v>50.04966089</c:v>
                </c:pt>
                <c:pt idx="3831">
                  <c:v>50.04947468</c:v>
                </c:pt>
                <c:pt idx="3832">
                  <c:v>50.04924192</c:v>
                </c:pt>
                <c:pt idx="3833">
                  <c:v>50.04905571</c:v>
                </c:pt>
                <c:pt idx="3834">
                  <c:v>50.0488695</c:v>
                </c:pt>
                <c:pt idx="3835">
                  <c:v>50.04867554</c:v>
                </c:pt>
                <c:pt idx="3836">
                  <c:v>50.04845053</c:v>
                </c:pt>
                <c:pt idx="3837">
                  <c:v>50.04826433</c:v>
                </c:pt>
                <c:pt idx="3838">
                  <c:v>50.04812622</c:v>
                </c:pt>
                <c:pt idx="3839">
                  <c:v>50.04784536</c:v>
                </c:pt>
                <c:pt idx="3840">
                  <c:v>50.04776001</c:v>
                </c:pt>
                <c:pt idx="3841">
                  <c:v>50.04751949</c:v>
                </c:pt>
                <c:pt idx="3842">
                  <c:v>50.04734802</c:v>
                </c:pt>
                <c:pt idx="3843">
                  <c:v>50.04707336</c:v>
                </c:pt>
                <c:pt idx="3844">
                  <c:v>50.04686776</c:v>
                </c:pt>
                <c:pt idx="3845">
                  <c:v>50.04670715</c:v>
                </c:pt>
                <c:pt idx="3846">
                  <c:v>50.04647827</c:v>
                </c:pt>
                <c:pt idx="3847">
                  <c:v>50.04634094</c:v>
                </c:pt>
                <c:pt idx="3848">
                  <c:v>50.04612292</c:v>
                </c:pt>
                <c:pt idx="3849">
                  <c:v>50.04598327</c:v>
                </c:pt>
                <c:pt idx="3850">
                  <c:v>50.04574585</c:v>
                </c:pt>
                <c:pt idx="3851">
                  <c:v>50.04556274</c:v>
                </c:pt>
                <c:pt idx="3852">
                  <c:v>50.04537809</c:v>
                </c:pt>
                <c:pt idx="3853">
                  <c:v>50.04528498</c:v>
                </c:pt>
                <c:pt idx="3854">
                  <c:v>50.04501343</c:v>
                </c:pt>
                <c:pt idx="3855">
                  <c:v>50.04473877</c:v>
                </c:pt>
                <c:pt idx="3856">
                  <c:v>50.04450989</c:v>
                </c:pt>
                <c:pt idx="3857">
                  <c:v>50.04437256</c:v>
                </c:pt>
              </c:numCache>
            </c:numRef>
          </c:yVal>
        </c:ser>
        <c:dLbls>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showLegendKey val="0"/>
          <c:showVal val="0"/>
          <c:showCatName val="0"/>
          <c:showSerName val="0"/>
          <c:showPercent val="0"/>
          <c:showBubbleSize val="0"/>
          <c:showLeaderLines val="0"/>
        </c:dLbls>
        <c:axId val="48650112"/>
        <c:axId val="48672768"/>
      </c:scatterChart>
      <c:valAx>
        <c:axId val="48672768"/>
        <c:scaling>
          <c:orientation val="minMax"/>
          <c:max val="52.4"/>
          <c:min val="49.7"/>
        </c:scaling>
        <c:delete val="0"/>
        <c:axPos val="l"/>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Latitude (degrees north)</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0"/>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50112"/>
        <c:majorUnit val="0.5"/>
      </c:valAx>
      <c:valAx>
        <c:axId val="48650112"/>
        <c:scaling>
          <c:orientation val="minMax"/>
          <c:max val="9.4"/>
          <c:min val="-1"/>
        </c:scaling>
        <c:delete val="0"/>
        <c:axPos val="b"/>
        <c:majorGridlines>
          <c:spPr>
            <a:ln xmlns:a="http://schemas.openxmlformats.org/drawingml/2006/main" w="9525">
              <a:solidFill>
                <a:srgbClr val="DE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Longitude (degrees east)</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Bitstream Charter"/>
                <a:ea typeface="Bitstream Charter"/>
                <a:cs typeface="Bitstream Charter"/>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72F46"/>
              </a:solidFill>
              <a:latin typeface="Bitstream Charter"/>
              <a:ea typeface="Bitstream Charter"/>
              <a:cs typeface="Bitstream Charter"/>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Flights</c:v>
          </c:tx>
          <c:spPr>
            <a:solidFill xmlns:a="http://schemas.openxmlformats.org/drawingml/2006/main">
              <a:srgbClr val="007F87"/>
            </a:solidFill>
          </c:spPr>
          <c:cat>
            <c:strRef>
              <c:f>'Chart Data'!$A$2:$A$6</c:f>
              <c:strCache>
                <c:ptCount val="5"/>
                <c:pt idx="0">
                  <c:v>0 / 15</c:v>
                </c:pt>
                <c:pt idx="1">
                  <c:v>3 / 15</c:v>
                </c:pt>
                <c:pt idx="2">
                  <c:v>8 / 15</c:v>
                </c:pt>
                <c:pt idx="3">
                  <c:v>11 / 15</c:v>
                </c:pt>
                <c:pt idx="4">
                  <c:v>15 / 15</c:v>
                </c:pt>
              </c:strCache>
            </c:strRef>
          </c:cat>
          <c:val>
            <c:numRef>
              <c:f>'Chart Data'!$B$2:$B$6</c:f>
              <c:numCache>
                <c:formatCode>General</c:formatCode>
                <c:ptCount val="5"/>
                <c:pt idx="0">
                  <c:v>273</c:v>
                </c:pt>
                <c:pt idx="1">
                  <c:v>8</c:v>
                </c:pt>
                <c:pt idx="2">
                  <c:v>11</c:v>
                </c:pt>
                <c:pt idx="3">
                  <c:v>14</c:v>
                </c:pt>
                <c:pt idx="4">
                  <c:v>3</c:v>
                </c:pt>
              </c:numCache>
            </c:numRef>
          </c:val>
        </c:ser>
        <c:dLbls>
          <c:txPr>
            <a:bodyPr xmlns:a="http://schemas.openxmlformats.org/drawingml/2006/main" anchorCtr="1"/>
            <a:lstStyle xmlns:a="http://schemas.openxmlformats.org/drawingml/2006/main"/>
            <a:p xmlns:a="http://schemas.openxmlformats.org/drawingml/2006/main">
              <a:pPr>
                <a:defRPr sz="1650">
                  <a:latin typeface="Bitstream Charter"/>
                  <a:ea typeface="Bitstream Charter"/>
                  <a:cs typeface="Bitstream Charter"/>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Settings assigning a noise label</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Bitstream Charter"/>
                <a:ea typeface="Bitstream Charter"/>
                <a:cs typeface="Bitstream Charter"/>
              </a:defRPr>
            </a:pPr>
          </a:p>
        </c:txPr>
        <c:crossAx val="48672768"/>
      </c:catAx>
      <c:valAx>
        <c:axId val="48672768"/>
        <c:scaling>
          <c:orientation val="minMax"/>
          <c:max val="300"/>
          <c:min val="0"/>
        </c:scaling>
        <c:delete val="0"/>
        <c:axPos val="l"/>
        <c:majorGridlines>
          <c:spPr>
            <a:ln xmlns:a="http://schemas.openxmlformats.org/drawingml/2006/main" w="9525">
              <a:solidFill>
                <a:srgbClr val="DDE5EB"/>
              </a:solidFill>
            </a:ln>
          </c:spPr>
        </c:majorGridlines>
        <c:title>
          <c:tx>
            <c:rich>
              <a:bodyPr xmlns:a="http://schemas.openxmlformats.org/drawingml/2006/main"/>
              <a:lstStyle xmlns:a="http://schemas.openxmlformats.org/drawingml/2006/main"/>
              <a:p xmlns:a="http://schemas.openxmlformats.org/drawingml/2006/main">
                <a:r>
                  <a:rPr>
                    <a:latin typeface="Bitstream Charter"/>
                    <a:ea typeface="Bitstream Charter"/>
                    <a:cs typeface="Bitstream Charter"/>
                  </a:rPr>
                  <a:t>Number of flights</a:t>
                </a:r>
              </a:p>
            </c:rich>
          </c:tx>
          <c:overlay val="0"/>
          <c:txPr>
            <a:bodyPr xmlns:a="http://schemas.openxmlformats.org/drawingml/2006/main" anchorCtr="1"/>
            <a:lstStyle xmlns:a="http://schemas.openxmlformats.org/drawingml/2006/main"/>
            <a:p xmlns:a="http://schemas.openxmlformats.org/drawingml/2006/main">
              <a:pPr>
                <a:defRPr>
                  <a:latin typeface="Bitstream Charter"/>
                  <a:ea typeface="Bitstream Charter"/>
                  <a:cs typeface="Bitstream Char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Bitstream Charter"/>
                <a:ea typeface="Bitstream Charter"/>
                <a:cs typeface="Bitstream Charter"/>
              </a:defRPr>
            </a:pPr>
          </a:p>
        </c:txPr>
        <c:crossAx val="48650112"/>
        <c:crossBetween val="between"/>
        <c:majorUnit val="100"/>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7B2B41-DF5E-47D4-9125-F99AE443D90B}"/>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Flight trajectory clustering</a:t>
            </a:r>
          </a:p>
        </p:txBody>
      </p:sp>
      <p:sp>
        <p:nvSpPr>
          <p:cNvPr id="2" name="">
            <a:extLst xmlns:a="http://schemas.openxmlformats.org/drawingml/2006/main">
              <a:ext uri="{FF2B5EF4-FFF2-40B4-BE49-F238E27FC236}">
                <a16:creationId xmlns:a16="http://schemas.microsoft.com/office/drawing/2014/main" id="{36AE333A-BF91-4249-A7DB-5E0049B50A93}"/>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a:t>
            </a:r>
          </a:p>
        </p:txBody>
      </p:sp>
      <p:sp>
        <p:nvSpPr>
          <p:cNvPr id="3" name="">
            <a:extLst xmlns:a="http://schemas.openxmlformats.org/drawingml/2006/main">
              <a:ext uri="{FF2B5EF4-FFF2-40B4-BE49-F238E27FC236}">
                <a16:creationId xmlns:a16="http://schemas.microsoft.com/office/drawing/2014/main" id="{210D3B32-4A08-4BE3-B0DD-A47CF0D74F8E}"/>
              </a:ext>
            </a:extLst>
          </p:cNvPr>
          <p:cNvSpPr>
            <a:spLocks xmlns:a="http://schemas.openxmlformats.org/drawingml/2006/main" noGrp="1"/>
          </p:cNvSpPr>
          <p:nvPr/>
        </p:nvSpPr>
        <p:spPr>
          <a:xfrm xmlns:a="http://schemas.openxmlformats.org/drawingml/2006/main">
            <a:off x="666750" y="2000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007F87"/>
                </a:solidFill>
                <a:latin typeface="Bitstream Charter"/>
                <a:ea typeface="Bitstream Charter"/>
                <a:cs typeface="Bitstream Charter"/>
              </a:defRPr>
            </a:pPr>
            <a:r>
              <a:rPr sz="4050" b="1">
                <a:solidFill>
                  <a:srgbClr val="007F87"/>
                </a:solidFill>
                <a:latin typeface="Bitstream Charter"/>
                <a:ea typeface="Bitstream Charter"/>
                <a:cs typeface="Bitstream Charter"/>
              </a:rPr>
              <a:t>London Heathrow to Frankfurt</a:t>
            </a:r>
          </a:p>
        </p:txBody>
      </p:sp>
      <p:sp>
        <p:nvSpPr>
          <p:cNvPr id="4" name="">
            <a:extLst xmlns:a="http://schemas.openxmlformats.org/drawingml/2006/main">
              <a:ext uri="{FF2B5EF4-FFF2-40B4-BE49-F238E27FC236}">
                <a16:creationId xmlns:a16="http://schemas.microsoft.com/office/drawing/2014/main" id="{B145C8BA-CB1C-419D-95FA-3BE23FB1C9B1}"/>
              </a:ext>
            </a:extLst>
          </p:cNvPr>
          <p:cNvSpPr>
            <a:spLocks xmlns:a="http://schemas.openxmlformats.org/drawingml/2006/main" noGrp="1"/>
          </p:cNvSpPr>
          <p:nvPr/>
        </p:nvSpPr>
        <p:spPr>
          <a:xfrm xmlns:a="http://schemas.openxmlformats.org/drawingml/2006/main">
            <a:off x="666750" y="30956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46"/>
                </a:solidFill>
                <a:latin typeface="Bitstream Charter"/>
                <a:ea typeface="Bitstream Charter"/>
                <a:cs typeface="Bitstream Charter"/>
              </a:defRPr>
            </a:pPr>
            <a:r>
              <a:rPr sz="2400" b="0">
                <a:solidFill>
                  <a:srgbClr val="172F46"/>
                </a:solidFill>
                <a:latin typeface="Bitstream Charter"/>
                <a:ea typeface="Bitstream Charter"/>
                <a:cs typeface="Bitstream Charter"/>
              </a:rPr>
              <a:t>HDBSCAN on real ADS-B trajectories</a:t>
            </a:r>
          </a:p>
        </p:txBody>
      </p:sp>
      <p:sp>
        <p:nvSpPr>
          <p:cNvPr id="5" name="">
            <a:extLst xmlns:a="http://schemas.openxmlformats.org/drawingml/2006/main">
              <a:ext uri="{FF2B5EF4-FFF2-40B4-BE49-F238E27FC236}">
                <a16:creationId xmlns:a16="http://schemas.microsoft.com/office/drawing/2014/main" id="{6F4C1F81-DA66-4710-B50C-2E564944D160}"/>
              </a:ext>
            </a:extLst>
          </p:cNvPr>
          <p:cNvSpPr>
            <a:spLocks xmlns:a="http://schemas.openxmlformats.org/drawingml/2006/main" noGrp="1"/>
          </p:cNvSpPr>
          <p:nvPr/>
        </p:nvSpPr>
        <p:spPr>
          <a:xfrm xmlns:a="http://schemas.openxmlformats.org/drawingml/2006/main">
            <a:off x="666750" y="49530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Application of Aerospace Artificial Intelligence</a:t>
            </a:r>
          </a:p>
          <a:p xmlns:a="http://schemas.openxmlformats.org/drawingml/2006/main">
            <a:pPr>
              <a:defRPr sz="1950" b="0">
                <a:solidFill>
                  <a:srgbClr val="526779"/>
                </a:solidFill>
                <a:latin typeface="Bitstream Charter"/>
                <a:ea typeface="Bitstream Charter"/>
                <a:cs typeface="Bitstream Charter"/>
              </a:defRPr>
            </a:pPr>
            <a:r>
              <a:rPr sz="1950" b="0">
                <a:solidFill>
                  <a:srgbClr val="526779"/>
                </a:solidFill>
                <a:latin typeface="Bitstream Charter"/>
                <a:ea typeface="Bitstream Charter"/>
                <a:cs typeface="Bitstream Charter"/>
              </a:rPr>
              <a:t>Sejong University · Fall 2026</a:t>
            </a:r>
          </a:p>
        </p:txBody>
      </p:sp>
    </p:spTree>
    <p:extLst>
      <p:ext uri="{BB962C8B-B14F-4D97-AF65-F5344CB8AC3E}">
        <p14:creationId xmlns:p14="http://schemas.microsoft.com/office/powerpoint/2010/main" val="5720025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E096D4-C3CB-4C38-A984-AE9CAE88DCE0}"/>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Research question and dataset</a:t>
            </a:r>
          </a:p>
        </p:txBody>
      </p:sp>
      <p:sp>
        <p:nvSpPr>
          <p:cNvPr id="2" name="">
            <a:extLst xmlns:a="http://schemas.openxmlformats.org/drawingml/2006/main">
              <a:ext uri="{FF2B5EF4-FFF2-40B4-BE49-F238E27FC236}">
                <a16:creationId xmlns:a16="http://schemas.microsoft.com/office/drawing/2014/main" id="{0BC7F3FA-3467-4CDD-AFFE-EA176950C187}"/>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2</a:t>
            </a:r>
          </a:p>
        </p:txBody>
      </p:sp>
      <p:sp>
        <p:nvSpPr>
          <p:cNvPr id="3" name="">
            <a:extLst xmlns:a="http://schemas.openxmlformats.org/drawingml/2006/main">
              <a:ext uri="{FF2B5EF4-FFF2-40B4-BE49-F238E27FC236}">
                <a16:creationId xmlns:a16="http://schemas.microsoft.com/office/drawing/2014/main" id="{625AF7BB-880B-45CD-80C6-4236600CE9DB}"/>
              </a:ext>
            </a:extLst>
          </p:cNvPr>
          <p:cNvSpPr>
            <a:spLocks xmlns:a="http://schemas.openxmlformats.org/drawingml/2006/main" noGrp="1"/>
          </p:cNvSpPr>
          <p:nvPr/>
        </p:nvSpPr>
        <p:spPr>
          <a:xfrm xmlns:a="http://schemas.openxmlformats.org/drawingml/2006/main">
            <a:off x="666750" y="14382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87"/>
                </a:solidFill>
                <a:latin typeface="Bitstream Charter"/>
                <a:ea typeface="Bitstream Charter"/>
                <a:cs typeface="Bitstream Charter"/>
              </a:defRPr>
            </a:pPr>
            <a:r>
              <a:rPr sz="2400" b="1">
                <a:solidFill>
                  <a:srgbClr val="007F87"/>
                </a:solidFill>
                <a:latin typeface="Bitstream Charter"/>
                <a:ea typeface="Bitstream Charter"/>
                <a:cs typeface="Bitstream Charter"/>
              </a:rPr>
              <a:t>Which route patterns repeat, and which flights differ?</a:t>
            </a:r>
          </a:p>
        </p:txBody>
      </p:sp>
      <p:graphicFrame>
        <p:nvGraphicFramePr>
          <p:cNvPr id="8" name=""/>
          <p:cNvGraphicFramePr/>
          <p:nvPr/>
        </p:nvGraphicFramePr>
        <p:xfrm>
          <a:off xmlns:a="http://schemas.openxmlformats.org/drawingml/2006/main" x="666750" y="2333625"/>
          <a:ext xmlns:a="http://schemas.openxmlformats.org/drawingml/2006/main" cx="10858500" cy="3333750"/>
        </p:xfrm>
        <a:graphic xmlns:a="http://schemas.openxmlformats.org/drawingml/2006/main">
          <a:graphicData uri="http://schemas.openxmlformats.org/drawingml/2006/table">
            <a:tbl>
              <a:tblPr/>
              <a:tblGrid>
                <a:gridCol w="3714750"/>
                <a:gridCol w="7143750"/>
              </a:tblGrid>
              <a:tr h="666750">
                <a:tc>
                  <a:txBody>
                    <a:bodyPr/>
                    <a:lstStyle/>
                    <a:p>
                      <a:r>
                        <a:rPr sz="1950" b="1">
                          <a:solidFill>
                            <a:srgbClr val="FFFFFF"/>
                          </a:solidFill>
                          <a:latin typeface="Bitstream Charter"/>
                          <a:ea typeface="Bitstream Charter"/>
                          <a:cs typeface="Bitstream Charter"/>
                        </a:rPr>
                        <a:t>Dataset field</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Scope</a:t>
                      </a:r>
                    </a:p>
                  </a:txBody>
                  <a:tcPr marL="91440" marR="91440" marT="45720" marB="45720">
                    <a:solidFill>
                      <a:srgbClr val="172F46"/>
                    </a:solidFill>
                  </a:tcPr>
                </a:tc>
              </a:tr>
              <a:tr h="666750">
                <a:tc>
                  <a:txBody>
                    <a:bodyPr/>
                    <a:lstStyle/>
                    <a:p>
                      <a:r>
                        <a:rPr sz="1950" b="0">
                          <a:solidFill>
                            <a:srgbClr val="172F46"/>
                          </a:solidFill>
                          <a:latin typeface="Bitstream Charter"/>
                          <a:ea typeface="Bitstream Charter"/>
                          <a:cs typeface="Bitstream Charter"/>
                        </a:rPr>
                        <a:t>Origin and destination</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LHR (EGLL) to FRA (EDDF)</a:t>
                      </a:r>
                    </a:p>
                  </a:txBody>
                  <a:tcPr marL="91440" marR="91440" marT="45720" marB="45720">
                    <a:solidFill>
                      <a:srgbClr val="FFFFFF"/>
                    </a:solidFill>
                  </a:tcPr>
                </a:tc>
              </a:tr>
              <a:tr h="666750">
                <a:tc>
                  <a:txBody>
                    <a:bodyPr/>
                    <a:lstStyle/>
                    <a:p>
                      <a:r>
                        <a:rPr sz="1950" b="0">
                          <a:solidFill>
                            <a:srgbClr val="172F46"/>
                          </a:solidFill>
                          <a:latin typeface="Bitstream Charter"/>
                          <a:ea typeface="Bitstream Charter"/>
                          <a:cs typeface="Bitstream Charter"/>
                        </a:rPr>
                        <a:t>Callsign and aircraft type</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DLH5H · Airbus A320neo (A20N)</a:t>
                      </a:r>
                    </a:p>
                  </a:txBody>
                  <a:tcPr marL="91440" marR="91440" marT="45720" marB="45720">
                    <a:solidFill>
                      <a:srgbClr val="EAF4F5"/>
                    </a:solidFill>
                  </a:tcPr>
                </a:tc>
              </a:tr>
              <a:tr h="666750">
                <a:tc>
                  <a:txBody>
                    <a:bodyPr/>
                    <a:lstStyle/>
                    <a:p>
                      <a:r>
                        <a:rPr sz="1950" b="0">
                          <a:solidFill>
                            <a:srgbClr val="172F46"/>
                          </a:solidFill>
                          <a:latin typeface="Bitstream Charter"/>
                          <a:ea typeface="Bitstream Charter"/>
                          <a:cs typeface="Bitstream Charter"/>
                        </a:rPr>
                        <a:t>Period</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2025</a:t>
                      </a:r>
                    </a:p>
                  </a:txBody>
                  <a:tcPr marL="91440" marR="91440" marT="45720" marB="45720">
                    <a:solidFill>
                      <a:srgbClr val="FFFFFF"/>
                    </a:solidFill>
                  </a:tcPr>
                </a:tc>
              </a:tr>
              <a:tr h="666750">
                <a:tc>
                  <a:txBody>
                    <a:bodyPr/>
                    <a:lstStyle/>
                    <a:p>
                      <a:r>
                        <a:rPr sz="1950" b="0">
                          <a:solidFill>
                            <a:srgbClr val="172F46"/>
                          </a:solidFill>
                          <a:latin typeface="Bitstream Charter"/>
                          <a:ea typeface="Bitstream Charter"/>
                          <a:cs typeface="Bitstream Charter"/>
                        </a:rPr>
                        <a:t>Input</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348 flights · 1,242,998 position rows</a:t>
                      </a:r>
                    </a:p>
                  </a:txBody>
                  <a:tcPr marL="91440" marR="91440" marT="45720" marB="45720">
                    <a:solidFill>
                      <a:srgbClr val="EAF4F5"/>
                    </a:solidFill>
                  </a:tcPr>
                </a:tc>
              </a:tr>
            </a:tbl>
          </a:graphicData>
        </a:graphic>
      </p:graphicFrame>
    </p:spTree>
    <p:extLst>
      <p:ext uri="{BB962C8B-B14F-4D97-AF65-F5344CB8AC3E}">
        <p14:creationId xmlns:p14="http://schemas.microsoft.com/office/powerpoint/2010/main" val="10995120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B30821-A469-4F42-A589-8BA58B439AE1}"/>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Preprocessing and flight acceptance</a:t>
            </a:r>
          </a:p>
        </p:txBody>
      </p:sp>
      <p:sp>
        <p:nvSpPr>
          <p:cNvPr id="2" name="">
            <a:extLst xmlns:a="http://schemas.openxmlformats.org/drawingml/2006/main">
              <a:ext uri="{FF2B5EF4-FFF2-40B4-BE49-F238E27FC236}">
                <a16:creationId xmlns:a16="http://schemas.microsoft.com/office/drawing/2014/main" id="{8D1827EC-C4E7-401C-821D-0F643888FADF}"/>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3</a:t>
            </a:r>
          </a:p>
        </p:txBody>
      </p:sp>
      <p:graphicFrame>
        <p:nvGraphicFramePr>
          <p:cNvPr id="8" name=""/>
          <p:cNvGraphicFramePr/>
          <p:nvPr/>
        </p:nvGraphicFramePr>
        <p:xfrm>
          <a:off xmlns:a="http://schemas.openxmlformats.org/drawingml/2006/main" x="666750" y="1524000"/>
          <a:ext xmlns:a="http://schemas.openxmlformats.org/drawingml/2006/main" cx="10858500" cy="3095625"/>
        </p:xfrm>
        <a:graphic xmlns:a="http://schemas.openxmlformats.org/drawingml/2006/main">
          <a:graphicData uri="http://schemas.openxmlformats.org/drawingml/2006/table">
            <a:tbl>
              <a:tblPr/>
              <a:tblGrid>
                <a:gridCol w="5810250"/>
                <a:gridCol w="1809750"/>
                <a:gridCol w="3238500"/>
              </a:tblGrid>
              <a:tr h="619125">
                <a:tc>
                  <a:txBody>
                    <a:bodyPr/>
                    <a:lstStyle/>
                    <a:p>
                      <a:r>
                        <a:rPr sz="1950" b="1">
                          <a:solidFill>
                            <a:srgbClr val="FFFFFF"/>
                          </a:solidFill>
                          <a:latin typeface="Bitstream Charter"/>
                          <a:ea typeface="Bitstream Charter"/>
                          <a:cs typeface="Bitstream Charter"/>
                        </a:rPr>
                        <a:t>Stage</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Flights</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Position rows</a:t>
                      </a:r>
                    </a:p>
                  </a:txBody>
                  <a:tcPr marL="91440" marR="91440" marT="45720" marB="45720">
                    <a:solidFill>
                      <a:srgbClr val="172F46"/>
                    </a:solidFill>
                  </a:tcPr>
                </a:tc>
              </a:tr>
              <a:tr h="619125">
                <a:tc>
                  <a:txBody>
                    <a:bodyPr/>
                    <a:lstStyle/>
                    <a:p>
                      <a:r>
                        <a:rPr sz="1950" b="0">
                          <a:solidFill>
                            <a:srgbClr val="172F46"/>
                          </a:solidFill>
                          <a:latin typeface="Bitstream Charter"/>
                          <a:ea typeface="Bitstream Charter"/>
                          <a:cs typeface="Bitstream Charter"/>
                        </a:rPr>
                        <a:t>Original input</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348</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1,242,998</a:t>
                      </a:r>
                    </a:p>
                  </a:txBody>
                  <a:tcPr marL="91440" marR="91440" marT="45720" marB="45720">
                    <a:solidFill>
                      <a:srgbClr val="FFFFFF"/>
                    </a:solidFill>
                  </a:tcPr>
                </a:tc>
              </a:tr>
              <a:tr h="619125">
                <a:tc>
                  <a:txBody>
                    <a:bodyPr/>
                    <a:lstStyle/>
                    <a:p>
                      <a:r>
                        <a:rPr sz="1950" b="0">
                          <a:solidFill>
                            <a:srgbClr val="172F46"/>
                          </a:solidFill>
                          <a:latin typeface="Bitstream Charter"/>
                          <a:ea typeface="Bitstream Charter"/>
                          <a:cs typeface="Bitstream Charter"/>
                        </a:rPr>
                        <a:t>After point cleaning</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348</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1,242,774</a:t>
                      </a:r>
                    </a:p>
                  </a:txBody>
                  <a:tcPr marL="91440" marR="91440" marT="45720" marB="45720">
                    <a:solidFill>
                      <a:srgbClr val="EAF4F5"/>
                    </a:solidFill>
                  </a:tcPr>
                </a:tc>
              </a:tr>
              <a:tr h="619125">
                <a:tc>
                  <a:txBody>
                    <a:bodyPr/>
                    <a:lstStyle/>
                    <a:p>
                      <a:r>
                        <a:rPr sz="1950" b="0">
                          <a:solidFill>
                            <a:srgbClr val="172F46"/>
                          </a:solidFill>
                          <a:latin typeface="Bitstream Charter"/>
                          <a:ea typeface="Bitstream Charter"/>
                          <a:cs typeface="Bitstream Charter"/>
                        </a:rPr>
                        <a:t>Accepted for clustering</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309</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1,121,503</a:t>
                      </a:r>
                    </a:p>
                  </a:txBody>
                  <a:tcPr marL="91440" marR="91440" marT="45720" marB="45720">
                    <a:solidFill>
                      <a:srgbClr val="FFFFFF"/>
                    </a:solidFill>
                  </a:tcPr>
                </a:tc>
              </a:tr>
              <a:tr h="619125">
                <a:tc>
                  <a:txBody>
                    <a:bodyPr/>
                    <a:lstStyle/>
                    <a:p>
                      <a:r>
                        <a:rPr sz="1950" b="0">
                          <a:solidFill>
                            <a:srgbClr val="172F46"/>
                          </a:solidFill>
                          <a:latin typeface="Bitstream Charter"/>
                          <a:ea typeface="Bitstream Charter"/>
                          <a:cs typeface="Bitstream Charter"/>
                        </a:rPr>
                        <a:t>Held for quality review</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39</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121,271</a:t>
                      </a:r>
                    </a:p>
                  </a:txBody>
                  <a:tcPr marL="91440" marR="91440" marT="45720" marB="45720">
                    <a:solidFill>
                      <a:srgbClr val="EAF4F5"/>
                    </a:solidFill>
                  </a:tcPr>
                </a:tc>
              </a:tr>
            </a:tbl>
          </a:graphicData>
        </a:graphic>
      </p:graphicFrame>
      <p:sp>
        <p:nvSpPr>
          <p:cNvPr id="4" name="">
            <a:extLst xmlns:a="http://schemas.openxmlformats.org/drawingml/2006/main">
              <a:ext uri="{FF2B5EF4-FFF2-40B4-BE49-F238E27FC236}">
                <a16:creationId xmlns:a16="http://schemas.microsoft.com/office/drawing/2014/main" id="{DA7B0B98-4E50-4A1B-A4EF-A4C56993B407}"/>
              </a:ext>
            </a:extLst>
          </p:cNvPr>
          <p:cNvSpPr>
            <a:spLocks xmlns:a="http://schemas.openxmlformats.org/drawingml/2006/main" noGrp="1"/>
          </p:cNvSpPr>
          <p:nvPr/>
        </p:nvSpPr>
        <p:spPr>
          <a:xfrm xmlns:a="http://schemas.openxmlformats.org/drawingml/2006/main">
            <a:off x="666750" y="4953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87"/>
                </a:solidFill>
                <a:latin typeface="Bitstream Charter"/>
                <a:ea typeface="Bitstream Charter"/>
                <a:cs typeface="Bitstream Charter"/>
              </a:defRPr>
            </a:pPr>
            <a:r>
              <a:rPr sz="2025" b="1">
                <a:solidFill>
                  <a:srgbClr val="007F87"/>
                </a:solidFill>
                <a:latin typeface="Bitstream Charter"/>
                <a:ea typeface="Bitstream Charter"/>
                <a:cs typeface="Bitstream Charter"/>
              </a:rPr>
              <a:t>224 rows removed: 102 timestamp/age checks + 122 spikes</a:t>
            </a:r>
          </a:p>
        </p:txBody>
      </p:sp>
      <p:sp>
        <p:nvSpPr>
          <p:cNvPr id="5" name="">
            <a:extLst xmlns:a="http://schemas.openxmlformats.org/drawingml/2006/main">
              <a:ext uri="{FF2B5EF4-FFF2-40B4-BE49-F238E27FC236}">
                <a16:creationId xmlns:a16="http://schemas.microsoft.com/office/drawing/2014/main" id="{042B1DE1-A05E-4AEB-B802-F880EE4A6635}"/>
              </a:ext>
            </a:extLst>
          </p:cNvPr>
          <p:cNvSpPr>
            <a:spLocks xmlns:a="http://schemas.openxmlformats.org/drawingml/2006/main" noGrp="1"/>
          </p:cNvSpPr>
          <p:nvPr/>
        </p:nvSpPr>
        <p:spPr>
          <a:xfrm xmlns:a="http://schemas.openxmlformats.org/drawingml/2006/main">
            <a:off x="666750" y="5638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No interpolation or smoothing. Longest accepted gap: 38.08 seconds.</a:t>
            </a:r>
          </a:p>
        </p:txBody>
      </p:sp>
    </p:spTree>
    <p:extLst>
      <p:ext uri="{BB962C8B-B14F-4D97-AF65-F5344CB8AC3E}">
        <p14:creationId xmlns:p14="http://schemas.microsoft.com/office/powerpoint/2010/main" val="1720258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C65CEF-D268-4C3E-93E0-D03E7D8781BE}"/>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Distance between two flight trajectories</a:t>
            </a:r>
          </a:p>
        </p:txBody>
      </p:sp>
      <p:sp>
        <p:nvSpPr>
          <p:cNvPr id="2" name="">
            <a:extLst xmlns:a="http://schemas.openxmlformats.org/drawingml/2006/main">
              <a:ext uri="{FF2B5EF4-FFF2-40B4-BE49-F238E27FC236}">
                <a16:creationId xmlns:a16="http://schemas.microsoft.com/office/drawing/2014/main" id="{DF7CB83A-6D10-47E9-B800-FB87D5BEBA03}"/>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4</a:t>
            </a:r>
          </a:p>
        </p:txBody>
      </p:sp>
      <p:sp>
        <p:nvSpPr>
          <p:cNvPr id="3" name="">
            <a:extLst xmlns:a="http://schemas.openxmlformats.org/drawingml/2006/main">
              <a:ext uri="{FF2B5EF4-FFF2-40B4-BE49-F238E27FC236}">
                <a16:creationId xmlns:a16="http://schemas.microsoft.com/office/drawing/2014/main" id="{BAA6E7FD-B40C-453F-ABFF-512B70024F76}"/>
              </a:ext>
            </a:extLst>
          </p:cNvPr>
          <p:cNvSpPr>
            <a:spLocks xmlns:a="http://schemas.openxmlformats.org/drawingml/2006/main" noGrp="1"/>
          </p:cNvSpPr>
          <p:nvPr/>
        </p:nvSpPr>
        <p:spPr>
          <a:xfrm xmlns:a="http://schemas.openxmlformats.org/drawingml/2006/main">
            <a:off x="666750" y="15240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87"/>
                </a:solidFill>
                <a:latin typeface="Bitstream Charter"/>
                <a:ea typeface="Bitstream Charter"/>
                <a:cs typeface="Bitstream Charter"/>
              </a:defRPr>
            </a:pPr>
            <a:r>
              <a:rPr sz="2550" b="1">
                <a:solidFill>
                  <a:srgbClr val="007F87"/>
                </a:solidFill>
                <a:latin typeface="Bitstream Charter"/>
                <a:ea typeface="Bitstream Charter"/>
                <a:cs typeface="Bitstream Charter"/>
              </a:rPr>
              <a:t>One flight = one point set</a:t>
            </a:r>
          </a:p>
        </p:txBody>
      </p:sp>
      <p:sp>
        <p:nvSpPr>
          <p:cNvPr id="4" name="">
            <a:extLst xmlns:a="http://schemas.openxmlformats.org/drawingml/2006/main">
              <a:ext uri="{FF2B5EF4-FFF2-40B4-BE49-F238E27FC236}">
                <a16:creationId xmlns:a16="http://schemas.microsoft.com/office/drawing/2014/main" id="{3B0707CC-AD89-456C-8F15-B1575CE2CA8A}"/>
              </a:ext>
            </a:extLst>
          </p:cNvPr>
          <p:cNvSpPr>
            <a:spLocks xmlns:a="http://schemas.openxmlformats.org/drawingml/2006/main" noGrp="1"/>
          </p:cNvSpPr>
          <p:nvPr/>
        </p:nvSpPr>
        <p:spPr>
          <a:xfrm xmlns:a="http://schemas.openxmlformats.org/drawingml/2006/main">
            <a:off x="666750" y="233362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F46"/>
                </a:solidFill>
                <a:latin typeface="Bitstream Charter"/>
                <a:ea typeface="Bitstream Charter"/>
                <a:cs typeface="Bitstream Charter"/>
              </a:defRPr>
            </a:pPr>
            <a:r>
              <a:rPr sz="2325" b="0">
                <a:solidFill>
                  <a:srgbClr val="172F46"/>
                </a:solidFill>
                <a:latin typeface="Bitstream Charter"/>
                <a:ea typeface="Bitstream Charter"/>
                <a:cs typeface="Bitstream Charter"/>
              </a:rPr>
              <a:t>h(A, B) = max over a ∈ A [ min over b ∈ B d(a, b) ]</a:t>
            </a:r>
          </a:p>
          <a:p xmlns:a="http://schemas.openxmlformats.org/drawingml/2006/main">
            <a:pPr>
              <a:defRPr sz="2325" b="0">
                <a:solidFill>
                  <a:srgbClr val="172F46"/>
                </a:solidFill>
                <a:latin typeface="Bitstream Charter"/>
                <a:ea typeface="Bitstream Charter"/>
                <a:cs typeface="Bitstream Charter"/>
              </a:defRPr>
            </a:pPr>
            <a:r>
              <a:rPr sz="2325" b="0">
                <a:solidFill>
                  <a:srgbClr val="172F46"/>
                </a:solidFill>
                <a:latin typeface="Bitstream Charter"/>
                <a:ea typeface="Bitstream Charter"/>
                <a:cs typeface="Bitstream Charter"/>
              </a:rPr>
              <a:t>H(A, B) = max { h(A, B), h(B, A) }</a:t>
            </a:r>
          </a:p>
        </p:txBody>
      </p:sp>
      <p:sp>
        <p:nvSpPr>
          <p:cNvPr id="5" name="">
            <a:extLst xmlns:a="http://schemas.openxmlformats.org/drawingml/2006/main">
              <a:ext uri="{FF2B5EF4-FFF2-40B4-BE49-F238E27FC236}">
                <a16:creationId xmlns:a16="http://schemas.microsoft.com/office/drawing/2014/main" id="{58482150-1B12-46BB-89B1-AC7AB4F4C4F5}"/>
              </a:ext>
            </a:extLst>
          </p:cNvPr>
          <p:cNvSpPr>
            <a:spLocks xmlns:a="http://schemas.openxmlformats.org/drawingml/2006/main" noGrp="1"/>
          </p:cNvSpPr>
          <p:nvPr/>
        </p:nvSpPr>
        <p:spPr>
          <a:xfrm xmlns:a="http://schemas.openxmlformats.org/drawingml/2006/main">
            <a:off x="666750" y="3714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46"/>
                </a:solidFill>
                <a:latin typeface="Bitstream Charter"/>
                <a:ea typeface="Bitstream Charter"/>
                <a:cs typeface="Bitstream Charter"/>
              </a:defRPr>
            </a:pPr>
            <a:r>
              <a:rPr sz="2100" b="0">
                <a:solidFill>
                  <a:srgbClr val="172F46"/>
                </a:solidFill>
                <a:latin typeface="Bitstream Charter"/>
                <a:ea typeface="Bitstream Charter"/>
                <a:cs typeface="Bitstream Charter"/>
              </a:rPr>
              <a:t>d(a, b): great-circle distance in kilometres</a:t>
            </a:r>
          </a:p>
        </p:txBody>
      </p:sp>
      <p:sp>
        <p:nvSpPr>
          <p:cNvPr id="6" name="">
            <a:extLst xmlns:a="http://schemas.openxmlformats.org/drawingml/2006/main">
              <a:ext uri="{FF2B5EF4-FFF2-40B4-BE49-F238E27FC236}">
                <a16:creationId xmlns:a16="http://schemas.microsoft.com/office/drawing/2014/main" id="{52924437-E1A0-4B5A-B5AF-68010D5B9CAE}"/>
              </a:ext>
            </a:extLst>
          </p:cNvPr>
          <p:cNvSpPr>
            <a:spLocks xmlns:a="http://schemas.openxmlformats.org/drawingml/2006/main" noGrp="1"/>
          </p:cNvSpPr>
          <p:nvPr/>
        </p:nvSpPr>
        <p:spPr>
          <a:xfrm xmlns:a="http://schemas.openxmlformats.org/drawingml/2006/main">
            <a:off x="666750" y="44386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46"/>
                </a:solidFill>
                <a:latin typeface="Bitstream Charter"/>
                <a:ea typeface="Bitstream Charter"/>
                <a:cs typeface="Bitstream Charter"/>
              </a:defRPr>
            </a:pPr>
            <a:r>
              <a:rPr sz="2100" b="0">
                <a:solidFill>
                  <a:srgbClr val="172F46"/>
                </a:solidFill>
                <a:latin typeface="Bitstream Charter"/>
                <a:ea typeface="Bitstream Charter"/>
                <a:cs typeface="Bitstream Charter"/>
              </a:rPr>
              <a:t>309 × 309 matrix · 47,586 unique flight pairs</a:t>
            </a:r>
          </a:p>
        </p:txBody>
      </p:sp>
      <p:sp>
        <p:nvSpPr>
          <p:cNvPr id="7" name="">
            <a:extLst xmlns:a="http://schemas.openxmlformats.org/drawingml/2006/main">
              <a:ext uri="{FF2B5EF4-FFF2-40B4-BE49-F238E27FC236}">
                <a16:creationId xmlns:a16="http://schemas.microsoft.com/office/drawing/2014/main" id="{3BF82E2F-4813-475A-A312-77D5B6371A12}"/>
              </a:ext>
            </a:extLst>
          </p:cNvPr>
          <p:cNvSpPr>
            <a:spLocks xmlns:a="http://schemas.openxmlformats.org/drawingml/2006/main" noGrp="1"/>
          </p:cNvSpPr>
          <p:nvPr/>
        </p:nvSpPr>
        <p:spPr>
          <a:xfrm xmlns:a="http://schemas.openxmlformats.org/drawingml/2006/main">
            <a:off x="666750" y="51625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46"/>
                </a:solidFill>
                <a:latin typeface="Bitstream Charter"/>
                <a:ea typeface="Bitstream Charter"/>
                <a:cs typeface="Bitstream Charter"/>
              </a:defRPr>
            </a:pPr>
            <a:r>
              <a:rPr sz="2100" b="0">
                <a:solidFill>
                  <a:srgbClr val="172F46"/>
                </a:solidFill>
                <a:latin typeface="Bitstream Charter"/>
                <a:ea typeface="Bitstream Charter"/>
                <a:cs typeface="Bitstream Charter"/>
              </a:rPr>
              <a:t>All accepted points retained for the distance calculation</a:t>
            </a:r>
          </a:p>
        </p:txBody>
      </p:sp>
    </p:spTree>
    <p:extLst>
      <p:ext uri="{BB962C8B-B14F-4D97-AF65-F5344CB8AC3E}">
        <p14:creationId xmlns:p14="http://schemas.microsoft.com/office/powerpoint/2010/main" val="14273494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AE882A-1D7B-4C41-9954-F5A8AB743DE4}"/>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HDBSCAN configuration</a:t>
            </a:r>
          </a:p>
        </p:txBody>
      </p:sp>
      <p:sp>
        <p:nvSpPr>
          <p:cNvPr id="2" name="">
            <a:extLst xmlns:a="http://schemas.openxmlformats.org/drawingml/2006/main">
              <a:ext uri="{FF2B5EF4-FFF2-40B4-BE49-F238E27FC236}">
                <a16:creationId xmlns:a16="http://schemas.microsoft.com/office/drawing/2014/main" id="{45332609-02E2-4988-A75C-88F969A184F2}"/>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5</a:t>
            </a:r>
          </a:p>
        </p:txBody>
      </p:sp>
      <p:sp>
        <p:nvSpPr>
          <p:cNvPr id="3" name="">
            <a:extLst xmlns:a="http://schemas.openxmlformats.org/drawingml/2006/main">
              <a:ext uri="{FF2B5EF4-FFF2-40B4-BE49-F238E27FC236}">
                <a16:creationId xmlns:a16="http://schemas.microsoft.com/office/drawing/2014/main" id="{5923D1EC-2FF8-44FC-87F2-E521747A9542}"/>
              </a:ext>
            </a:extLst>
          </p:cNvPr>
          <p:cNvSpPr>
            <a:spLocks xmlns:a="http://schemas.openxmlformats.org/drawingml/2006/main" noGrp="1"/>
          </p:cNvSpPr>
          <p:nvPr/>
        </p:nvSpPr>
        <p:spPr>
          <a:xfrm xmlns:a="http://schemas.openxmlformats.org/drawingml/2006/main">
            <a:off x="666750" y="14287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F46"/>
                </a:solidFill>
                <a:latin typeface="Bitstream Charter"/>
                <a:ea typeface="Bitstream Charter"/>
                <a:cs typeface="Bitstream Charter"/>
              </a:defRPr>
            </a:pPr>
            <a:r>
              <a:rPr sz="2250" b="0">
                <a:solidFill>
                  <a:srgbClr val="172F46"/>
                </a:solidFill>
                <a:latin typeface="Bitstream Charter"/>
                <a:ea typeface="Bitstream Charter"/>
                <a:cs typeface="Bitstream Charter"/>
              </a:rPr>
              <a:t>Implementation: sklearn.cluster.HDBSCAN</a:t>
            </a:r>
          </a:p>
        </p:txBody>
      </p:sp>
      <p:sp>
        <p:nvSpPr>
          <p:cNvPr id="4" name="">
            <a:extLst xmlns:a="http://schemas.openxmlformats.org/drawingml/2006/main">
              <a:ext uri="{FF2B5EF4-FFF2-40B4-BE49-F238E27FC236}">
                <a16:creationId xmlns:a16="http://schemas.microsoft.com/office/drawing/2014/main" id="{10F7F96A-669C-42D5-B326-A75CAF064960}"/>
              </a:ext>
            </a:extLst>
          </p:cNvPr>
          <p:cNvSpPr>
            <a:spLocks xmlns:a="http://schemas.openxmlformats.org/drawingml/2006/main" noGrp="1"/>
          </p:cNvSpPr>
          <p:nvPr/>
        </p:nvSpPr>
        <p:spPr>
          <a:xfrm xmlns:a="http://schemas.openxmlformats.org/drawingml/2006/main">
            <a:off x="666750" y="255270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F46"/>
                </a:solidFill>
                <a:latin typeface="Bitstream Charter"/>
                <a:ea typeface="Bitstream Charter"/>
                <a:cs typeface="Bitstream Charter"/>
              </a:defRPr>
            </a:pPr>
            <a:r>
              <a:rPr sz="2250" b="0">
                <a:solidFill>
                  <a:srgbClr val="172F46"/>
                </a:solidFill>
                <a:latin typeface="Bitstream Charter"/>
                <a:ea typeface="Bitstream Charter"/>
                <a:cs typeface="Bitstream Charter"/>
              </a:rPr>
              <a:t>Input: precomputed Hausdorff distance matrix</a:t>
            </a:r>
          </a:p>
        </p:txBody>
      </p:sp>
      <p:sp>
        <p:nvSpPr>
          <p:cNvPr id="5" name="">
            <a:extLst xmlns:a="http://schemas.openxmlformats.org/drawingml/2006/main">
              <a:ext uri="{FF2B5EF4-FFF2-40B4-BE49-F238E27FC236}">
                <a16:creationId xmlns:a16="http://schemas.microsoft.com/office/drawing/2014/main" id="{1A4E438B-37BF-4124-95FD-47846691F2F1}"/>
              </a:ext>
            </a:extLst>
          </p:cNvPr>
          <p:cNvSpPr>
            <a:spLocks xmlns:a="http://schemas.openxmlformats.org/drawingml/2006/main" noGrp="1"/>
          </p:cNvSpPr>
          <p:nvPr/>
        </p:nvSpPr>
        <p:spPr>
          <a:xfrm xmlns:a="http://schemas.openxmlformats.org/drawingml/2006/main">
            <a:off x="666750" y="367665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F46"/>
                </a:solidFill>
                <a:latin typeface="Bitstream Charter"/>
                <a:ea typeface="Bitstream Charter"/>
                <a:cs typeface="Bitstream Charter"/>
              </a:defRPr>
            </a:pPr>
            <a:r>
              <a:rPr sz="2250" b="0">
                <a:solidFill>
                  <a:srgbClr val="172F46"/>
                </a:solidFill>
                <a:latin typeface="Bitstream Charter"/>
                <a:ea typeface="Bitstream Charter"/>
                <a:cs typeface="Bitstream Charter"/>
              </a:rPr>
              <a:t>Grid: min_cluster_size ∈ {5, 10, 15, 20, 30}</a:t>
            </a:r>
          </a:p>
          <a:p xmlns:a="http://schemas.openxmlformats.org/drawingml/2006/main">
            <a:pPr>
              <a:defRPr sz="2250" b="0">
                <a:solidFill>
                  <a:srgbClr val="172F46"/>
                </a:solidFill>
                <a:latin typeface="Bitstream Charter"/>
                <a:ea typeface="Bitstream Charter"/>
                <a:cs typeface="Bitstream Charter"/>
              </a:defRPr>
            </a:pPr>
            <a:r>
              <a:rPr sz="2250" b="0">
                <a:solidFill>
                  <a:srgbClr val="172F46"/>
                </a:solidFill>
                <a:latin typeface="Bitstream Charter"/>
                <a:ea typeface="Bitstream Charter"/>
                <a:cs typeface="Bitstream Charter"/>
              </a:rPr>
              <a:t>         min_samples ∈ {5, 10, 15}</a:t>
            </a:r>
          </a:p>
        </p:txBody>
      </p:sp>
      <p:sp>
        <p:nvSpPr>
          <p:cNvPr id="6" name="">
            <a:extLst xmlns:a="http://schemas.openxmlformats.org/drawingml/2006/main">
              <a:ext uri="{FF2B5EF4-FFF2-40B4-BE49-F238E27FC236}">
                <a16:creationId xmlns:a16="http://schemas.microsoft.com/office/drawing/2014/main" id="{8E83A6B6-3CC3-409C-9DB0-EB6F86E3D3E9}"/>
              </a:ext>
            </a:extLst>
          </p:cNvPr>
          <p:cNvSpPr>
            <a:spLocks xmlns:a="http://schemas.openxmlformats.org/drawingml/2006/main" noGrp="1"/>
          </p:cNvSpPr>
          <p:nvPr/>
        </p:nvSpPr>
        <p:spPr>
          <a:xfrm xmlns:a="http://schemas.openxmlformats.org/drawingml/2006/main">
            <a:off x="666750" y="4800600"/>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F46"/>
                </a:solidFill>
                <a:latin typeface="Bitstream Charter"/>
                <a:ea typeface="Bitstream Charter"/>
                <a:cs typeface="Bitstream Charter"/>
              </a:defRPr>
            </a:pPr>
            <a:r>
              <a:rPr sz="2250" b="0">
                <a:solidFill>
                  <a:srgbClr val="172F46"/>
                </a:solidFill>
                <a:latin typeface="Bitstream Charter"/>
                <a:ea typeface="Bitstream Charter"/>
                <a:cs typeface="Bitstream Charter"/>
              </a:rPr>
              <a:t>Selection: EOM · allow_single_cluster=False</a:t>
            </a:r>
          </a:p>
        </p:txBody>
      </p:sp>
    </p:spTree>
    <p:extLst>
      <p:ext uri="{BB962C8B-B14F-4D97-AF65-F5344CB8AC3E}">
        <p14:creationId xmlns:p14="http://schemas.microsoft.com/office/powerpoint/2010/main" val="130534476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63773C3-700C-4EE9-915D-2D55F63E3EAA}"/>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Sensitivity across all 15 settings</a:t>
            </a:r>
          </a:p>
        </p:txBody>
      </p:sp>
      <p:sp>
        <p:nvSpPr>
          <p:cNvPr id="2" name="">
            <a:extLst xmlns:a="http://schemas.openxmlformats.org/drawingml/2006/main">
              <a:ext uri="{FF2B5EF4-FFF2-40B4-BE49-F238E27FC236}">
                <a16:creationId xmlns:a16="http://schemas.microsoft.com/office/drawing/2014/main" id="{BCADAC51-6F47-470D-AD2C-B35101AFC031}"/>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6</a:t>
            </a:r>
          </a:p>
        </p:txBody>
      </p:sp>
      <p:sp>
        <p:nvSpPr>
          <p:cNvPr id="3" name="">
            <a:extLst xmlns:a="http://schemas.openxmlformats.org/drawingml/2006/main">
              <a:ext uri="{FF2B5EF4-FFF2-40B4-BE49-F238E27FC236}">
                <a16:creationId xmlns:a16="http://schemas.microsoft.com/office/drawing/2014/main" id="{AB876554-B22A-4B2C-8C50-DDC78697DFAE}"/>
              </a:ext>
            </a:extLst>
          </p:cNvPr>
          <p:cNvSpPr>
            <a:spLocks xmlns:a="http://schemas.openxmlformats.org/drawingml/2006/main" noGrp="1"/>
          </p:cNvSpPr>
          <p:nvPr/>
        </p:nvSpPr>
        <p:spPr>
          <a:xfrm xmlns:a="http://schemas.openxmlformats.org/drawingml/2006/main">
            <a:off x="66675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87"/>
                </a:solidFill>
                <a:latin typeface="Bitstream Charter"/>
                <a:ea typeface="Bitstream Charter"/>
                <a:cs typeface="Bitstream Charter"/>
              </a:defRPr>
            </a:pPr>
            <a:r>
              <a:rPr sz="2100" b="1">
                <a:solidFill>
                  <a:srgbClr val="007F87"/>
                </a:solidFill>
                <a:latin typeface="Bitstream Charter"/>
                <a:ea typeface="Bitstream Charter"/>
                <a:cs typeface="Bitstream Charter"/>
              </a:rPr>
              <a:t>Each cell shows: clusters / noise flights</a:t>
            </a:r>
          </a:p>
        </p:txBody>
      </p:sp>
      <p:graphicFrame>
        <p:nvGraphicFramePr>
          <p:cNvPr id="9" name=""/>
          <p:cNvGraphicFramePr/>
          <p:nvPr/>
        </p:nvGraphicFramePr>
        <p:xfrm>
          <a:off xmlns:a="http://schemas.openxmlformats.org/drawingml/2006/main" x="666750" y="2143125"/>
          <a:ext xmlns:a="http://schemas.openxmlformats.org/drawingml/2006/main" cx="10858500" cy="3333750"/>
        </p:xfrm>
        <a:graphic xmlns:a="http://schemas.openxmlformats.org/drawingml/2006/main">
          <a:graphicData uri="http://schemas.openxmlformats.org/drawingml/2006/table">
            <a:tbl>
              <a:tblPr/>
              <a:tblGrid>
                <a:gridCol w="3143250"/>
                <a:gridCol w="2571750"/>
                <a:gridCol w="2571750"/>
                <a:gridCol w="2571750"/>
              </a:tblGrid>
              <a:tr h="555625">
                <a:tc>
                  <a:txBody>
                    <a:bodyPr/>
                    <a:lstStyle/>
                    <a:p>
                      <a:r>
                        <a:rPr sz="1950" b="1">
                          <a:solidFill>
                            <a:srgbClr val="FFFFFF"/>
                          </a:solidFill>
                          <a:latin typeface="Bitstream Charter"/>
                          <a:ea typeface="Bitstream Charter"/>
                          <a:cs typeface="Bitstream Charter"/>
                        </a:rPr>
                        <a:t>Min. cluster size</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Min. samples 5</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Min. samples 10</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Min. samples 15</a:t>
                      </a:r>
                    </a:p>
                  </a:txBody>
                  <a:tcPr marL="91440" marR="91440" marT="45720" marB="45720">
                    <a:solidFill>
                      <a:srgbClr val="172F46"/>
                    </a:solidFill>
                  </a:tcPr>
                </a:tc>
              </a:tr>
              <a:tr h="555625">
                <a:tc>
                  <a:txBody>
                    <a:bodyPr/>
                    <a:lstStyle/>
                    <a:p>
                      <a:r>
                        <a:rPr sz="1950" b="0">
                          <a:solidFill>
                            <a:srgbClr val="172F46"/>
                          </a:solidFill>
                          <a:latin typeface="Bitstream Charter"/>
                          <a:ea typeface="Bitstream Charter"/>
                          <a:cs typeface="Bitstream Charter"/>
                        </a:rPr>
                        <a:t>5</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4 / 14</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4 / 22</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2 / 17</a:t>
                      </a:r>
                    </a:p>
                  </a:txBody>
                  <a:tcPr marL="91440" marR="91440" marT="45720" marB="45720">
                    <a:solidFill>
                      <a:srgbClr val="FFFFFF"/>
                    </a:solidFill>
                  </a:tcPr>
                </a:tc>
              </a:tr>
              <a:tr h="555625">
                <a:tc>
                  <a:txBody>
                    <a:bodyPr/>
                    <a:lstStyle/>
                    <a:p>
                      <a:r>
                        <a:rPr sz="1950" b="0">
                          <a:solidFill>
                            <a:srgbClr val="172F46"/>
                          </a:solidFill>
                          <a:latin typeface="Bitstream Charter"/>
                          <a:ea typeface="Bitstream Charter"/>
                          <a:cs typeface="Bitstream Charter"/>
                        </a:rPr>
                        <a:t>10</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4 / 14</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4 / 22</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2 / 17</a:t>
                      </a:r>
                    </a:p>
                  </a:txBody>
                  <a:tcPr marL="91440" marR="91440" marT="45720" marB="45720">
                    <a:solidFill>
                      <a:srgbClr val="EAF4F5"/>
                    </a:solidFill>
                  </a:tcPr>
                </a:tc>
              </a:tr>
              <a:tr h="555625">
                <a:tc>
                  <a:txBody>
                    <a:bodyPr/>
                    <a:lstStyle/>
                    <a:p>
                      <a:r>
                        <a:rPr sz="1950" b="0">
                          <a:solidFill>
                            <a:srgbClr val="172F46"/>
                          </a:solidFill>
                          <a:latin typeface="Bitstream Charter"/>
                          <a:ea typeface="Bitstream Charter"/>
                          <a:cs typeface="Bitstream Charter"/>
                        </a:rPr>
                        <a:t>15</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3 / 28</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3 / 36</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2 / 17</a:t>
                      </a:r>
                    </a:p>
                  </a:txBody>
                  <a:tcPr marL="91440" marR="91440" marT="45720" marB="45720">
                    <a:solidFill>
                      <a:srgbClr val="FFFFFF"/>
                    </a:solidFill>
                  </a:tcPr>
                </a:tc>
              </a:tr>
              <a:tr h="555625">
                <a:tc>
                  <a:txBody>
                    <a:bodyPr/>
                    <a:lstStyle/>
                    <a:p>
                      <a:r>
                        <a:rPr sz="1950" b="0">
                          <a:solidFill>
                            <a:srgbClr val="172F46"/>
                          </a:solidFill>
                          <a:latin typeface="Bitstream Charter"/>
                          <a:ea typeface="Bitstream Charter"/>
                          <a:cs typeface="Bitstream Charter"/>
                        </a:rPr>
                        <a:t>20</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3 / 28</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2 / 17</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2 / 17</a:t>
                      </a:r>
                    </a:p>
                  </a:txBody>
                  <a:tcPr marL="91440" marR="91440" marT="45720" marB="45720">
                    <a:solidFill>
                      <a:srgbClr val="EAF4F5"/>
                    </a:solidFill>
                  </a:tcPr>
                </a:tc>
              </a:tr>
              <a:tr h="555625">
                <a:tc>
                  <a:txBody>
                    <a:bodyPr/>
                    <a:lstStyle/>
                    <a:p>
                      <a:r>
                        <a:rPr sz="1950" b="0">
                          <a:solidFill>
                            <a:srgbClr val="172F46"/>
                          </a:solidFill>
                          <a:latin typeface="Bitstream Charter"/>
                          <a:ea typeface="Bitstream Charter"/>
                          <a:cs typeface="Bitstream Charter"/>
                        </a:rPr>
                        <a:t>30</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3 / 28</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2 / 17</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2 / 17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5A6E201-65AB-4D7B-B237-57EEE70CF90A}"/>
              </a:ext>
            </a:extLst>
          </p:cNvPr>
          <p:cNvSpPr>
            <a:spLocks xmlns:a="http://schemas.openxmlformats.org/drawingml/2006/main" noGrp="1"/>
          </p:cNvSpPr>
          <p:nvPr/>
        </p:nvSpPr>
        <p:spPr>
          <a:xfrm xmlns:a="http://schemas.openxmlformats.org/drawingml/2006/main">
            <a:off x="666750" y="5810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46"/>
                </a:solidFill>
                <a:latin typeface="Bitstream Charter"/>
                <a:ea typeface="Bitstream Charter"/>
                <a:cs typeface="Bitstream Charter"/>
              </a:defRPr>
            </a:pPr>
            <a:r>
              <a:rPr sz="1950" b="0">
                <a:solidFill>
                  <a:srgbClr val="172F46"/>
                </a:solidFill>
                <a:latin typeface="Bitstream Charter"/>
                <a:ea typeface="Bitstream Charter"/>
                <a:cs typeface="Bitstream Charter"/>
              </a:rPr>
              <a:t>The same 180-flight group persists in all tested settings.</a:t>
            </a:r>
          </a:p>
        </p:txBody>
      </p:sp>
    </p:spTree>
    <p:extLst>
      <p:ext uri="{BB962C8B-B14F-4D97-AF65-F5344CB8AC3E}">
        <p14:creationId xmlns:p14="http://schemas.microsoft.com/office/powerpoint/2010/main" val="5699766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B16107-1A1F-4B6A-8B0B-3AD8F6E181C1}"/>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Working choice: min_cluster_size 10, min_samples 5</a:t>
            </a:r>
          </a:p>
        </p:txBody>
      </p:sp>
      <p:sp>
        <p:nvSpPr>
          <p:cNvPr id="2" name="">
            <a:extLst xmlns:a="http://schemas.openxmlformats.org/drawingml/2006/main">
              <a:ext uri="{FF2B5EF4-FFF2-40B4-BE49-F238E27FC236}">
                <a16:creationId xmlns:a16="http://schemas.microsoft.com/office/drawing/2014/main" id="{5CEB5859-1ACD-42BC-8BCF-4B1C259EED69}"/>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7</a:t>
            </a:r>
          </a:p>
        </p:txBody>
      </p:sp>
      <p:graphicFrame>
        <p:nvGraphicFramePr>
          <p:cNvPr id="8" name=""/>
          <p:cNvGraphicFramePr/>
          <p:nvPr/>
        </p:nvGraphicFramePr>
        <p:xfrm>
          <a:off xmlns:a="http://schemas.openxmlformats.org/drawingml/2006/main" x="666750" y="1524000"/>
          <a:ext xmlns:a="http://schemas.openxmlformats.org/drawingml/2006/main" cx="5905500" cy="3905250"/>
        </p:xfrm>
        <a:graphic xmlns:a="http://schemas.openxmlformats.org/drawingml/2006/main">
          <a:graphicData uri="http://schemas.openxmlformats.org/drawingml/2006/table">
            <a:tbl>
              <a:tblPr/>
              <a:tblGrid>
                <a:gridCol w="2286000"/>
                <a:gridCol w="1428750"/>
                <a:gridCol w="2190750"/>
              </a:tblGrid>
              <a:tr h="650875">
                <a:tc>
                  <a:txBody>
                    <a:bodyPr/>
                    <a:lstStyle/>
                    <a:p>
                      <a:r>
                        <a:rPr sz="1950" b="1">
                          <a:solidFill>
                            <a:srgbClr val="FFFFFF"/>
                          </a:solidFill>
                          <a:latin typeface="Bitstream Charter"/>
                          <a:ea typeface="Bitstream Charter"/>
                          <a:cs typeface="Bitstream Charter"/>
                        </a:rPr>
                        <a:t>Group</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Flights</a:t>
                      </a:r>
                    </a:p>
                  </a:txBody>
                  <a:tcPr marL="91440" marR="91440" marT="45720" marB="45720">
                    <a:solidFill>
                      <a:srgbClr val="172F46"/>
                    </a:solidFill>
                  </a:tcPr>
                </a:tc>
                <a:tc>
                  <a:txBody>
                    <a:bodyPr/>
                    <a:lstStyle/>
                    <a:p>
                      <a:r>
                        <a:rPr sz="1950" b="1">
                          <a:solidFill>
                            <a:srgbClr val="FFFFFF"/>
                          </a:solidFill>
                          <a:latin typeface="Bitstream Charter"/>
                          <a:ea typeface="Bitstream Charter"/>
                          <a:cs typeface="Bitstream Charter"/>
                        </a:rPr>
                        <a:t>Share of 309</a:t>
                      </a:r>
                    </a:p>
                  </a:txBody>
                  <a:tcPr marL="91440" marR="91440" marT="45720" marB="45720">
                    <a:solidFill>
                      <a:srgbClr val="172F46"/>
                    </a:solidFill>
                  </a:tcPr>
                </a:tc>
              </a:tr>
              <a:tr h="650875">
                <a:tc>
                  <a:txBody>
                    <a:bodyPr/>
                    <a:lstStyle/>
                    <a:p>
                      <a:r>
                        <a:rPr sz="1950" b="0">
                          <a:solidFill>
                            <a:srgbClr val="172F46"/>
                          </a:solidFill>
                          <a:latin typeface="Bitstream Charter"/>
                          <a:ea typeface="Bitstream Charter"/>
                          <a:cs typeface="Bitstream Charter"/>
                        </a:rPr>
                        <a:t>Cluster 0</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14</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4.53%</a:t>
                      </a:r>
                    </a:p>
                  </a:txBody>
                  <a:tcPr marL="91440" marR="91440" marT="45720" marB="45720">
                    <a:solidFill>
                      <a:srgbClr val="FFFFFF"/>
                    </a:solidFill>
                  </a:tcPr>
                </a:tc>
              </a:tr>
              <a:tr h="650875">
                <a:tc>
                  <a:txBody>
                    <a:bodyPr/>
                    <a:lstStyle/>
                    <a:p>
                      <a:r>
                        <a:rPr sz="1950" b="0">
                          <a:solidFill>
                            <a:srgbClr val="172F46"/>
                          </a:solidFill>
                          <a:latin typeface="Bitstream Charter"/>
                          <a:ea typeface="Bitstream Charter"/>
                          <a:cs typeface="Bitstream Charter"/>
                        </a:rPr>
                        <a:t>Cluster 1</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180</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58.25%</a:t>
                      </a:r>
                    </a:p>
                  </a:txBody>
                  <a:tcPr marL="91440" marR="91440" marT="45720" marB="45720">
                    <a:solidFill>
                      <a:srgbClr val="EAF4F5"/>
                    </a:solidFill>
                  </a:tcPr>
                </a:tc>
              </a:tr>
              <a:tr h="650875">
                <a:tc>
                  <a:txBody>
                    <a:bodyPr/>
                    <a:lstStyle/>
                    <a:p>
                      <a:r>
                        <a:rPr sz="1950" b="0">
                          <a:solidFill>
                            <a:srgbClr val="172F46"/>
                          </a:solidFill>
                          <a:latin typeface="Bitstream Charter"/>
                          <a:ea typeface="Bitstream Charter"/>
                          <a:cs typeface="Bitstream Charter"/>
                        </a:rPr>
                        <a:t>Cluster 2</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68</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22.01%</a:t>
                      </a:r>
                    </a:p>
                  </a:txBody>
                  <a:tcPr marL="91440" marR="91440" marT="45720" marB="45720">
                    <a:solidFill>
                      <a:srgbClr val="FFFFFF"/>
                    </a:solidFill>
                  </a:tcPr>
                </a:tc>
              </a:tr>
              <a:tr h="650875">
                <a:tc>
                  <a:txBody>
                    <a:bodyPr/>
                    <a:lstStyle/>
                    <a:p>
                      <a:r>
                        <a:rPr sz="1950" b="0">
                          <a:solidFill>
                            <a:srgbClr val="172F46"/>
                          </a:solidFill>
                          <a:latin typeface="Bitstream Charter"/>
                          <a:ea typeface="Bitstream Charter"/>
                          <a:cs typeface="Bitstream Charter"/>
                        </a:rPr>
                        <a:t>Cluster 3</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33</a:t>
                      </a:r>
                    </a:p>
                  </a:txBody>
                  <a:tcPr marL="91440" marR="91440" marT="45720" marB="45720">
                    <a:solidFill>
                      <a:srgbClr val="EAF4F5"/>
                    </a:solidFill>
                  </a:tcPr>
                </a:tc>
                <a:tc>
                  <a:txBody>
                    <a:bodyPr/>
                    <a:lstStyle/>
                    <a:p>
                      <a:r>
                        <a:rPr sz="1950" b="0">
                          <a:solidFill>
                            <a:srgbClr val="172F46"/>
                          </a:solidFill>
                          <a:latin typeface="Bitstream Charter"/>
                          <a:ea typeface="Bitstream Charter"/>
                          <a:cs typeface="Bitstream Charter"/>
                        </a:rPr>
                        <a:t>10.68%</a:t>
                      </a:r>
                    </a:p>
                  </a:txBody>
                  <a:tcPr marL="91440" marR="91440" marT="45720" marB="45720">
                    <a:solidFill>
                      <a:srgbClr val="EAF4F5"/>
                    </a:solidFill>
                  </a:tcPr>
                </a:tc>
              </a:tr>
              <a:tr h="650875">
                <a:tc>
                  <a:txBody>
                    <a:bodyPr/>
                    <a:lstStyle/>
                    <a:p>
                      <a:r>
                        <a:rPr sz="1950" b="0">
                          <a:solidFill>
                            <a:srgbClr val="172F46"/>
                          </a:solidFill>
                          <a:latin typeface="Bitstream Charter"/>
                          <a:ea typeface="Bitstream Charter"/>
                          <a:cs typeface="Bitstream Charter"/>
                        </a:rPr>
                        <a:t>Noise</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14</a:t>
                      </a:r>
                    </a:p>
                  </a:txBody>
                  <a:tcPr marL="91440" marR="91440" marT="45720" marB="45720">
                    <a:solidFill>
                      <a:srgbClr val="FFFFFF"/>
                    </a:solidFill>
                  </a:tcPr>
                </a:tc>
                <a:tc>
                  <a:txBody>
                    <a:bodyPr/>
                    <a:lstStyle/>
                    <a:p>
                      <a:r>
                        <a:rPr sz="1950" b="0">
                          <a:solidFill>
                            <a:srgbClr val="172F46"/>
                          </a:solidFill>
                          <a:latin typeface="Bitstream Charter"/>
                          <a:ea typeface="Bitstream Charter"/>
                          <a:cs typeface="Bitstream Charter"/>
                        </a:rPr>
                        <a:t>4.53%</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9027F8-1072-4EB5-8A95-97E44D816E9F}"/>
              </a:ext>
            </a:extLst>
          </p:cNvPr>
          <p:cNvSpPr>
            <a:spLocks xmlns:a="http://schemas.openxmlformats.org/drawingml/2006/main" noGrp="1"/>
          </p:cNvSpPr>
          <p:nvPr/>
        </p:nvSpPr>
        <p:spPr>
          <a:xfrm xmlns:a="http://schemas.openxmlformats.org/drawingml/2006/main">
            <a:off x="7143750" y="1905000"/>
            <a:ext cx="4286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7F87"/>
                </a:solidFill>
                <a:latin typeface="Bitstream Charter"/>
                <a:ea typeface="Bitstream Charter"/>
                <a:cs typeface="Bitstream Charter"/>
              </a:defRPr>
            </a:pPr>
            <a:r>
              <a:rPr sz="2625" b="1">
                <a:solidFill>
                  <a:srgbClr val="007F87"/>
                </a:solidFill>
                <a:latin typeface="Bitstream Charter"/>
                <a:ea typeface="Bitstream Charter"/>
                <a:cs typeface="Bitstream Charter"/>
              </a:rPr>
              <a:t>A rare northern route</a:t>
            </a:r>
          </a:p>
          <a:p xmlns:a="http://schemas.openxmlformats.org/drawingml/2006/main">
            <a:pPr>
              <a:defRPr sz="2625" b="1">
                <a:solidFill>
                  <a:srgbClr val="007F87"/>
                </a:solidFill>
                <a:latin typeface="Bitstream Charter"/>
                <a:ea typeface="Bitstream Charter"/>
                <a:cs typeface="Bitstream Charter"/>
              </a:defRPr>
            </a:pPr>
            <a:r>
              <a:rPr sz="2625" b="1">
                <a:solidFill>
                  <a:srgbClr val="007F87"/>
                </a:solidFill>
                <a:latin typeface="Bitstream Charter"/>
                <a:ea typeface="Bitstream Charter"/>
                <a:cs typeface="Bitstream Charter"/>
              </a:rPr>
              <a:t>forms its own group.</a:t>
            </a:r>
          </a:p>
        </p:txBody>
      </p:sp>
      <p:sp>
        <p:nvSpPr>
          <p:cNvPr id="5" name="">
            <a:extLst xmlns:a="http://schemas.openxmlformats.org/drawingml/2006/main">
              <a:ext uri="{FF2B5EF4-FFF2-40B4-BE49-F238E27FC236}">
                <a16:creationId xmlns:a16="http://schemas.microsoft.com/office/drawing/2014/main" id="{9943BC37-FC29-4F48-84D3-A71D26B1271F}"/>
              </a:ext>
            </a:extLst>
          </p:cNvPr>
          <p:cNvSpPr>
            <a:spLocks xmlns:a="http://schemas.openxmlformats.org/drawingml/2006/main" noGrp="1"/>
          </p:cNvSpPr>
          <p:nvPr/>
        </p:nvSpPr>
        <p:spPr>
          <a:xfrm xmlns:a="http://schemas.openxmlformats.org/drawingml/2006/main">
            <a:off x="7143750" y="3810000"/>
            <a:ext cx="4286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46"/>
                </a:solidFill>
                <a:latin typeface="Bitstream Charter"/>
                <a:ea typeface="Bitstream Charter"/>
                <a:cs typeface="Bitstream Charter"/>
              </a:defRPr>
            </a:pPr>
            <a:r>
              <a:rPr sz="2100" b="0">
                <a:solidFill>
                  <a:srgbClr val="172F46"/>
                </a:solidFill>
                <a:latin typeface="Bitstream Charter"/>
                <a:ea typeface="Bitstream Charter"/>
                <a:cs typeface="Bitstream Charter"/>
              </a:rPr>
              <a:t>A working configuration supported by visual inspection and parameter comparison.</a:t>
            </a:r>
          </a:p>
        </p:txBody>
      </p:sp>
    </p:spTree>
    <p:extLst>
      <p:ext uri="{BB962C8B-B14F-4D97-AF65-F5344CB8AC3E}">
        <p14:creationId xmlns:p14="http://schemas.microsoft.com/office/powerpoint/2010/main" val="6379900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8A8D349-8EC4-4318-ACE7-27222D2E262F}"/>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Four groups of observed route shapes</a:t>
            </a:r>
          </a:p>
        </p:txBody>
      </p:sp>
      <p:sp>
        <p:nvSpPr>
          <p:cNvPr id="2" name="">
            <a:extLst xmlns:a="http://schemas.openxmlformats.org/drawingml/2006/main">
              <a:ext uri="{FF2B5EF4-FFF2-40B4-BE49-F238E27FC236}">
                <a16:creationId xmlns:a16="http://schemas.microsoft.com/office/drawing/2014/main" id="{8119A677-17D8-40E0-8162-F8AD1DB4ADFD}"/>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8</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8e069b5f80641f6"/>
          <a:stretch xmlns:a="http://schemas.openxmlformats.org/drawingml/2006/main"/>
        </p:blipFill>
        <p:spPr>
          <a:xfrm xmlns:a="http://schemas.openxmlformats.org/drawingml/2006/main">
            <a:off x="1285875" y="1333500"/>
            <a:ext cx="9620250" cy="4810125"/>
          </a:xfrm>
          <a:prstGeom xmlns:a="http://schemas.openxmlformats.org/drawingml/2006/main" prst="rect">
            <a:avLst/>
          </a:prstGeom>
        </p:spPr>
      </p:pic>
    </p:spTree>
    <p:extLst>
      <p:ext uri="{BB962C8B-B14F-4D97-AF65-F5344CB8AC3E}">
        <p14:creationId xmlns:p14="http://schemas.microsoft.com/office/powerpoint/2010/main" val="11071312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7467F4C-2088-4A64-BF68-A6CB9F1D3AA8}"/>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Representative flights: cluster medoids</a:t>
            </a:r>
          </a:p>
        </p:txBody>
      </p:sp>
      <p:sp>
        <p:nvSpPr>
          <p:cNvPr id="2" name="">
            <a:extLst xmlns:a="http://schemas.openxmlformats.org/drawingml/2006/main">
              <a:ext uri="{FF2B5EF4-FFF2-40B4-BE49-F238E27FC236}">
                <a16:creationId xmlns:a16="http://schemas.microsoft.com/office/drawing/2014/main" id="{E3C8E4C2-A561-4269-83CC-543BDFC0C9F5}"/>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9</a:t>
            </a:r>
          </a:p>
        </p:txBody>
      </p:sp>
      <p:sp>
        <p:nvSpPr>
          <p:cNvPr id="3" name="">
            <a:extLst xmlns:a="http://schemas.openxmlformats.org/drawingml/2006/main">
              <a:ext uri="{FF2B5EF4-FFF2-40B4-BE49-F238E27FC236}">
                <a16:creationId xmlns:a16="http://schemas.microsoft.com/office/drawing/2014/main" id="{93DBA73A-826F-4FA7-9029-468C64AC6BF5}"/>
              </a:ext>
            </a:extLst>
          </p:cNvPr>
          <p:cNvSpPr>
            <a:spLocks xmlns:a="http://schemas.openxmlformats.org/drawingml/2006/main" noGrp="1"/>
          </p:cNvSpPr>
          <p:nvPr/>
        </p:nvSpPr>
        <p:spPr>
          <a:xfrm xmlns:a="http://schemas.openxmlformats.org/drawingml/2006/main">
            <a:off x="666750" y="1381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87"/>
                </a:solidFill>
                <a:latin typeface="Bitstream Charter"/>
                <a:ea typeface="Bitstream Charter"/>
                <a:cs typeface="Bitstream Charter"/>
              </a:defRPr>
            </a:pPr>
            <a:r>
              <a:rPr sz="2025" b="1">
                <a:solidFill>
                  <a:srgbClr val="007F87"/>
                </a:solidFill>
                <a:latin typeface="Bitstream Charter"/>
                <a:ea typeface="Bitstream Charter"/>
                <a:cs typeface="Bitstream Charter"/>
              </a:rPr>
              <a:t>Medoid = real flight with the smallest sum of distances within its cluster</a:t>
            </a:r>
          </a:p>
        </p:txBody>
      </p:sp>
      <p:graphicFrame>
        <p:nvGraphicFramePr>
          <p:cNvPr id="8" name="Chart"/>
          <p:cNvGraphicFramePr/>
          <p:nvPr/>
        </p:nvGraphicFramePr>
        <p:xfrm>
          <a:off xmlns:a="http://schemas.openxmlformats.org/drawingml/2006/main" x="609600" y="2095500"/>
          <a:ext xmlns:a="http://schemas.openxmlformats.org/drawingml/2006/main" cx="10972800" cy="3810000"/>
        </p:xfrm>
        <a:graphic xmlns:a="http://schemas.openxmlformats.org/drawingml/2006/main">
          <a:graphicData uri="http://schemas.openxmlformats.org/drawingml/2006/chart">
            <c:chart xmlns:r="http://schemas.openxmlformats.org/officeDocument/2006/relationships" xmlns:c="http://schemas.openxmlformats.org/drawingml/2006/chart" r:id="Rb3bc44ba8d154561"/>
          </a:graphicData>
        </a:graphic>
      </p:graphicFrame>
    </p:spTree>
    <p:extLst>
      <p:ext uri="{BB962C8B-B14F-4D97-AF65-F5344CB8AC3E}">
        <p14:creationId xmlns:p14="http://schemas.microsoft.com/office/powerpoint/2010/main" val="14715930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F051B1-03BC-4075-8D91-C2ED9B9E09C9}"/>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Case 1: 2025-06-01</a:t>
            </a:r>
          </a:p>
        </p:txBody>
      </p:sp>
      <p:sp>
        <p:nvSpPr>
          <p:cNvPr id="2" name="">
            <a:extLst xmlns:a="http://schemas.openxmlformats.org/drawingml/2006/main">
              <a:ext uri="{FF2B5EF4-FFF2-40B4-BE49-F238E27FC236}">
                <a16:creationId xmlns:a16="http://schemas.microsoft.com/office/drawing/2014/main" id="{974EBED9-576B-4AC3-ADB5-589B8263E679}"/>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4570C0E9-BB52-499E-A145-85FB52A4F7DB}"/>
              </a:ext>
            </a:extLst>
          </p:cNvPr>
          <p:cNvSpPr>
            <a:spLocks xmlns:a="http://schemas.openxmlformats.org/drawingml/2006/main" noGrp="1"/>
          </p:cNvSpPr>
          <p:nvPr/>
        </p:nvSpPr>
        <p:spPr>
          <a:xfrm xmlns:a="http://schemas.openxmlformats.org/drawingml/2006/main">
            <a:off x="666750" y="1381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7"/>
                </a:solidFill>
                <a:latin typeface="Bitstream Charter"/>
                <a:ea typeface="Bitstream Charter"/>
                <a:cs typeface="Bitstream Charter"/>
              </a:defRPr>
            </a:pPr>
            <a:r>
              <a:rPr sz="2250" b="1">
                <a:solidFill>
                  <a:srgbClr val="007F87"/>
                </a:solidFill>
                <a:latin typeface="Bitstream Charter"/>
                <a:ea typeface="Bitstream Charter"/>
                <a:cs typeface="Bitstream Charter"/>
              </a:rPr>
              <a:t>Northern deviation later in the route</a:t>
            </a:r>
          </a:p>
        </p:txBody>
      </p:sp>
      <p:graphicFrame>
        <p:nvGraphicFramePr>
          <p:cNvPr id="9" name="Chart"/>
          <p:cNvGraphicFramePr/>
          <p:nvPr/>
        </p:nvGraphicFramePr>
        <p:xfrm>
          <a:off xmlns:a="http://schemas.openxmlformats.org/drawingml/2006/main" x="609600" y="2047875"/>
          <a:ext xmlns:a="http://schemas.openxmlformats.org/drawingml/2006/main" cx="10972800" cy="3524250"/>
        </p:xfrm>
        <a:graphic xmlns:a="http://schemas.openxmlformats.org/drawingml/2006/main">
          <a:graphicData uri="http://schemas.openxmlformats.org/drawingml/2006/chart">
            <c:chart xmlns:r="http://schemas.openxmlformats.org/officeDocument/2006/relationships" xmlns:c="http://schemas.openxmlformats.org/drawingml/2006/chart" r:id="Rf23977c8a851422d"/>
          </a:graphicData>
        </a:graphic>
      </p:graphicFrame>
      <p:sp>
        <p:nvSpPr>
          <p:cNvPr id="5" name="">
            <a:extLst xmlns:a="http://schemas.openxmlformats.org/drawingml/2006/main">
              <a:ext uri="{FF2B5EF4-FFF2-40B4-BE49-F238E27FC236}">
                <a16:creationId xmlns:a16="http://schemas.microsoft.com/office/drawing/2014/main" id="{9A87A426-5F83-405C-B188-EAFED542AC91}"/>
              </a:ext>
            </a:extLst>
          </p:cNvPr>
          <p:cNvSpPr>
            <a:spLocks xmlns:a="http://schemas.openxmlformats.org/drawingml/2006/main" noGrp="1"/>
          </p:cNvSpPr>
          <p:nvPr/>
        </p:nvSpPr>
        <p:spPr>
          <a:xfrm xmlns:a="http://schemas.openxmlformats.org/drawingml/2006/main">
            <a:off x="666750" y="58102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Hausdorff distance: 73.80 km     Largest gap: 6.60 s     Noise: 15/15 settings</a:t>
            </a:r>
          </a:p>
        </p:txBody>
      </p:sp>
    </p:spTree>
    <p:extLst>
      <p:ext uri="{BB962C8B-B14F-4D97-AF65-F5344CB8AC3E}">
        <p14:creationId xmlns:p14="http://schemas.microsoft.com/office/powerpoint/2010/main" val="12156210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5E02D8-7465-40B5-8D2F-5050DC2A0FB7}"/>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Case 2: 2025-07-27</a:t>
            </a:r>
          </a:p>
        </p:txBody>
      </p:sp>
      <p:sp>
        <p:nvSpPr>
          <p:cNvPr id="2" name="">
            <a:extLst xmlns:a="http://schemas.openxmlformats.org/drawingml/2006/main">
              <a:ext uri="{FF2B5EF4-FFF2-40B4-BE49-F238E27FC236}">
                <a16:creationId xmlns:a16="http://schemas.microsoft.com/office/drawing/2014/main" id="{FAB4F34F-E989-4F25-A94E-FE2B1D3B433C}"/>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11</a:t>
            </a:r>
          </a:p>
        </p:txBody>
      </p:sp>
      <p:sp>
        <p:nvSpPr>
          <p:cNvPr id="3" name="">
            <a:extLst xmlns:a="http://schemas.openxmlformats.org/drawingml/2006/main">
              <a:ext uri="{FF2B5EF4-FFF2-40B4-BE49-F238E27FC236}">
                <a16:creationId xmlns:a16="http://schemas.microsoft.com/office/drawing/2014/main" id="{BB79D77C-28D9-4A38-9C34-AF15BDBAEB1E}"/>
              </a:ext>
            </a:extLst>
          </p:cNvPr>
          <p:cNvSpPr>
            <a:spLocks xmlns:a="http://schemas.openxmlformats.org/drawingml/2006/main" noGrp="1"/>
          </p:cNvSpPr>
          <p:nvPr/>
        </p:nvSpPr>
        <p:spPr>
          <a:xfrm xmlns:a="http://schemas.openxmlformats.org/drawingml/2006/main">
            <a:off x="666750" y="1381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7"/>
                </a:solidFill>
                <a:latin typeface="Bitstream Charter"/>
                <a:ea typeface="Bitstream Charter"/>
                <a:cs typeface="Bitstream Charter"/>
              </a:defRPr>
            </a:pPr>
            <a:r>
              <a:rPr sz="2250" b="1">
                <a:solidFill>
                  <a:srgbClr val="007F87"/>
                </a:solidFill>
                <a:latin typeface="Bitstream Charter"/>
                <a:ea typeface="Bitstream Charter"/>
                <a:cs typeface="Bitstream Charter"/>
              </a:rPr>
              <a:t>More northerly path near arrival</a:t>
            </a:r>
          </a:p>
        </p:txBody>
      </p:sp>
      <p:graphicFrame>
        <p:nvGraphicFramePr>
          <p:cNvPr id="9" name="Chart"/>
          <p:cNvGraphicFramePr/>
          <p:nvPr/>
        </p:nvGraphicFramePr>
        <p:xfrm>
          <a:off xmlns:a="http://schemas.openxmlformats.org/drawingml/2006/main" x="609600" y="2047875"/>
          <a:ext xmlns:a="http://schemas.openxmlformats.org/drawingml/2006/main" cx="10972800" cy="3524250"/>
        </p:xfrm>
        <a:graphic xmlns:a="http://schemas.openxmlformats.org/drawingml/2006/main">
          <a:graphicData uri="http://schemas.openxmlformats.org/drawingml/2006/chart">
            <c:chart xmlns:r="http://schemas.openxmlformats.org/officeDocument/2006/relationships" xmlns:c="http://schemas.openxmlformats.org/drawingml/2006/chart" r:id="Re32167f9d935418d"/>
          </a:graphicData>
        </a:graphic>
      </p:graphicFrame>
      <p:sp>
        <p:nvSpPr>
          <p:cNvPr id="5" name="">
            <a:extLst xmlns:a="http://schemas.openxmlformats.org/drawingml/2006/main">
              <a:ext uri="{FF2B5EF4-FFF2-40B4-BE49-F238E27FC236}">
                <a16:creationId xmlns:a16="http://schemas.microsoft.com/office/drawing/2014/main" id="{1C0B2084-4386-41A6-A62F-956FF7280C0B}"/>
              </a:ext>
            </a:extLst>
          </p:cNvPr>
          <p:cNvSpPr>
            <a:spLocks xmlns:a="http://schemas.openxmlformats.org/drawingml/2006/main" noGrp="1"/>
          </p:cNvSpPr>
          <p:nvPr/>
        </p:nvSpPr>
        <p:spPr>
          <a:xfrm xmlns:a="http://schemas.openxmlformats.org/drawingml/2006/main">
            <a:off x="666750" y="58102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Hausdorff distance: 43.94 km     Largest gap: 5.15 s     Noise: 15/15 settings</a:t>
            </a:r>
          </a:p>
        </p:txBody>
      </p:sp>
    </p:spTree>
    <p:extLst>
      <p:ext uri="{BB962C8B-B14F-4D97-AF65-F5344CB8AC3E}">
        <p14:creationId xmlns:p14="http://schemas.microsoft.com/office/powerpoint/2010/main" val="19332748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4EB9D2-E22E-46E1-91F3-E4804E58B07B}"/>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Case 3: 2025-09-04</a:t>
            </a:r>
          </a:p>
        </p:txBody>
      </p:sp>
      <p:sp>
        <p:nvSpPr>
          <p:cNvPr id="2" name="">
            <a:extLst xmlns:a="http://schemas.openxmlformats.org/drawingml/2006/main">
              <a:ext uri="{FF2B5EF4-FFF2-40B4-BE49-F238E27FC236}">
                <a16:creationId xmlns:a16="http://schemas.microsoft.com/office/drawing/2014/main" id="{B5C6BCF1-D2B0-49AA-84F3-A13BA83612D6}"/>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12</a:t>
            </a:r>
          </a:p>
        </p:txBody>
      </p:sp>
      <p:sp>
        <p:nvSpPr>
          <p:cNvPr id="3" name="">
            <a:extLst xmlns:a="http://schemas.openxmlformats.org/drawingml/2006/main">
              <a:ext uri="{FF2B5EF4-FFF2-40B4-BE49-F238E27FC236}">
                <a16:creationId xmlns:a16="http://schemas.microsoft.com/office/drawing/2014/main" id="{28A423AB-9C8D-4E67-A997-A97CFB067898}"/>
              </a:ext>
            </a:extLst>
          </p:cNvPr>
          <p:cNvSpPr>
            <a:spLocks xmlns:a="http://schemas.openxmlformats.org/drawingml/2006/main" noGrp="1"/>
          </p:cNvSpPr>
          <p:nvPr/>
        </p:nvSpPr>
        <p:spPr>
          <a:xfrm xmlns:a="http://schemas.openxmlformats.org/drawingml/2006/main">
            <a:off x="666750" y="13811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87"/>
                </a:solidFill>
                <a:latin typeface="Bitstream Charter"/>
                <a:ea typeface="Bitstream Charter"/>
                <a:cs typeface="Bitstream Charter"/>
              </a:defRPr>
            </a:pPr>
            <a:r>
              <a:rPr sz="2250" b="1">
                <a:solidFill>
                  <a:srgbClr val="007F87"/>
                </a:solidFill>
                <a:latin typeface="Bitstream Charter"/>
                <a:ea typeface="Bitstream Charter"/>
                <a:cs typeface="Bitstream Charter"/>
              </a:rPr>
              <a:t>Southern deviation early in the route</a:t>
            </a:r>
          </a:p>
        </p:txBody>
      </p:sp>
      <p:graphicFrame>
        <p:nvGraphicFramePr>
          <p:cNvPr id="9" name="Chart"/>
          <p:cNvGraphicFramePr/>
          <p:nvPr/>
        </p:nvGraphicFramePr>
        <p:xfrm>
          <a:off xmlns:a="http://schemas.openxmlformats.org/drawingml/2006/main" x="609600" y="2047875"/>
          <a:ext xmlns:a="http://schemas.openxmlformats.org/drawingml/2006/main" cx="10972800" cy="3524250"/>
        </p:xfrm>
        <a:graphic xmlns:a="http://schemas.openxmlformats.org/drawingml/2006/main">
          <a:graphicData uri="http://schemas.openxmlformats.org/drawingml/2006/chart">
            <c:chart xmlns:r="http://schemas.openxmlformats.org/officeDocument/2006/relationships" xmlns:c="http://schemas.openxmlformats.org/drawingml/2006/chart" r:id="Rfb65fa8570dd4db8"/>
          </a:graphicData>
        </a:graphic>
      </p:graphicFrame>
      <p:sp>
        <p:nvSpPr>
          <p:cNvPr id="5" name="">
            <a:extLst xmlns:a="http://schemas.openxmlformats.org/drawingml/2006/main">
              <a:ext uri="{FF2B5EF4-FFF2-40B4-BE49-F238E27FC236}">
                <a16:creationId xmlns:a16="http://schemas.microsoft.com/office/drawing/2014/main" id="{5AEE689C-5207-4E9D-AB17-A2EC712278BF}"/>
              </a:ext>
            </a:extLst>
          </p:cNvPr>
          <p:cNvSpPr>
            <a:spLocks xmlns:a="http://schemas.openxmlformats.org/drawingml/2006/main" noGrp="1"/>
          </p:cNvSpPr>
          <p:nvPr/>
        </p:nvSpPr>
        <p:spPr>
          <a:xfrm xmlns:a="http://schemas.openxmlformats.org/drawingml/2006/main">
            <a:off x="666750" y="58102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Hausdorff distance: 36.87 km     Largest gap: 6.43 s     Noise: 15/15 settings</a:t>
            </a:r>
          </a:p>
        </p:txBody>
      </p:sp>
    </p:spTree>
    <p:extLst>
      <p:ext uri="{BB962C8B-B14F-4D97-AF65-F5344CB8AC3E}">
        <p14:creationId xmlns:p14="http://schemas.microsoft.com/office/powerpoint/2010/main" val="6021445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7CA261-2CDE-4E72-9380-00DDFFD71224}"/>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Noise stability across the parameter grid</a:t>
            </a:r>
          </a:p>
        </p:txBody>
      </p:sp>
      <p:sp>
        <p:nvSpPr>
          <p:cNvPr id="2" name="">
            <a:extLst xmlns:a="http://schemas.openxmlformats.org/drawingml/2006/main">
              <a:ext uri="{FF2B5EF4-FFF2-40B4-BE49-F238E27FC236}">
                <a16:creationId xmlns:a16="http://schemas.microsoft.com/office/drawing/2014/main" id="{6439A107-FF06-420C-8C1F-FCE65BBFB080}"/>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13</a:t>
            </a:r>
          </a:p>
        </p:txBody>
      </p:sp>
      <p:graphicFrame>
        <p:nvGraphicFramePr>
          <p:cNvPr id="8" name="Chart"/>
          <p:cNvGraphicFramePr/>
          <p:nvPr/>
        </p:nvGraphicFramePr>
        <p:xfrm>
          <a:off xmlns:a="http://schemas.openxmlformats.org/drawingml/2006/main" x="609600" y="1571625"/>
          <a:ext xmlns:a="http://schemas.openxmlformats.org/drawingml/2006/main" cx="7239000" cy="4286250"/>
        </p:xfrm>
        <a:graphic xmlns:a="http://schemas.openxmlformats.org/drawingml/2006/main">
          <a:graphicData uri="http://schemas.openxmlformats.org/drawingml/2006/chart">
            <c:chart xmlns:r="http://schemas.openxmlformats.org/officeDocument/2006/relationships" xmlns:c="http://schemas.openxmlformats.org/drawingml/2006/chart" r:id="Rcd4250dcf6864708"/>
          </a:graphicData>
        </a:graphic>
      </p:graphicFrame>
      <p:sp>
        <p:nvSpPr>
          <p:cNvPr id="4" name="">
            <a:extLst xmlns:a="http://schemas.openxmlformats.org/drawingml/2006/main">
              <a:ext uri="{FF2B5EF4-FFF2-40B4-BE49-F238E27FC236}">
                <a16:creationId xmlns:a16="http://schemas.microsoft.com/office/drawing/2014/main" id="{AFD35878-EE8B-4A18-B6D5-4F515EB1D87C}"/>
              </a:ext>
            </a:extLst>
          </p:cNvPr>
          <p:cNvSpPr>
            <a:spLocks xmlns:a="http://schemas.openxmlformats.org/drawingml/2006/main" noGrp="1"/>
          </p:cNvSpPr>
          <p:nvPr/>
        </p:nvSpPr>
        <p:spPr>
          <a:xfrm xmlns:a="http://schemas.openxmlformats.org/drawingml/2006/main">
            <a:off x="8239125" y="209550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7F87"/>
                </a:solidFill>
                <a:latin typeface="Bitstream Charter"/>
                <a:ea typeface="Bitstream Charter"/>
                <a:cs typeface="Bitstream Charter"/>
              </a:defRPr>
            </a:pPr>
            <a:r>
              <a:rPr sz="3225" b="1">
                <a:solidFill>
                  <a:srgbClr val="007F87"/>
                </a:solidFill>
                <a:latin typeface="Bitstream Charter"/>
                <a:ea typeface="Bitstream Charter"/>
                <a:cs typeface="Bitstream Charter"/>
              </a:rPr>
              <a:t>3 persistent</a:t>
            </a:r>
          </a:p>
          <a:p xmlns:a="http://schemas.openxmlformats.org/drawingml/2006/main">
            <a:pPr>
              <a:defRPr sz="3225" b="1">
                <a:solidFill>
                  <a:srgbClr val="007F87"/>
                </a:solidFill>
                <a:latin typeface="Bitstream Charter"/>
                <a:ea typeface="Bitstream Charter"/>
                <a:cs typeface="Bitstream Charter"/>
              </a:defRPr>
            </a:pPr>
            <a:r>
              <a:rPr sz="3225" b="1">
                <a:solidFill>
                  <a:srgbClr val="007F87"/>
                </a:solidFill>
                <a:latin typeface="Bitstream Charter"/>
                <a:ea typeface="Bitstream Charter"/>
                <a:cs typeface="Bitstream Charter"/>
              </a:rPr>
              <a:t>candidates</a:t>
            </a:r>
          </a:p>
        </p:txBody>
      </p:sp>
      <p:sp>
        <p:nvSpPr>
          <p:cNvPr id="5" name="">
            <a:extLst xmlns:a="http://schemas.openxmlformats.org/drawingml/2006/main">
              <a:ext uri="{FF2B5EF4-FFF2-40B4-BE49-F238E27FC236}">
                <a16:creationId xmlns:a16="http://schemas.microsoft.com/office/drawing/2014/main" id="{240DD0BF-5A86-490B-B42D-635F35D6A78E}"/>
              </a:ext>
            </a:extLst>
          </p:cNvPr>
          <p:cNvSpPr>
            <a:spLocks xmlns:a="http://schemas.openxmlformats.org/drawingml/2006/main" noGrp="1"/>
          </p:cNvSpPr>
          <p:nvPr/>
        </p:nvSpPr>
        <p:spPr>
          <a:xfrm xmlns:a="http://schemas.openxmlformats.org/drawingml/2006/main">
            <a:off x="8239125" y="3714750"/>
            <a:ext cx="32385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6"/>
                </a:solidFill>
                <a:latin typeface="Bitstream Charter"/>
                <a:ea typeface="Bitstream Charter"/>
                <a:cs typeface="Bitstream Charter"/>
              </a:defRPr>
            </a:pPr>
            <a:r>
              <a:rPr sz="2025" b="0">
                <a:solidFill>
                  <a:srgbClr val="172F46"/>
                </a:solidFill>
                <a:latin typeface="Bitstream Charter"/>
                <a:ea typeface="Bitstream Charter"/>
                <a:cs typeface="Bitstream Charter"/>
              </a:rPr>
              <a:t>Frequency across this grid describes sensitivity.</a:t>
            </a:r>
          </a:p>
          <a:p xmlns:a="http://schemas.openxmlformats.org/drawingml/2006/main">
            <a:r>
              <a:t/>
            </a:r>
          </a:p>
          <a:p xmlns:a="http://schemas.openxmlformats.org/drawingml/2006/main">
            <a:pPr>
              <a:defRPr sz="2025" b="0">
                <a:solidFill>
                  <a:srgbClr val="172F46"/>
                </a:solidFill>
                <a:latin typeface="Bitstream Charter"/>
                <a:ea typeface="Bitstream Charter"/>
                <a:cs typeface="Bitstream Charter"/>
              </a:defRPr>
            </a:pPr>
            <a:r>
              <a:rPr sz="2025" b="0">
                <a:solidFill>
                  <a:srgbClr val="172F46"/>
                </a:solidFill>
                <a:latin typeface="Bitstream Charter"/>
                <a:ea typeface="Bitstream Charter"/>
                <a:cs typeface="Bitstream Charter"/>
              </a:rPr>
              <a:t>It does not measure operational risk.</a:t>
            </a:r>
          </a:p>
        </p:txBody>
      </p:sp>
    </p:spTree>
    <p:extLst>
      <p:ext uri="{BB962C8B-B14F-4D97-AF65-F5344CB8AC3E}">
        <p14:creationId xmlns:p14="http://schemas.microsoft.com/office/powerpoint/2010/main" val="17596217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F23B0F-C1CB-4E6C-BB7B-2AEBE9E56227}"/>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Limits of the interpretation</a:t>
            </a:r>
          </a:p>
        </p:txBody>
      </p:sp>
      <p:sp>
        <p:nvSpPr>
          <p:cNvPr id="2" name="">
            <a:extLst xmlns:a="http://schemas.openxmlformats.org/drawingml/2006/main">
              <a:ext uri="{FF2B5EF4-FFF2-40B4-BE49-F238E27FC236}">
                <a16:creationId xmlns:a16="http://schemas.microsoft.com/office/drawing/2014/main" id="{3726D9D2-7112-44FE-9761-4D65F7363BDF}"/>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14</a:t>
            </a:r>
          </a:p>
        </p:txBody>
      </p:sp>
      <p:sp>
        <p:nvSpPr>
          <p:cNvPr id="3" name="">
            <a:extLst xmlns:a="http://schemas.openxmlformats.org/drawingml/2006/main">
              <a:ext uri="{FF2B5EF4-FFF2-40B4-BE49-F238E27FC236}">
                <a16:creationId xmlns:a16="http://schemas.microsoft.com/office/drawing/2014/main" id="{C3707453-9924-4FFE-8CAD-17213F1FCF62}"/>
              </a:ext>
            </a:extLst>
          </p:cNvPr>
          <p:cNvSpPr>
            <a:spLocks xmlns:a="http://schemas.openxmlformats.org/drawingml/2006/main" noGrp="1"/>
          </p:cNvSpPr>
          <p:nvPr/>
        </p:nvSpPr>
        <p:spPr>
          <a:xfrm xmlns:a="http://schemas.openxmlformats.org/drawingml/2006/main">
            <a:off x="666750" y="1476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Horizontal shape only: time ordering, altitude and speed are excluded.</a:t>
            </a:r>
          </a:p>
        </p:txBody>
      </p:sp>
      <p:sp>
        <p:nvSpPr>
          <p:cNvPr id="4" name="">
            <a:extLst xmlns:a="http://schemas.openxmlformats.org/drawingml/2006/main">
              <a:ext uri="{FF2B5EF4-FFF2-40B4-BE49-F238E27FC236}">
                <a16:creationId xmlns:a16="http://schemas.microsoft.com/office/drawing/2014/main" id="{2E6F5B97-9C3F-4E51-A817-729AA0C1FCC2}"/>
              </a:ext>
            </a:extLst>
          </p:cNvPr>
          <p:cNvSpPr>
            <a:spLocks xmlns:a="http://schemas.openxmlformats.org/drawingml/2006/main" noGrp="1"/>
          </p:cNvSpPr>
          <p:nvPr/>
        </p:nvSpPr>
        <p:spPr>
          <a:xfrm xmlns:a="http://schemas.openxmlformats.org/drawingml/2006/main">
            <a:off x="666750" y="25812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Residual coordinate errors can influence the maximum distance.</a:t>
            </a:r>
          </a:p>
        </p:txBody>
      </p:sp>
      <p:sp>
        <p:nvSpPr>
          <p:cNvPr id="5" name="">
            <a:extLst xmlns:a="http://schemas.openxmlformats.org/drawingml/2006/main">
              <a:ext uri="{FF2B5EF4-FFF2-40B4-BE49-F238E27FC236}">
                <a16:creationId xmlns:a16="http://schemas.microsoft.com/office/drawing/2014/main" id="{151CDB76-5A78-4ED6-90EC-2D84E0E6B181}"/>
              </a:ext>
            </a:extLst>
          </p:cNvPr>
          <p:cNvSpPr>
            <a:spLocks xmlns:a="http://schemas.openxmlformats.org/drawingml/2006/main" noGrp="1"/>
          </p:cNvSpPr>
          <p:nvPr/>
        </p:nvSpPr>
        <p:spPr>
          <a:xfrm xmlns:a="http://schemas.openxmlformats.org/drawingml/2006/main">
            <a:off x="666750" y="36861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Selection bias: 33 of 39 quality-review flights are from April–May.</a:t>
            </a:r>
          </a:p>
        </p:txBody>
      </p:sp>
      <p:sp>
        <p:nvSpPr>
          <p:cNvPr id="6" name="">
            <a:extLst xmlns:a="http://schemas.openxmlformats.org/drawingml/2006/main">
              <a:ext uri="{FF2B5EF4-FFF2-40B4-BE49-F238E27FC236}">
                <a16:creationId xmlns:a16="http://schemas.microsoft.com/office/drawing/2014/main" id="{9F9186BA-E89E-4A4B-8F69-7BCB9DF4DE87}"/>
              </a:ext>
            </a:extLst>
          </p:cNvPr>
          <p:cNvSpPr>
            <a:spLocks xmlns:a="http://schemas.openxmlformats.org/drawingml/2006/main" noGrp="1"/>
          </p:cNvSpPr>
          <p:nvPr/>
        </p:nvSpPr>
        <p:spPr>
          <a:xfrm xmlns:a="http://schemas.openxmlformats.org/drawingml/2006/main">
            <a:off x="666750" y="47910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Weather, runway and ATC causes remain unverified.</a:t>
            </a:r>
          </a:p>
        </p:txBody>
      </p:sp>
    </p:spTree>
    <p:extLst>
      <p:ext uri="{BB962C8B-B14F-4D97-AF65-F5344CB8AC3E}">
        <p14:creationId xmlns:p14="http://schemas.microsoft.com/office/powerpoint/2010/main" val="12766679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78F027-77DD-43CE-BC6A-335A33FF6A88}"/>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Reproducible analysis</a:t>
            </a:r>
          </a:p>
        </p:txBody>
      </p:sp>
      <p:sp>
        <p:nvSpPr>
          <p:cNvPr id="2" name="">
            <a:extLst xmlns:a="http://schemas.openxmlformats.org/drawingml/2006/main">
              <a:ext uri="{FF2B5EF4-FFF2-40B4-BE49-F238E27FC236}">
                <a16:creationId xmlns:a16="http://schemas.microsoft.com/office/drawing/2014/main" id="{4CE45D2C-B1F8-44FA-A544-9C886C0F97AE}"/>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15</a:t>
            </a:r>
          </a:p>
        </p:txBody>
      </p:sp>
      <p:sp>
        <p:nvSpPr>
          <p:cNvPr id="3" name="">
            <a:extLst xmlns:a="http://schemas.openxmlformats.org/drawingml/2006/main">
              <a:ext uri="{FF2B5EF4-FFF2-40B4-BE49-F238E27FC236}">
                <a16:creationId xmlns:a16="http://schemas.microsoft.com/office/drawing/2014/main" id="{817C3A30-1AD0-4C28-A3A8-2A07DEE0251F}"/>
              </a:ext>
            </a:extLst>
          </p:cNvPr>
          <p:cNvSpPr>
            <a:spLocks xmlns:a="http://schemas.openxmlformats.org/drawingml/2006/main" noGrp="1"/>
          </p:cNvSpPr>
          <p:nvPr/>
        </p:nvSpPr>
        <p:spPr>
          <a:xfrm xmlns:a="http://schemas.openxmlformats.org/drawingml/2006/main">
            <a:off x="666750" y="1476375"/>
            <a:ext cx="1076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prepare_lhr_fra.py</a:t>
            </a:r>
          </a:p>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Raw observations and flight list to cleaned data and quality reports</a:t>
            </a:r>
          </a:p>
        </p:txBody>
      </p:sp>
      <p:sp>
        <p:nvSpPr>
          <p:cNvPr id="4" name="">
            <a:extLst xmlns:a="http://schemas.openxmlformats.org/drawingml/2006/main">
              <a:ext uri="{FF2B5EF4-FFF2-40B4-BE49-F238E27FC236}">
                <a16:creationId xmlns:a16="http://schemas.microsoft.com/office/drawing/2014/main" id="{26D6CD7A-B829-45CD-A592-32B698225C37}"/>
              </a:ext>
            </a:extLst>
          </p:cNvPr>
          <p:cNvSpPr>
            <a:spLocks xmlns:a="http://schemas.openxmlformats.org/drawingml/2006/main" noGrp="1"/>
          </p:cNvSpPr>
          <p:nvPr/>
        </p:nvSpPr>
        <p:spPr>
          <a:xfrm xmlns:a="http://schemas.openxmlformats.org/drawingml/2006/main">
            <a:off x="666750" y="2571750"/>
            <a:ext cx="1076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build_lhr_fra_matrix.py</a:t>
            </a:r>
          </a:p>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Accepted trajectories to the Hausdorff distance matrix</a:t>
            </a:r>
          </a:p>
        </p:txBody>
      </p:sp>
      <p:sp>
        <p:nvSpPr>
          <p:cNvPr id="5" name="">
            <a:extLst xmlns:a="http://schemas.openxmlformats.org/drawingml/2006/main">
              <a:ext uri="{FF2B5EF4-FFF2-40B4-BE49-F238E27FC236}">
                <a16:creationId xmlns:a16="http://schemas.microsoft.com/office/drawing/2014/main" id="{D09281C6-C1A7-4CD6-98B8-447EE4C4AD6B}"/>
              </a:ext>
            </a:extLst>
          </p:cNvPr>
          <p:cNvSpPr>
            <a:spLocks xmlns:a="http://schemas.openxmlformats.org/drawingml/2006/main" noGrp="1"/>
          </p:cNvSpPr>
          <p:nvPr/>
        </p:nvSpPr>
        <p:spPr>
          <a:xfrm xmlns:a="http://schemas.openxmlformats.org/drawingml/2006/main">
            <a:off x="666750" y="3667125"/>
            <a:ext cx="1076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cluster_lhr_fra.py --min-cluster-size 10 --min-samples 5</a:t>
            </a:r>
          </a:p>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Cluster labels, representatives, plots and parameter comparison</a:t>
            </a:r>
          </a:p>
        </p:txBody>
      </p:sp>
      <p:sp>
        <p:nvSpPr>
          <p:cNvPr id="6" name="">
            <a:extLst xmlns:a="http://schemas.openxmlformats.org/drawingml/2006/main">
              <a:ext uri="{FF2B5EF4-FFF2-40B4-BE49-F238E27FC236}">
                <a16:creationId xmlns:a16="http://schemas.microsoft.com/office/drawing/2014/main" id="{C4CD8395-5FE8-4D37-ADC0-A2B4BE164DA5}"/>
              </a:ext>
            </a:extLst>
          </p:cNvPr>
          <p:cNvSpPr>
            <a:spLocks xmlns:a="http://schemas.openxmlformats.org/drawingml/2006/main" noGrp="1"/>
          </p:cNvSpPr>
          <p:nvPr/>
        </p:nvSpPr>
        <p:spPr>
          <a:xfrm xmlns:a="http://schemas.openxmlformats.org/drawingml/2006/main">
            <a:off x="666750" y="4762500"/>
            <a:ext cx="1076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inspect_lhr_fra_candidates.py</a:t>
            </a:r>
          </a:p>
          <a:p xmlns:a="http://schemas.openxmlformats.org/drawingml/2006/main">
            <a:pPr>
              <a:defRPr sz="1875" b="0">
                <a:solidFill>
                  <a:srgbClr val="172F46"/>
                </a:solidFill>
                <a:latin typeface="Bitstream Charter"/>
                <a:ea typeface="Bitstream Charter"/>
                <a:cs typeface="Bitstream Charter"/>
              </a:defRPr>
            </a:pPr>
            <a:r>
              <a:rPr sz="1875" b="0">
                <a:solidFill>
                  <a:srgbClr val="172F46"/>
                </a:solidFill>
                <a:latin typeface="Bitstream Charter"/>
                <a:ea typeface="Bitstream Charter"/>
                <a:cs typeface="Bitstream Charter"/>
              </a:rPr>
              <a:t>Persistent candidates and nearest-medoid comparisons</a:t>
            </a:r>
          </a:p>
        </p:txBody>
      </p:sp>
    </p:spTree>
    <p:extLst>
      <p:ext uri="{BB962C8B-B14F-4D97-AF65-F5344CB8AC3E}">
        <p14:creationId xmlns:p14="http://schemas.microsoft.com/office/powerpoint/2010/main" val="2096604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8B7DCF1-E22E-4EBA-92DE-8EE305865A55}"/>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Findings</a:t>
            </a:r>
          </a:p>
        </p:txBody>
      </p:sp>
      <p:sp>
        <p:nvSpPr>
          <p:cNvPr id="2" name="">
            <a:extLst xmlns:a="http://schemas.openxmlformats.org/drawingml/2006/main">
              <a:ext uri="{FF2B5EF4-FFF2-40B4-BE49-F238E27FC236}">
                <a16:creationId xmlns:a16="http://schemas.microsoft.com/office/drawing/2014/main" id="{CB91574C-3C88-48E0-9F75-1240838847E4}"/>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16</a:t>
            </a:r>
          </a:p>
        </p:txBody>
      </p:sp>
      <p:sp>
        <p:nvSpPr>
          <p:cNvPr id="3" name="">
            <a:extLst xmlns:a="http://schemas.openxmlformats.org/drawingml/2006/main">
              <a:ext uri="{FF2B5EF4-FFF2-40B4-BE49-F238E27FC236}">
                <a16:creationId xmlns:a16="http://schemas.microsoft.com/office/drawing/2014/main" id="{A1E5D272-B4DD-4B14-B497-AEEDB93F74B7}"/>
              </a:ext>
            </a:extLst>
          </p:cNvPr>
          <p:cNvSpPr>
            <a:spLocks xmlns:a="http://schemas.openxmlformats.org/drawingml/2006/main" noGrp="1"/>
          </p:cNvSpPr>
          <p:nvPr/>
        </p:nvSpPr>
        <p:spPr>
          <a:xfrm xmlns:a="http://schemas.openxmlformats.org/drawingml/2006/main">
            <a:off x="666750" y="16192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7F87"/>
                </a:solidFill>
                <a:latin typeface="Bitstream Charter"/>
                <a:ea typeface="Bitstream Charter"/>
                <a:cs typeface="Bitstream Charter"/>
              </a:defRPr>
            </a:pPr>
            <a:r>
              <a:rPr sz="3225" b="1">
                <a:solidFill>
                  <a:srgbClr val="007F87"/>
                </a:solidFill>
                <a:latin typeface="Bitstream Charter"/>
                <a:ea typeface="Bitstream Charter"/>
                <a:cs typeface="Bitstream Charter"/>
              </a:rPr>
              <a:t>309 flights · 4 clusters · 14 noise flights</a:t>
            </a:r>
          </a:p>
        </p:txBody>
      </p:sp>
      <p:sp>
        <p:nvSpPr>
          <p:cNvPr id="4" name="">
            <a:extLst xmlns:a="http://schemas.openxmlformats.org/drawingml/2006/main">
              <a:ext uri="{FF2B5EF4-FFF2-40B4-BE49-F238E27FC236}">
                <a16:creationId xmlns:a16="http://schemas.microsoft.com/office/drawing/2014/main" id="{BE529173-8982-4EA0-8C8F-FF4F78818435}"/>
              </a:ext>
            </a:extLst>
          </p:cNvPr>
          <p:cNvSpPr>
            <a:spLocks xmlns:a="http://schemas.openxmlformats.org/drawingml/2006/main" noGrp="1"/>
          </p:cNvSpPr>
          <p:nvPr/>
        </p:nvSpPr>
        <p:spPr>
          <a:xfrm xmlns:a="http://schemas.openxmlformats.org/drawingml/2006/main">
            <a:off x="666750" y="28575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46"/>
                </a:solidFill>
                <a:latin typeface="Bitstream Charter"/>
                <a:ea typeface="Bitstream Charter"/>
                <a:cs typeface="Bitstream Charter"/>
              </a:defRPr>
            </a:pPr>
            <a:r>
              <a:rPr sz="2400" b="0">
                <a:solidFill>
                  <a:srgbClr val="172F46"/>
                </a:solidFill>
                <a:latin typeface="Bitstream Charter"/>
                <a:ea typeface="Bitstream Charter"/>
                <a:cs typeface="Bitstream Charter"/>
              </a:rPr>
              <a:t>The rare northern group contains 14 flights.</a:t>
            </a:r>
          </a:p>
        </p:txBody>
      </p:sp>
      <p:sp>
        <p:nvSpPr>
          <p:cNvPr id="5" name="">
            <a:extLst xmlns:a="http://schemas.openxmlformats.org/drawingml/2006/main">
              <a:ext uri="{FF2B5EF4-FFF2-40B4-BE49-F238E27FC236}">
                <a16:creationId xmlns:a16="http://schemas.microsoft.com/office/drawing/2014/main" id="{2B7D59FD-A512-4450-B73A-5380B8153458}"/>
              </a:ext>
            </a:extLst>
          </p:cNvPr>
          <p:cNvSpPr>
            <a:spLocks xmlns:a="http://schemas.openxmlformats.org/drawingml/2006/main" noGrp="1"/>
          </p:cNvSpPr>
          <p:nvPr/>
        </p:nvSpPr>
        <p:spPr>
          <a:xfrm xmlns:a="http://schemas.openxmlformats.org/drawingml/2006/main">
            <a:off x="666750" y="38862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46"/>
                </a:solidFill>
                <a:latin typeface="Bitstream Charter"/>
                <a:ea typeface="Bitstream Charter"/>
                <a:cs typeface="Bitstream Charter"/>
              </a:defRPr>
            </a:pPr>
            <a:r>
              <a:rPr sz="2400" b="0">
                <a:solidFill>
                  <a:srgbClr val="172F46"/>
                </a:solidFill>
                <a:latin typeface="Bitstream Charter"/>
                <a:ea typeface="Bitstream Charter"/>
                <a:cs typeface="Bitstream Charter"/>
              </a:rPr>
              <a:t>Three flights remain noise in all 15 tested settings.</a:t>
            </a:r>
          </a:p>
        </p:txBody>
      </p:sp>
      <p:sp>
        <p:nvSpPr>
          <p:cNvPr id="6" name="">
            <a:extLst xmlns:a="http://schemas.openxmlformats.org/drawingml/2006/main">
              <a:ext uri="{FF2B5EF4-FFF2-40B4-BE49-F238E27FC236}">
                <a16:creationId xmlns:a16="http://schemas.microsoft.com/office/drawing/2014/main" id="{40DC3B7B-7041-423A-9F83-3452387A2FF2}"/>
              </a:ext>
            </a:extLst>
          </p:cNvPr>
          <p:cNvSpPr>
            <a:spLocks xmlns:a="http://schemas.openxmlformats.org/drawingml/2006/main" noGrp="1"/>
          </p:cNvSpPr>
          <p:nvPr/>
        </p:nvSpPr>
        <p:spPr>
          <a:xfrm xmlns:a="http://schemas.openxmlformats.org/drawingml/2006/main">
            <a:off x="666750" y="4914900"/>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F46"/>
                </a:solidFill>
                <a:latin typeface="Bitstream Charter"/>
                <a:ea typeface="Bitstream Charter"/>
                <a:cs typeface="Bitstream Charter"/>
              </a:defRPr>
            </a:pPr>
            <a:r>
              <a:rPr sz="2400" b="0">
                <a:solidFill>
                  <a:srgbClr val="172F46"/>
                </a:solidFill>
                <a:latin typeface="Bitstream Charter"/>
                <a:ea typeface="Bitstream Charter"/>
                <a:cs typeface="Bitstream Charter"/>
              </a:rPr>
              <a:t>Representative flights and candidate comparisons support further review.</a:t>
            </a:r>
          </a:p>
        </p:txBody>
      </p:sp>
    </p:spTree>
    <p:extLst>
      <p:ext uri="{BB962C8B-B14F-4D97-AF65-F5344CB8AC3E}">
        <p14:creationId xmlns:p14="http://schemas.microsoft.com/office/powerpoint/2010/main" val="8499655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334D65E-B367-4F3C-9B3E-2C60A8AD80A1}"/>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Sources</a:t>
            </a:r>
          </a:p>
        </p:txBody>
      </p:sp>
      <p:sp>
        <p:nvSpPr>
          <p:cNvPr id="2" name="">
            <a:extLst xmlns:a="http://schemas.openxmlformats.org/drawingml/2006/main">
              <a:ext uri="{FF2B5EF4-FFF2-40B4-BE49-F238E27FC236}">
                <a16:creationId xmlns:a16="http://schemas.microsoft.com/office/drawing/2014/main" id="{1351A7B8-8993-4ED5-A5A0-29F8CE42033B}"/>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17</a:t>
            </a:r>
          </a:p>
        </p:txBody>
      </p:sp>
      <p:sp>
        <p:nvSpPr>
          <p:cNvPr id="3" name="">
            <a:extLst xmlns:a="http://schemas.openxmlformats.org/drawingml/2006/main">
              <a:ext uri="{FF2B5EF4-FFF2-40B4-BE49-F238E27FC236}">
                <a16:creationId xmlns:a16="http://schemas.microsoft.com/office/drawing/2014/main" id="{CD50B166-7776-4A62-83B3-2E351E7E3880}"/>
              </a:ext>
            </a:extLst>
          </p:cNvPr>
          <p:cNvSpPr>
            <a:spLocks xmlns:a="http://schemas.openxmlformats.org/drawingml/2006/main" noGrp="1"/>
          </p:cNvSpPr>
          <p:nvPr/>
        </p:nvSpPr>
        <p:spPr>
          <a:xfrm xmlns:a="http://schemas.openxmlformats.org/drawingml/2006/main">
            <a:off x="666750" y="1428750"/>
            <a:ext cx="10763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Data: OpenSky Network, supplied through the team repository</a:t>
            </a:r>
          </a:p>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github.com/sayenooo/flight-trajectory-analysis</a:t>
            </a:r>
          </a:p>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Original dataset commit: 3ed740b · prepared-data upload: c75a8f9</a:t>
            </a:r>
          </a:p>
        </p:txBody>
      </p:sp>
      <p:sp>
        <p:nvSpPr>
          <p:cNvPr id="4" name="">
            <a:extLst xmlns:a="http://schemas.openxmlformats.org/drawingml/2006/main">
              <a:ext uri="{FF2B5EF4-FFF2-40B4-BE49-F238E27FC236}">
                <a16:creationId xmlns:a16="http://schemas.microsoft.com/office/drawing/2014/main" id="{9FB1E454-7225-4E1F-8231-10BC188C9B31}"/>
              </a:ext>
            </a:extLst>
          </p:cNvPr>
          <p:cNvSpPr>
            <a:spLocks xmlns:a="http://schemas.openxmlformats.org/drawingml/2006/main" noGrp="1"/>
          </p:cNvSpPr>
          <p:nvPr/>
        </p:nvSpPr>
        <p:spPr>
          <a:xfrm xmlns:a="http://schemas.openxmlformats.org/drawingml/2006/main">
            <a:off x="666750" y="2619375"/>
            <a:ext cx="10763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HDBSCAN: scikit-learn documentation, version 1.6.1</a:t>
            </a:r>
          </a:p>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scikit-learn.org/1.6/modules/generated/sklearn.cluster.HDBSCAN.html</a:t>
            </a:r>
          </a:p>
        </p:txBody>
      </p:sp>
      <p:sp>
        <p:nvSpPr>
          <p:cNvPr id="5" name="">
            <a:extLst xmlns:a="http://schemas.openxmlformats.org/drawingml/2006/main">
              <a:ext uri="{FF2B5EF4-FFF2-40B4-BE49-F238E27FC236}">
                <a16:creationId xmlns:a16="http://schemas.microsoft.com/office/drawing/2014/main" id="{C50FE37A-0618-48A2-AB1A-F4446436A2AF}"/>
              </a:ext>
            </a:extLst>
          </p:cNvPr>
          <p:cNvSpPr>
            <a:spLocks xmlns:a="http://schemas.openxmlformats.org/drawingml/2006/main" noGrp="1"/>
          </p:cNvSpPr>
          <p:nvPr/>
        </p:nvSpPr>
        <p:spPr>
          <a:xfrm xmlns:a="http://schemas.openxmlformats.org/drawingml/2006/main">
            <a:off x="666750" y="3810000"/>
            <a:ext cx="10763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Exact nearest neighbours: SciPy cKDTree.query documentation</a:t>
            </a:r>
          </a:p>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docs.scipy.org/doc/scipy/reference/generated/scipy.spatial.cKDTree.query.html</a:t>
            </a:r>
          </a:p>
        </p:txBody>
      </p:sp>
      <p:sp>
        <p:nvSpPr>
          <p:cNvPr id="6" name="">
            <a:extLst xmlns:a="http://schemas.openxmlformats.org/drawingml/2006/main">
              <a:ext uri="{FF2B5EF4-FFF2-40B4-BE49-F238E27FC236}">
                <a16:creationId xmlns:a16="http://schemas.microsoft.com/office/drawing/2014/main" id="{B0C25EA9-B642-4CCD-9730-49EEC23D854D}"/>
              </a:ext>
            </a:extLst>
          </p:cNvPr>
          <p:cNvSpPr>
            <a:spLocks xmlns:a="http://schemas.openxmlformats.org/drawingml/2006/main" noGrp="1"/>
          </p:cNvSpPr>
          <p:nvPr/>
        </p:nvSpPr>
        <p:spPr>
          <a:xfrm xmlns:a="http://schemas.openxmlformats.org/drawingml/2006/main">
            <a:off x="666750" y="5000625"/>
            <a:ext cx="10763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OpenSky historical data and timestamp definitions</a:t>
            </a:r>
          </a:p>
          <a:p xmlns:a="http://schemas.openxmlformats.org/drawingml/2006/main">
            <a:pPr>
              <a:defRPr sz="1725" b="0">
                <a:solidFill>
                  <a:srgbClr val="172F46"/>
                </a:solidFill>
                <a:latin typeface="Bitstream Charter"/>
                <a:ea typeface="Bitstream Charter"/>
                <a:cs typeface="Bitstream Charter"/>
              </a:defRPr>
            </a:pPr>
            <a:r>
              <a:rPr sz="1725" b="0">
                <a:solidFill>
                  <a:srgbClr val="172F46"/>
                </a:solidFill>
                <a:latin typeface="Bitstream Charter"/>
                <a:ea typeface="Bitstream Charter"/>
                <a:cs typeface="Bitstream Charter"/>
              </a:rPr>
              <a:t>openskynetwork.github.io/opensky-api/trino.html</a:t>
            </a:r>
          </a:p>
        </p:txBody>
      </p:sp>
    </p:spTree>
    <p:extLst>
      <p:ext uri="{BB962C8B-B14F-4D97-AF65-F5344CB8AC3E}">
        <p14:creationId xmlns:p14="http://schemas.microsoft.com/office/powerpoint/2010/main" val="6579931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CCB64E-3AB1-4936-A7AE-15D6C3F91E4D}"/>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F46"/>
                </a:solidFill>
                <a:latin typeface="Bitstream Charter"/>
                <a:ea typeface="Bitstream Charter"/>
                <a:cs typeface="Bitstream Charter"/>
              </a:defRPr>
            </a:pPr>
            <a:r>
              <a:rPr sz="3300" b="1">
                <a:solidFill>
                  <a:srgbClr val="172F46"/>
                </a:solidFill>
                <a:latin typeface="Bitstream Charter"/>
                <a:ea typeface="Bitstream Charter"/>
                <a:cs typeface="Bitstream Charter"/>
              </a:rPr>
              <a:t>AI assistance disclosure</a:t>
            </a:r>
          </a:p>
        </p:txBody>
      </p:sp>
      <p:sp>
        <p:nvSpPr>
          <p:cNvPr id="2" name="">
            <a:extLst xmlns:a="http://schemas.openxmlformats.org/drawingml/2006/main">
              <a:ext uri="{FF2B5EF4-FFF2-40B4-BE49-F238E27FC236}">
                <a16:creationId xmlns:a16="http://schemas.microsoft.com/office/drawing/2014/main" id="{246E6473-2C96-4C1B-ACFB-14C208A76B9F}"/>
              </a:ext>
            </a:extLst>
          </p:cNvPr>
          <p:cNvSpPr>
            <a:spLocks xmlns:a="http://schemas.openxmlformats.org/drawingml/2006/main" noGrp="1"/>
          </p:cNvSpPr>
          <p:nvPr/>
        </p:nvSpPr>
        <p:spPr>
          <a:xfrm xmlns:a="http://schemas.openxmlformats.org/drawingml/2006/main">
            <a:off x="11277600" y="63912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9"/>
                </a:solidFill>
                <a:latin typeface="Bitstream Charter"/>
                <a:ea typeface="Bitstream Charter"/>
                <a:cs typeface="Bitstream Charter"/>
              </a:defRPr>
            </a:pPr>
            <a:r>
              <a:rPr sz="1200" b="0">
                <a:solidFill>
                  <a:srgbClr val="526779"/>
                </a:solidFill>
                <a:latin typeface="Bitstream Charter"/>
                <a:ea typeface="Bitstream Charter"/>
                <a:cs typeface="Bitstream Charter"/>
              </a:rPr>
              <a:t>18</a:t>
            </a:r>
          </a:p>
        </p:txBody>
      </p:sp>
      <p:sp>
        <p:nvSpPr>
          <p:cNvPr id="3" name="">
            <a:extLst xmlns:a="http://schemas.openxmlformats.org/drawingml/2006/main">
              <a:ext uri="{FF2B5EF4-FFF2-40B4-BE49-F238E27FC236}">
                <a16:creationId xmlns:a16="http://schemas.microsoft.com/office/drawing/2014/main" id="{190AFB7A-252A-472E-A8F0-2450E7F19F8B}"/>
              </a:ext>
            </a:extLst>
          </p:cNvPr>
          <p:cNvSpPr>
            <a:spLocks xmlns:a="http://schemas.openxmlformats.org/drawingml/2006/main" noGrp="1"/>
          </p:cNvSpPr>
          <p:nvPr/>
        </p:nvSpPr>
        <p:spPr>
          <a:xfrm xmlns:a="http://schemas.openxmlformats.org/drawingml/2006/main">
            <a:off x="666750" y="15240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Tool: ChatGPT / Codex</a:t>
            </a:r>
          </a:p>
        </p:txBody>
      </p:sp>
      <p:sp>
        <p:nvSpPr>
          <p:cNvPr id="4" name="">
            <a:extLst xmlns:a="http://schemas.openxmlformats.org/drawingml/2006/main">
              <a:ext uri="{FF2B5EF4-FFF2-40B4-BE49-F238E27FC236}">
                <a16:creationId xmlns:a16="http://schemas.microsoft.com/office/drawing/2014/main" id="{387AB512-6FA3-4C02-8542-3030926481DC}"/>
              </a:ext>
            </a:extLst>
          </p:cNvPr>
          <p:cNvSpPr>
            <a:spLocks xmlns:a="http://schemas.openxmlformats.org/drawingml/2006/main" noGrp="1"/>
          </p:cNvSpPr>
          <p:nvPr/>
        </p:nvSpPr>
        <p:spPr>
          <a:xfrm xmlns:a="http://schemas.openxmlformats.org/drawingml/2006/main">
            <a:off x="666750" y="261937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Assistance: code generation and debugging, numerical checks, result interpretation, slide drafting and speaker notes</a:t>
            </a:r>
          </a:p>
        </p:txBody>
      </p:sp>
      <p:sp>
        <p:nvSpPr>
          <p:cNvPr id="5" name="">
            <a:extLst xmlns:a="http://schemas.openxmlformats.org/drawingml/2006/main">
              <a:ext uri="{FF2B5EF4-FFF2-40B4-BE49-F238E27FC236}">
                <a16:creationId xmlns:a16="http://schemas.microsoft.com/office/drawing/2014/main" id="{5879014E-0B43-4525-9E56-019C2FF32334}"/>
              </a:ext>
            </a:extLst>
          </p:cNvPr>
          <p:cNvSpPr>
            <a:spLocks xmlns:a="http://schemas.openxmlformats.org/drawingml/2006/main" noGrp="1"/>
          </p:cNvSpPr>
          <p:nvPr/>
        </p:nvSpPr>
        <p:spPr>
          <a:xfrm xmlns:a="http://schemas.openxmlformats.org/drawingml/2006/main">
            <a:off x="666750" y="37147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Documented student activity: route selection with the team, data workflow, local pipeline execution and prepared-data upload</a:t>
            </a:r>
          </a:p>
        </p:txBody>
      </p:sp>
      <p:sp>
        <p:nvSpPr>
          <p:cNvPr id="6" name="">
            <a:extLst xmlns:a="http://schemas.openxmlformats.org/drawingml/2006/main">
              <a:ext uri="{FF2B5EF4-FFF2-40B4-BE49-F238E27FC236}">
                <a16:creationId xmlns:a16="http://schemas.microsoft.com/office/drawing/2014/main" id="{BBEB1D39-C641-4662-82F4-2A374D9236DA}"/>
              </a:ext>
            </a:extLst>
          </p:cNvPr>
          <p:cNvSpPr>
            <a:spLocks xmlns:a="http://schemas.openxmlformats.org/drawingml/2006/main" noGrp="1"/>
          </p:cNvSpPr>
          <p:nvPr/>
        </p:nvSpPr>
        <p:spPr>
          <a:xfrm xmlns:a="http://schemas.openxmlformats.org/drawingml/2006/main">
            <a:off x="666750" y="4810125"/>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46"/>
                </a:solidFill>
                <a:latin typeface="Bitstream Charter"/>
                <a:ea typeface="Bitstream Charter"/>
                <a:cs typeface="Bitstream Charter"/>
              </a:defRPr>
            </a:pPr>
            <a:r>
              <a:rPr sz="2175" b="0">
                <a:solidFill>
                  <a:srgbClr val="172F46"/>
                </a:solidFill>
                <a:latin typeface="Bitstream Charter"/>
                <a:ea typeface="Bitstream Charter"/>
                <a:cs typeface="Bitstream Charter"/>
              </a:rPr>
              <a:t>Individual team contributions require confirmation before submission.</a:t>
            </a:r>
          </a:p>
        </p:txBody>
      </p:sp>
    </p:spTree>
    <p:extLst>
      <p:ext uri="{BB962C8B-B14F-4D97-AF65-F5344CB8AC3E}">
        <p14:creationId xmlns:p14="http://schemas.microsoft.com/office/powerpoint/2010/main" val="1457604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2026-10-08T00:05:45.3700000Z</dcterms:created>
  <dcterms:modified xsi:type="dcterms:W3CDTF">2026-10-08T00:05:45.3700000Z</dcterms:modified>
</coreProperties>
</file>